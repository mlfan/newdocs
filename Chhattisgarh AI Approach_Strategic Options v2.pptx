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0" r:id="rId5"/>
    <p:sldMasterId id="2147483745" r:id="rId6"/>
  </p:sldMasterIdLst>
  <p:notesMasterIdLst>
    <p:notesMasterId r:id="rId42"/>
  </p:notesMasterIdLst>
  <p:handoutMasterIdLst>
    <p:handoutMasterId r:id="rId43"/>
  </p:handoutMasterIdLst>
  <p:sldIdLst>
    <p:sldId id="387" r:id="rId7"/>
    <p:sldId id="257" r:id="rId8"/>
    <p:sldId id="256" r:id="rId9"/>
    <p:sldId id="2147471083" r:id="rId10"/>
    <p:sldId id="2147471085" r:id="rId11"/>
    <p:sldId id="2147471097" r:id="rId12"/>
    <p:sldId id="2147471086" r:id="rId13"/>
    <p:sldId id="2147471087" r:id="rId14"/>
    <p:sldId id="2147471088" r:id="rId15"/>
    <p:sldId id="2147471098" r:id="rId16"/>
    <p:sldId id="2147471089" r:id="rId17"/>
    <p:sldId id="2147471090" r:id="rId18"/>
    <p:sldId id="2147471091" r:id="rId19"/>
    <p:sldId id="2147471092" r:id="rId20"/>
    <p:sldId id="2147471093" r:id="rId21"/>
    <p:sldId id="2147471095" r:id="rId22"/>
    <p:sldId id="278" r:id="rId23"/>
    <p:sldId id="2147471082" r:id="rId24"/>
    <p:sldId id="2147471096" r:id="rId25"/>
    <p:sldId id="2147470923" r:id="rId26"/>
    <p:sldId id="2147470927" r:id="rId27"/>
    <p:sldId id="2147470925" r:id="rId28"/>
    <p:sldId id="2147470929" r:id="rId29"/>
    <p:sldId id="2147470930" r:id="rId30"/>
    <p:sldId id="390" r:id="rId31"/>
    <p:sldId id="391" r:id="rId32"/>
    <p:sldId id="393" r:id="rId33"/>
    <p:sldId id="394" r:id="rId34"/>
    <p:sldId id="395" r:id="rId35"/>
    <p:sldId id="396" r:id="rId36"/>
    <p:sldId id="392" r:id="rId37"/>
    <p:sldId id="2147470924" r:id="rId38"/>
    <p:sldId id="2147470926" r:id="rId39"/>
    <p:sldId id="2147470928" r:id="rId40"/>
    <p:sldId id="277"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C0B3FA-6007-C80E-21F3-3E000E982DEB}" name="Chhetri, Neeraj" initials="NC" userId="S::nechhetri@deloitte.com::d2144e8b-f4b6-4278-8bcd-84464c27b64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B5226"/>
    <a:srgbClr val="C9CCBB"/>
    <a:srgbClr val="4EA72E"/>
    <a:srgbClr val="D9F2D0"/>
    <a:srgbClr val="006D77"/>
    <a:srgbClr val="47D45A"/>
    <a:srgbClr val="F5F8FF"/>
    <a:srgbClr val="196B24"/>
    <a:srgbClr val="76BD1D"/>
    <a:srgbClr val="0076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426D3B-AEFF-414D-A61D-51BF824EF2BE}" v="3" dt="2026-08-04T08:08:34.4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404" autoAdjust="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notesMaster" Target="notesMasters/notesMaster1.xml"/><Relationship Id="rId47" Type="http://schemas.openxmlformats.org/officeDocument/2006/relationships/tableStyles" Target="tableStyles.xml"/><Relationship Id="rId50" Type="http://schemas.microsoft.com/office/2018/10/relationships/authors" Target="author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microsoft.com/office/2015/10/relationships/revisionInfo" Target="revisionInfo.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handoutMaster" Target="handoutMasters/handoutMaster1.xml"/><Relationship Id="rId48" Type="http://schemas.microsoft.com/office/2016/11/relationships/changesInfo" Target="changesInfos/changesInfo1.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theme" Target="theme/theme1.xml"/><Relationship Id="rId20" Type="http://schemas.openxmlformats.org/officeDocument/2006/relationships/slide" Target="slides/slide14.xml"/><Relationship Id="rId41" Type="http://schemas.openxmlformats.org/officeDocument/2006/relationships/slide" Target="slides/slide35.xml"/><Relationship Id="rId1" Type="http://schemas.openxmlformats.org/officeDocument/2006/relationships/customXml" Target="../customXml/item1.xml"/><Relationship Id="rId6" Type="http://schemas.openxmlformats.org/officeDocument/2006/relationships/slideMaster" Target="slideMasters/slideMaster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rg, Vibha" userId="16e899c9-7991-4bad-9c17-78ceeff485b1" providerId="ADAL" clId="{79D009F9-E0D3-4867-85FA-D99E55928B19}"/>
    <pc:docChg chg="undo redo custSel addSld delSld modSld sldOrd">
      <pc:chgData name="Garg, Vibha" userId="16e899c9-7991-4bad-9c17-78ceeff485b1" providerId="ADAL" clId="{79D009F9-E0D3-4867-85FA-D99E55928B19}" dt="2026-08-04T08:08:42.354" v="2327" actId="6549"/>
      <pc:docMkLst>
        <pc:docMk/>
      </pc:docMkLst>
      <pc:sldChg chg="add setBg modNotesTx">
        <pc:chgData name="Garg, Vibha" userId="16e899c9-7991-4bad-9c17-78ceeff485b1" providerId="ADAL" clId="{79D009F9-E0D3-4867-85FA-D99E55928B19}" dt="2026-08-04T08:08:42.354" v="2327" actId="6549"/>
        <pc:sldMkLst>
          <pc:docMk/>
          <pc:sldMk cId="0" sldId="256"/>
        </pc:sldMkLst>
      </pc:sldChg>
      <pc:sldChg chg="addSp delSp modSp mod">
        <pc:chgData name="Garg, Vibha" userId="16e899c9-7991-4bad-9c17-78ceeff485b1" providerId="ADAL" clId="{79D009F9-E0D3-4867-85FA-D99E55928B19}" dt="2026-08-03T04:08:42.223" v="1881" actId="14100"/>
        <pc:sldMkLst>
          <pc:docMk/>
          <pc:sldMk cId="1809209566" sldId="2147471083"/>
        </pc:sldMkLst>
        <pc:spChg chg="mod">
          <ac:chgData name="Garg, Vibha" userId="16e899c9-7991-4bad-9c17-78ceeff485b1" providerId="ADAL" clId="{79D009F9-E0D3-4867-85FA-D99E55928B19}" dt="2026-08-03T04:07:46.433" v="1865" actId="1076"/>
          <ac:spMkLst>
            <pc:docMk/>
            <pc:sldMk cId="1809209566" sldId="2147471083"/>
            <ac:spMk id="4" creationId="{DE497F7A-CBF5-BC4D-C90D-C82897696286}"/>
          </ac:spMkLst>
        </pc:spChg>
        <pc:spChg chg="add mod">
          <ac:chgData name="Garg, Vibha" userId="16e899c9-7991-4bad-9c17-78ceeff485b1" providerId="ADAL" clId="{79D009F9-E0D3-4867-85FA-D99E55928B19}" dt="2026-08-03T04:08:42.223" v="1881" actId="14100"/>
          <ac:spMkLst>
            <pc:docMk/>
            <pc:sldMk cId="1809209566" sldId="2147471083"/>
            <ac:spMk id="5" creationId="{7441062A-B839-91B9-AD94-AAA516664FE1}"/>
          </ac:spMkLst>
        </pc:spChg>
        <pc:spChg chg="add mod">
          <ac:chgData name="Garg, Vibha" userId="16e899c9-7991-4bad-9c17-78ceeff485b1" providerId="ADAL" clId="{79D009F9-E0D3-4867-85FA-D99E55928B19}" dt="2026-08-03T04:08:38.338" v="1880" actId="14100"/>
          <ac:spMkLst>
            <pc:docMk/>
            <pc:sldMk cId="1809209566" sldId="2147471083"/>
            <ac:spMk id="6" creationId="{03ADC9B4-1C43-1D25-1F20-E945FC75F076}"/>
          </ac:spMkLst>
        </pc:spChg>
        <pc:spChg chg="mod topLvl">
          <ac:chgData name="Garg, Vibha" userId="16e899c9-7991-4bad-9c17-78ceeff485b1" providerId="ADAL" clId="{79D009F9-E0D3-4867-85FA-D99E55928B19}" dt="2026-08-03T04:07:46.433" v="1865" actId="1076"/>
          <ac:spMkLst>
            <pc:docMk/>
            <pc:sldMk cId="1809209566" sldId="2147471083"/>
            <ac:spMk id="7" creationId="{A62FA3C7-4ECC-AA54-1B22-66EC5F9770C6}"/>
          </ac:spMkLst>
        </pc:spChg>
        <pc:spChg chg="add mod">
          <ac:chgData name="Garg, Vibha" userId="16e899c9-7991-4bad-9c17-78ceeff485b1" providerId="ADAL" clId="{79D009F9-E0D3-4867-85FA-D99E55928B19}" dt="2026-08-03T04:08:25.234" v="1877" actId="20577"/>
          <ac:spMkLst>
            <pc:docMk/>
            <pc:sldMk cId="1809209566" sldId="2147471083"/>
            <ac:spMk id="9" creationId="{9FAE798F-7B3C-562B-196E-C1333E841189}"/>
          </ac:spMkLst>
        </pc:spChg>
        <pc:spChg chg="mod">
          <ac:chgData name="Garg, Vibha" userId="16e899c9-7991-4bad-9c17-78ceeff485b1" providerId="ADAL" clId="{79D009F9-E0D3-4867-85FA-D99E55928B19}" dt="2026-07-31T06:01:12.811" v="1758"/>
          <ac:spMkLst>
            <pc:docMk/>
            <pc:sldMk cId="1809209566" sldId="2147471083"/>
            <ac:spMk id="11" creationId="{DCB61EDC-278F-A2B6-F269-663FFC4FC9E9}"/>
          </ac:spMkLst>
        </pc:spChg>
        <pc:spChg chg="mod">
          <ac:chgData name="Garg, Vibha" userId="16e899c9-7991-4bad-9c17-78ceeff485b1" providerId="ADAL" clId="{79D009F9-E0D3-4867-85FA-D99E55928B19}" dt="2026-08-03T04:07:46.433" v="1865" actId="1076"/>
          <ac:spMkLst>
            <pc:docMk/>
            <pc:sldMk cId="1809209566" sldId="2147471083"/>
            <ac:spMk id="15" creationId="{2AB1A42A-4FEC-E1D8-1DB7-5D9DCDA4620C}"/>
          </ac:spMkLst>
        </pc:spChg>
        <pc:spChg chg="mod">
          <ac:chgData name="Garg, Vibha" userId="16e899c9-7991-4bad-9c17-78ceeff485b1" providerId="ADAL" clId="{79D009F9-E0D3-4867-85FA-D99E55928B19}" dt="2026-07-20T19:48:00.960" v="154" actId="20577"/>
          <ac:spMkLst>
            <pc:docMk/>
            <pc:sldMk cId="1809209566" sldId="2147471083"/>
            <ac:spMk id="23" creationId="{1EB4E95A-1F80-2FC8-A55A-4118A506D78C}"/>
          </ac:spMkLst>
        </pc:spChg>
        <pc:spChg chg="mod">
          <ac:chgData name="Garg, Vibha" userId="16e899c9-7991-4bad-9c17-78ceeff485b1" providerId="ADAL" clId="{79D009F9-E0D3-4867-85FA-D99E55928B19}" dt="2026-07-20T19:47:57.495" v="151" actId="20577"/>
          <ac:spMkLst>
            <pc:docMk/>
            <pc:sldMk cId="1809209566" sldId="2147471083"/>
            <ac:spMk id="27" creationId="{E0D7DA10-A69D-8CCC-D7D0-8FBE7DF82A77}"/>
          </ac:spMkLst>
        </pc:spChg>
        <pc:spChg chg="mod topLvl">
          <ac:chgData name="Garg, Vibha" userId="16e899c9-7991-4bad-9c17-78ceeff485b1" providerId="ADAL" clId="{79D009F9-E0D3-4867-85FA-D99E55928B19}" dt="2026-07-31T04:42:31.642" v="158" actId="165"/>
          <ac:spMkLst>
            <pc:docMk/>
            <pc:sldMk cId="1809209566" sldId="2147471083"/>
            <ac:spMk id="28" creationId="{F4EC57DF-320E-8015-F489-FBDFAF9A667E}"/>
          </ac:spMkLst>
        </pc:spChg>
        <pc:spChg chg="mod">
          <ac:chgData name="Garg, Vibha" userId="16e899c9-7991-4bad-9c17-78ceeff485b1" providerId="ADAL" clId="{79D009F9-E0D3-4867-85FA-D99E55928B19}" dt="2026-07-20T19:45:59.418" v="63" actId="20577"/>
          <ac:spMkLst>
            <pc:docMk/>
            <pc:sldMk cId="1809209566" sldId="2147471083"/>
            <ac:spMk id="31" creationId="{793C2215-5D7B-DD87-D772-7B79A2FF6347}"/>
          </ac:spMkLst>
        </pc:spChg>
        <pc:spChg chg="mod topLvl">
          <ac:chgData name="Garg, Vibha" userId="16e899c9-7991-4bad-9c17-78ceeff485b1" providerId="ADAL" clId="{79D009F9-E0D3-4867-85FA-D99E55928B19}" dt="2026-07-31T04:42:31.642" v="158" actId="165"/>
          <ac:spMkLst>
            <pc:docMk/>
            <pc:sldMk cId="1809209566" sldId="2147471083"/>
            <ac:spMk id="35" creationId="{F61C374C-98BF-5DD2-C90A-E204334FD2D1}"/>
          </ac:spMkLst>
        </pc:spChg>
        <pc:spChg chg="mod topLvl">
          <ac:chgData name="Garg, Vibha" userId="16e899c9-7991-4bad-9c17-78ceeff485b1" providerId="ADAL" clId="{79D009F9-E0D3-4867-85FA-D99E55928B19}" dt="2026-08-03T04:07:46.433" v="1865" actId="1076"/>
          <ac:spMkLst>
            <pc:docMk/>
            <pc:sldMk cId="1809209566" sldId="2147471083"/>
            <ac:spMk id="36" creationId="{B30D7601-ADFC-938B-0290-630208A56E42}"/>
          </ac:spMkLst>
        </pc:spChg>
        <pc:spChg chg="mod">
          <ac:chgData name="Garg, Vibha" userId="16e899c9-7991-4bad-9c17-78ceeff485b1" providerId="ADAL" clId="{79D009F9-E0D3-4867-85FA-D99E55928B19}" dt="2026-08-03T04:07:46.433" v="1865" actId="1076"/>
          <ac:spMkLst>
            <pc:docMk/>
            <pc:sldMk cId="1809209566" sldId="2147471083"/>
            <ac:spMk id="39" creationId="{48CF76FA-79FC-B797-40C1-6124FA4DB569}"/>
          </ac:spMkLst>
        </pc:spChg>
        <pc:spChg chg="mod topLvl">
          <ac:chgData name="Garg, Vibha" userId="16e899c9-7991-4bad-9c17-78ceeff485b1" providerId="ADAL" clId="{79D009F9-E0D3-4867-85FA-D99E55928B19}" dt="2026-07-31T04:42:31.642" v="158" actId="165"/>
          <ac:spMkLst>
            <pc:docMk/>
            <pc:sldMk cId="1809209566" sldId="2147471083"/>
            <ac:spMk id="56" creationId="{D1DB6B0C-33F4-10BD-6A26-10D6F435EEB2}"/>
          </ac:spMkLst>
        </pc:spChg>
        <pc:spChg chg="mod">
          <ac:chgData name="Garg, Vibha" userId="16e899c9-7991-4bad-9c17-78ceeff485b1" providerId="ADAL" clId="{79D009F9-E0D3-4867-85FA-D99E55928B19}" dt="2026-08-03T04:07:50.043" v="1866" actId="20577"/>
          <ac:spMkLst>
            <pc:docMk/>
            <pc:sldMk cId="1809209566" sldId="2147471083"/>
            <ac:spMk id="57" creationId="{447A8203-C3C2-705A-23A4-6EB5F336EA33}"/>
          </ac:spMkLst>
        </pc:spChg>
        <pc:spChg chg="mod topLvl">
          <ac:chgData name="Garg, Vibha" userId="16e899c9-7991-4bad-9c17-78ceeff485b1" providerId="ADAL" clId="{79D009F9-E0D3-4867-85FA-D99E55928B19}" dt="2026-08-03T04:07:46.433" v="1865" actId="1076"/>
          <ac:spMkLst>
            <pc:docMk/>
            <pc:sldMk cId="1809209566" sldId="2147471083"/>
            <ac:spMk id="58" creationId="{69F4D4DC-3853-DFDC-16A5-C871EA858AC8}"/>
          </ac:spMkLst>
        </pc:spChg>
        <pc:spChg chg="mod topLvl">
          <ac:chgData name="Garg, Vibha" userId="16e899c9-7991-4bad-9c17-78ceeff485b1" providerId="ADAL" clId="{79D009F9-E0D3-4867-85FA-D99E55928B19}" dt="2026-08-03T04:07:53.035" v="1867" actId="20577"/>
          <ac:spMkLst>
            <pc:docMk/>
            <pc:sldMk cId="1809209566" sldId="2147471083"/>
            <ac:spMk id="59" creationId="{24592D5C-F6C1-7330-E95A-0D20E0A8297E}"/>
          </ac:spMkLst>
        </pc:spChg>
        <pc:spChg chg="mod topLvl">
          <ac:chgData name="Garg, Vibha" userId="16e899c9-7991-4bad-9c17-78ceeff485b1" providerId="ADAL" clId="{79D009F9-E0D3-4867-85FA-D99E55928B19}" dt="2026-08-03T04:07:55.971" v="1868" actId="20577"/>
          <ac:spMkLst>
            <pc:docMk/>
            <pc:sldMk cId="1809209566" sldId="2147471083"/>
            <ac:spMk id="61" creationId="{414A5604-EB80-C21A-73AE-E04E7D277798}"/>
          </ac:spMkLst>
        </pc:spChg>
        <pc:spChg chg="mod">
          <ac:chgData name="Garg, Vibha" userId="16e899c9-7991-4bad-9c17-78ceeff485b1" providerId="ADAL" clId="{79D009F9-E0D3-4867-85FA-D99E55928B19}" dt="2026-08-03T04:07:59.257" v="1869" actId="20577"/>
          <ac:spMkLst>
            <pc:docMk/>
            <pc:sldMk cId="1809209566" sldId="2147471083"/>
            <ac:spMk id="63" creationId="{5AAD4751-1ED4-351B-8061-624860196CAD}"/>
          </ac:spMkLst>
        </pc:spChg>
        <pc:spChg chg="mod">
          <ac:chgData name="Garg, Vibha" userId="16e899c9-7991-4bad-9c17-78ceeff485b1" providerId="ADAL" clId="{79D009F9-E0D3-4867-85FA-D99E55928B19}" dt="2026-08-03T04:08:01.985" v="1870" actId="20577"/>
          <ac:spMkLst>
            <pc:docMk/>
            <pc:sldMk cId="1809209566" sldId="2147471083"/>
            <ac:spMk id="65" creationId="{D5423B14-4CB5-39E6-192D-C71E65B9ADF1}"/>
          </ac:spMkLst>
        </pc:spChg>
        <pc:spChg chg="mod topLvl">
          <ac:chgData name="Garg, Vibha" userId="16e899c9-7991-4bad-9c17-78ceeff485b1" providerId="ADAL" clId="{79D009F9-E0D3-4867-85FA-D99E55928B19}" dt="2026-08-03T04:08:18.198" v="1876" actId="20577"/>
          <ac:spMkLst>
            <pc:docMk/>
            <pc:sldMk cId="1809209566" sldId="2147471083"/>
            <ac:spMk id="67" creationId="{9C9B2690-307E-D9C2-AAD2-58E3CD5D8E6B}"/>
          </ac:spMkLst>
        </pc:spChg>
        <pc:spChg chg="mod">
          <ac:chgData name="Garg, Vibha" userId="16e899c9-7991-4bad-9c17-78ceeff485b1" providerId="ADAL" clId="{79D009F9-E0D3-4867-85FA-D99E55928B19}" dt="2026-08-03T04:07:46.433" v="1865" actId="1076"/>
          <ac:spMkLst>
            <pc:docMk/>
            <pc:sldMk cId="1809209566" sldId="2147471083"/>
            <ac:spMk id="68" creationId="{06AA358F-50B5-86A7-5058-FCAC00E95541}"/>
          </ac:spMkLst>
        </pc:spChg>
        <pc:spChg chg="mod">
          <ac:chgData name="Garg, Vibha" userId="16e899c9-7991-4bad-9c17-78ceeff485b1" providerId="ADAL" clId="{79D009F9-E0D3-4867-85FA-D99E55928B19}" dt="2026-08-03T04:08:17.833" v="1875" actId="20577"/>
          <ac:spMkLst>
            <pc:docMk/>
            <pc:sldMk cId="1809209566" sldId="2147471083"/>
            <ac:spMk id="69" creationId="{56243F19-F29F-35FE-A67B-B3D5E13203B0}"/>
          </ac:spMkLst>
        </pc:spChg>
        <pc:spChg chg="mod">
          <ac:chgData name="Garg, Vibha" userId="16e899c9-7991-4bad-9c17-78ceeff485b1" providerId="ADAL" clId="{79D009F9-E0D3-4867-85FA-D99E55928B19}" dt="2026-07-31T04:48:14.829" v="532" actId="20577"/>
          <ac:spMkLst>
            <pc:docMk/>
            <pc:sldMk cId="1809209566" sldId="2147471083"/>
            <ac:spMk id="71" creationId="{A94C9396-37FC-D9D6-AE57-82D3A1F24B99}"/>
          </ac:spMkLst>
        </pc:spChg>
        <pc:spChg chg="mod topLvl">
          <ac:chgData name="Garg, Vibha" userId="16e899c9-7991-4bad-9c17-78ceeff485b1" providerId="ADAL" clId="{79D009F9-E0D3-4867-85FA-D99E55928B19}" dt="2026-08-03T04:07:46.433" v="1865" actId="1076"/>
          <ac:spMkLst>
            <pc:docMk/>
            <pc:sldMk cId="1809209566" sldId="2147471083"/>
            <ac:spMk id="72" creationId="{0694FB6B-2275-E919-C7A1-7C136CE87621}"/>
          </ac:spMkLst>
        </pc:spChg>
        <pc:spChg chg="mod">
          <ac:chgData name="Garg, Vibha" userId="16e899c9-7991-4bad-9c17-78ceeff485b1" providerId="ADAL" clId="{79D009F9-E0D3-4867-85FA-D99E55928B19}" dt="2026-07-31T04:48:17.837" v="534" actId="20577"/>
          <ac:spMkLst>
            <pc:docMk/>
            <pc:sldMk cId="1809209566" sldId="2147471083"/>
            <ac:spMk id="73" creationId="{43FB720C-EFD1-A191-E410-D890A6881AA2}"/>
          </ac:spMkLst>
        </pc:spChg>
        <pc:spChg chg="mod">
          <ac:chgData name="Garg, Vibha" userId="16e899c9-7991-4bad-9c17-78ceeff485b1" providerId="ADAL" clId="{79D009F9-E0D3-4867-85FA-D99E55928B19}" dt="2026-07-31T04:48:20.825" v="536" actId="20577"/>
          <ac:spMkLst>
            <pc:docMk/>
            <pc:sldMk cId="1809209566" sldId="2147471083"/>
            <ac:spMk id="75" creationId="{C5BFAF37-7377-F6EE-D99A-30D324BF0C9F}"/>
          </ac:spMkLst>
        </pc:spChg>
      </pc:sldChg>
      <pc:sldChg chg="ord">
        <pc:chgData name="Garg, Vibha" userId="16e899c9-7991-4bad-9c17-78ceeff485b1" providerId="ADAL" clId="{79D009F9-E0D3-4867-85FA-D99E55928B19}" dt="2026-07-31T06:01:01.282" v="1755"/>
        <pc:sldMkLst>
          <pc:docMk/>
          <pc:sldMk cId="3212846179" sldId="2147471085"/>
        </pc:sldMkLst>
      </pc:sldChg>
      <pc:sldChg chg="addSp delSp modSp mod">
        <pc:chgData name="Garg, Vibha" userId="16e899c9-7991-4bad-9c17-78ceeff485b1" providerId="ADAL" clId="{79D009F9-E0D3-4867-85FA-D99E55928B19}" dt="2026-08-03T09:18:00.925" v="2228" actId="20577"/>
        <pc:sldMkLst>
          <pc:docMk/>
          <pc:sldMk cId="0" sldId="2147471095"/>
        </pc:sldMkLst>
        <pc:spChg chg="mod">
          <ac:chgData name="Garg, Vibha" userId="16e899c9-7991-4bad-9c17-78ceeff485b1" providerId="ADAL" clId="{79D009F9-E0D3-4867-85FA-D99E55928B19}" dt="2026-08-03T09:18:00.925" v="2228" actId="20577"/>
          <ac:spMkLst>
            <pc:docMk/>
            <pc:sldMk cId="0" sldId="2147471095"/>
            <ac:spMk id="4" creationId="{00000000-0000-0000-0000-000000000000}"/>
          </ac:spMkLst>
        </pc:spChg>
        <pc:spChg chg="mod">
          <ac:chgData name="Garg, Vibha" userId="16e899c9-7991-4bad-9c17-78ceeff485b1" providerId="ADAL" clId="{79D009F9-E0D3-4867-85FA-D99E55928B19}" dt="2026-07-31T06:03:08.284" v="1810" actId="6549"/>
          <ac:spMkLst>
            <pc:docMk/>
            <pc:sldMk cId="0" sldId="2147471095"/>
            <ac:spMk id="5" creationId="{00000000-0000-0000-0000-000000000000}"/>
          </ac:spMkLst>
        </pc:spChg>
        <pc:spChg chg="mod">
          <ac:chgData name="Garg, Vibha" userId="16e899c9-7991-4bad-9c17-78ceeff485b1" providerId="ADAL" clId="{79D009F9-E0D3-4867-85FA-D99E55928B19}" dt="2026-07-31T05:59:21.474" v="1481" actId="164"/>
          <ac:spMkLst>
            <pc:docMk/>
            <pc:sldMk cId="0" sldId="2147471095"/>
            <ac:spMk id="7" creationId="{00000000-0000-0000-0000-000000000000}"/>
          </ac:spMkLst>
        </pc:spChg>
        <pc:spChg chg="mod">
          <ac:chgData name="Garg, Vibha" userId="16e899c9-7991-4bad-9c17-78ceeff485b1" providerId="ADAL" clId="{79D009F9-E0D3-4867-85FA-D99E55928B19}" dt="2026-07-31T06:03:13.496" v="1813" actId="20577"/>
          <ac:spMkLst>
            <pc:docMk/>
            <pc:sldMk cId="0" sldId="2147471095"/>
            <ac:spMk id="8" creationId="{00000000-0000-0000-0000-000000000000}"/>
          </ac:spMkLst>
        </pc:spChg>
        <pc:spChg chg="mod">
          <ac:chgData name="Garg, Vibha" userId="16e899c9-7991-4bad-9c17-78ceeff485b1" providerId="ADAL" clId="{79D009F9-E0D3-4867-85FA-D99E55928B19}" dt="2026-07-31T05:59:21.474" v="1481" actId="164"/>
          <ac:spMkLst>
            <pc:docMk/>
            <pc:sldMk cId="0" sldId="2147471095"/>
            <ac:spMk id="9" creationId="{00000000-0000-0000-0000-000000000000}"/>
          </ac:spMkLst>
        </pc:spChg>
        <pc:grpChg chg="add mod">
          <ac:chgData name="Garg, Vibha" userId="16e899c9-7991-4bad-9c17-78ceeff485b1" providerId="ADAL" clId="{79D009F9-E0D3-4867-85FA-D99E55928B19}" dt="2026-07-31T05:59:23.648" v="1482" actId="14100"/>
          <ac:grpSpMkLst>
            <pc:docMk/>
            <pc:sldMk cId="0" sldId="2147471095"/>
            <ac:grpSpMk id="3" creationId="{5F983A4C-D90C-B1B9-6958-6A1CDDFB728E}"/>
          </ac:grpSpMkLst>
        </pc:grpChg>
      </pc:sldChg>
      <pc:sldChg chg="modSp add mod">
        <pc:chgData name="Garg, Vibha" userId="16e899c9-7991-4bad-9c17-78ceeff485b1" providerId="ADAL" clId="{79D009F9-E0D3-4867-85FA-D99E55928B19}" dt="2026-07-31T06:00:45.750" v="1752" actId="20577"/>
        <pc:sldMkLst>
          <pc:docMk/>
          <pc:sldMk cId="1463567798" sldId="2147471097"/>
        </pc:sldMkLst>
        <pc:spChg chg="mod">
          <ac:chgData name="Garg, Vibha" userId="16e899c9-7991-4bad-9c17-78ceeff485b1" providerId="ADAL" clId="{79D009F9-E0D3-4867-85FA-D99E55928B19}" dt="2026-07-31T06:00:45.750" v="1752" actId="20577"/>
          <ac:spMkLst>
            <pc:docMk/>
            <pc:sldMk cId="1463567798" sldId="2147471097"/>
            <ac:spMk id="47" creationId="{FBABC7A7-B972-EADD-12CF-6E0284D865F4}"/>
          </ac:spMkLst>
        </pc:spChg>
      </pc:sldChg>
      <pc:sldChg chg="addSp delSp modSp add mod ord modNotesTx">
        <pc:chgData name="Garg, Vibha" userId="16e899c9-7991-4bad-9c17-78ceeff485b1" providerId="ADAL" clId="{79D009F9-E0D3-4867-85FA-D99E55928B19}" dt="2026-08-03T04:12:58.212" v="2082" actId="1076"/>
        <pc:sldMkLst>
          <pc:docMk/>
          <pc:sldMk cId="789676786" sldId="2147471098"/>
        </pc:sldMkLst>
        <pc:spChg chg="mod">
          <ac:chgData name="Garg, Vibha" userId="16e899c9-7991-4bad-9c17-78ceeff485b1" providerId="ADAL" clId="{79D009F9-E0D3-4867-85FA-D99E55928B19}" dt="2026-08-03T04:10:50.348" v="1910" actId="20577"/>
          <ac:spMkLst>
            <pc:docMk/>
            <pc:sldMk cId="789676786" sldId="2147471098"/>
            <ac:spMk id="2" creationId="{6306EF0B-D8B9-171C-7382-B16BC11B0976}"/>
          </ac:spMkLst>
        </pc:spChg>
        <pc:spChg chg="mod">
          <ac:chgData name="Garg, Vibha" userId="16e899c9-7991-4bad-9c17-78ceeff485b1" providerId="ADAL" clId="{79D009F9-E0D3-4867-85FA-D99E55928B19}" dt="2026-08-03T04:09:01.441" v="1882" actId="20577"/>
          <ac:spMkLst>
            <pc:docMk/>
            <pc:sldMk cId="789676786" sldId="2147471098"/>
            <ac:spMk id="3" creationId="{2D6177BC-0165-CBC8-F8AF-631E95221119}"/>
          </ac:spMkLst>
        </pc:spChg>
        <pc:spChg chg="add mod">
          <ac:chgData name="Garg, Vibha" userId="16e899c9-7991-4bad-9c17-78ceeff485b1" providerId="ADAL" clId="{79D009F9-E0D3-4867-85FA-D99E55928B19}" dt="2026-08-03T04:12:58.212" v="2082" actId="1076"/>
          <ac:spMkLst>
            <pc:docMk/>
            <pc:sldMk cId="789676786" sldId="2147471098"/>
            <ac:spMk id="4" creationId="{9BFCCA7F-4285-9E13-8254-D84C0468A607}"/>
          </ac:spMkLst>
        </pc:spChg>
        <pc:spChg chg="mod">
          <ac:chgData name="Garg, Vibha" userId="16e899c9-7991-4bad-9c17-78ceeff485b1" providerId="ADAL" clId="{79D009F9-E0D3-4867-85FA-D99E55928B19}" dt="2026-07-31T05:40:47.162" v="688" actId="1036"/>
          <ac:spMkLst>
            <pc:docMk/>
            <pc:sldMk cId="789676786" sldId="2147471098"/>
            <ac:spMk id="5" creationId="{E51C3564-B1BE-069B-4915-ECD15E8ECEDB}"/>
          </ac:spMkLst>
        </pc:spChg>
        <pc:spChg chg="add mod">
          <ac:chgData name="Garg, Vibha" userId="16e899c9-7991-4bad-9c17-78ceeff485b1" providerId="ADAL" clId="{79D009F9-E0D3-4867-85FA-D99E55928B19}" dt="2026-07-31T05:39:18" v="657"/>
          <ac:spMkLst>
            <pc:docMk/>
            <pc:sldMk cId="789676786" sldId="2147471098"/>
            <ac:spMk id="9" creationId="{AC6FD5D3-FA20-99D5-4537-EA222CACAD68}"/>
          </ac:spMkLst>
        </pc:spChg>
        <pc:spChg chg="add mod">
          <ac:chgData name="Garg, Vibha" userId="16e899c9-7991-4bad-9c17-78ceeff485b1" providerId="ADAL" clId="{79D009F9-E0D3-4867-85FA-D99E55928B19}" dt="2026-07-31T05:46:56.986" v="733" actId="1076"/>
          <ac:spMkLst>
            <pc:docMk/>
            <pc:sldMk cId="789676786" sldId="2147471098"/>
            <ac:spMk id="11" creationId="{EB365683-31F5-0142-828A-29C6D77A28BE}"/>
          </ac:spMkLst>
        </pc:spChg>
        <pc:spChg chg="add del mod">
          <ac:chgData name="Garg, Vibha" userId="16e899c9-7991-4bad-9c17-78ceeff485b1" providerId="ADAL" clId="{79D009F9-E0D3-4867-85FA-D99E55928B19}" dt="2026-07-31T05:43:09.885" v="711" actId="108"/>
          <ac:spMkLst>
            <pc:docMk/>
            <pc:sldMk cId="789676786" sldId="2147471098"/>
            <ac:spMk id="13" creationId="{D6710C73-5EF1-592B-1911-C247F02D7CD7}"/>
          </ac:spMkLst>
        </pc:spChg>
        <pc:spChg chg="mod">
          <ac:chgData name="Garg, Vibha" userId="16e899c9-7991-4bad-9c17-78ceeff485b1" providerId="ADAL" clId="{79D009F9-E0D3-4867-85FA-D99E55928B19}" dt="2026-07-31T05:42:45.821" v="701" actId="6549"/>
          <ac:spMkLst>
            <pc:docMk/>
            <pc:sldMk cId="789676786" sldId="2147471098"/>
            <ac:spMk id="17" creationId="{8AEC8F14-FAD4-975F-8122-DDAB416024AC}"/>
          </ac:spMkLst>
        </pc:spChg>
        <pc:spChg chg="mod">
          <ac:chgData name="Garg, Vibha" userId="16e899c9-7991-4bad-9c17-78ceeff485b1" providerId="ADAL" clId="{79D009F9-E0D3-4867-85FA-D99E55928B19}" dt="2026-07-31T05:50:15.121" v="756"/>
          <ac:spMkLst>
            <pc:docMk/>
            <pc:sldMk cId="789676786" sldId="2147471098"/>
            <ac:spMk id="22" creationId="{F8857C4A-DAC4-4DC6-8D41-EBD8EBAE25D7}"/>
          </ac:spMkLst>
        </pc:spChg>
        <pc:spChg chg="mod">
          <ac:chgData name="Garg, Vibha" userId="16e899c9-7991-4bad-9c17-78ceeff485b1" providerId="ADAL" clId="{79D009F9-E0D3-4867-85FA-D99E55928B19}" dt="2026-07-31T05:57:59.976" v="1467" actId="20577"/>
          <ac:spMkLst>
            <pc:docMk/>
            <pc:sldMk cId="789676786" sldId="2147471098"/>
            <ac:spMk id="47" creationId="{E24C6488-B0F6-400B-B2F1-5D770F918287}"/>
          </ac:spMkLst>
        </pc:spChg>
        <pc:spChg chg="mod">
          <ac:chgData name="Garg, Vibha" userId="16e899c9-7991-4bad-9c17-78ceeff485b1" providerId="ADAL" clId="{79D009F9-E0D3-4867-85FA-D99E55928B19}" dt="2026-08-03T04:11:07.101" v="1913" actId="1076"/>
          <ac:spMkLst>
            <pc:docMk/>
            <pc:sldMk cId="789676786" sldId="2147471098"/>
            <ac:spMk id="51" creationId="{AD554C2E-DBB4-0046-D58A-415D2DA86921}"/>
          </ac:spMkLst>
        </pc:spChg>
        <pc:spChg chg="mod">
          <ac:chgData name="Garg, Vibha" userId="16e899c9-7991-4bad-9c17-78ceeff485b1" providerId="ADAL" clId="{79D009F9-E0D3-4867-85FA-D99E55928B19}" dt="2026-08-03T04:11:07.101" v="1913" actId="1076"/>
          <ac:spMkLst>
            <pc:docMk/>
            <pc:sldMk cId="789676786" sldId="2147471098"/>
            <ac:spMk id="52" creationId="{F8E099EF-F124-184A-722C-9D7065DB3E79}"/>
          </ac:spMkLst>
        </pc:spChg>
        <pc:spChg chg="mod">
          <ac:chgData name="Garg, Vibha" userId="16e899c9-7991-4bad-9c17-78ceeff485b1" providerId="ADAL" clId="{79D009F9-E0D3-4867-85FA-D99E55928B19}" dt="2026-07-31T05:55:47.139" v="1048" actId="6549"/>
          <ac:spMkLst>
            <pc:docMk/>
            <pc:sldMk cId="789676786" sldId="2147471098"/>
            <ac:spMk id="81" creationId="{DB480A29-107B-D8EE-0368-F9B7EA5FDAA6}"/>
          </ac:spMkLst>
        </pc:spChg>
        <pc:spChg chg="mod">
          <ac:chgData name="Garg, Vibha" userId="16e899c9-7991-4bad-9c17-78ceeff485b1" providerId="ADAL" clId="{79D009F9-E0D3-4867-85FA-D99E55928B19}" dt="2026-07-31T05:54:28.024" v="891"/>
          <ac:spMkLst>
            <pc:docMk/>
            <pc:sldMk cId="789676786" sldId="2147471098"/>
            <ac:spMk id="82" creationId="{788679FD-C0F8-A5A6-A03E-43A805B397A9}"/>
          </ac:spMkLst>
        </pc:spChg>
        <pc:spChg chg="mod">
          <ac:chgData name="Garg, Vibha" userId="16e899c9-7991-4bad-9c17-78ceeff485b1" providerId="ADAL" clId="{79D009F9-E0D3-4867-85FA-D99E55928B19}" dt="2026-07-31T05:56:26.822" v="1211" actId="20577"/>
          <ac:spMkLst>
            <pc:docMk/>
            <pc:sldMk cId="789676786" sldId="2147471098"/>
            <ac:spMk id="83" creationId="{9F8B28CA-8254-25AE-FC90-3FF0CE7D4943}"/>
          </ac:spMkLst>
        </pc:spChg>
        <pc:graphicFrameChg chg="add mod modGraphic">
          <ac:chgData name="Garg, Vibha" userId="16e899c9-7991-4bad-9c17-78ceeff485b1" providerId="ADAL" clId="{79D009F9-E0D3-4867-85FA-D99E55928B19}" dt="2026-08-03T04:10:53.583" v="1911" actId="14100"/>
          <ac:graphicFrameMkLst>
            <pc:docMk/>
            <pc:sldMk cId="789676786" sldId="2147471098"/>
            <ac:graphicFrameMk id="8" creationId="{74E52347-5DE3-A970-07BA-A3FEE2BFA223}"/>
          </ac:graphicFrameMkLst>
        </pc:graphicFrameChg>
      </pc:sldChg>
      <pc:sldChg chg="addSp delSp modSp add del mod">
        <pc:chgData name="Garg, Vibha" userId="16e899c9-7991-4bad-9c17-78ceeff485b1" providerId="ADAL" clId="{79D009F9-E0D3-4867-85FA-D99E55928B19}" dt="2026-08-04T07:10:26.345" v="2325" actId="47"/>
        <pc:sldMkLst>
          <pc:docMk/>
          <pc:sldMk cId="405517141" sldId="2147471099"/>
        </pc:sldMkLst>
        <pc:spChg chg="mod">
          <ac:chgData name="Garg, Vibha" userId="16e899c9-7991-4bad-9c17-78ceeff485b1" providerId="ADAL" clId="{79D009F9-E0D3-4867-85FA-D99E55928B19}" dt="2026-08-03T11:04:55.597" v="2258" actId="20577"/>
          <ac:spMkLst>
            <pc:docMk/>
            <pc:sldMk cId="405517141" sldId="2147471099"/>
            <ac:spMk id="2" creationId="{D641C30E-18C8-1983-496B-7FD810F41C55}"/>
          </ac:spMkLst>
        </pc:spChg>
        <pc:spChg chg="add mod">
          <ac:chgData name="Garg, Vibha" userId="16e899c9-7991-4bad-9c17-78ceeff485b1" providerId="ADAL" clId="{79D009F9-E0D3-4867-85FA-D99E55928B19}" dt="2026-08-03T11:05:32.828" v="2324" actId="20577"/>
          <ac:spMkLst>
            <pc:docMk/>
            <pc:sldMk cId="405517141" sldId="2147471099"/>
            <ac:spMk id="3" creationId="{38546F1E-5C6B-3692-4BB1-DFEA87D4F28F}"/>
          </ac:spMkLst>
        </pc:spChg>
        <pc:spChg chg="del">
          <ac:chgData name="Garg, Vibha" userId="16e899c9-7991-4bad-9c17-78ceeff485b1" providerId="ADAL" clId="{79D009F9-E0D3-4867-85FA-D99E55928B19}" dt="2026-08-03T11:04:48.102" v="2230" actId="478"/>
          <ac:spMkLst>
            <pc:docMk/>
            <pc:sldMk cId="405517141" sldId="2147471099"/>
            <ac:spMk id="6" creationId="{E6E8381A-9A75-39C5-A725-CD4D61BD047C}"/>
          </ac:spMkLst>
        </pc:spChg>
        <pc:spChg chg="del">
          <ac:chgData name="Garg, Vibha" userId="16e899c9-7991-4bad-9c17-78ceeff485b1" providerId="ADAL" clId="{79D009F9-E0D3-4867-85FA-D99E55928B19}" dt="2026-08-03T11:04:48.102" v="2230" actId="478"/>
          <ac:spMkLst>
            <pc:docMk/>
            <pc:sldMk cId="405517141" sldId="2147471099"/>
            <ac:spMk id="15" creationId="{553CE9B6-CF56-C690-429F-9EA76C48C20B}"/>
          </ac:spMkLst>
        </pc:spChg>
        <pc:spChg chg="del">
          <ac:chgData name="Garg, Vibha" userId="16e899c9-7991-4bad-9c17-78ceeff485b1" providerId="ADAL" clId="{79D009F9-E0D3-4867-85FA-D99E55928B19}" dt="2026-08-03T11:04:48.102" v="2230" actId="478"/>
          <ac:spMkLst>
            <pc:docMk/>
            <pc:sldMk cId="405517141" sldId="2147471099"/>
            <ac:spMk id="19" creationId="{639D916A-224A-B4AF-88DF-9F5C8D6477CF}"/>
          </ac:spMkLst>
        </pc:spChg>
        <pc:spChg chg="del">
          <ac:chgData name="Garg, Vibha" userId="16e899c9-7991-4bad-9c17-78ceeff485b1" providerId="ADAL" clId="{79D009F9-E0D3-4867-85FA-D99E55928B19}" dt="2026-08-03T11:04:48.102" v="2230" actId="478"/>
          <ac:spMkLst>
            <pc:docMk/>
            <pc:sldMk cId="405517141" sldId="2147471099"/>
            <ac:spMk id="20" creationId="{6D58B15E-B7E7-A0C1-B90F-151C50293175}"/>
          </ac:spMkLst>
        </pc:spChg>
        <pc:spChg chg="del">
          <ac:chgData name="Garg, Vibha" userId="16e899c9-7991-4bad-9c17-78ceeff485b1" providerId="ADAL" clId="{79D009F9-E0D3-4867-85FA-D99E55928B19}" dt="2026-08-03T11:04:48.102" v="2230" actId="478"/>
          <ac:spMkLst>
            <pc:docMk/>
            <pc:sldMk cId="405517141" sldId="2147471099"/>
            <ac:spMk id="57" creationId="{0FC1038E-C386-847E-5FD7-FBA661B62D70}"/>
          </ac:spMkLst>
        </pc:spChg>
        <pc:spChg chg="del">
          <ac:chgData name="Garg, Vibha" userId="16e899c9-7991-4bad-9c17-78ceeff485b1" providerId="ADAL" clId="{79D009F9-E0D3-4867-85FA-D99E55928B19}" dt="2026-08-03T11:04:48.102" v="2230" actId="478"/>
          <ac:spMkLst>
            <pc:docMk/>
            <pc:sldMk cId="405517141" sldId="2147471099"/>
            <ac:spMk id="59" creationId="{891CAD43-EE6D-F1F7-E475-AE65FADB51E5}"/>
          </ac:spMkLst>
        </pc:spChg>
        <pc:spChg chg="del">
          <ac:chgData name="Garg, Vibha" userId="16e899c9-7991-4bad-9c17-78ceeff485b1" providerId="ADAL" clId="{79D009F9-E0D3-4867-85FA-D99E55928B19}" dt="2026-08-03T11:04:48.102" v="2230" actId="478"/>
          <ac:spMkLst>
            <pc:docMk/>
            <pc:sldMk cId="405517141" sldId="2147471099"/>
            <ac:spMk id="60" creationId="{279C3744-EC6F-37E4-B772-122B3032636D}"/>
          </ac:spMkLst>
        </pc:spChg>
        <pc:spChg chg="del">
          <ac:chgData name="Garg, Vibha" userId="16e899c9-7991-4bad-9c17-78ceeff485b1" providerId="ADAL" clId="{79D009F9-E0D3-4867-85FA-D99E55928B19}" dt="2026-08-03T11:04:48.102" v="2230" actId="478"/>
          <ac:spMkLst>
            <pc:docMk/>
            <pc:sldMk cId="405517141" sldId="2147471099"/>
            <ac:spMk id="62" creationId="{7BD37AA3-17CC-FC06-6DE9-1B1F819B1526}"/>
          </ac:spMkLst>
        </pc:spChg>
        <pc:spChg chg="del">
          <ac:chgData name="Garg, Vibha" userId="16e899c9-7991-4bad-9c17-78ceeff485b1" providerId="ADAL" clId="{79D009F9-E0D3-4867-85FA-D99E55928B19}" dt="2026-08-03T11:04:48.102" v="2230" actId="478"/>
          <ac:spMkLst>
            <pc:docMk/>
            <pc:sldMk cId="405517141" sldId="2147471099"/>
            <ac:spMk id="68" creationId="{70F606C6-D0DE-46A6-109C-64897E0EA7FE}"/>
          </ac:spMkLst>
        </pc:spChg>
        <pc:spChg chg="del">
          <ac:chgData name="Garg, Vibha" userId="16e899c9-7991-4bad-9c17-78ceeff485b1" providerId="ADAL" clId="{79D009F9-E0D3-4867-85FA-D99E55928B19}" dt="2026-08-03T11:04:48.102" v="2230" actId="478"/>
          <ac:spMkLst>
            <pc:docMk/>
            <pc:sldMk cId="405517141" sldId="2147471099"/>
            <ac:spMk id="73" creationId="{5FE5DBA4-0730-D712-00A4-4E2F2458AA64}"/>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874833F-DE5F-63BC-F06A-DD98477F7B9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a:extLst>
              <a:ext uri="{FF2B5EF4-FFF2-40B4-BE49-F238E27FC236}">
                <a16:creationId xmlns:a16="http://schemas.microsoft.com/office/drawing/2014/main" id="{BAF9D496-70B5-ADE3-1F5B-19575CD6749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A0CE8A7-E9AE-4005-AF18-A550732F1FA7}" type="datetimeFigureOut">
              <a:rPr lang="en-IN" smtClean="0"/>
              <a:t>04-08-2026</a:t>
            </a:fld>
            <a:endParaRPr lang="en-IN" dirty="0"/>
          </a:p>
        </p:txBody>
      </p:sp>
      <p:sp>
        <p:nvSpPr>
          <p:cNvPr id="4" name="Footer Placeholder 3">
            <a:extLst>
              <a:ext uri="{FF2B5EF4-FFF2-40B4-BE49-F238E27FC236}">
                <a16:creationId xmlns:a16="http://schemas.microsoft.com/office/drawing/2014/main" id="{7B52526C-20CE-F9AB-0B03-3918BFAD6E4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5" name="Slide Number Placeholder 4">
            <a:extLst>
              <a:ext uri="{FF2B5EF4-FFF2-40B4-BE49-F238E27FC236}">
                <a16:creationId xmlns:a16="http://schemas.microsoft.com/office/drawing/2014/main" id="{414806F1-9A67-FF9E-9BDD-B7C154028F7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345482D-31D6-449B-98AF-5C074426BEC0}" type="slidenum">
              <a:rPr lang="en-IN" smtClean="0"/>
              <a:t>‹#›</a:t>
            </a:fld>
            <a:endParaRPr lang="en-IN" dirty="0"/>
          </a:p>
        </p:txBody>
      </p:sp>
    </p:spTree>
    <p:extLst>
      <p:ext uri="{BB962C8B-B14F-4D97-AF65-F5344CB8AC3E}">
        <p14:creationId xmlns:p14="http://schemas.microsoft.com/office/powerpoint/2010/main" val="2557318050"/>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F7B863-587A-4D6F-AD5E-33B5313E7F53}" type="datetimeFigureOut">
              <a:rPr lang="en-US" smtClean="0"/>
              <a:t>8/4/2026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D68F96-FDA6-4706-855F-366F30A49F2C}" type="slidenum">
              <a:rPr lang="en-US" smtClean="0"/>
              <a:t>‹#›</a:t>
            </a:fld>
            <a:endParaRPr lang="en-US" dirty="0"/>
          </a:p>
        </p:txBody>
      </p:sp>
    </p:spTree>
    <p:extLst>
      <p:ext uri="{BB962C8B-B14F-4D97-AF65-F5344CB8AC3E}">
        <p14:creationId xmlns:p14="http://schemas.microsoft.com/office/powerpoint/2010/main" val="2740703220"/>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B02AD-A16A-7989-7259-1BF42C03A2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AD62A0-C84A-0173-22A0-FF27BBDD8FE9}"/>
              </a:ext>
            </a:extLst>
          </p:cNvPr>
          <p:cNvSpPr>
            <a:spLocks noGrp="1" noRot="1" noChangeAspect="1"/>
          </p:cNvSpPr>
          <p:nvPr>
            <p:ph type="sldImg"/>
          </p:nvPr>
        </p:nvSpPr>
        <p:spPr/>
        <p:txBody>
          <a:bodyPr/>
          <a:lstStyle/>
          <a:p>
            <a:endParaRPr lang="en-IN" dirty="0"/>
          </a:p>
        </p:txBody>
      </p:sp>
      <p:sp>
        <p:nvSpPr>
          <p:cNvPr id="3" name="Notes Placeholder 2">
            <a:extLst>
              <a:ext uri="{FF2B5EF4-FFF2-40B4-BE49-F238E27FC236}">
                <a16:creationId xmlns:a16="http://schemas.microsoft.com/office/drawing/2014/main" id="{D5059764-CC95-38DF-8F94-45888168112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2A042C3-4B6B-B971-0C17-853EAF7122C6}"/>
              </a:ext>
            </a:extLst>
          </p:cNvPr>
          <p:cNvSpPr>
            <a:spLocks noGrp="1"/>
          </p:cNvSpPr>
          <p:nvPr>
            <p:ph type="sldNum" sz="quarter" idx="5"/>
          </p:nvPr>
        </p:nvSpPr>
        <p:spPr/>
        <p:txBody>
          <a:bodyPr/>
          <a:lstStyle/>
          <a:p>
            <a:fld id="{88D68F96-FDA6-4706-855F-366F30A49F2C}" type="slidenum">
              <a:rPr lang="en-US" smtClean="0"/>
              <a:t>4</a:t>
            </a:fld>
            <a:endParaRPr lang="en-US" dirty="0"/>
          </a:p>
        </p:txBody>
      </p:sp>
    </p:spTree>
    <p:extLst>
      <p:ext uri="{BB962C8B-B14F-4D97-AF65-F5344CB8AC3E}">
        <p14:creationId xmlns:p14="http://schemas.microsoft.com/office/powerpoint/2010/main" val="3864203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864CA-9551-E6FD-80A4-33541DBF45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E771FB-EF76-0694-EBC9-48B633D79544}"/>
              </a:ext>
            </a:extLst>
          </p:cNvPr>
          <p:cNvSpPr>
            <a:spLocks noGrp="1" noRot="1" noChangeAspect="1"/>
          </p:cNvSpPr>
          <p:nvPr>
            <p:ph type="sldImg"/>
          </p:nvPr>
        </p:nvSpPr>
        <p:spPr/>
        <p:txBody>
          <a:bodyPr/>
          <a:lstStyle/>
          <a:p>
            <a:endParaRPr lang="en-IN" dirty="0"/>
          </a:p>
        </p:txBody>
      </p:sp>
      <p:sp>
        <p:nvSpPr>
          <p:cNvPr id="3" name="Notes Placeholder 2">
            <a:extLst>
              <a:ext uri="{FF2B5EF4-FFF2-40B4-BE49-F238E27FC236}">
                <a16:creationId xmlns:a16="http://schemas.microsoft.com/office/drawing/2014/main" id="{50D4F132-5927-014E-9866-2BFCC3A1123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3227C01-B731-CFC3-5AE6-7DACEC15C9E2}"/>
              </a:ext>
            </a:extLst>
          </p:cNvPr>
          <p:cNvSpPr>
            <a:spLocks noGrp="1"/>
          </p:cNvSpPr>
          <p:nvPr>
            <p:ph type="sldNum" sz="quarter" idx="5"/>
          </p:nvPr>
        </p:nvSpPr>
        <p:spPr/>
        <p:txBody>
          <a:bodyPr/>
          <a:lstStyle/>
          <a:p>
            <a:fld id="{88D68F96-FDA6-4706-855F-366F30A49F2C}" type="slidenum">
              <a:rPr lang="en-US" smtClean="0"/>
              <a:t>6</a:t>
            </a:fld>
            <a:endParaRPr lang="en-US" dirty="0"/>
          </a:p>
        </p:txBody>
      </p:sp>
    </p:spTree>
    <p:extLst>
      <p:ext uri="{BB962C8B-B14F-4D97-AF65-F5344CB8AC3E}">
        <p14:creationId xmlns:p14="http://schemas.microsoft.com/office/powerpoint/2010/main" val="42274637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F80C2-25D5-F8CF-C6BE-510BB85856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82895F-96E3-0772-FF6E-02A2503D352F}"/>
              </a:ext>
            </a:extLst>
          </p:cNvPr>
          <p:cNvSpPr>
            <a:spLocks noGrp="1" noRot="1" noChangeAspect="1"/>
          </p:cNvSpPr>
          <p:nvPr>
            <p:ph type="sldImg"/>
          </p:nvPr>
        </p:nvSpPr>
        <p:spPr/>
        <p:txBody>
          <a:bodyPr/>
          <a:lstStyle/>
          <a:p>
            <a:endParaRPr lang="en-IN" dirty="0"/>
          </a:p>
        </p:txBody>
      </p:sp>
      <p:sp>
        <p:nvSpPr>
          <p:cNvPr id="3" name="Notes Placeholder 2">
            <a:extLst>
              <a:ext uri="{FF2B5EF4-FFF2-40B4-BE49-F238E27FC236}">
                <a16:creationId xmlns:a16="http://schemas.microsoft.com/office/drawing/2014/main" id="{147BB1FB-74C7-B182-CA62-7611CF9E043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1797232-68F3-08B5-ED3D-0809397E3B2C}"/>
              </a:ext>
            </a:extLst>
          </p:cNvPr>
          <p:cNvSpPr>
            <a:spLocks noGrp="1"/>
          </p:cNvSpPr>
          <p:nvPr>
            <p:ph type="sldNum" sz="quarter" idx="5"/>
          </p:nvPr>
        </p:nvSpPr>
        <p:spPr/>
        <p:txBody>
          <a:bodyPr/>
          <a:lstStyle/>
          <a:p>
            <a:fld id="{88D68F96-FDA6-4706-855F-366F30A49F2C}" type="slidenum">
              <a:rPr lang="en-US" smtClean="0"/>
              <a:t>10</a:t>
            </a:fld>
            <a:endParaRPr lang="en-US" dirty="0"/>
          </a:p>
        </p:txBody>
      </p:sp>
    </p:spTree>
    <p:extLst>
      <p:ext uri="{BB962C8B-B14F-4D97-AF65-F5344CB8AC3E}">
        <p14:creationId xmlns:p14="http://schemas.microsoft.com/office/powerpoint/2010/main" val="33178227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8D68F96-FDA6-4706-855F-366F30A49F2C}" type="slidenum">
              <a:rPr lang="en-US" smtClean="0"/>
              <a:t>18</a:t>
            </a:fld>
            <a:endParaRPr lang="en-US" dirty="0"/>
          </a:p>
        </p:txBody>
      </p:sp>
    </p:spTree>
    <p:extLst>
      <p:ext uri="{BB962C8B-B14F-4D97-AF65-F5344CB8AC3E}">
        <p14:creationId xmlns:p14="http://schemas.microsoft.com/office/powerpoint/2010/main" val="7126119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0882861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IN" dirty="0"/>
              <a:t>https://www.pib.gov.in/PressReleasePage.aspx?PRID=2108810&amp;reg=48&amp;lang=2</a:t>
            </a:r>
          </a:p>
          <a:p>
            <a:r>
              <a:rPr lang="en-IN" dirty="0"/>
              <a:t>https://www.ndtv.com/india-news/hanooman-indias-free-generative-ai-assistant-writes-in-98-languages-5634298</a:t>
            </a:r>
          </a:p>
          <a:p>
            <a:r>
              <a:rPr lang="en-IN" dirty="0"/>
              <a:t>https://theindianfreepress.com/hanooman-ai-indias-indigenously-built-generative-ai-supports-98-global-languages/</a:t>
            </a:r>
          </a:p>
          <a:p>
            <a:r>
              <a:rPr lang="en-IN" dirty="0"/>
              <a:t>https://easychair.org/publications/preprint/xmgD/open</a:t>
            </a:r>
          </a:p>
          <a:p>
            <a:endParaRPr lang="en-IN" dirty="0"/>
          </a:p>
        </p:txBody>
      </p:sp>
    </p:spTree>
    <p:extLst>
      <p:ext uri="{BB962C8B-B14F-4D97-AF65-F5344CB8AC3E}">
        <p14:creationId xmlns:p14="http://schemas.microsoft.com/office/powerpoint/2010/main" val="12398910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07907728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xml"/><Relationship Id="rId5" Type="http://schemas.openxmlformats.org/officeDocument/2006/relationships/image" Target="../media/image6.png"/><Relationship Id="rId4" Type="http://schemas.openxmlformats.org/officeDocument/2006/relationships/image" Target="../media/image5.emf"/></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E06BBD4-CA22-5370-CBA3-D783EFC0F02E}"/>
              </a:ext>
            </a:extLst>
          </p:cNvPr>
          <p:cNvPicPr>
            <a:picLocks noChangeAspect="1"/>
          </p:cNvPicPr>
          <p:nvPr userDrawn="1"/>
        </p:nvPicPr>
        <p:blipFill>
          <a:blip r:embed="rId2"/>
          <a:stretch>
            <a:fillRect/>
          </a:stretch>
        </p:blipFill>
        <p:spPr>
          <a:xfrm>
            <a:off x="1" y="0"/>
            <a:ext cx="12192000" cy="6857999"/>
          </a:xfrm>
          <a:prstGeom prst="rect">
            <a:avLst/>
          </a:prstGeom>
        </p:spPr>
      </p:pic>
      <p:pic>
        <p:nvPicPr>
          <p:cNvPr id="10" name="Picture 9">
            <a:extLst>
              <a:ext uri="{FF2B5EF4-FFF2-40B4-BE49-F238E27FC236}">
                <a16:creationId xmlns:a16="http://schemas.microsoft.com/office/drawing/2014/main" id="{7C7D7F0B-4B8A-024F-F29E-03357C39B84C}"/>
              </a:ext>
            </a:extLst>
          </p:cNvPr>
          <p:cNvPicPr>
            <a:picLocks noChangeAspect="1"/>
          </p:cNvPicPr>
          <p:nvPr userDrawn="1"/>
        </p:nvPicPr>
        <p:blipFill rotWithShape="1">
          <a:blip r:embed="rId3" cstate="email">
            <a:extLst>
              <a:ext uri="{28A0092B-C50C-407E-A947-70E740481C1C}">
                <a14:useLocalDpi xmlns:a14="http://schemas.microsoft.com/office/drawing/2010/main" val="0"/>
              </a:ext>
            </a:extLst>
          </a:blip>
          <a:srcRect b="57950"/>
          <a:stretch/>
        </p:blipFill>
        <p:spPr>
          <a:xfrm>
            <a:off x="914400" y="762001"/>
            <a:ext cx="1788289" cy="348286"/>
          </a:xfrm>
          <a:prstGeom prst="rect">
            <a:avLst/>
          </a:prstGeom>
        </p:spPr>
      </p:pic>
    </p:spTree>
    <p:extLst>
      <p:ext uri="{BB962C8B-B14F-4D97-AF65-F5344CB8AC3E}">
        <p14:creationId xmlns:p14="http://schemas.microsoft.com/office/powerpoint/2010/main" val="3002630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80D0114-0481-9905-7A8B-E13688F9EC9C}"/>
              </a:ext>
            </a:extLst>
          </p:cNvPr>
          <p:cNvPicPr>
            <a:picLocks noChangeAspect="1"/>
          </p:cNvPicPr>
          <p:nvPr userDrawn="1"/>
        </p:nvPicPr>
        <p:blipFill>
          <a:blip r:embed="rId2"/>
          <a:stretch>
            <a:fillRect/>
          </a:stretch>
        </p:blipFill>
        <p:spPr>
          <a:xfrm>
            <a:off x="1" y="0"/>
            <a:ext cx="12192000" cy="6857999"/>
          </a:xfrm>
          <a:prstGeom prst="rect">
            <a:avLst/>
          </a:prstGeom>
        </p:spPr>
      </p:pic>
    </p:spTree>
    <p:extLst>
      <p:ext uri="{BB962C8B-B14F-4D97-AF65-F5344CB8AC3E}">
        <p14:creationId xmlns:p14="http://schemas.microsoft.com/office/powerpoint/2010/main" val="24948765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5F103-0280-F0DB-26F8-BB7A739EDF5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157A0C-48F9-9E1F-9E85-9B0E40DE195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5CBAB74-E03D-F4FD-4E2D-6D621576165B}"/>
              </a:ext>
            </a:extLst>
          </p:cNvPr>
          <p:cNvSpPr>
            <a:spLocks noGrp="1"/>
          </p:cNvSpPr>
          <p:nvPr>
            <p:ph type="dt" sz="half" idx="10"/>
          </p:nvPr>
        </p:nvSpPr>
        <p:spPr/>
        <p:txBody>
          <a:bodyPr/>
          <a:lstStyle/>
          <a:p>
            <a:fld id="{62240E73-767B-4093-9E17-575220C72AD6}" type="datetimeFigureOut">
              <a:rPr lang="en-US" smtClean="0"/>
              <a:t>8/4/2026</a:t>
            </a:fld>
            <a:endParaRPr lang="en-US" dirty="0"/>
          </a:p>
        </p:txBody>
      </p:sp>
      <p:sp>
        <p:nvSpPr>
          <p:cNvPr id="5" name="Footer Placeholder 4">
            <a:extLst>
              <a:ext uri="{FF2B5EF4-FFF2-40B4-BE49-F238E27FC236}">
                <a16:creationId xmlns:a16="http://schemas.microsoft.com/office/drawing/2014/main" id="{02A8552F-5C63-B640-FE40-2A7EA04D6F0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697A9E5-2B4C-72C3-CFE2-EBD372509BE5}"/>
              </a:ext>
            </a:extLst>
          </p:cNvPr>
          <p:cNvSpPr>
            <a:spLocks noGrp="1"/>
          </p:cNvSpPr>
          <p:nvPr>
            <p:ph type="sldNum" sz="quarter" idx="12"/>
          </p:nvPr>
        </p:nvSpPr>
        <p:spPr/>
        <p:txBody>
          <a:bodyPr/>
          <a:lstStyle/>
          <a:p>
            <a:fld id="{458D9803-25A5-40D0-8BD0-9F874375BC13}" type="slidenum">
              <a:rPr lang="en-US" smtClean="0"/>
              <a:t>‹#›</a:t>
            </a:fld>
            <a:endParaRPr lang="en-US" dirty="0"/>
          </a:p>
        </p:txBody>
      </p:sp>
    </p:spTree>
    <p:extLst>
      <p:ext uri="{BB962C8B-B14F-4D97-AF65-F5344CB8AC3E}">
        <p14:creationId xmlns:p14="http://schemas.microsoft.com/office/powerpoint/2010/main" val="23428261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0CAC4-2CC8-4ACE-0868-D84990DAC9F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ED78CAE-DB86-30A3-DEF0-9E53C54E22B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83591E4-3922-2428-3009-32A19415955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4858E2F-7B48-1C8B-0F3C-7A6A2F1867CE}"/>
              </a:ext>
            </a:extLst>
          </p:cNvPr>
          <p:cNvSpPr>
            <a:spLocks noGrp="1"/>
          </p:cNvSpPr>
          <p:nvPr>
            <p:ph type="dt" sz="half" idx="10"/>
          </p:nvPr>
        </p:nvSpPr>
        <p:spPr/>
        <p:txBody>
          <a:bodyPr/>
          <a:lstStyle/>
          <a:p>
            <a:fld id="{62240E73-767B-4093-9E17-575220C72AD6}" type="datetimeFigureOut">
              <a:rPr lang="en-US" smtClean="0"/>
              <a:t>8/4/2026</a:t>
            </a:fld>
            <a:endParaRPr lang="en-US" dirty="0"/>
          </a:p>
        </p:txBody>
      </p:sp>
      <p:sp>
        <p:nvSpPr>
          <p:cNvPr id="6" name="Footer Placeholder 5">
            <a:extLst>
              <a:ext uri="{FF2B5EF4-FFF2-40B4-BE49-F238E27FC236}">
                <a16:creationId xmlns:a16="http://schemas.microsoft.com/office/drawing/2014/main" id="{F31F136A-C3AF-15D5-8F4F-77348C371AD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DF12678-5FCF-63B5-0F0B-A82E69DF15F2}"/>
              </a:ext>
            </a:extLst>
          </p:cNvPr>
          <p:cNvSpPr>
            <a:spLocks noGrp="1"/>
          </p:cNvSpPr>
          <p:nvPr>
            <p:ph type="sldNum" sz="quarter" idx="12"/>
          </p:nvPr>
        </p:nvSpPr>
        <p:spPr/>
        <p:txBody>
          <a:bodyPr/>
          <a:lstStyle/>
          <a:p>
            <a:fld id="{458D9803-25A5-40D0-8BD0-9F874375BC13}" type="slidenum">
              <a:rPr lang="en-US" smtClean="0"/>
              <a:t>‹#›</a:t>
            </a:fld>
            <a:endParaRPr lang="en-US" dirty="0"/>
          </a:p>
        </p:txBody>
      </p:sp>
    </p:spTree>
    <p:extLst>
      <p:ext uri="{BB962C8B-B14F-4D97-AF65-F5344CB8AC3E}">
        <p14:creationId xmlns:p14="http://schemas.microsoft.com/office/powerpoint/2010/main" val="38325511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7E9C7-61B8-C0F2-DE36-9387F943DF7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89CEF40-75A3-5344-910E-5E64A28F742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842D5C6-9384-05C0-954E-F7AD359E300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07AD522-5C47-2BD6-26EE-ED1E46538D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C6F8A0D-AB4D-596E-F44F-D9C062836FA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C448E12-02CD-CD20-6DA1-D1500DAF07E6}"/>
              </a:ext>
            </a:extLst>
          </p:cNvPr>
          <p:cNvSpPr>
            <a:spLocks noGrp="1"/>
          </p:cNvSpPr>
          <p:nvPr>
            <p:ph type="dt" sz="half" idx="10"/>
          </p:nvPr>
        </p:nvSpPr>
        <p:spPr/>
        <p:txBody>
          <a:bodyPr/>
          <a:lstStyle/>
          <a:p>
            <a:fld id="{62240E73-767B-4093-9E17-575220C72AD6}" type="datetimeFigureOut">
              <a:rPr lang="en-US" smtClean="0"/>
              <a:t>8/4/2026</a:t>
            </a:fld>
            <a:endParaRPr lang="en-US" dirty="0"/>
          </a:p>
        </p:txBody>
      </p:sp>
      <p:sp>
        <p:nvSpPr>
          <p:cNvPr id="8" name="Footer Placeholder 7">
            <a:extLst>
              <a:ext uri="{FF2B5EF4-FFF2-40B4-BE49-F238E27FC236}">
                <a16:creationId xmlns:a16="http://schemas.microsoft.com/office/drawing/2014/main" id="{20CA8B44-B975-1E63-CF83-5C37CCC577C2}"/>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A27574CB-B90F-0F85-ABFF-C19C72660474}"/>
              </a:ext>
            </a:extLst>
          </p:cNvPr>
          <p:cNvSpPr>
            <a:spLocks noGrp="1"/>
          </p:cNvSpPr>
          <p:nvPr>
            <p:ph type="sldNum" sz="quarter" idx="12"/>
          </p:nvPr>
        </p:nvSpPr>
        <p:spPr/>
        <p:txBody>
          <a:bodyPr/>
          <a:lstStyle/>
          <a:p>
            <a:fld id="{458D9803-25A5-40D0-8BD0-9F874375BC13}" type="slidenum">
              <a:rPr lang="en-US" smtClean="0"/>
              <a:t>‹#›</a:t>
            </a:fld>
            <a:endParaRPr lang="en-US" dirty="0"/>
          </a:p>
        </p:txBody>
      </p:sp>
    </p:spTree>
    <p:extLst>
      <p:ext uri="{BB962C8B-B14F-4D97-AF65-F5344CB8AC3E}">
        <p14:creationId xmlns:p14="http://schemas.microsoft.com/office/powerpoint/2010/main" val="40346976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43688-324A-3F00-A62C-0FD250F10F2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FB6FD7F-1D8B-0C79-21AE-FE24CD47CCE7}"/>
              </a:ext>
            </a:extLst>
          </p:cNvPr>
          <p:cNvSpPr>
            <a:spLocks noGrp="1"/>
          </p:cNvSpPr>
          <p:nvPr>
            <p:ph type="dt" sz="half" idx="10"/>
          </p:nvPr>
        </p:nvSpPr>
        <p:spPr/>
        <p:txBody>
          <a:bodyPr/>
          <a:lstStyle/>
          <a:p>
            <a:fld id="{62240E73-767B-4093-9E17-575220C72AD6}" type="datetimeFigureOut">
              <a:rPr lang="en-US" smtClean="0"/>
              <a:t>8/4/2026</a:t>
            </a:fld>
            <a:endParaRPr lang="en-US" dirty="0"/>
          </a:p>
        </p:txBody>
      </p:sp>
      <p:sp>
        <p:nvSpPr>
          <p:cNvPr id="4" name="Footer Placeholder 3">
            <a:extLst>
              <a:ext uri="{FF2B5EF4-FFF2-40B4-BE49-F238E27FC236}">
                <a16:creationId xmlns:a16="http://schemas.microsoft.com/office/drawing/2014/main" id="{9F03D0DE-8497-507F-256C-4AD89B668A25}"/>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23A25B7-7EE7-C08A-0B61-69951A518146}"/>
              </a:ext>
            </a:extLst>
          </p:cNvPr>
          <p:cNvSpPr>
            <a:spLocks noGrp="1"/>
          </p:cNvSpPr>
          <p:nvPr>
            <p:ph type="sldNum" sz="quarter" idx="12"/>
          </p:nvPr>
        </p:nvSpPr>
        <p:spPr/>
        <p:txBody>
          <a:bodyPr/>
          <a:lstStyle/>
          <a:p>
            <a:fld id="{458D9803-25A5-40D0-8BD0-9F874375BC13}" type="slidenum">
              <a:rPr lang="en-US" smtClean="0"/>
              <a:t>‹#›</a:t>
            </a:fld>
            <a:endParaRPr lang="en-US" dirty="0"/>
          </a:p>
        </p:txBody>
      </p:sp>
    </p:spTree>
    <p:extLst>
      <p:ext uri="{BB962C8B-B14F-4D97-AF65-F5344CB8AC3E}">
        <p14:creationId xmlns:p14="http://schemas.microsoft.com/office/powerpoint/2010/main" val="35253021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1B33538-EBCB-9600-F590-3675BF6BD052}"/>
              </a:ext>
            </a:extLst>
          </p:cNvPr>
          <p:cNvSpPr>
            <a:spLocks noGrp="1"/>
          </p:cNvSpPr>
          <p:nvPr>
            <p:ph type="dt" sz="half" idx="10"/>
          </p:nvPr>
        </p:nvSpPr>
        <p:spPr/>
        <p:txBody>
          <a:bodyPr/>
          <a:lstStyle/>
          <a:p>
            <a:fld id="{62240E73-767B-4093-9E17-575220C72AD6}" type="datetimeFigureOut">
              <a:rPr lang="en-US" smtClean="0"/>
              <a:t>8/4/2026</a:t>
            </a:fld>
            <a:endParaRPr lang="en-US" dirty="0"/>
          </a:p>
        </p:txBody>
      </p:sp>
      <p:sp>
        <p:nvSpPr>
          <p:cNvPr id="3" name="Footer Placeholder 2">
            <a:extLst>
              <a:ext uri="{FF2B5EF4-FFF2-40B4-BE49-F238E27FC236}">
                <a16:creationId xmlns:a16="http://schemas.microsoft.com/office/drawing/2014/main" id="{A383A57B-DED2-8311-773A-807F117D0C0E}"/>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2F9F9A0A-9733-9536-BE1D-5B87999CB0DC}"/>
              </a:ext>
            </a:extLst>
          </p:cNvPr>
          <p:cNvSpPr>
            <a:spLocks noGrp="1"/>
          </p:cNvSpPr>
          <p:nvPr>
            <p:ph type="sldNum" sz="quarter" idx="12"/>
          </p:nvPr>
        </p:nvSpPr>
        <p:spPr/>
        <p:txBody>
          <a:bodyPr/>
          <a:lstStyle/>
          <a:p>
            <a:fld id="{458D9803-25A5-40D0-8BD0-9F874375BC13}" type="slidenum">
              <a:rPr lang="en-US" smtClean="0"/>
              <a:t>‹#›</a:t>
            </a:fld>
            <a:endParaRPr lang="en-US" dirty="0"/>
          </a:p>
        </p:txBody>
      </p:sp>
    </p:spTree>
    <p:extLst>
      <p:ext uri="{BB962C8B-B14F-4D97-AF65-F5344CB8AC3E}">
        <p14:creationId xmlns:p14="http://schemas.microsoft.com/office/powerpoint/2010/main" val="25260636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7C508-62EA-C8E8-1796-71943E95C7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1DFC8E1-186F-AF3F-E8BE-4944E6D1F6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2483723-85FA-57CF-907A-26D94B6A65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ED415F-32FE-EE52-E213-D43DA735BE8B}"/>
              </a:ext>
            </a:extLst>
          </p:cNvPr>
          <p:cNvSpPr>
            <a:spLocks noGrp="1"/>
          </p:cNvSpPr>
          <p:nvPr>
            <p:ph type="dt" sz="half" idx="10"/>
          </p:nvPr>
        </p:nvSpPr>
        <p:spPr/>
        <p:txBody>
          <a:bodyPr/>
          <a:lstStyle/>
          <a:p>
            <a:fld id="{62240E73-767B-4093-9E17-575220C72AD6}" type="datetimeFigureOut">
              <a:rPr lang="en-US" smtClean="0"/>
              <a:t>8/4/2026</a:t>
            </a:fld>
            <a:endParaRPr lang="en-US" dirty="0"/>
          </a:p>
        </p:txBody>
      </p:sp>
      <p:sp>
        <p:nvSpPr>
          <p:cNvPr id="6" name="Footer Placeholder 5">
            <a:extLst>
              <a:ext uri="{FF2B5EF4-FFF2-40B4-BE49-F238E27FC236}">
                <a16:creationId xmlns:a16="http://schemas.microsoft.com/office/drawing/2014/main" id="{0D50123C-D46C-46B9-4CF8-FEA625D8C28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3A3E8A5-A593-AE1B-6B29-86A7D291FF37}"/>
              </a:ext>
            </a:extLst>
          </p:cNvPr>
          <p:cNvSpPr>
            <a:spLocks noGrp="1"/>
          </p:cNvSpPr>
          <p:nvPr>
            <p:ph type="sldNum" sz="quarter" idx="12"/>
          </p:nvPr>
        </p:nvSpPr>
        <p:spPr/>
        <p:txBody>
          <a:bodyPr/>
          <a:lstStyle/>
          <a:p>
            <a:fld id="{458D9803-25A5-40D0-8BD0-9F874375BC13}" type="slidenum">
              <a:rPr lang="en-US" smtClean="0"/>
              <a:t>‹#›</a:t>
            </a:fld>
            <a:endParaRPr lang="en-US" dirty="0"/>
          </a:p>
        </p:txBody>
      </p:sp>
    </p:spTree>
    <p:extLst>
      <p:ext uri="{BB962C8B-B14F-4D97-AF65-F5344CB8AC3E}">
        <p14:creationId xmlns:p14="http://schemas.microsoft.com/office/powerpoint/2010/main" val="21582400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D2EE5-06CC-E3C7-DF5B-EC4FB429AA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AB64178-48BB-74A0-1308-51F1F487FFB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D0D0459A-9405-0321-8C19-3244453714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F8951D-312E-705F-4E6F-5DF43FA008B0}"/>
              </a:ext>
            </a:extLst>
          </p:cNvPr>
          <p:cNvSpPr>
            <a:spLocks noGrp="1"/>
          </p:cNvSpPr>
          <p:nvPr>
            <p:ph type="dt" sz="half" idx="10"/>
          </p:nvPr>
        </p:nvSpPr>
        <p:spPr/>
        <p:txBody>
          <a:bodyPr/>
          <a:lstStyle/>
          <a:p>
            <a:fld id="{62240E73-767B-4093-9E17-575220C72AD6}" type="datetimeFigureOut">
              <a:rPr lang="en-US" smtClean="0"/>
              <a:t>8/4/2026</a:t>
            </a:fld>
            <a:endParaRPr lang="en-US" dirty="0"/>
          </a:p>
        </p:txBody>
      </p:sp>
      <p:sp>
        <p:nvSpPr>
          <p:cNvPr id="6" name="Footer Placeholder 5">
            <a:extLst>
              <a:ext uri="{FF2B5EF4-FFF2-40B4-BE49-F238E27FC236}">
                <a16:creationId xmlns:a16="http://schemas.microsoft.com/office/drawing/2014/main" id="{637A72AC-13DB-807C-AD6A-6A448A46EED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63A5EE4-B9FF-1663-A90E-E6E80508C0C9}"/>
              </a:ext>
            </a:extLst>
          </p:cNvPr>
          <p:cNvSpPr>
            <a:spLocks noGrp="1"/>
          </p:cNvSpPr>
          <p:nvPr>
            <p:ph type="sldNum" sz="quarter" idx="12"/>
          </p:nvPr>
        </p:nvSpPr>
        <p:spPr/>
        <p:txBody>
          <a:bodyPr/>
          <a:lstStyle/>
          <a:p>
            <a:fld id="{458D9803-25A5-40D0-8BD0-9F874375BC13}" type="slidenum">
              <a:rPr lang="en-US" smtClean="0"/>
              <a:t>‹#›</a:t>
            </a:fld>
            <a:endParaRPr lang="en-US" dirty="0"/>
          </a:p>
        </p:txBody>
      </p:sp>
    </p:spTree>
    <p:extLst>
      <p:ext uri="{BB962C8B-B14F-4D97-AF65-F5344CB8AC3E}">
        <p14:creationId xmlns:p14="http://schemas.microsoft.com/office/powerpoint/2010/main" val="13428174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DD8CF-5F56-EA3F-7682-C9BA0073B3A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AFF6CD8-455B-E43B-3D8F-D58C1EEE545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4F4181-1F92-7C32-81D7-DC127DE3EE63}"/>
              </a:ext>
            </a:extLst>
          </p:cNvPr>
          <p:cNvSpPr>
            <a:spLocks noGrp="1"/>
          </p:cNvSpPr>
          <p:nvPr>
            <p:ph type="dt" sz="half" idx="10"/>
          </p:nvPr>
        </p:nvSpPr>
        <p:spPr/>
        <p:txBody>
          <a:bodyPr/>
          <a:lstStyle/>
          <a:p>
            <a:fld id="{62240E73-767B-4093-9E17-575220C72AD6}" type="datetimeFigureOut">
              <a:rPr lang="en-US" smtClean="0"/>
              <a:t>8/4/2026</a:t>
            </a:fld>
            <a:endParaRPr lang="en-US" dirty="0"/>
          </a:p>
        </p:txBody>
      </p:sp>
      <p:sp>
        <p:nvSpPr>
          <p:cNvPr id="5" name="Footer Placeholder 4">
            <a:extLst>
              <a:ext uri="{FF2B5EF4-FFF2-40B4-BE49-F238E27FC236}">
                <a16:creationId xmlns:a16="http://schemas.microsoft.com/office/drawing/2014/main" id="{D53EB475-4ABE-C370-5C60-B72FADC85C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5E97B17-3E12-EE2E-1E7D-311A3604D2A2}"/>
              </a:ext>
            </a:extLst>
          </p:cNvPr>
          <p:cNvSpPr>
            <a:spLocks noGrp="1"/>
          </p:cNvSpPr>
          <p:nvPr>
            <p:ph type="sldNum" sz="quarter" idx="12"/>
          </p:nvPr>
        </p:nvSpPr>
        <p:spPr/>
        <p:txBody>
          <a:bodyPr/>
          <a:lstStyle/>
          <a:p>
            <a:fld id="{458D9803-25A5-40D0-8BD0-9F874375BC13}" type="slidenum">
              <a:rPr lang="en-US" smtClean="0"/>
              <a:t>‹#›</a:t>
            </a:fld>
            <a:endParaRPr lang="en-US" dirty="0"/>
          </a:p>
        </p:txBody>
      </p:sp>
    </p:spTree>
    <p:extLst>
      <p:ext uri="{BB962C8B-B14F-4D97-AF65-F5344CB8AC3E}">
        <p14:creationId xmlns:p14="http://schemas.microsoft.com/office/powerpoint/2010/main" val="649925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B1A10E5-D531-AF40-C4E1-DAE81DE1708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8DA6AF7-E58A-C09C-B89F-D33913C8B3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065A44-3480-4FD7-A37B-DF1726B57CFB}"/>
              </a:ext>
            </a:extLst>
          </p:cNvPr>
          <p:cNvSpPr>
            <a:spLocks noGrp="1"/>
          </p:cNvSpPr>
          <p:nvPr>
            <p:ph type="dt" sz="half" idx="10"/>
          </p:nvPr>
        </p:nvSpPr>
        <p:spPr/>
        <p:txBody>
          <a:bodyPr/>
          <a:lstStyle/>
          <a:p>
            <a:fld id="{62240E73-767B-4093-9E17-575220C72AD6}" type="datetimeFigureOut">
              <a:rPr lang="en-US" smtClean="0"/>
              <a:t>8/4/2026</a:t>
            </a:fld>
            <a:endParaRPr lang="en-US" dirty="0"/>
          </a:p>
        </p:txBody>
      </p:sp>
      <p:sp>
        <p:nvSpPr>
          <p:cNvPr id="5" name="Footer Placeholder 4">
            <a:extLst>
              <a:ext uri="{FF2B5EF4-FFF2-40B4-BE49-F238E27FC236}">
                <a16:creationId xmlns:a16="http://schemas.microsoft.com/office/drawing/2014/main" id="{148CAB75-DC3B-6153-47F8-94130AD9EB8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08B2AAB-B9C5-8B38-7550-AA65F892B24D}"/>
              </a:ext>
            </a:extLst>
          </p:cNvPr>
          <p:cNvSpPr>
            <a:spLocks noGrp="1"/>
          </p:cNvSpPr>
          <p:nvPr>
            <p:ph type="sldNum" sz="quarter" idx="12"/>
          </p:nvPr>
        </p:nvSpPr>
        <p:spPr/>
        <p:txBody>
          <a:bodyPr/>
          <a:lstStyle/>
          <a:p>
            <a:fld id="{458D9803-25A5-40D0-8BD0-9F874375BC13}" type="slidenum">
              <a:rPr lang="en-US" smtClean="0"/>
              <a:t>‹#›</a:t>
            </a:fld>
            <a:endParaRPr lang="en-US" dirty="0"/>
          </a:p>
        </p:txBody>
      </p:sp>
    </p:spTree>
    <p:extLst>
      <p:ext uri="{BB962C8B-B14F-4D97-AF65-F5344CB8AC3E}">
        <p14:creationId xmlns:p14="http://schemas.microsoft.com/office/powerpoint/2010/main" val="28358457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Title Slide - Black Page Image">
    <p:bg bwMode="gray">
      <p:bgPr>
        <a:solidFill>
          <a:schemeClr val="tx1"/>
        </a:soli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F4B04C0E-4976-4784-A48D-3E129B60BB56}"/>
              </a:ext>
            </a:extLst>
          </p:cNvPr>
          <p:cNvGrpSpPr/>
          <p:nvPr userDrawn="1"/>
        </p:nvGrpSpPr>
        <p:grpSpPr>
          <a:xfrm>
            <a:off x="0" y="0"/>
            <a:ext cx="12192000" cy="6858000"/>
            <a:chOff x="0" y="0"/>
            <a:chExt cx="12192000" cy="6858000"/>
          </a:xfrm>
        </p:grpSpPr>
        <p:pic>
          <p:nvPicPr>
            <p:cNvPr id="31" name="Picture 30">
              <a:extLst>
                <a:ext uri="{FF2B5EF4-FFF2-40B4-BE49-F238E27FC236}">
                  <a16:creationId xmlns:a16="http://schemas.microsoft.com/office/drawing/2014/main" id="{8138FAAF-994E-4146-9855-BE71C4EB70DB}"/>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aturation sat="200000"/>
                      </a14:imgEffect>
                      <a14:imgEffect>
                        <a14:brightnessContrast contrast="20000"/>
                      </a14:imgEffect>
                    </a14:imgLayer>
                  </a14:imgProps>
                </a:ext>
              </a:extLst>
            </a:blip>
            <a:srcRect b="6278"/>
            <a:stretch/>
          </p:blipFill>
          <p:spPr>
            <a:xfrm>
              <a:off x="0" y="0"/>
              <a:ext cx="12192000" cy="6858000"/>
            </a:xfrm>
            <a:prstGeom prst="rect">
              <a:avLst/>
            </a:prstGeom>
          </p:spPr>
        </p:pic>
        <p:sp>
          <p:nvSpPr>
            <p:cNvPr id="32" name="Rectangle 31">
              <a:extLst>
                <a:ext uri="{FF2B5EF4-FFF2-40B4-BE49-F238E27FC236}">
                  <a16:creationId xmlns:a16="http://schemas.microsoft.com/office/drawing/2014/main" id="{CC159B18-D617-40B9-BD05-6B19D6A035D4}"/>
                </a:ext>
              </a:extLst>
            </p:cNvPr>
            <p:cNvSpPr/>
            <p:nvPr userDrawn="1"/>
          </p:nvSpPr>
          <p:spPr bwMode="gray">
            <a:xfrm>
              <a:off x="0" y="0"/>
              <a:ext cx="12192000" cy="6858000"/>
            </a:xfrm>
            <a:prstGeom prst="rect">
              <a:avLst/>
            </a:prstGeom>
            <a:solidFill>
              <a:schemeClr val="tx1">
                <a:alpha val="24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a:solidFill>
                  <a:schemeClr val="bg1"/>
                </a:solidFill>
              </a:endParaRPr>
            </a:p>
          </p:txBody>
        </p:sp>
      </p:grpSp>
      <p:sp>
        <p:nvSpPr>
          <p:cNvPr id="28" name="Text Placeholder 4">
            <a:extLst>
              <a:ext uri="{FF2B5EF4-FFF2-40B4-BE49-F238E27FC236}">
                <a16:creationId xmlns:a16="http://schemas.microsoft.com/office/drawing/2014/main" id="{7843742C-26CB-411F-8564-50309241988E}"/>
              </a:ext>
            </a:extLst>
          </p:cNvPr>
          <p:cNvSpPr>
            <a:spLocks noGrp="1"/>
          </p:cNvSpPr>
          <p:nvPr>
            <p:ph type="body" sz="quarter" idx="10"/>
          </p:nvPr>
        </p:nvSpPr>
        <p:spPr>
          <a:xfrm>
            <a:off x="463296" y="2217870"/>
            <a:ext cx="4446269" cy="273050"/>
          </a:xfrm>
          <a:prstGeom prst="rect">
            <a:avLst/>
          </a:prstGeom>
        </p:spPr>
        <p:txBody>
          <a:bodyPr anchor="t">
            <a:noAutofit/>
          </a:bodyPr>
          <a:lstStyle>
            <a:lvl1pPr>
              <a:spcAft>
                <a:spcPts val="0"/>
              </a:spcAft>
              <a:defRPr sz="14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Tree>
    <p:extLst>
      <p:ext uri="{BB962C8B-B14F-4D97-AF65-F5344CB8AC3E}">
        <p14:creationId xmlns:p14="http://schemas.microsoft.com/office/powerpoint/2010/main" val="2434676166"/>
      </p:ext>
    </p:extLst>
  </p:cSld>
  <p:clrMapOvr>
    <a:masterClrMapping/>
  </p:clrMapOvr>
  <p:transition>
    <p:fade/>
  </p:transition>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58228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457201" y="6365848"/>
            <a:ext cx="4490721" cy="273050"/>
          </a:xfrm>
          <a:prstGeom prst="rect">
            <a:avLst/>
          </a:prstGeom>
        </p:spPr>
        <p:txBody>
          <a:bodyPr anchor="t">
            <a:noAutofit/>
          </a:bodyPr>
          <a:lstStyle>
            <a:lvl1pPr>
              <a:spcAft>
                <a:spcPts val="0"/>
              </a:spcAft>
              <a:defRPr sz="1400" b="1">
                <a:solidFill>
                  <a:schemeClr val="tx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7" name="Group 26">
            <a:extLst>
              <a:ext uri="{FF2B5EF4-FFF2-40B4-BE49-F238E27FC236}">
                <a16:creationId xmlns:a16="http://schemas.microsoft.com/office/drawing/2014/main" id="{A01EE57E-4C1B-4ECF-94C5-14A453751EA1}"/>
              </a:ext>
            </a:extLst>
          </p:cNvPr>
          <p:cNvGrpSpPr>
            <a:grpSpLocks noChangeAspect="1"/>
          </p:cNvGrpSpPr>
          <p:nvPr userDrawn="1"/>
        </p:nvGrpSpPr>
        <p:grpSpPr>
          <a:xfrm>
            <a:off x="460541" y="344137"/>
            <a:ext cx="1819109" cy="345828"/>
            <a:chOff x="398463" y="404813"/>
            <a:chExt cx="1627187" cy="307976"/>
          </a:xfrm>
          <a:solidFill>
            <a:schemeClr val="tx1"/>
          </a:solidFill>
        </p:grpSpPr>
        <p:sp>
          <p:nvSpPr>
            <p:cNvPr id="28" name="Oval 5">
              <a:extLst>
                <a:ext uri="{FF2B5EF4-FFF2-40B4-BE49-F238E27FC236}">
                  <a16:creationId xmlns:a16="http://schemas.microsoft.com/office/drawing/2014/main" id="{848B10DB-7BA0-47A6-A2BF-E43FDE325327}"/>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9" name="Freeform 6">
              <a:extLst>
                <a:ext uri="{FF2B5EF4-FFF2-40B4-BE49-F238E27FC236}">
                  <a16:creationId xmlns:a16="http://schemas.microsoft.com/office/drawing/2014/main" id="{B690FCB5-02B0-42C1-A71D-2F5ABCA25FF7}"/>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33" name="Rectangle 7">
              <a:extLst>
                <a:ext uri="{FF2B5EF4-FFF2-40B4-BE49-F238E27FC236}">
                  <a16:creationId xmlns:a16="http://schemas.microsoft.com/office/drawing/2014/main" id="{358223E3-2772-41EC-BDC5-F0327F14B288}"/>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34" name="Freeform 8">
              <a:extLst>
                <a:ext uri="{FF2B5EF4-FFF2-40B4-BE49-F238E27FC236}">
                  <a16:creationId xmlns:a16="http://schemas.microsoft.com/office/drawing/2014/main" id="{60E75CE7-1268-47E9-A585-16E350CB0979}"/>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35" name="Rectangle 9">
              <a:extLst>
                <a:ext uri="{FF2B5EF4-FFF2-40B4-BE49-F238E27FC236}">
                  <a16:creationId xmlns:a16="http://schemas.microsoft.com/office/drawing/2014/main" id="{BF8B8A80-FD9A-43B9-A936-A0BE1CAD8037}"/>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36" name="Rectangle 10">
              <a:extLst>
                <a:ext uri="{FF2B5EF4-FFF2-40B4-BE49-F238E27FC236}">
                  <a16:creationId xmlns:a16="http://schemas.microsoft.com/office/drawing/2014/main" id="{5DA18E48-2689-422E-A84C-ECB5B61A0D29}"/>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37" name="Freeform 11">
              <a:extLst>
                <a:ext uri="{FF2B5EF4-FFF2-40B4-BE49-F238E27FC236}">
                  <a16:creationId xmlns:a16="http://schemas.microsoft.com/office/drawing/2014/main" id="{D9316E24-7A8A-4FCF-B2C4-4EE40E3BA994}"/>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38" name="Freeform 12">
              <a:extLst>
                <a:ext uri="{FF2B5EF4-FFF2-40B4-BE49-F238E27FC236}">
                  <a16:creationId xmlns:a16="http://schemas.microsoft.com/office/drawing/2014/main" id="{76354CE9-D577-46E8-886D-1BBB079BE4DC}"/>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39" name="Freeform 13">
              <a:extLst>
                <a:ext uri="{FF2B5EF4-FFF2-40B4-BE49-F238E27FC236}">
                  <a16:creationId xmlns:a16="http://schemas.microsoft.com/office/drawing/2014/main" id="{2232419E-4011-4B15-A744-7F8FCDD1F558}"/>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40" name="Freeform 14">
              <a:extLst>
                <a:ext uri="{FF2B5EF4-FFF2-40B4-BE49-F238E27FC236}">
                  <a16:creationId xmlns:a16="http://schemas.microsoft.com/office/drawing/2014/main" id="{2F957E66-C402-4A51-A806-6052AEAFC8F2}"/>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grpSp>
      <p:sp>
        <p:nvSpPr>
          <p:cNvPr id="44" name="Picture Placeholder 8">
            <a:extLst>
              <a:ext uri="{FF2B5EF4-FFF2-40B4-BE49-F238E27FC236}">
                <a16:creationId xmlns:a16="http://schemas.microsoft.com/office/drawing/2014/main" id="{932C736B-20BB-4603-9DD1-FEB85AD9DC39}"/>
              </a:ext>
            </a:extLst>
          </p:cNvPr>
          <p:cNvSpPr>
            <a:spLocks noGrp="1"/>
          </p:cNvSpPr>
          <p:nvPr>
            <p:ph type="pic" sz="quarter" idx="11"/>
          </p:nvPr>
        </p:nvSpPr>
        <p:spPr>
          <a:xfrm>
            <a:off x="3319272" y="688848"/>
            <a:ext cx="5562600" cy="5556504"/>
          </a:xfrm>
          <a:prstGeom prst="rect">
            <a:avLst/>
          </a:prstGeom>
        </p:spPr>
        <p:txBody>
          <a:bodyPr/>
          <a:lstStyle/>
          <a:p>
            <a:r>
              <a:rPr lang="en-US" noProof="0" dirty="0"/>
              <a:t>Click icon to add picture</a:t>
            </a:r>
          </a:p>
        </p:txBody>
      </p:sp>
    </p:spTree>
    <p:extLst>
      <p:ext uri="{BB962C8B-B14F-4D97-AF65-F5344CB8AC3E}">
        <p14:creationId xmlns:p14="http://schemas.microsoft.com/office/powerpoint/2010/main" val="1521859754"/>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solidFill>
          <a:schemeClr val="tx1"/>
        </a:solidFill>
        <a:effectLst/>
      </p:bgPr>
    </p:bg>
    <p:spTree>
      <p:nvGrpSpPr>
        <p:cNvPr id="1" name=""/>
        <p:cNvGrpSpPr/>
        <p:nvPr/>
      </p:nvGrpSpPr>
      <p:grpSpPr>
        <a:xfrm>
          <a:off x="0" y="0"/>
          <a:ext cx="0" cy="0"/>
          <a:chOff x="0" y="0"/>
          <a:chExt cx="0" cy="0"/>
        </a:xfrm>
      </p:grpSpPr>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463296" y="6365848"/>
            <a:ext cx="4446269" cy="273050"/>
          </a:xfrm>
          <a:prstGeom prst="rect">
            <a:avLst/>
          </a:prstGeom>
        </p:spPr>
        <p:txBody>
          <a:bodyPr anchor="t">
            <a:noAutofit/>
          </a:bodyPr>
          <a:lstStyle>
            <a:lvl1pPr>
              <a:spcAft>
                <a:spcPts val="0"/>
              </a:spcAft>
              <a:defRPr sz="14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7" name="Group 26">
            <a:extLst>
              <a:ext uri="{FF2B5EF4-FFF2-40B4-BE49-F238E27FC236}">
                <a16:creationId xmlns:a16="http://schemas.microsoft.com/office/drawing/2014/main" id="{B6F50CF5-77BF-459B-9A79-3C4CC22A0F3A}"/>
              </a:ext>
            </a:extLst>
          </p:cNvPr>
          <p:cNvGrpSpPr/>
          <p:nvPr userDrawn="1"/>
        </p:nvGrpSpPr>
        <p:grpSpPr>
          <a:xfrm>
            <a:off x="463296" y="341312"/>
            <a:ext cx="1819656" cy="347472"/>
            <a:chOff x="398463" y="404813"/>
            <a:chExt cx="1627187" cy="307976"/>
          </a:xfrm>
          <a:solidFill>
            <a:schemeClr val="bg1"/>
          </a:solidFill>
        </p:grpSpPr>
        <p:sp>
          <p:nvSpPr>
            <p:cNvPr id="28" name="Oval 5">
              <a:extLst>
                <a:ext uri="{FF2B5EF4-FFF2-40B4-BE49-F238E27FC236}">
                  <a16:creationId xmlns:a16="http://schemas.microsoft.com/office/drawing/2014/main" id="{E9128BED-07B9-451E-B858-7CC1141471B6}"/>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29" name="Freeform 6">
              <a:extLst>
                <a:ext uri="{FF2B5EF4-FFF2-40B4-BE49-F238E27FC236}">
                  <a16:creationId xmlns:a16="http://schemas.microsoft.com/office/drawing/2014/main" id="{C68196BA-7D11-4539-BDF9-983E22D34232}"/>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44" name="Rectangle 7">
              <a:extLst>
                <a:ext uri="{FF2B5EF4-FFF2-40B4-BE49-F238E27FC236}">
                  <a16:creationId xmlns:a16="http://schemas.microsoft.com/office/drawing/2014/main" id="{42AF1C77-6287-4499-B04A-87B27165DE90}"/>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45" name="Freeform 8">
              <a:extLst>
                <a:ext uri="{FF2B5EF4-FFF2-40B4-BE49-F238E27FC236}">
                  <a16:creationId xmlns:a16="http://schemas.microsoft.com/office/drawing/2014/main" id="{25579AED-BEB3-43B3-8ED1-4F00DD4BD00F}"/>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46" name="Rectangle 9">
              <a:extLst>
                <a:ext uri="{FF2B5EF4-FFF2-40B4-BE49-F238E27FC236}">
                  <a16:creationId xmlns:a16="http://schemas.microsoft.com/office/drawing/2014/main" id="{E45E9D0B-F5C0-4893-92F0-D69A666C1B0B}"/>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47" name="Rectangle 10">
              <a:extLst>
                <a:ext uri="{FF2B5EF4-FFF2-40B4-BE49-F238E27FC236}">
                  <a16:creationId xmlns:a16="http://schemas.microsoft.com/office/drawing/2014/main" id="{DE5C210F-0B06-4949-8E4D-64301D93E9D9}"/>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48" name="Freeform 11">
              <a:extLst>
                <a:ext uri="{FF2B5EF4-FFF2-40B4-BE49-F238E27FC236}">
                  <a16:creationId xmlns:a16="http://schemas.microsoft.com/office/drawing/2014/main" id="{F24B8B3C-D0AE-4485-8A30-2C7813EFDEE1}"/>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49" name="Freeform 12">
              <a:extLst>
                <a:ext uri="{FF2B5EF4-FFF2-40B4-BE49-F238E27FC236}">
                  <a16:creationId xmlns:a16="http://schemas.microsoft.com/office/drawing/2014/main" id="{0DD172EE-B893-46D5-9A64-6715E431296D}"/>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50" name="Freeform 13">
              <a:extLst>
                <a:ext uri="{FF2B5EF4-FFF2-40B4-BE49-F238E27FC236}">
                  <a16:creationId xmlns:a16="http://schemas.microsoft.com/office/drawing/2014/main" id="{41641FDD-35E1-4F42-B99C-FFA6812569B0}"/>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51" name="Freeform 14">
              <a:extLst>
                <a:ext uri="{FF2B5EF4-FFF2-40B4-BE49-F238E27FC236}">
                  <a16:creationId xmlns:a16="http://schemas.microsoft.com/office/drawing/2014/main" id="{DFE30DEA-FA20-4812-875C-D70A3CA3F5F2}"/>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grpSp>
      <p:sp>
        <p:nvSpPr>
          <p:cNvPr id="53" name="Title 1">
            <a:extLst>
              <a:ext uri="{FF2B5EF4-FFF2-40B4-BE49-F238E27FC236}">
                <a16:creationId xmlns:a16="http://schemas.microsoft.com/office/drawing/2014/main" id="{647FBB06-57A1-478F-8BCE-57D05265516A}"/>
              </a:ext>
            </a:extLst>
          </p:cNvPr>
          <p:cNvSpPr>
            <a:spLocks noGrp="1"/>
          </p:cNvSpPr>
          <p:nvPr>
            <p:ph type="ctrTitle"/>
          </p:nvPr>
        </p:nvSpPr>
        <p:spPr bwMode="gray">
          <a:xfrm>
            <a:off x="463296" y="5186209"/>
            <a:ext cx="4446269" cy="895983"/>
          </a:xfrm>
          <a:prstGeom prst="rect">
            <a:avLst/>
          </a:prstGeom>
        </p:spPr>
        <p:txBody>
          <a:bodyPr anchor="b" anchorCtr="0">
            <a:noAutofit/>
          </a:bodyPr>
          <a:lstStyle>
            <a:lvl1pPr algn="l">
              <a:lnSpc>
                <a:spcPts val="3200"/>
              </a:lnSpc>
              <a:defRPr sz="3200" b="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p>
        </p:txBody>
      </p:sp>
      <p:sp>
        <p:nvSpPr>
          <p:cNvPr id="17" name="Picture Placeholder 8">
            <a:extLst>
              <a:ext uri="{FF2B5EF4-FFF2-40B4-BE49-F238E27FC236}">
                <a16:creationId xmlns:a16="http://schemas.microsoft.com/office/drawing/2014/main" id="{AA5D9D6B-8AE5-40BD-B06B-DB5F7F3841FC}"/>
              </a:ext>
            </a:extLst>
          </p:cNvPr>
          <p:cNvSpPr>
            <a:spLocks noGrp="1"/>
          </p:cNvSpPr>
          <p:nvPr>
            <p:ph type="pic" sz="quarter" idx="11"/>
          </p:nvPr>
        </p:nvSpPr>
        <p:spPr>
          <a:xfrm>
            <a:off x="3316942" y="688848"/>
            <a:ext cx="5562600" cy="5556504"/>
          </a:xfrm>
          <a:prstGeom prst="rect">
            <a:avLst/>
          </a:prstGeom>
        </p:spPr>
        <p:txBody>
          <a:bodyPr/>
          <a:lstStyle/>
          <a:p>
            <a:r>
              <a:rPr lang="en-US" noProof="0" dirty="0"/>
              <a:t>Click icon to add picture</a:t>
            </a:r>
          </a:p>
        </p:txBody>
      </p:sp>
    </p:spTree>
    <p:extLst>
      <p:ext uri="{BB962C8B-B14F-4D97-AF65-F5344CB8AC3E}">
        <p14:creationId xmlns:p14="http://schemas.microsoft.com/office/powerpoint/2010/main" val="3789617974"/>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age Image">
    <p:bg bwMode="gray">
      <p:bgPr>
        <a:solidFill>
          <a:schemeClr val="tx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D7A3552A-359D-2A26-A69B-EB9A6EDFBD16}"/>
              </a:ext>
            </a:extLst>
          </p:cNvPr>
          <p:cNvGraphicFramePr>
            <a:graphicFrameLocks noChangeAspect="1"/>
          </p:cNvGraphicFramePr>
          <p:nvPr userDrawn="1">
            <p:custDataLst>
              <p:tags r:id="rId1"/>
            </p:custDataLst>
            <p:extLst>
              <p:ext uri="{D42A27DB-BD31-4B8C-83A1-F6EECF244321}">
                <p14:modId xmlns:p14="http://schemas.microsoft.com/office/powerpoint/2010/main" val="14970871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5" name="think-cell data - do not delete" hidden="1">
                        <a:extLst>
                          <a:ext uri="{FF2B5EF4-FFF2-40B4-BE49-F238E27FC236}">
                            <a16:creationId xmlns:a16="http://schemas.microsoft.com/office/drawing/2014/main" id="{D7A3552A-359D-2A26-A69B-EB9A6EDFBD1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3" name="Picture 2" descr="A picture containing screenshot, circle, colorfulness, fractal art&#10;&#10;Description automatically generated">
            <a:extLst>
              <a:ext uri="{FF2B5EF4-FFF2-40B4-BE49-F238E27FC236}">
                <a16:creationId xmlns:a16="http://schemas.microsoft.com/office/drawing/2014/main" id="{EB9FF39F-E9C2-9CFD-8D28-718AE7AC4CDB}"/>
              </a:ext>
            </a:extLst>
          </p:cNvPr>
          <p:cNvPicPr>
            <a:picLocks noChangeAspect="1"/>
          </p:cNvPicPr>
          <p:nvPr userDrawn="1"/>
        </p:nvPicPr>
        <p:blipFill rotWithShape="1">
          <a:blip r:embed="rId5" cstate="screen">
            <a:alphaModFix/>
            <a:extLst>
              <a:ext uri="{28A0092B-C50C-407E-A947-70E740481C1C}">
                <a14:useLocalDpi xmlns:a14="http://schemas.microsoft.com/office/drawing/2010/main"/>
              </a:ext>
            </a:extLst>
          </a:blip>
          <a:srcRect/>
          <a:stretch/>
        </p:blipFill>
        <p:spPr>
          <a:xfrm>
            <a:off x="3632887" y="877328"/>
            <a:ext cx="4831492" cy="4976023"/>
          </a:xfrm>
          <a:prstGeom prst="rect">
            <a:avLst/>
          </a:prstGeom>
        </p:spPr>
      </p:pic>
      <p:sp>
        <p:nvSpPr>
          <p:cNvPr id="28" name="Text Placeholder 4">
            <a:extLst>
              <a:ext uri="{FF2B5EF4-FFF2-40B4-BE49-F238E27FC236}">
                <a16:creationId xmlns:a16="http://schemas.microsoft.com/office/drawing/2014/main" id="{7843742C-26CB-411F-8564-50309241988E}"/>
              </a:ext>
            </a:extLst>
          </p:cNvPr>
          <p:cNvSpPr>
            <a:spLocks noGrp="1"/>
          </p:cNvSpPr>
          <p:nvPr>
            <p:ph type="body" sz="quarter" idx="10"/>
          </p:nvPr>
        </p:nvSpPr>
        <p:spPr>
          <a:xfrm>
            <a:off x="463296" y="6364224"/>
            <a:ext cx="4446269" cy="273050"/>
          </a:xfrm>
          <a:prstGeom prst="rect">
            <a:avLst/>
          </a:prstGeom>
        </p:spPr>
        <p:txBody>
          <a:bodyPr anchor="t">
            <a:noAutofit/>
          </a:bodyPr>
          <a:lstStyle>
            <a:lvl1pPr>
              <a:spcAft>
                <a:spcPts val="0"/>
              </a:spcAft>
              <a:defRPr sz="14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29" name="Title 1">
            <a:extLst>
              <a:ext uri="{FF2B5EF4-FFF2-40B4-BE49-F238E27FC236}">
                <a16:creationId xmlns:a16="http://schemas.microsoft.com/office/drawing/2014/main" id="{A7C729B7-24CD-4887-BCB2-9B9E69736AAE}"/>
              </a:ext>
            </a:extLst>
          </p:cNvPr>
          <p:cNvSpPr>
            <a:spLocks noGrp="1"/>
          </p:cNvSpPr>
          <p:nvPr>
            <p:ph type="ctrTitle"/>
          </p:nvPr>
        </p:nvSpPr>
        <p:spPr bwMode="gray">
          <a:xfrm>
            <a:off x="463296" y="5186209"/>
            <a:ext cx="4446269" cy="895983"/>
          </a:xfrm>
          <a:prstGeom prst="rect">
            <a:avLst/>
          </a:prstGeom>
        </p:spPr>
        <p:txBody>
          <a:bodyPr vert="horz" anchor="b" anchorCtr="0">
            <a:noAutofit/>
          </a:bodyPr>
          <a:lstStyle>
            <a:lvl1pPr algn="l">
              <a:lnSpc>
                <a:spcPts val="3200"/>
              </a:lnSpc>
              <a:defRPr sz="3200" b="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p>
        </p:txBody>
      </p:sp>
      <p:grpSp>
        <p:nvGrpSpPr>
          <p:cNvPr id="18" name="Group 17">
            <a:extLst>
              <a:ext uri="{FF2B5EF4-FFF2-40B4-BE49-F238E27FC236}">
                <a16:creationId xmlns:a16="http://schemas.microsoft.com/office/drawing/2014/main" id="{A2ADDA35-0590-4771-9879-88CE0238551F}"/>
              </a:ext>
            </a:extLst>
          </p:cNvPr>
          <p:cNvGrpSpPr/>
          <p:nvPr userDrawn="1"/>
        </p:nvGrpSpPr>
        <p:grpSpPr>
          <a:xfrm>
            <a:off x="463296" y="341312"/>
            <a:ext cx="1819656" cy="347472"/>
            <a:chOff x="398463" y="404813"/>
            <a:chExt cx="1627187" cy="307976"/>
          </a:xfrm>
          <a:solidFill>
            <a:schemeClr val="bg1"/>
          </a:solidFill>
        </p:grpSpPr>
        <p:sp>
          <p:nvSpPr>
            <p:cNvPr id="19" name="Oval 5">
              <a:extLst>
                <a:ext uri="{FF2B5EF4-FFF2-40B4-BE49-F238E27FC236}">
                  <a16:creationId xmlns:a16="http://schemas.microsoft.com/office/drawing/2014/main" id="{3FD17B1A-A918-439D-AFAD-ECE9421735FC}"/>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20" name="Freeform 6">
              <a:extLst>
                <a:ext uri="{FF2B5EF4-FFF2-40B4-BE49-F238E27FC236}">
                  <a16:creationId xmlns:a16="http://schemas.microsoft.com/office/drawing/2014/main" id="{79359716-9ACF-4041-A7F0-2E04E36D8614}"/>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21" name="Rectangle 7">
              <a:extLst>
                <a:ext uri="{FF2B5EF4-FFF2-40B4-BE49-F238E27FC236}">
                  <a16:creationId xmlns:a16="http://schemas.microsoft.com/office/drawing/2014/main" id="{EE3C6AB2-FF26-4D74-983F-E8C9540B703E}"/>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22" name="Freeform 8">
              <a:extLst>
                <a:ext uri="{FF2B5EF4-FFF2-40B4-BE49-F238E27FC236}">
                  <a16:creationId xmlns:a16="http://schemas.microsoft.com/office/drawing/2014/main" id="{B600C838-AB18-404F-AF64-5BE6309AC231}"/>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23" name="Rectangle 9">
              <a:extLst>
                <a:ext uri="{FF2B5EF4-FFF2-40B4-BE49-F238E27FC236}">
                  <a16:creationId xmlns:a16="http://schemas.microsoft.com/office/drawing/2014/main" id="{37EF79B8-3321-4A68-A438-F7CA9AB20D0A}"/>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24" name="Rectangle 10">
              <a:extLst>
                <a:ext uri="{FF2B5EF4-FFF2-40B4-BE49-F238E27FC236}">
                  <a16:creationId xmlns:a16="http://schemas.microsoft.com/office/drawing/2014/main" id="{9EB266B0-2723-40E9-BD24-9B88F113710A}"/>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25" name="Freeform 11">
              <a:extLst>
                <a:ext uri="{FF2B5EF4-FFF2-40B4-BE49-F238E27FC236}">
                  <a16:creationId xmlns:a16="http://schemas.microsoft.com/office/drawing/2014/main" id="{90C5C28F-BB95-44AD-9700-55D9AE2BE2B7}"/>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26" name="Freeform 12">
              <a:extLst>
                <a:ext uri="{FF2B5EF4-FFF2-40B4-BE49-F238E27FC236}">
                  <a16:creationId xmlns:a16="http://schemas.microsoft.com/office/drawing/2014/main" id="{42500885-66FF-4752-A3E1-7C0FA9778A82}"/>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27" name="Freeform 13">
              <a:extLst>
                <a:ext uri="{FF2B5EF4-FFF2-40B4-BE49-F238E27FC236}">
                  <a16:creationId xmlns:a16="http://schemas.microsoft.com/office/drawing/2014/main" id="{165DB8AE-A24F-4086-963B-1C7F379D2166}"/>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41" name="Freeform 14">
              <a:extLst>
                <a:ext uri="{FF2B5EF4-FFF2-40B4-BE49-F238E27FC236}">
                  <a16:creationId xmlns:a16="http://schemas.microsoft.com/office/drawing/2014/main" id="{282083A4-2C11-43E4-9516-9622E1E74D98}"/>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grpSp>
    </p:spTree>
    <p:extLst>
      <p:ext uri="{BB962C8B-B14F-4D97-AF65-F5344CB8AC3E}">
        <p14:creationId xmlns:p14="http://schemas.microsoft.com/office/powerpoint/2010/main" val="3363645337"/>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ith text">
    <p:bg bwMode="gray">
      <p:bgPr>
        <a:solidFill>
          <a:schemeClr val="bg1"/>
        </a:solidFill>
        <a:effectLst/>
      </p:bgPr>
    </p:bg>
    <p:spTree>
      <p:nvGrpSpPr>
        <p:cNvPr id="1" name=""/>
        <p:cNvGrpSpPr/>
        <p:nvPr/>
      </p:nvGrpSpPr>
      <p:grpSpPr>
        <a:xfrm>
          <a:off x="0" y="0"/>
          <a:ext cx="0" cy="0"/>
          <a:chOff x="0" y="0"/>
          <a:chExt cx="0" cy="0"/>
        </a:xfrm>
      </p:grpSpPr>
      <p:sp>
        <p:nvSpPr>
          <p:cNvPr id="17" name="Picture Placeholder 8">
            <a:extLst>
              <a:ext uri="{FF2B5EF4-FFF2-40B4-BE49-F238E27FC236}">
                <a16:creationId xmlns:a16="http://schemas.microsoft.com/office/drawing/2014/main" id="{8B9DDECB-90E6-4132-BCD8-24EBC3764DB9}"/>
              </a:ext>
            </a:extLst>
          </p:cNvPr>
          <p:cNvSpPr>
            <a:spLocks noGrp="1"/>
          </p:cNvSpPr>
          <p:nvPr>
            <p:ph type="pic" sz="quarter" idx="11"/>
          </p:nvPr>
        </p:nvSpPr>
        <p:spPr>
          <a:xfrm>
            <a:off x="3724289" y="688848"/>
            <a:ext cx="5562600" cy="5556504"/>
          </a:xfrm>
          <a:prstGeom prst="rect">
            <a:avLst/>
          </a:prstGeom>
        </p:spPr>
        <p:txBody>
          <a:bodyPr/>
          <a:lstStyle/>
          <a:p>
            <a:r>
              <a:rPr lang="en-US" noProof="0" dirty="0"/>
              <a:t>Click icon to add picture</a:t>
            </a:r>
          </a:p>
        </p:txBody>
      </p:sp>
      <p:grpSp>
        <p:nvGrpSpPr>
          <p:cNvPr id="18" name="Group 17">
            <a:extLst>
              <a:ext uri="{FF2B5EF4-FFF2-40B4-BE49-F238E27FC236}">
                <a16:creationId xmlns:a16="http://schemas.microsoft.com/office/drawing/2014/main" id="{C68220B9-53D3-434F-999D-90F07DAA2325}"/>
              </a:ext>
            </a:extLst>
          </p:cNvPr>
          <p:cNvGrpSpPr>
            <a:grpSpLocks noChangeAspect="1"/>
          </p:cNvGrpSpPr>
          <p:nvPr userDrawn="1"/>
        </p:nvGrpSpPr>
        <p:grpSpPr>
          <a:xfrm>
            <a:off x="460541" y="344137"/>
            <a:ext cx="1819109" cy="345828"/>
            <a:chOff x="398463" y="404813"/>
            <a:chExt cx="1627187" cy="307976"/>
          </a:xfrm>
          <a:solidFill>
            <a:schemeClr val="tx1"/>
          </a:solidFill>
        </p:grpSpPr>
        <p:sp>
          <p:nvSpPr>
            <p:cNvPr id="19" name="Oval 5">
              <a:extLst>
                <a:ext uri="{FF2B5EF4-FFF2-40B4-BE49-F238E27FC236}">
                  <a16:creationId xmlns:a16="http://schemas.microsoft.com/office/drawing/2014/main" id="{8B229135-140E-4C82-9088-DB80D93F74F4}"/>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0" name="Freeform 6">
              <a:extLst>
                <a:ext uri="{FF2B5EF4-FFF2-40B4-BE49-F238E27FC236}">
                  <a16:creationId xmlns:a16="http://schemas.microsoft.com/office/drawing/2014/main" id="{C0B69BD4-36A4-4DB1-B5FD-89FB06A52E69}"/>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1" name="Rectangle 7">
              <a:extLst>
                <a:ext uri="{FF2B5EF4-FFF2-40B4-BE49-F238E27FC236}">
                  <a16:creationId xmlns:a16="http://schemas.microsoft.com/office/drawing/2014/main" id="{49F4DC4F-9DBA-44B7-B892-0083CA88927E}"/>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2" name="Freeform 8">
              <a:extLst>
                <a:ext uri="{FF2B5EF4-FFF2-40B4-BE49-F238E27FC236}">
                  <a16:creationId xmlns:a16="http://schemas.microsoft.com/office/drawing/2014/main" id="{67D5F0A5-5E6C-4963-9090-4DAF5F01D2A3}"/>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3" name="Rectangle 9">
              <a:extLst>
                <a:ext uri="{FF2B5EF4-FFF2-40B4-BE49-F238E27FC236}">
                  <a16:creationId xmlns:a16="http://schemas.microsoft.com/office/drawing/2014/main" id="{22C7545E-5780-4586-9808-699BCCFD7CE9}"/>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4" name="Rectangle 10">
              <a:extLst>
                <a:ext uri="{FF2B5EF4-FFF2-40B4-BE49-F238E27FC236}">
                  <a16:creationId xmlns:a16="http://schemas.microsoft.com/office/drawing/2014/main" id="{489CD93F-3551-40B6-A00B-6CC2A8F5F4EE}"/>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5" name="Freeform 11">
              <a:extLst>
                <a:ext uri="{FF2B5EF4-FFF2-40B4-BE49-F238E27FC236}">
                  <a16:creationId xmlns:a16="http://schemas.microsoft.com/office/drawing/2014/main" id="{B6557C16-D6D6-4B71-81E6-ADCF6CEB19B7}"/>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6" name="Freeform 12">
              <a:extLst>
                <a:ext uri="{FF2B5EF4-FFF2-40B4-BE49-F238E27FC236}">
                  <a16:creationId xmlns:a16="http://schemas.microsoft.com/office/drawing/2014/main" id="{E187CACC-821A-4265-91F5-84823A98F3C5}"/>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9" name="Freeform 13">
              <a:extLst>
                <a:ext uri="{FF2B5EF4-FFF2-40B4-BE49-F238E27FC236}">
                  <a16:creationId xmlns:a16="http://schemas.microsoft.com/office/drawing/2014/main" id="{31AAFBBA-1DE2-4D95-9B71-B343B1065043}"/>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40" name="Freeform 14">
              <a:extLst>
                <a:ext uri="{FF2B5EF4-FFF2-40B4-BE49-F238E27FC236}">
                  <a16:creationId xmlns:a16="http://schemas.microsoft.com/office/drawing/2014/main" id="{D7679E8F-E1FF-41C4-93DF-F6A97D92D117}"/>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grpSp>
      <p:sp>
        <p:nvSpPr>
          <p:cNvPr id="41" name="Title 1">
            <a:extLst>
              <a:ext uri="{FF2B5EF4-FFF2-40B4-BE49-F238E27FC236}">
                <a16:creationId xmlns:a16="http://schemas.microsoft.com/office/drawing/2014/main" id="{70F15D73-40F4-4F95-9E2A-7A67F615DB4A}"/>
              </a:ext>
            </a:extLst>
          </p:cNvPr>
          <p:cNvSpPr>
            <a:spLocks noGrp="1"/>
          </p:cNvSpPr>
          <p:nvPr>
            <p:ph type="ctrTitle"/>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p>
        </p:txBody>
      </p:sp>
      <p:sp>
        <p:nvSpPr>
          <p:cNvPr id="44" name="Text Placeholder 4">
            <a:extLst>
              <a:ext uri="{FF2B5EF4-FFF2-40B4-BE49-F238E27FC236}">
                <a16:creationId xmlns:a16="http://schemas.microsoft.com/office/drawing/2014/main" id="{E65ED79E-D6FD-4D90-9073-C8776CB6AD10}"/>
              </a:ext>
            </a:extLst>
          </p:cNvPr>
          <p:cNvSpPr>
            <a:spLocks noGrp="1"/>
          </p:cNvSpPr>
          <p:nvPr>
            <p:ph type="body" sz="quarter" idx="10"/>
          </p:nvPr>
        </p:nvSpPr>
        <p:spPr>
          <a:xfrm>
            <a:off x="457201" y="6365848"/>
            <a:ext cx="4490721" cy="273050"/>
          </a:xfrm>
          <a:prstGeom prst="rect">
            <a:avLst/>
          </a:prstGeom>
        </p:spPr>
        <p:txBody>
          <a:bodyPr anchor="t">
            <a:noAutofit/>
          </a:bodyPr>
          <a:lstStyle>
            <a:lvl1pPr>
              <a:spcAft>
                <a:spcPts val="0"/>
              </a:spcAft>
              <a:defRPr sz="1400" b="1">
                <a:solidFill>
                  <a:schemeClr val="tx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Tree>
    <p:extLst>
      <p:ext uri="{BB962C8B-B14F-4D97-AF65-F5344CB8AC3E}">
        <p14:creationId xmlns:p14="http://schemas.microsoft.com/office/powerpoint/2010/main" val="1073931086"/>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3296" y="1724001"/>
            <a:ext cx="11271504" cy="1592403"/>
          </a:xfrm>
          <a:prstGeom prst="rect">
            <a:avLst/>
          </a:prstGeom>
        </p:spPr>
        <p:txBody>
          <a:bodyPr anchor="b"/>
          <a:lstStyle>
            <a:lvl1pPr>
              <a:lnSpc>
                <a:spcPct val="95000"/>
              </a:lnSpc>
              <a:defRPr sz="3600" b="1">
                <a:solidFill>
                  <a:schemeClr val="tx1"/>
                </a:solidFill>
                <a:latin typeface="+mj-lt"/>
                <a:ea typeface="Open Sans" panose="020B0606030504020204" pitchFamily="34" charset="0"/>
                <a:cs typeface="Calibri" panose="020F050202020403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3296" y="3471532"/>
            <a:ext cx="11271504" cy="1566532"/>
          </a:xfrm>
        </p:spPr>
        <p:txBody>
          <a:bodyPr lIns="0" tIns="0" rIns="0" bIns="0">
            <a:noAutofit/>
          </a:bodyPr>
          <a:lstStyle>
            <a:lvl1pPr marL="0" indent="0">
              <a:lnSpc>
                <a:spcPct val="95000"/>
              </a:lnSpc>
              <a:spcAft>
                <a:spcPts val="0"/>
              </a:spcAft>
              <a:buNone/>
              <a:defRPr sz="3600">
                <a:solidFill>
                  <a:schemeClr val="tx1"/>
                </a:solidFill>
                <a:latin typeface="+mn-lt"/>
                <a:cs typeface="Calibri" panose="020F050202020403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3262790061"/>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Divider - Deloitte green accent 4">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1" y="1726936"/>
            <a:ext cx="11264900"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1" y="3474720"/>
            <a:ext cx="11264900" cy="1566532"/>
          </a:xfrm>
        </p:spPr>
        <p:txBody>
          <a:bodyPr lIns="0" tIns="0" rIns="0" bIns="0">
            <a:noAutofit/>
          </a:bodyPr>
          <a:lstStyle>
            <a:lvl1pPr marL="0" indent="0">
              <a:lnSpc>
                <a:spcPct val="95000"/>
              </a:lnSpc>
              <a:spcAft>
                <a:spcPts val="0"/>
              </a:spcAft>
              <a:buNone/>
              <a:defRPr sz="3600">
                <a:solidFill>
                  <a:schemeClr val="bg1"/>
                </a:solidFill>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edit Master text styles</a:t>
            </a:r>
          </a:p>
        </p:txBody>
      </p:sp>
      <p:sp>
        <p:nvSpPr>
          <p:cNvPr id="8" name="Copyright">
            <a:extLst>
              <a:ext uri="{FF2B5EF4-FFF2-40B4-BE49-F238E27FC236}">
                <a16:creationId xmlns:a16="http://schemas.microsoft.com/office/drawing/2014/main" id="{CA24B28E-5B13-4779-8D72-C52A20B99FE7}"/>
              </a:ext>
            </a:extLst>
          </p:cNvPr>
          <p:cNvSpPr txBox="1"/>
          <p:nvPr userDrawn="1"/>
        </p:nvSpPr>
        <p:spPr>
          <a:xfrm>
            <a:off x="501649" y="6519673"/>
            <a:ext cx="5355168" cy="207749"/>
          </a:xfrm>
          <a:prstGeom prst="rect">
            <a:avLst/>
          </a:prstGeom>
          <a:noFill/>
        </p:spPr>
        <p:txBody>
          <a:bodyPr wrap="square" lIns="0" tIns="0" rIns="0" bIns="0" rtlCol="0">
            <a:spAutoFit/>
          </a:bodyPr>
          <a:lstStyle/>
          <a:p>
            <a:pPr marL="0" indent="0">
              <a:spcBef>
                <a:spcPts val="450"/>
              </a:spcBef>
              <a:buSzPct val="100000"/>
              <a:buFont typeface="Arial"/>
              <a:buNone/>
            </a:pPr>
            <a:r>
              <a:rPr lang="en-US" sz="675" noProof="0" dirty="0">
                <a:solidFill>
                  <a:schemeClr val="bg1"/>
                </a:solidFill>
                <a:latin typeface="Calibri" panose="020F0502020204030204" pitchFamily="34" charset="0"/>
                <a:cs typeface="Calibri" panose="020F0502020204030204" pitchFamily="34" charset="0"/>
              </a:rPr>
              <a:t>Member firms and DTTL: Insert appropriate copyright</a:t>
            </a:r>
            <a:br>
              <a:rPr lang="en-US" sz="675" noProof="0" dirty="0">
                <a:solidFill>
                  <a:schemeClr val="bg1"/>
                </a:solidFill>
                <a:latin typeface="Calibri" panose="020F0502020204030204" pitchFamily="34" charset="0"/>
                <a:cs typeface="Calibri" panose="020F0502020204030204" pitchFamily="34" charset="0"/>
              </a:rPr>
            </a:br>
            <a:r>
              <a:rPr lang="en-US" sz="675"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3" name="CaseCode">
            <a:extLst>
              <a:ext uri="{FF2B5EF4-FFF2-40B4-BE49-F238E27FC236}">
                <a16:creationId xmlns:a16="http://schemas.microsoft.com/office/drawing/2014/main" id="{D39A514A-409D-470C-AE9C-EFB16BDA8C83}"/>
              </a:ext>
            </a:extLst>
          </p:cNvPr>
          <p:cNvSpPr txBox="1"/>
          <p:nvPr userDrawn="1"/>
        </p:nvSpPr>
        <p:spPr>
          <a:xfrm>
            <a:off x="6335184" y="6519673"/>
            <a:ext cx="4896560" cy="207749"/>
          </a:xfrm>
          <a:prstGeom prst="rect">
            <a:avLst/>
          </a:prstGeom>
          <a:noFill/>
        </p:spPr>
        <p:txBody>
          <a:bodyPr wrap="square" lIns="0" tIns="0" rIns="0" bIns="0" rtlCol="0">
            <a:spAutoFit/>
          </a:bodyPr>
          <a:lstStyle/>
          <a:p>
            <a:pPr marL="0" indent="0" algn="r">
              <a:spcBef>
                <a:spcPts val="0"/>
              </a:spcBef>
              <a:buSzPct val="100000"/>
              <a:buFont typeface="Arial"/>
              <a:buNone/>
            </a:pPr>
            <a:r>
              <a:rPr lang="en-US" sz="675" noProof="0" dirty="0">
                <a:solidFill>
                  <a:schemeClr val="bg1"/>
                </a:solidFill>
                <a:latin typeface="Calibri" panose="020F0502020204030204" pitchFamily="34" charset="0"/>
                <a:cs typeface="Calibri" panose="020F0502020204030204" pitchFamily="34" charset="0"/>
              </a:rPr>
              <a:t>Presentation title</a:t>
            </a:r>
            <a:br>
              <a:rPr lang="en-US" sz="675" noProof="0" dirty="0">
                <a:solidFill>
                  <a:schemeClr val="bg1"/>
                </a:solidFill>
                <a:latin typeface="Calibri" panose="020F0502020204030204" pitchFamily="34" charset="0"/>
                <a:cs typeface="Calibri" panose="020F0502020204030204" pitchFamily="34" charset="0"/>
              </a:rPr>
            </a:br>
            <a:r>
              <a:rPr lang="en-US" sz="675"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4" name="TextBox 13">
            <a:extLst>
              <a:ext uri="{FF2B5EF4-FFF2-40B4-BE49-F238E27FC236}">
                <a16:creationId xmlns:a16="http://schemas.microsoft.com/office/drawing/2014/main" id="{72A5EC33-1574-4E3A-89DA-3EC00A69C870}"/>
              </a:ext>
            </a:extLst>
          </p:cNvPr>
          <p:cNvSpPr txBox="1"/>
          <p:nvPr userDrawn="1"/>
        </p:nvSpPr>
        <p:spPr>
          <a:xfrm>
            <a:off x="11426826" y="6519673"/>
            <a:ext cx="307975" cy="103875"/>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675"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675" noProof="0"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48419976"/>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1" y="1728217"/>
            <a:ext cx="11264900"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1" y="3474720"/>
            <a:ext cx="11264900" cy="1566532"/>
          </a:xfrm>
        </p:spPr>
        <p:txBody>
          <a:bodyPr lIns="0" tIns="0" rIns="0" bIns="0">
            <a:noAutofit/>
          </a:bodyPr>
          <a:lstStyle>
            <a:lvl1pPr marL="0" indent="0">
              <a:lnSpc>
                <a:spcPct val="95000"/>
              </a:lnSpc>
              <a:spcAft>
                <a:spcPts val="0"/>
              </a:spcAft>
              <a:buNone/>
              <a:defRPr sz="3600">
                <a:solidFill>
                  <a:schemeClr val="bg1"/>
                </a:solidFill>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edit Master text styles</a:t>
            </a:r>
          </a:p>
        </p:txBody>
      </p:sp>
      <p:sp>
        <p:nvSpPr>
          <p:cNvPr id="13" name="Copyright">
            <a:extLst>
              <a:ext uri="{FF2B5EF4-FFF2-40B4-BE49-F238E27FC236}">
                <a16:creationId xmlns:a16="http://schemas.microsoft.com/office/drawing/2014/main" id="{1DC4A35C-6E5F-4D1C-8973-1C29CBAF765E}"/>
              </a:ext>
            </a:extLst>
          </p:cNvPr>
          <p:cNvSpPr txBox="1"/>
          <p:nvPr userDrawn="1"/>
        </p:nvSpPr>
        <p:spPr>
          <a:xfrm>
            <a:off x="501649" y="6519673"/>
            <a:ext cx="5355168" cy="207749"/>
          </a:xfrm>
          <a:prstGeom prst="rect">
            <a:avLst/>
          </a:prstGeom>
          <a:noFill/>
        </p:spPr>
        <p:txBody>
          <a:bodyPr wrap="square" lIns="0" tIns="0" rIns="0" bIns="0" rtlCol="0">
            <a:spAutoFit/>
          </a:bodyPr>
          <a:lstStyle/>
          <a:p>
            <a:pPr marL="0" indent="0">
              <a:spcBef>
                <a:spcPts val="450"/>
              </a:spcBef>
              <a:buSzPct val="100000"/>
              <a:buFont typeface="Arial"/>
              <a:buNone/>
            </a:pPr>
            <a:r>
              <a:rPr lang="en-US" sz="675" noProof="0" dirty="0">
                <a:solidFill>
                  <a:schemeClr val="bg1"/>
                </a:solidFill>
                <a:latin typeface="Calibri" panose="020F0502020204030204" pitchFamily="34" charset="0"/>
                <a:cs typeface="Calibri" panose="020F0502020204030204" pitchFamily="34" charset="0"/>
              </a:rPr>
              <a:t>Member firms and DTTL: Insert appropriate copyright</a:t>
            </a:r>
            <a:br>
              <a:rPr lang="en-US" sz="675" noProof="0" dirty="0">
                <a:solidFill>
                  <a:schemeClr val="bg1"/>
                </a:solidFill>
                <a:latin typeface="Calibri" panose="020F0502020204030204" pitchFamily="34" charset="0"/>
                <a:cs typeface="Calibri" panose="020F0502020204030204" pitchFamily="34" charset="0"/>
              </a:rPr>
            </a:br>
            <a:r>
              <a:rPr lang="en-US" sz="675"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4" name="CaseCode">
            <a:extLst>
              <a:ext uri="{FF2B5EF4-FFF2-40B4-BE49-F238E27FC236}">
                <a16:creationId xmlns:a16="http://schemas.microsoft.com/office/drawing/2014/main" id="{5B6818A1-3235-4413-9665-6D922B35C666}"/>
              </a:ext>
            </a:extLst>
          </p:cNvPr>
          <p:cNvSpPr txBox="1"/>
          <p:nvPr userDrawn="1"/>
        </p:nvSpPr>
        <p:spPr>
          <a:xfrm>
            <a:off x="6335184" y="6519673"/>
            <a:ext cx="4896560" cy="207749"/>
          </a:xfrm>
          <a:prstGeom prst="rect">
            <a:avLst/>
          </a:prstGeom>
          <a:noFill/>
        </p:spPr>
        <p:txBody>
          <a:bodyPr wrap="square" lIns="0" tIns="0" rIns="0" bIns="0" rtlCol="0">
            <a:spAutoFit/>
          </a:bodyPr>
          <a:lstStyle/>
          <a:p>
            <a:pPr marL="0" indent="0" algn="r">
              <a:spcBef>
                <a:spcPts val="0"/>
              </a:spcBef>
              <a:buSzPct val="100000"/>
              <a:buFont typeface="Arial"/>
              <a:buNone/>
            </a:pPr>
            <a:r>
              <a:rPr lang="en-US" sz="675" noProof="0" dirty="0">
                <a:solidFill>
                  <a:schemeClr val="bg1"/>
                </a:solidFill>
                <a:latin typeface="Calibri" panose="020F0502020204030204" pitchFamily="34" charset="0"/>
                <a:cs typeface="Calibri" panose="020F0502020204030204" pitchFamily="34" charset="0"/>
              </a:rPr>
              <a:t>Presentation title</a:t>
            </a:r>
            <a:br>
              <a:rPr lang="en-US" sz="675" noProof="0" dirty="0">
                <a:solidFill>
                  <a:schemeClr val="bg1"/>
                </a:solidFill>
                <a:latin typeface="Calibri" panose="020F0502020204030204" pitchFamily="34" charset="0"/>
                <a:cs typeface="Calibri" panose="020F0502020204030204" pitchFamily="34" charset="0"/>
              </a:rPr>
            </a:br>
            <a:r>
              <a:rPr lang="en-US" sz="675"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5" name="TextBox 14">
            <a:extLst>
              <a:ext uri="{FF2B5EF4-FFF2-40B4-BE49-F238E27FC236}">
                <a16:creationId xmlns:a16="http://schemas.microsoft.com/office/drawing/2014/main" id="{CA87CE22-99C8-4AA1-B80A-420B68B7E283}"/>
              </a:ext>
            </a:extLst>
          </p:cNvPr>
          <p:cNvSpPr txBox="1"/>
          <p:nvPr userDrawn="1"/>
        </p:nvSpPr>
        <p:spPr>
          <a:xfrm>
            <a:off x="11426826" y="6519673"/>
            <a:ext cx="307975" cy="103875"/>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675"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675" noProof="0"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44762549"/>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accent 1">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3296" y="1728217"/>
            <a:ext cx="11271504"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3296" y="3474720"/>
            <a:ext cx="11271504" cy="1566532"/>
          </a:xfrm>
        </p:spPr>
        <p:txBody>
          <a:bodyPr lIns="0" tIns="0" rIns="0" bIns="0">
            <a:noAutofit/>
          </a:bodyPr>
          <a:lstStyle>
            <a:lvl1pPr marL="0" indent="0">
              <a:lnSpc>
                <a:spcPct val="95000"/>
              </a:lnSpc>
              <a:spcAft>
                <a:spcPts val="0"/>
              </a:spcAft>
              <a:buNone/>
              <a:defRPr sz="3600">
                <a:solidFill>
                  <a:schemeClr val="bg1"/>
                </a:solidFill>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2855056288"/>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accent 2">
    <p:bg bwMode="gray">
      <p:bgPr>
        <a:solidFill>
          <a:schemeClr val="accent2"/>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3296" y="1728217"/>
            <a:ext cx="11227056"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3296" y="3474720"/>
            <a:ext cx="11227056" cy="1566532"/>
          </a:xfrm>
        </p:spPr>
        <p:txBody>
          <a:bodyPr lIns="0" tIns="0" rIns="0" bIns="0">
            <a:noAutofit/>
          </a:bodyPr>
          <a:lstStyle>
            <a:lvl1pPr marL="0" indent="0">
              <a:lnSpc>
                <a:spcPct val="95000"/>
              </a:lnSpc>
              <a:spcAft>
                <a:spcPts val="0"/>
              </a:spcAft>
              <a:buNone/>
              <a:defRPr sz="3600">
                <a:solidFill>
                  <a:schemeClr val="bg1"/>
                </a:solidFill>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edit Master text styles</a:t>
            </a:r>
          </a:p>
        </p:txBody>
      </p:sp>
      <p:sp>
        <p:nvSpPr>
          <p:cNvPr id="10" name="Copyright">
            <a:extLst>
              <a:ext uri="{FF2B5EF4-FFF2-40B4-BE49-F238E27FC236}">
                <a16:creationId xmlns:a16="http://schemas.microsoft.com/office/drawing/2014/main" id="{484F29FA-0A46-4792-A45E-5DE1B223E09B}"/>
              </a:ext>
            </a:extLst>
          </p:cNvPr>
          <p:cNvSpPr txBox="1"/>
          <p:nvPr userDrawn="1"/>
        </p:nvSpPr>
        <p:spPr>
          <a:xfrm>
            <a:off x="501649" y="6519673"/>
            <a:ext cx="5355168" cy="207749"/>
          </a:xfrm>
          <a:prstGeom prst="rect">
            <a:avLst/>
          </a:prstGeom>
          <a:noFill/>
        </p:spPr>
        <p:txBody>
          <a:bodyPr wrap="square" lIns="0" tIns="0" rIns="0" bIns="0" rtlCol="0">
            <a:spAutoFit/>
          </a:bodyPr>
          <a:lstStyle/>
          <a:p>
            <a:pPr marL="0" indent="0">
              <a:spcBef>
                <a:spcPts val="450"/>
              </a:spcBef>
              <a:buSzPct val="100000"/>
              <a:buFont typeface="Arial"/>
              <a:buNone/>
            </a:pPr>
            <a:r>
              <a:rPr lang="en-US" sz="675" noProof="0" dirty="0">
                <a:solidFill>
                  <a:schemeClr val="bg1"/>
                </a:solidFill>
                <a:latin typeface="Calibri" panose="020F0502020204030204" pitchFamily="34" charset="0"/>
                <a:cs typeface="Calibri" panose="020F0502020204030204" pitchFamily="34" charset="0"/>
              </a:rPr>
              <a:t>Member firms and DTTL: Insert appropriate copyright</a:t>
            </a:r>
            <a:br>
              <a:rPr lang="en-US" sz="675" noProof="0" dirty="0">
                <a:solidFill>
                  <a:schemeClr val="bg1"/>
                </a:solidFill>
                <a:latin typeface="Calibri" panose="020F0502020204030204" pitchFamily="34" charset="0"/>
                <a:cs typeface="Calibri" panose="020F0502020204030204" pitchFamily="34" charset="0"/>
              </a:rPr>
            </a:br>
            <a:r>
              <a:rPr lang="en-US" sz="675"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1" name="CaseCode">
            <a:extLst>
              <a:ext uri="{FF2B5EF4-FFF2-40B4-BE49-F238E27FC236}">
                <a16:creationId xmlns:a16="http://schemas.microsoft.com/office/drawing/2014/main" id="{12BDD3ED-029E-4AC9-80CA-D3A2FBE9A5AF}"/>
              </a:ext>
            </a:extLst>
          </p:cNvPr>
          <p:cNvSpPr txBox="1"/>
          <p:nvPr userDrawn="1"/>
        </p:nvSpPr>
        <p:spPr>
          <a:xfrm>
            <a:off x="6335184" y="6519673"/>
            <a:ext cx="4896560" cy="207749"/>
          </a:xfrm>
          <a:prstGeom prst="rect">
            <a:avLst/>
          </a:prstGeom>
          <a:noFill/>
        </p:spPr>
        <p:txBody>
          <a:bodyPr wrap="square" lIns="0" tIns="0" rIns="0" bIns="0" rtlCol="0">
            <a:spAutoFit/>
          </a:bodyPr>
          <a:lstStyle/>
          <a:p>
            <a:pPr marL="0" indent="0" algn="r">
              <a:spcBef>
                <a:spcPts val="0"/>
              </a:spcBef>
              <a:buSzPct val="100000"/>
              <a:buFont typeface="Arial"/>
              <a:buNone/>
            </a:pPr>
            <a:r>
              <a:rPr lang="en-US" sz="675" noProof="0" dirty="0">
                <a:solidFill>
                  <a:schemeClr val="bg1"/>
                </a:solidFill>
                <a:latin typeface="Calibri" panose="020F0502020204030204" pitchFamily="34" charset="0"/>
                <a:cs typeface="Calibri" panose="020F0502020204030204" pitchFamily="34" charset="0"/>
              </a:rPr>
              <a:t>Presentation title</a:t>
            </a:r>
            <a:br>
              <a:rPr lang="en-US" sz="675" noProof="0" dirty="0">
                <a:solidFill>
                  <a:schemeClr val="bg1"/>
                </a:solidFill>
                <a:latin typeface="Calibri" panose="020F0502020204030204" pitchFamily="34" charset="0"/>
                <a:cs typeface="Calibri" panose="020F0502020204030204" pitchFamily="34" charset="0"/>
              </a:rPr>
            </a:br>
            <a:r>
              <a:rPr lang="en-US" sz="675"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2" name="TextBox 11">
            <a:extLst>
              <a:ext uri="{FF2B5EF4-FFF2-40B4-BE49-F238E27FC236}">
                <a16:creationId xmlns:a16="http://schemas.microsoft.com/office/drawing/2014/main" id="{A6895299-9295-492F-8C31-9744F3FB7A06}"/>
              </a:ext>
            </a:extLst>
          </p:cNvPr>
          <p:cNvSpPr txBox="1"/>
          <p:nvPr userDrawn="1"/>
        </p:nvSpPr>
        <p:spPr>
          <a:xfrm>
            <a:off x="11426826" y="6519673"/>
            <a:ext cx="307975" cy="103875"/>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675"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675" noProof="0"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31722996"/>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accent 3">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3296" y="1728217"/>
            <a:ext cx="11227056"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3296" y="3474720"/>
            <a:ext cx="11227056" cy="1566532"/>
          </a:xfrm>
        </p:spPr>
        <p:txBody>
          <a:bodyPr lIns="0" tIns="0" rIns="0" bIns="0">
            <a:noAutofit/>
          </a:bodyPr>
          <a:lstStyle>
            <a:lvl1pPr marL="0" indent="0">
              <a:lnSpc>
                <a:spcPct val="95000"/>
              </a:lnSpc>
              <a:spcAft>
                <a:spcPts val="0"/>
              </a:spcAft>
              <a:buNone/>
              <a:defRPr sz="3600">
                <a:solidFill>
                  <a:schemeClr val="bg1"/>
                </a:solidFill>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edit Master text styles</a:t>
            </a:r>
          </a:p>
        </p:txBody>
      </p:sp>
      <p:sp>
        <p:nvSpPr>
          <p:cNvPr id="7" name="Copyright">
            <a:extLst>
              <a:ext uri="{FF2B5EF4-FFF2-40B4-BE49-F238E27FC236}">
                <a16:creationId xmlns:a16="http://schemas.microsoft.com/office/drawing/2014/main" id="{EC93E963-CFD3-43A9-AE1B-F08B522B4130}"/>
              </a:ext>
            </a:extLst>
          </p:cNvPr>
          <p:cNvSpPr txBox="1"/>
          <p:nvPr userDrawn="1"/>
        </p:nvSpPr>
        <p:spPr>
          <a:xfrm>
            <a:off x="501649" y="6519673"/>
            <a:ext cx="5355168" cy="207749"/>
          </a:xfrm>
          <a:prstGeom prst="rect">
            <a:avLst/>
          </a:prstGeom>
          <a:noFill/>
        </p:spPr>
        <p:txBody>
          <a:bodyPr wrap="square" lIns="0" tIns="0" rIns="0" bIns="0" rtlCol="0">
            <a:spAutoFit/>
          </a:bodyPr>
          <a:lstStyle/>
          <a:p>
            <a:pPr marL="0" indent="0">
              <a:spcBef>
                <a:spcPts val="450"/>
              </a:spcBef>
              <a:buSzPct val="100000"/>
              <a:buFont typeface="Arial"/>
              <a:buNone/>
            </a:pPr>
            <a:r>
              <a:rPr lang="en-US" sz="675" noProof="0" dirty="0">
                <a:solidFill>
                  <a:schemeClr val="bg1"/>
                </a:solidFill>
                <a:latin typeface="Calibri" panose="020F0502020204030204" pitchFamily="34" charset="0"/>
                <a:cs typeface="Calibri" panose="020F0502020204030204" pitchFamily="34" charset="0"/>
              </a:rPr>
              <a:t>Member firms and DTTL: Insert appropriate copyright</a:t>
            </a:r>
            <a:br>
              <a:rPr lang="en-US" sz="675" noProof="0" dirty="0">
                <a:solidFill>
                  <a:schemeClr val="bg1"/>
                </a:solidFill>
                <a:latin typeface="Calibri" panose="020F0502020204030204" pitchFamily="34" charset="0"/>
                <a:cs typeface="Calibri" panose="020F0502020204030204" pitchFamily="34" charset="0"/>
              </a:rPr>
            </a:br>
            <a:r>
              <a:rPr lang="en-US" sz="675"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8" name="CaseCode">
            <a:extLst>
              <a:ext uri="{FF2B5EF4-FFF2-40B4-BE49-F238E27FC236}">
                <a16:creationId xmlns:a16="http://schemas.microsoft.com/office/drawing/2014/main" id="{791BE9BD-85F6-497E-A8D6-CBFF87927B15}"/>
              </a:ext>
            </a:extLst>
          </p:cNvPr>
          <p:cNvSpPr txBox="1"/>
          <p:nvPr userDrawn="1"/>
        </p:nvSpPr>
        <p:spPr>
          <a:xfrm>
            <a:off x="6335184" y="6519673"/>
            <a:ext cx="4896560" cy="207749"/>
          </a:xfrm>
          <a:prstGeom prst="rect">
            <a:avLst/>
          </a:prstGeom>
          <a:noFill/>
        </p:spPr>
        <p:txBody>
          <a:bodyPr wrap="square" lIns="0" tIns="0" rIns="0" bIns="0" rtlCol="0">
            <a:spAutoFit/>
          </a:bodyPr>
          <a:lstStyle/>
          <a:p>
            <a:pPr marL="0" indent="0" algn="r">
              <a:spcBef>
                <a:spcPts val="0"/>
              </a:spcBef>
              <a:buSzPct val="100000"/>
              <a:buFont typeface="Arial"/>
              <a:buNone/>
            </a:pPr>
            <a:r>
              <a:rPr lang="en-US" sz="675" noProof="0" dirty="0">
                <a:solidFill>
                  <a:schemeClr val="bg1"/>
                </a:solidFill>
                <a:latin typeface="Calibri" panose="020F0502020204030204" pitchFamily="34" charset="0"/>
                <a:cs typeface="Calibri" panose="020F0502020204030204" pitchFamily="34" charset="0"/>
              </a:rPr>
              <a:t>Presentation title</a:t>
            </a:r>
            <a:br>
              <a:rPr lang="en-US" sz="675" noProof="0" dirty="0">
                <a:solidFill>
                  <a:schemeClr val="bg1"/>
                </a:solidFill>
                <a:latin typeface="Calibri" panose="020F0502020204030204" pitchFamily="34" charset="0"/>
                <a:cs typeface="Calibri" panose="020F0502020204030204" pitchFamily="34" charset="0"/>
              </a:rPr>
            </a:br>
            <a:r>
              <a:rPr lang="en-US" sz="675"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9" name="TextBox 8">
            <a:extLst>
              <a:ext uri="{FF2B5EF4-FFF2-40B4-BE49-F238E27FC236}">
                <a16:creationId xmlns:a16="http://schemas.microsoft.com/office/drawing/2014/main" id="{AB538D13-8CB9-4EE1-BCA9-24557BC4F2B2}"/>
              </a:ext>
            </a:extLst>
          </p:cNvPr>
          <p:cNvSpPr txBox="1"/>
          <p:nvPr userDrawn="1"/>
        </p:nvSpPr>
        <p:spPr>
          <a:xfrm>
            <a:off x="11426826" y="6519673"/>
            <a:ext cx="307975" cy="103875"/>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675"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675" noProof="0"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33553663"/>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Key statement green accent 2">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63297" y="1714500"/>
            <a:ext cx="9323916" cy="4648200"/>
          </a:xfrm>
          <a:prstGeom prst="rect">
            <a:avLst/>
          </a:prstGeom>
        </p:spPr>
        <p:txBody>
          <a:bodyPr>
            <a:noAutofit/>
          </a:bodyPr>
          <a:lstStyle>
            <a:lvl1pPr>
              <a:spcBef>
                <a:spcPts val="3600"/>
              </a:spcBef>
              <a:defRPr sz="3600">
                <a:solidFill>
                  <a:schemeClr val="bg1"/>
                </a:solidFill>
              </a:defRPr>
            </a:lvl1pPr>
            <a:lvl2pPr marL="457189" indent="-457189">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Click to edit Master text styles</a:t>
            </a:r>
          </a:p>
        </p:txBody>
      </p:sp>
      <p:sp>
        <p:nvSpPr>
          <p:cNvPr id="9" name="Copyright">
            <a:extLst>
              <a:ext uri="{FF2B5EF4-FFF2-40B4-BE49-F238E27FC236}">
                <a16:creationId xmlns:a16="http://schemas.microsoft.com/office/drawing/2014/main" id="{08E5BA7E-93C2-43A2-9267-44AEA65B95C5}"/>
              </a:ext>
            </a:extLst>
          </p:cNvPr>
          <p:cNvSpPr txBox="1"/>
          <p:nvPr userDrawn="1"/>
        </p:nvSpPr>
        <p:spPr>
          <a:xfrm>
            <a:off x="501649" y="6519673"/>
            <a:ext cx="5355168" cy="207749"/>
          </a:xfrm>
          <a:prstGeom prst="rect">
            <a:avLst/>
          </a:prstGeom>
          <a:noFill/>
        </p:spPr>
        <p:txBody>
          <a:bodyPr wrap="square" lIns="0" tIns="0" rIns="0" bIns="0" rtlCol="0">
            <a:spAutoFit/>
          </a:bodyPr>
          <a:lstStyle/>
          <a:p>
            <a:pPr marL="0" indent="0">
              <a:spcBef>
                <a:spcPts val="450"/>
              </a:spcBef>
              <a:buSzPct val="100000"/>
              <a:buFont typeface="Arial"/>
              <a:buNone/>
            </a:pPr>
            <a:r>
              <a:rPr lang="en-US" sz="675" noProof="0" dirty="0">
                <a:solidFill>
                  <a:schemeClr val="bg1"/>
                </a:solidFill>
                <a:latin typeface="Calibri" panose="020F0502020204030204" pitchFamily="34" charset="0"/>
                <a:cs typeface="Calibri" panose="020F0502020204030204" pitchFamily="34" charset="0"/>
              </a:rPr>
              <a:t>Member firms and DTTL: Insert appropriate copyright</a:t>
            </a:r>
            <a:br>
              <a:rPr lang="en-US" sz="675" noProof="0" dirty="0">
                <a:solidFill>
                  <a:schemeClr val="bg1"/>
                </a:solidFill>
                <a:latin typeface="Calibri" panose="020F0502020204030204" pitchFamily="34" charset="0"/>
                <a:cs typeface="Calibri" panose="020F0502020204030204" pitchFamily="34" charset="0"/>
              </a:rPr>
            </a:br>
            <a:r>
              <a:rPr lang="en-US" sz="675"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0" name="CaseCode">
            <a:extLst>
              <a:ext uri="{FF2B5EF4-FFF2-40B4-BE49-F238E27FC236}">
                <a16:creationId xmlns:a16="http://schemas.microsoft.com/office/drawing/2014/main" id="{015C4658-A753-4EFC-B4C9-8CC1413F742B}"/>
              </a:ext>
            </a:extLst>
          </p:cNvPr>
          <p:cNvSpPr txBox="1"/>
          <p:nvPr userDrawn="1"/>
        </p:nvSpPr>
        <p:spPr>
          <a:xfrm>
            <a:off x="6335184" y="6519673"/>
            <a:ext cx="4896560" cy="207749"/>
          </a:xfrm>
          <a:prstGeom prst="rect">
            <a:avLst/>
          </a:prstGeom>
          <a:noFill/>
        </p:spPr>
        <p:txBody>
          <a:bodyPr wrap="square" lIns="0" tIns="0" rIns="0" bIns="0" rtlCol="0">
            <a:spAutoFit/>
          </a:bodyPr>
          <a:lstStyle/>
          <a:p>
            <a:pPr marL="0" indent="0" algn="r">
              <a:spcBef>
                <a:spcPts val="0"/>
              </a:spcBef>
              <a:buSzPct val="100000"/>
              <a:buFont typeface="Arial"/>
              <a:buNone/>
            </a:pPr>
            <a:r>
              <a:rPr lang="en-US" sz="675" noProof="0" dirty="0">
                <a:solidFill>
                  <a:schemeClr val="bg1"/>
                </a:solidFill>
                <a:latin typeface="Calibri" panose="020F0502020204030204" pitchFamily="34" charset="0"/>
                <a:cs typeface="Calibri" panose="020F0502020204030204" pitchFamily="34" charset="0"/>
              </a:rPr>
              <a:t>Presentation title</a:t>
            </a:r>
            <a:br>
              <a:rPr lang="en-US" sz="675" noProof="0" dirty="0">
                <a:solidFill>
                  <a:schemeClr val="bg1"/>
                </a:solidFill>
                <a:latin typeface="Calibri" panose="020F0502020204030204" pitchFamily="34" charset="0"/>
                <a:cs typeface="Calibri" panose="020F0502020204030204" pitchFamily="34" charset="0"/>
              </a:rPr>
            </a:br>
            <a:r>
              <a:rPr lang="en-US" sz="675"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1" name="TextBox 10">
            <a:extLst>
              <a:ext uri="{FF2B5EF4-FFF2-40B4-BE49-F238E27FC236}">
                <a16:creationId xmlns:a16="http://schemas.microsoft.com/office/drawing/2014/main" id="{DEC3538D-DEF3-427C-A22B-D6DED4B4F939}"/>
              </a:ext>
            </a:extLst>
          </p:cNvPr>
          <p:cNvSpPr txBox="1"/>
          <p:nvPr userDrawn="1"/>
        </p:nvSpPr>
        <p:spPr>
          <a:xfrm>
            <a:off x="11426826" y="6519673"/>
            <a:ext cx="307975" cy="103875"/>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675"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675" noProof="0"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24817080"/>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Key statement Green Accent 4">
    <p:bg>
      <p:bgPr>
        <a:solidFill>
          <a:schemeClr val="accent4"/>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63296" y="1714500"/>
            <a:ext cx="9341104" cy="4648200"/>
          </a:xfrm>
          <a:prstGeom prst="rect">
            <a:avLst/>
          </a:prstGeom>
        </p:spPr>
        <p:txBody>
          <a:bodyPr>
            <a:noAutofit/>
          </a:bodyPr>
          <a:lstStyle>
            <a:lvl1pPr>
              <a:spcBef>
                <a:spcPts val="3600"/>
              </a:spcBef>
              <a:defRPr sz="3600">
                <a:solidFill>
                  <a:schemeClr val="bg1"/>
                </a:solidFill>
              </a:defRPr>
            </a:lvl1pPr>
            <a:lvl2pPr marL="457189" indent="-457189">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Click to edit Master text styles</a:t>
            </a:r>
          </a:p>
        </p:txBody>
      </p:sp>
      <p:sp>
        <p:nvSpPr>
          <p:cNvPr id="9" name="Copyright">
            <a:extLst>
              <a:ext uri="{FF2B5EF4-FFF2-40B4-BE49-F238E27FC236}">
                <a16:creationId xmlns:a16="http://schemas.microsoft.com/office/drawing/2014/main" id="{42B478C9-B5DA-40CF-85B5-B8255333DF59}"/>
              </a:ext>
            </a:extLst>
          </p:cNvPr>
          <p:cNvSpPr txBox="1"/>
          <p:nvPr userDrawn="1"/>
        </p:nvSpPr>
        <p:spPr>
          <a:xfrm>
            <a:off x="501649" y="6519673"/>
            <a:ext cx="5355168" cy="207749"/>
          </a:xfrm>
          <a:prstGeom prst="rect">
            <a:avLst/>
          </a:prstGeom>
          <a:noFill/>
        </p:spPr>
        <p:txBody>
          <a:bodyPr wrap="square" lIns="0" tIns="0" rIns="0" bIns="0" rtlCol="0">
            <a:spAutoFit/>
          </a:bodyPr>
          <a:lstStyle/>
          <a:p>
            <a:pPr marL="0" indent="0">
              <a:spcBef>
                <a:spcPts val="450"/>
              </a:spcBef>
              <a:buSzPct val="100000"/>
              <a:buFont typeface="Arial"/>
              <a:buNone/>
            </a:pPr>
            <a:r>
              <a:rPr lang="en-US" sz="675" noProof="0" dirty="0">
                <a:solidFill>
                  <a:schemeClr val="bg1"/>
                </a:solidFill>
                <a:latin typeface="Calibri" panose="020F0502020204030204" pitchFamily="34" charset="0"/>
                <a:cs typeface="Calibri" panose="020F0502020204030204" pitchFamily="34" charset="0"/>
              </a:rPr>
              <a:t>Member firms and DTTL: Insert appropriate copyright</a:t>
            </a:r>
            <a:br>
              <a:rPr lang="en-US" sz="675" noProof="0" dirty="0">
                <a:solidFill>
                  <a:schemeClr val="bg1"/>
                </a:solidFill>
                <a:latin typeface="Calibri" panose="020F0502020204030204" pitchFamily="34" charset="0"/>
                <a:cs typeface="Calibri" panose="020F0502020204030204" pitchFamily="34" charset="0"/>
              </a:rPr>
            </a:br>
            <a:r>
              <a:rPr lang="en-US" sz="675"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0" name="CaseCode">
            <a:extLst>
              <a:ext uri="{FF2B5EF4-FFF2-40B4-BE49-F238E27FC236}">
                <a16:creationId xmlns:a16="http://schemas.microsoft.com/office/drawing/2014/main" id="{13465439-7954-4F6D-A5BA-2445764B064C}"/>
              </a:ext>
            </a:extLst>
          </p:cNvPr>
          <p:cNvSpPr txBox="1"/>
          <p:nvPr userDrawn="1"/>
        </p:nvSpPr>
        <p:spPr>
          <a:xfrm>
            <a:off x="6335184" y="6519673"/>
            <a:ext cx="4896560" cy="207749"/>
          </a:xfrm>
          <a:prstGeom prst="rect">
            <a:avLst/>
          </a:prstGeom>
          <a:noFill/>
        </p:spPr>
        <p:txBody>
          <a:bodyPr wrap="square" lIns="0" tIns="0" rIns="0" bIns="0" rtlCol="0">
            <a:spAutoFit/>
          </a:bodyPr>
          <a:lstStyle/>
          <a:p>
            <a:pPr marL="0" indent="0" algn="r">
              <a:spcBef>
                <a:spcPts val="0"/>
              </a:spcBef>
              <a:buSzPct val="100000"/>
              <a:buFont typeface="Arial"/>
              <a:buNone/>
            </a:pPr>
            <a:r>
              <a:rPr lang="en-US" sz="675" noProof="0" dirty="0">
                <a:solidFill>
                  <a:schemeClr val="bg1"/>
                </a:solidFill>
                <a:latin typeface="Calibri" panose="020F0502020204030204" pitchFamily="34" charset="0"/>
                <a:cs typeface="Calibri" panose="020F0502020204030204" pitchFamily="34" charset="0"/>
              </a:rPr>
              <a:t>Presentation title</a:t>
            </a:r>
            <a:br>
              <a:rPr lang="en-US" sz="675" noProof="0" dirty="0">
                <a:solidFill>
                  <a:schemeClr val="bg1"/>
                </a:solidFill>
                <a:latin typeface="Calibri" panose="020F0502020204030204" pitchFamily="34" charset="0"/>
                <a:cs typeface="Calibri" panose="020F0502020204030204" pitchFamily="34" charset="0"/>
              </a:rPr>
            </a:br>
            <a:r>
              <a:rPr lang="en-US" sz="675"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1" name="TextBox 10">
            <a:extLst>
              <a:ext uri="{FF2B5EF4-FFF2-40B4-BE49-F238E27FC236}">
                <a16:creationId xmlns:a16="http://schemas.microsoft.com/office/drawing/2014/main" id="{5B993EBE-E0B6-4868-AEFF-D7DAD2DDC7E4}"/>
              </a:ext>
            </a:extLst>
          </p:cNvPr>
          <p:cNvSpPr txBox="1"/>
          <p:nvPr userDrawn="1"/>
        </p:nvSpPr>
        <p:spPr>
          <a:xfrm>
            <a:off x="11426826" y="6519673"/>
            <a:ext cx="307975" cy="103875"/>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675"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675" noProof="0"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86706625"/>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Key statement teal">
    <p:bg>
      <p:bgPr>
        <a:solidFill>
          <a:schemeClr val="accent5"/>
        </a:solidFill>
        <a:effectLst/>
      </p:bgPr>
    </p:bg>
    <p:spTree>
      <p:nvGrpSpPr>
        <p:cNvPr id="1" name=""/>
        <p:cNvGrpSpPr/>
        <p:nvPr/>
      </p:nvGrpSpPr>
      <p:grpSpPr>
        <a:xfrm>
          <a:off x="0" y="0"/>
          <a:ext cx="0" cy="0"/>
          <a:chOff x="0" y="0"/>
          <a:chExt cx="0" cy="0"/>
        </a:xfrm>
      </p:grpSpPr>
      <p:sp>
        <p:nvSpPr>
          <p:cNvPr id="17" name="Text Placeholder 3"/>
          <p:cNvSpPr>
            <a:spLocks noGrp="1"/>
          </p:cNvSpPr>
          <p:nvPr>
            <p:ph type="body" sz="quarter" idx="10"/>
          </p:nvPr>
        </p:nvSpPr>
        <p:spPr>
          <a:xfrm>
            <a:off x="463296" y="1719073"/>
            <a:ext cx="9341104" cy="4643628"/>
          </a:xfrm>
          <a:prstGeom prst="rect">
            <a:avLst/>
          </a:prstGeom>
        </p:spPr>
        <p:txBody>
          <a:bodyPr>
            <a:noAutofit/>
          </a:bodyPr>
          <a:lstStyle>
            <a:lvl1pPr>
              <a:spcBef>
                <a:spcPts val="3600"/>
              </a:spcBef>
              <a:defRPr sz="3600">
                <a:solidFill>
                  <a:schemeClr val="bg1"/>
                </a:solidFill>
              </a:defRPr>
            </a:lvl1pPr>
            <a:lvl2pPr marL="457189" indent="-457189">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Click to edit Master text styles</a:t>
            </a:r>
          </a:p>
        </p:txBody>
      </p:sp>
      <p:sp>
        <p:nvSpPr>
          <p:cNvPr id="9" name="Copyright">
            <a:extLst>
              <a:ext uri="{FF2B5EF4-FFF2-40B4-BE49-F238E27FC236}">
                <a16:creationId xmlns:a16="http://schemas.microsoft.com/office/drawing/2014/main" id="{D9D178A5-CCC4-4A46-8C47-9A140D4A5CA1}"/>
              </a:ext>
            </a:extLst>
          </p:cNvPr>
          <p:cNvSpPr txBox="1"/>
          <p:nvPr userDrawn="1"/>
        </p:nvSpPr>
        <p:spPr>
          <a:xfrm>
            <a:off x="501649" y="6519673"/>
            <a:ext cx="5355168" cy="207749"/>
          </a:xfrm>
          <a:prstGeom prst="rect">
            <a:avLst/>
          </a:prstGeom>
          <a:noFill/>
        </p:spPr>
        <p:txBody>
          <a:bodyPr wrap="square" lIns="0" tIns="0" rIns="0" bIns="0" rtlCol="0">
            <a:spAutoFit/>
          </a:bodyPr>
          <a:lstStyle/>
          <a:p>
            <a:pPr marL="0" indent="0">
              <a:spcBef>
                <a:spcPts val="450"/>
              </a:spcBef>
              <a:buSzPct val="100000"/>
              <a:buFont typeface="Arial"/>
              <a:buNone/>
            </a:pPr>
            <a:r>
              <a:rPr lang="en-US" sz="675" noProof="0" dirty="0">
                <a:solidFill>
                  <a:schemeClr val="bg1"/>
                </a:solidFill>
                <a:latin typeface="Calibri" panose="020F0502020204030204" pitchFamily="34" charset="0"/>
                <a:cs typeface="Calibri" panose="020F0502020204030204" pitchFamily="34" charset="0"/>
              </a:rPr>
              <a:t>Member firms and DTTL: Insert appropriate copyright</a:t>
            </a:r>
            <a:br>
              <a:rPr lang="en-US" sz="675" noProof="0" dirty="0">
                <a:solidFill>
                  <a:schemeClr val="bg1"/>
                </a:solidFill>
                <a:latin typeface="Calibri" panose="020F0502020204030204" pitchFamily="34" charset="0"/>
                <a:cs typeface="Calibri" panose="020F0502020204030204" pitchFamily="34" charset="0"/>
              </a:rPr>
            </a:br>
            <a:r>
              <a:rPr lang="en-US" sz="675"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0" name="CaseCode">
            <a:extLst>
              <a:ext uri="{FF2B5EF4-FFF2-40B4-BE49-F238E27FC236}">
                <a16:creationId xmlns:a16="http://schemas.microsoft.com/office/drawing/2014/main" id="{70B3F7DA-818B-4D8B-B857-2D625878F36E}"/>
              </a:ext>
            </a:extLst>
          </p:cNvPr>
          <p:cNvSpPr txBox="1"/>
          <p:nvPr userDrawn="1"/>
        </p:nvSpPr>
        <p:spPr>
          <a:xfrm>
            <a:off x="6335184" y="6519673"/>
            <a:ext cx="4896560" cy="207749"/>
          </a:xfrm>
          <a:prstGeom prst="rect">
            <a:avLst/>
          </a:prstGeom>
          <a:noFill/>
        </p:spPr>
        <p:txBody>
          <a:bodyPr wrap="square" lIns="0" tIns="0" rIns="0" bIns="0" rtlCol="0">
            <a:spAutoFit/>
          </a:bodyPr>
          <a:lstStyle/>
          <a:p>
            <a:pPr marL="0" indent="0" algn="r">
              <a:spcBef>
                <a:spcPts val="0"/>
              </a:spcBef>
              <a:buSzPct val="100000"/>
              <a:buFont typeface="Arial"/>
              <a:buNone/>
            </a:pPr>
            <a:r>
              <a:rPr lang="en-US" sz="675" noProof="0" dirty="0">
                <a:solidFill>
                  <a:schemeClr val="bg1"/>
                </a:solidFill>
                <a:latin typeface="Calibri" panose="020F0502020204030204" pitchFamily="34" charset="0"/>
                <a:cs typeface="Calibri" panose="020F0502020204030204" pitchFamily="34" charset="0"/>
              </a:rPr>
              <a:t>Presentation title</a:t>
            </a:r>
            <a:br>
              <a:rPr lang="en-US" sz="675" noProof="0" dirty="0">
                <a:solidFill>
                  <a:schemeClr val="bg1"/>
                </a:solidFill>
                <a:latin typeface="Calibri" panose="020F0502020204030204" pitchFamily="34" charset="0"/>
                <a:cs typeface="Calibri" panose="020F0502020204030204" pitchFamily="34" charset="0"/>
              </a:rPr>
            </a:br>
            <a:r>
              <a:rPr lang="en-US" sz="675"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1" name="TextBox 10">
            <a:extLst>
              <a:ext uri="{FF2B5EF4-FFF2-40B4-BE49-F238E27FC236}">
                <a16:creationId xmlns:a16="http://schemas.microsoft.com/office/drawing/2014/main" id="{4106B75E-593B-4DBE-A922-1C55C945A5EC}"/>
              </a:ext>
            </a:extLst>
          </p:cNvPr>
          <p:cNvSpPr txBox="1"/>
          <p:nvPr userDrawn="1"/>
        </p:nvSpPr>
        <p:spPr>
          <a:xfrm>
            <a:off x="11426826" y="6519673"/>
            <a:ext cx="307975" cy="103875"/>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675"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675" noProof="0"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06483571"/>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Pr>
        <a:solidFill>
          <a:schemeClr val="tx1"/>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63296" y="1719073"/>
            <a:ext cx="9341104" cy="4643628"/>
          </a:xfrm>
          <a:prstGeom prst="rect">
            <a:avLst/>
          </a:prstGeom>
        </p:spPr>
        <p:txBody>
          <a:bodyPr>
            <a:noAutofit/>
          </a:bodyPr>
          <a:lstStyle>
            <a:lvl1pPr>
              <a:spcBef>
                <a:spcPts val="3600"/>
              </a:spcBef>
              <a:defRPr sz="3600">
                <a:solidFill>
                  <a:schemeClr val="bg1"/>
                </a:solidFill>
              </a:defRPr>
            </a:lvl1pPr>
            <a:lvl2pPr marL="457189" indent="-457189">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Click to edit Master text styles</a:t>
            </a:r>
          </a:p>
        </p:txBody>
      </p:sp>
      <p:sp>
        <p:nvSpPr>
          <p:cNvPr id="9" name="Copyright">
            <a:extLst>
              <a:ext uri="{FF2B5EF4-FFF2-40B4-BE49-F238E27FC236}">
                <a16:creationId xmlns:a16="http://schemas.microsoft.com/office/drawing/2014/main" id="{8A445E98-0101-4641-B761-F6EC62A4C1F9}"/>
              </a:ext>
            </a:extLst>
          </p:cNvPr>
          <p:cNvSpPr txBox="1"/>
          <p:nvPr userDrawn="1"/>
        </p:nvSpPr>
        <p:spPr>
          <a:xfrm>
            <a:off x="501649" y="6519673"/>
            <a:ext cx="5355168" cy="207749"/>
          </a:xfrm>
          <a:prstGeom prst="rect">
            <a:avLst/>
          </a:prstGeom>
          <a:noFill/>
        </p:spPr>
        <p:txBody>
          <a:bodyPr wrap="square" lIns="0" tIns="0" rIns="0" bIns="0" rtlCol="0">
            <a:spAutoFit/>
          </a:bodyPr>
          <a:lstStyle/>
          <a:p>
            <a:pPr marL="0" indent="0">
              <a:spcBef>
                <a:spcPts val="450"/>
              </a:spcBef>
              <a:buSzPct val="100000"/>
              <a:buFont typeface="Arial"/>
              <a:buNone/>
            </a:pPr>
            <a:r>
              <a:rPr lang="en-US" sz="675" noProof="0" dirty="0">
                <a:solidFill>
                  <a:schemeClr val="bg1"/>
                </a:solidFill>
                <a:latin typeface="Calibri" panose="020F0502020204030204" pitchFamily="34" charset="0"/>
                <a:cs typeface="Calibri" panose="020F0502020204030204" pitchFamily="34" charset="0"/>
              </a:rPr>
              <a:t>Member firms and DTTL: Insert appropriate copyright</a:t>
            </a:r>
            <a:br>
              <a:rPr lang="en-US" sz="675" noProof="0" dirty="0">
                <a:solidFill>
                  <a:schemeClr val="bg1"/>
                </a:solidFill>
                <a:latin typeface="Calibri" panose="020F0502020204030204" pitchFamily="34" charset="0"/>
                <a:cs typeface="Calibri" panose="020F0502020204030204" pitchFamily="34" charset="0"/>
              </a:rPr>
            </a:br>
            <a:r>
              <a:rPr lang="en-US" sz="675"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0" name="CaseCode">
            <a:extLst>
              <a:ext uri="{FF2B5EF4-FFF2-40B4-BE49-F238E27FC236}">
                <a16:creationId xmlns:a16="http://schemas.microsoft.com/office/drawing/2014/main" id="{8E6546D8-000E-40B0-BE69-23BCCEC818E9}"/>
              </a:ext>
            </a:extLst>
          </p:cNvPr>
          <p:cNvSpPr txBox="1"/>
          <p:nvPr userDrawn="1"/>
        </p:nvSpPr>
        <p:spPr>
          <a:xfrm>
            <a:off x="6335184" y="6519673"/>
            <a:ext cx="4896560" cy="207749"/>
          </a:xfrm>
          <a:prstGeom prst="rect">
            <a:avLst/>
          </a:prstGeom>
          <a:noFill/>
        </p:spPr>
        <p:txBody>
          <a:bodyPr wrap="square" lIns="0" tIns="0" rIns="0" bIns="0" rtlCol="0">
            <a:spAutoFit/>
          </a:bodyPr>
          <a:lstStyle/>
          <a:p>
            <a:pPr marL="0" indent="0" algn="r">
              <a:spcBef>
                <a:spcPts val="0"/>
              </a:spcBef>
              <a:buSzPct val="100000"/>
              <a:buFont typeface="Arial"/>
              <a:buNone/>
            </a:pPr>
            <a:r>
              <a:rPr lang="en-US" sz="675" noProof="0" dirty="0">
                <a:solidFill>
                  <a:schemeClr val="bg1"/>
                </a:solidFill>
                <a:latin typeface="Calibri" panose="020F0502020204030204" pitchFamily="34" charset="0"/>
                <a:cs typeface="Calibri" panose="020F0502020204030204" pitchFamily="34" charset="0"/>
              </a:rPr>
              <a:t>Presentation title</a:t>
            </a:r>
            <a:br>
              <a:rPr lang="en-US" sz="675" noProof="0" dirty="0">
                <a:solidFill>
                  <a:schemeClr val="bg1"/>
                </a:solidFill>
                <a:latin typeface="Calibri" panose="020F0502020204030204" pitchFamily="34" charset="0"/>
                <a:cs typeface="Calibri" panose="020F0502020204030204" pitchFamily="34" charset="0"/>
              </a:rPr>
            </a:br>
            <a:r>
              <a:rPr lang="en-US" sz="675"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1" name="TextBox 10">
            <a:extLst>
              <a:ext uri="{FF2B5EF4-FFF2-40B4-BE49-F238E27FC236}">
                <a16:creationId xmlns:a16="http://schemas.microsoft.com/office/drawing/2014/main" id="{C7761B44-F344-440B-8939-9E878C81D0CA}"/>
              </a:ext>
            </a:extLst>
          </p:cNvPr>
          <p:cNvSpPr txBox="1"/>
          <p:nvPr userDrawn="1"/>
        </p:nvSpPr>
        <p:spPr>
          <a:xfrm>
            <a:off x="11426826" y="6519673"/>
            <a:ext cx="307975" cy="103875"/>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675"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675" noProof="0"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04358634"/>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75488" y="1719072"/>
            <a:ext cx="9328912" cy="4643628"/>
          </a:xfrm>
          <a:prstGeom prst="rect">
            <a:avLst/>
          </a:prstGeom>
        </p:spPr>
        <p:txBody>
          <a:bodyPr>
            <a:noAutofit/>
          </a:bodyPr>
          <a:lstStyle>
            <a:lvl1pPr marL="0" indent="0" algn="l">
              <a:spcBef>
                <a:spcPts val="2700"/>
              </a:spcBef>
              <a:buFontTx/>
              <a:buNone/>
              <a:defRPr sz="3600">
                <a:solidFill>
                  <a:schemeClr val="tx1"/>
                </a:solidFill>
              </a:defRPr>
            </a:lvl1pPr>
            <a:lvl2pPr marL="342900" indent="-342900">
              <a:defRPr sz="2250">
                <a:solidFill>
                  <a:schemeClr val="bg2"/>
                </a:solidFill>
              </a:defRPr>
            </a:lvl2pPr>
            <a:lvl3pPr>
              <a:defRPr sz="2250">
                <a:solidFill>
                  <a:schemeClr val="bg2"/>
                </a:solidFill>
              </a:defRPr>
            </a:lvl3pPr>
            <a:lvl4pPr>
              <a:defRPr sz="2250">
                <a:solidFill>
                  <a:schemeClr val="bg2"/>
                </a:solidFill>
              </a:defRPr>
            </a:lvl4pPr>
            <a:lvl5pPr>
              <a:defRPr sz="2250">
                <a:solidFill>
                  <a:schemeClr val="bg2"/>
                </a:solidFill>
              </a:defRPr>
            </a:lvl5pPr>
          </a:lstStyle>
          <a:p>
            <a:pPr lvl="0"/>
            <a:r>
              <a:rPr lang="en-US" noProof="0"/>
              <a:t>Click to edit Master text styles</a:t>
            </a:r>
          </a:p>
        </p:txBody>
      </p:sp>
    </p:spTree>
    <p:extLst>
      <p:ext uri="{BB962C8B-B14F-4D97-AF65-F5344CB8AC3E}">
        <p14:creationId xmlns:p14="http://schemas.microsoft.com/office/powerpoint/2010/main" val="2629532993"/>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463296" y="1714500"/>
            <a:ext cx="11277600" cy="4648200"/>
          </a:xfrm>
          <a:prstGeom prst="rect">
            <a:avLst/>
          </a:prstGeom>
        </p:spPr>
        <p:txBody>
          <a:bodyPr vert="horz" lIns="0" tIns="0" rIns="0" bIns="0" rtlCol="0">
            <a:noAutofit/>
          </a:bodyPr>
          <a:lstStyle>
            <a:lvl1pPr marL="0" indent="0" algn="l">
              <a:buFontTx/>
              <a:buNone/>
              <a:defRPr sz="1200">
                <a:latin typeface="+mn-lt"/>
              </a:defRPr>
            </a:lvl1pPr>
            <a:lvl2pPr marL="104775" indent="-104775" algn="l">
              <a:buClrTx/>
              <a:buSzPct val="100000"/>
              <a:buFont typeface="Arial" panose="020B0604020202020204" pitchFamily="34" charset="0"/>
              <a:buChar char="•"/>
              <a:defRPr sz="1200">
                <a:latin typeface="+mj-lt"/>
              </a:defRPr>
            </a:lvl2pPr>
            <a:lvl3pPr marL="228600" indent="-104775" algn="l">
              <a:buClrTx/>
              <a:buSzPct val="100000"/>
              <a:buFont typeface="Arial" panose="020B0604020202020204" pitchFamily="34" charset="0"/>
              <a:buChar char="−"/>
              <a:defRPr sz="1200">
                <a:latin typeface="+mn-lt"/>
              </a:defRPr>
            </a:lvl3pPr>
            <a:lvl4pPr marL="352425" indent="-104775" algn="l">
              <a:buClrTx/>
              <a:buSzPct val="100000"/>
              <a:buFont typeface="Arial" panose="020B0604020202020204" pitchFamily="34" charset="0"/>
              <a:buChar char="◦"/>
              <a:defRPr sz="1200">
                <a:latin typeface="+mn-lt"/>
              </a:defRPr>
            </a:lvl4pPr>
            <a:lvl5pPr marL="476250" indent="-104775" algn="l">
              <a:buClrTx/>
              <a:buSzPct val="100000"/>
              <a:buFont typeface="Arial" panose="020B0604020202020204" pitchFamily="34" charset="0"/>
              <a:buChar char="−"/>
              <a:defRPr sz="12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noProof="0"/>
          </a:p>
        </p:txBody>
      </p:sp>
      <p:sp>
        <p:nvSpPr>
          <p:cNvPr id="4" name="Title Placeholder 1">
            <a:extLst>
              <a:ext uri="{FF2B5EF4-FFF2-40B4-BE49-F238E27FC236}">
                <a16:creationId xmlns:a16="http://schemas.microsoft.com/office/drawing/2014/main" id="{A1AF4B88-9BDB-4994-AE11-3A74CC55FE51}"/>
              </a:ext>
            </a:extLst>
          </p:cNvPr>
          <p:cNvSpPr>
            <a:spLocks noGrp="1"/>
          </p:cNvSpPr>
          <p:nvPr>
            <p:ph type="title" hasCustomPrompt="1"/>
          </p:nvPr>
        </p:nvSpPr>
        <p:spPr>
          <a:xfrm>
            <a:off x="463296" y="347473"/>
            <a:ext cx="11277600" cy="698501"/>
          </a:xfrm>
          <a:prstGeom prst="rect">
            <a:avLst/>
          </a:prstGeom>
        </p:spPr>
        <p:txBody>
          <a:bodyPr vert="horz" lIns="0" tIns="0" rIns="0" bIns="0" rtlCol="0" anchor="t" anchorCtr="0">
            <a:noAutofit/>
          </a:bodyPr>
          <a:lstStyle>
            <a:lvl1pPr>
              <a:defRPr sz="2100"/>
            </a:lvl1pPr>
          </a:lstStyle>
          <a:p>
            <a:r>
              <a:rPr lang="en-US"/>
              <a:t>Click to add title</a:t>
            </a:r>
          </a:p>
        </p:txBody>
      </p:sp>
    </p:spTree>
    <p:extLst>
      <p:ext uri="{BB962C8B-B14F-4D97-AF65-F5344CB8AC3E}">
        <p14:creationId xmlns:p14="http://schemas.microsoft.com/office/powerpoint/2010/main" val="1257992080"/>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463296" y="1714500"/>
            <a:ext cx="9341104" cy="4648200"/>
          </a:xfrm>
          <a:prstGeom prst="rect">
            <a:avLst/>
          </a:prstGeom>
        </p:spPr>
        <p:txBody>
          <a:bodyPr>
            <a:noAutofit/>
          </a:bodyPr>
          <a:lstStyle>
            <a:lvl1pPr marL="0" indent="0" algn="l">
              <a:buFontTx/>
              <a:buNone/>
              <a:tabLst>
                <a:tab pos="5047060" algn="r"/>
              </a:tabLst>
              <a:defRPr sz="1200">
                <a:latin typeface="+mn-lt"/>
              </a:defRPr>
            </a:lvl1pPr>
            <a:lvl2pPr marL="104775" indent="-104775" algn="l">
              <a:buClrTx/>
              <a:buSzPct val="100000"/>
              <a:buFont typeface="Arial" panose="020B0604020202020204" pitchFamily="34" charset="0"/>
              <a:buChar char="•"/>
              <a:tabLst>
                <a:tab pos="5047060" algn="r"/>
              </a:tabLst>
              <a:defRPr sz="1200">
                <a:latin typeface="+mj-lt"/>
              </a:defRPr>
            </a:lvl2pPr>
            <a:lvl3pPr marL="228600" indent="-104775" algn="l">
              <a:buClrTx/>
              <a:buSzPct val="100000"/>
              <a:buFont typeface="Arial" panose="020B0604020202020204" pitchFamily="34" charset="0"/>
              <a:buChar char="−"/>
              <a:tabLst>
                <a:tab pos="5047060" algn="r"/>
              </a:tabLst>
              <a:defRPr sz="1200">
                <a:latin typeface="+mn-lt"/>
              </a:defRPr>
            </a:lvl3pPr>
            <a:lvl4pPr marL="352425" indent="-104775" algn="l">
              <a:buClrTx/>
              <a:buSzPct val="100000"/>
              <a:buFont typeface="Arial" panose="020B0604020202020204" pitchFamily="34" charset="0"/>
              <a:buChar char="◦"/>
              <a:tabLst>
                <a:tab pos="5047060" algn="r"/>
              </a:tabLst>
              <a:defRPr sz="1200">
                <a:latin typeface="+mn-lt"/>
              </a:defRPr>
            </a:lvl4pPr>
            <a:lvl5pPr marL="476250" indent="-104775" algn="l">
              <a:buClrTx/>
              <a:buSzPct val="100000"/>
              <a:buFont typeface="Arial" panose="020B0604020202020204" pitchFamily="34" charset="0"/>
              <a:buChar char="−"/>
              <a:tabLst>
                <a:tab pos="3771900" algn="r"/>
              </a:tabLst>
              <a:defRPr sz="1200" baseline="0">
                <a:latin typeface="+mn-lt"/>
              </a:defRPr>
            </a:lvl5pPr>
            <a:lvl6pPr>
              <a:tabLst>
                <a:tab pos="5047060" algn="r"/>
              </a:tabLst>
              <a:defRPr/>
            </a:lvl6pPr>
            <a:lvl7pPr>
              <a:tabLst>
                <a:tab pos="5047060" algn="r"/>
              </a:tabLst>
              <a:defRPr/>
            </a:lvl7pPr>
            <a:lvl8pPr>
              <a:tabLst>
                <a:tab pos="5047060" algn="r"/>
              </a:tabLst>
              <a:defRPr/>
            </a:lvl8pPr>
            <a:lvl9pPr>
              <a:tabLst>
                <a:tab pos="5047060" algn="r"/>
              </a:tabLs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Placeholder 1"/>
          <p:cNvSpPr>
            <a:spLocks noGrp="1"/>
          </p:cNvSpPr>
          <p:nvPr>
            <p:ph type="title" hasCustomPrompt="1"/>
          </p:nvPr>
        </p:nvSpPr>
        <p:spPr>
          <a:xfrm>
            <a:off x="463296" y="347473"/>
            <a:ext cx="11180232" cy="698501"/>
          </a:xfrm>
          <a:prstGeom prst="rect">
            <a:avLst/>
          </a:prstGeom>
        </p:spPr>
        <p:txBody>
          <a:bodyPr vert="horz" lIns="0" tIns="0" rIns="0" bIns="0" rtlCol="0" anchor="t" anchorCtr="0">
            <a:noAutofit/>
          </a:bodyPr>
          <a:lstStyle>
            <a:lvl1pPr>
              <a:defRPr sz="2100"/>
            </a:lvl1pPr>
          </a:lstStyle>
          <a:p>
            <a:r>
              <a:rPr lang="en-US"/>
              <a:t>Click to add title</a:t>
            </a:r>
          </a:p>
        </p:txBody>
      </p:sp>
    </p:spTree>
    <p:extLst>
      <p:ext uri="{BB962C8B-B14F-4D97-AF65-F5344CB8AC3E}">
        <p14:creationId xmlns:p14="http://schemas.microsoft.com/office/powerpoint/2010/main" val="177147184"/>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Letter Layout">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8933144" y="345584"/>
            <a:ext cx="2804160" cy="1027760"/>
          </a:xfrm>
        </p:spPr>
        <p:txBody>
          <a:bodyPr>
            <a:noAutofit/>
          </a:bodyPr>
          <a:lstStyle>
            <a:lvl1pPr>
              <a:spcBef>
                <a:spcPts val="139"/>
              </a:spcBef>
              <a:defRPr sz="800">
                <a:solidFill>
                  <a:schemeClr val="tx1"/>
                </a:solidFill>
              </a:defRPr>
            </a:lvl1pPr>
            <a:lvl2pPr>
              <a:defRPr sz="727">
                <a:solidFill>
                  <a:schemeClr val="tx2"/>
                </a:solidFill>
              </a:defRPr>
            </a:lvl2pPr>
            <a:lvl3pPr>
              <a:defRPr sz="727">
                <a:solidFill>
                  <a:schemeClr val="tx2"/>
                </a:solidFill>
              </a:defRPr>
            </a:lvl3pPr>
            <a:lvl4pPr>
              <a:defRPr sz="692">
                <a:solidFill>
                  <a:schemeClr val="tx2"/>
                </a:solidFill>
              </a:defRPr>
            </a:lvl4pPr>
            <a:lvl5pPr>
              <a:defRPr sz="692">
                <a:solidFill>
                  <a:schemeClr val="tx2"/>
                </a:solidFill>
              </a:defRPr>
            </a:lvl5pPr>
          </a:lstStyle>
          <a:p>
            <a:pPr lvl="0"/>
            <a:r>
              <a:rPr lang="en-US"/>
              <a:t>Click to edit Master text styles</a:t>
            </a:r>
          </a:p>
        </p:txBody>
      </p:sp>
      <p:sp>
        <p:nvSpPr>
          <p:cNvPr id="7" name="Text Placeholder 6"/>
          <p:cNvSpPr>
            <a:spLocks noGrp="1"/>
          </p:cNvSpPr>
          <p:nvPr>
            <p:ph type="body" sz="quarter" idx="11"/>
          </p:nvPr>
        </p:nvSpPr>
        <p:spPr>
          <a:xfrm>
            <a:off x="463296" y="1714500"/>
            <a:ext cx="3549904" cy="4648200"/>
          </a:xfrm>
        </p:spPr>
        <p:txBody>
          <a:bodyPr>
            <a:noAutofit/>
          </a:bodyPr>
          <a:lstStyle>
            <a:lvl1pPr>
              <a:spcBef>
                <a:spcPts val="0"/>
              </a:spcBef>
              <a:spcAft>
                <a:spcPts val="416"/>
              </a:spcAft>
              <a:defRPr sz="1200"/>
            </a:lvl1pPr>
            <a:lvl2pPr>
              <a:spcBef>
                <a:spcPts val="208"/>
              </a:spcBef>
              <a:defRPr/>
            </a:lvl2pPr>
            <a:lvl3pPr>
              <a:spcBef>
                <a:spcPts val="208"/>
              </a:spcBef>
              <a:defRPr/>
            </a:lvl3pPr>
            <a:lvl4pPr>
              <a:spcBef>
                <a:spcPts val="208"/>
              </a:spcBef>
              <a:defRPr/>
            </a:lvl4pPr>
            <a:lvl5pPr>
              <a:spcBef>
                <a:spcPts val="208"/>
              </a:spcBef>
              <a:defRPr/>
            </a:lvl5pPr>
          </a:lstStyle>
          <a:p>
            <a:pPr lvl="0"/>
            <a:r>
              <a:rPr lang="en-US"/>
              <a:t>Click to edit Master text styles</a:t>
            </a:r>
          </a:p>
        </p:txBody>
      </p:sp>
      <p:sp>
        <p:nvSpPr>
          <p:cNvPr id="9" name="Text Placeholder 8"/>
          <p:cNvSpPr>
            <a:spLocks noGrp="1"/>
          </p:cNvSpPr>
          <p:nvPr>
            <p:ph type="body" sz="quarter" idx="12"/>
          </p:nvPr>
        </p:nvSpPr>
        <p:spPr>
          <a:xfrm>
            <a:off x="4318000" y="1719073"/>
            <a:ext cx="7416801" cy="4643628"/>
          </a:xfrm>
        </p:spPr>
        <p:txBody>
          <a:bodyPr>
            <a:noAutofit/>
          </a:bodyPr>
          <a:lstStyle>
            <a:lvl1pPr marL="0" indent="0" algn="l">
              <a:spcBef>
                <a:spcPts val="1247"/>
              </a:spcBef>
              <a:buFontTx/>
              <a:buNone/>
              <a:defRPr sz="1200"/>
            </a:lvl1pPr>
            <a:lvl2pPr marL="104775" indent="-104775" algn="l">
              <a:buClrTx/>
              <a:buSzPct val="100000"/>
              <a:buFont typeface="Arial" panose="020B0604020202020204" pitchFamily="34" charset="0"/>
              <a:buChar char="•"/>
              <a:defRPr sz="1200"/>
            </a:lvl2pPr>
            <a:lvl3pPr marL="228600" indent="-104775" algn="l">
              <a:buClrTx/>
              <a:buSzPct val="100000"/>
              <a:buFont typeface="Arial" panose="020B0604020202020204" pitchFamily="34" charset="0"/>
              <a:buChar char="−"/>
              <a:defRPr sz="1200"/>
            </a:lvl3pPr>
            <a:lvl4pPr marL="352425" indent="-104775" algn="l">
              <a:buClrTx/>
              <a:buSzPct val="100000"/>
              <a:buFont typeface="Arial" panose="020B0604020202020204" pitchFamily="34" charset="0"/>
              <a:buChar char="◦"/>
              <a:defRPr sz="1200"/>
            </a:lvl4pPr>
            <a:lvl5pPr marL="476250" indent="-104775" algn="l">
              <a:buClrTx/>
              <a:buSzPct val="100000"/>
              <a:buFont typeface="Arial" panose="020B0604020202020204"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noProof="0"/>
          </a:p>
        </p:txBody>
      </p:sp>
      <p:grpSp>
        <p:nvGrpSpPr>
          <p:cNvPr id="16" name="Group 15">
            <a:extLst>
              <a:ext uri="{FF2B5EF4-FFF2-40B4-BE49-F238E27FC236}">
                <a16:creationId xmlns:a16="http://schemas.microsoft.com/office/drawing/2014/main" id="{8D879EE2-D803-4CB2-AF00-F24E09224D10}"/>
              </a:ext>
            </a:extLst>
          </p:cNvPr>
          <p:cNvGrpSpPr>
            <a:grpSpLocks noChangeAspect="1"/>
          </p:cNvGrpSpPr>
          <p:nvPr userDrawn="1"/>
        </p:nvGrpSpPr>
        <p:grpSpPr>
          <a:xfrm>
            <a:off x="460541" y="344137"/>
            <a:ext cx="1819109" cy="345828"/>
            <a:chOff x="398463" y="404813"/>
            <a:chExt cx="1627187" cy="307976"/>
          </a:xfrm>
          <a:solidFill>
            <a:schemeClr val="tx1"/>
          </a:solidFill>
        </p:grpSpPr>
        <p:sp>
          <p:nvSpPr>
            <p:cNvPr id="17" name="Oval 5">
              <a:extLst>
                <a:ext uri="{FF2B5EF4-FFF2-40B4-BE49-F238E27FC236}">
                  <a16:creationId xmlns:a16="http://schemas.microsoft.com/office/drawing/2014/main" id="{D45CA835-378D-4289-9657-CD3C1D614351}"/>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8" name="Freeform 6">
              <a:extLst>
                <a:ext uri="{FF2B5EF4-FFF2-40B4-BE49-F238E27FC236}">
                  <a16:creationId xmlns:a16="http://schemas.microsoft.com/office/drawing/2014/main" id="{D3810899-A11C-413B-8CBC-D3CFBE3CD80B}"/>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19" name="Rectangle 7">
              <a:extLst>
                <a:ext uri="{FF2B5EF4-FFF2-40B4-BE49-F238E27FC236}">
                  <a16:creationId xmlns:a16="http://schemas.microsoft.com/office/drawing/2014/main" id="{A104677E-C9A9-43FD-9636-282AA4967CC8}"/>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0" name="Freeform 8">
              <a:extLst>
                <a:ext uri="{FF2B5EF4-FFF2-40B4-BE49-F238E27FC236}">
                  <a16:creationId xmlns:a16="http://schemas.microsoft.com/office/drawing/2014/main" id="{33CAB285-FAC0-4F34-8146-267CBA1B5D98}"/>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1" name="Rectangle 9">
              <a:extLst>
                <a:ext uri="{FF2B5EF4-FFF2-40B4-BE49-F238E27FC236}">
                  <a16:creationId xmlns:a16="http://schemas.microsoft.com/office/drawing/2014/main" id="{16082ED9-88C5-4736-942C-C7E3CCCA1BEA}"/>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2" name="Rectangle 10">
              <a:extLst>
                <a:ext uri="{FF2B5EF4-FFF2-40B4-BE49-F238E27FC236}">
                  <a16:creationId xmlns:a16="http://schemas.microsoft.com/office/drawing/2014/main" id="{E1E6C516-6C1B-4A02-BB05-4F831D78ECF5}"/>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3" name="Freeform 11">
              <a:extLst>
                <a:ext uri="{FF2B5EF4-FFF2-40B4-BE49-F238E27FC236}">
                  <a16:creationId xmlns:a16="http://schemas.microsoft.com/office/drawing/2014/main" id="{DA6EFC15-17CF-407E-9776-DF518801DEE6}"/>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4" name="Freeform 12">
              <a:extLst>
                <a:ext uri="{FF2B5EF4-FFF2-40B4-BE49-F238E27FC236}">
                  <a16:creationId xmlns:a16="http://schemas.microsoft.com/office/drawing/2014/main" id="{032EBC75-0AB2-4438-90A3-70694DE0F425}"/>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5" name="Freeform 13">
              <a:extLst>
                <a:ext uri="{FF2B5EF4-FFF2-40B4-BE49-F238E27FC236}">
                  <a16:creationId xmlns:a16="http://schemas.microsoft.com/office/drawing/2014/main" id="{FC22A38A-F53A-4006-98CB-F2CD2E27610D}"/>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6" name="Freeform 14">
              <a:extLst>
                <a:ext uri="{FF2B5EF4-FFF2-40B4-BE49-F238E27FC236}">
                  <a16:creationId xmlns:a16="http://schemas.microsoft.com/office/drawing/2014/main" id="{69265903-DE87-4699-A08F-FA3C1B52FB39}"/>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grpSp>
    </p:spTree>
    <p:extLst>
      <p:ext uri="{BB962C8B-B14F-4D97-AF65-F5344CB8AC3E}">
        <p14:creationId xmlns:p14="http://schemas.microsoft.com/office/powerpoint/2010/main" val="598483378"/>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463295" y="347472"/>
            <a:ext cx="11228832" cy="698500"/>
          </a:xfrm>
          <a:prstGeom prst="rect">
            <a:avLst/>
          </a:prstGeom>
        </p:spPr>
        <p:txBody>
          <a:bodyPr vert="horz" lIns="0" tIns="0" rIns="0" bIns="0" rtlCol="0" anchor="t" anchorCtr="0">
            <a:noAutofit/>
          </a:bodyPr>
          <a:lstStyle>
            <a:lvl1pPr>
              <a:defRPr sz="2100"/>
            </a:lvl1pPr>
          </a:lstStyle>
          <a:p>
            <a:r>
              <a:rPr lang="en-US" noProof="0"/>
              <a:t>Click to add title</a:t>
            </a:r>
          </a:p>
        </p:txBody>
      </p:sp>
      <p:sp>
        <p:nvSpPr>
          <p:cNvPr id="5" name="Picture Placeholder 9"/>
          <p:cNvSpPr>
            <a:spLocks noGrp="1"/>
          </p:cNvSpPr>
          <p:nvPr>
            <p:ph type="pic" sz="quarter" idx="15"/>
          </p:nvPr>
        </p:nvSpPr>
        <p:spPr>
          <a:xfrm>
            <a:off x="5450351" y="1714500"/>
            <a:ext cx="6240000" cy="4648200"/>
          </a:xfrm>
        </p:spPr>
        <p:txBody>
          <a:bodyPr>
            <a:noAutofit/>
          </a:bodyPr>
          <a:lstStyle>
            <a:lvl1pPr>
              <a:defRPr sz="1200"/>
            </a:lvl1pPr>
          </a:lstStyle>
          <a:p>
            <a:r>
              <a:rPr lang="en-US" noProof="0" dirty="0"/>
              <a:t>Click icon to add picture</a:t>
            </a:r>
          </a:p>
        </p:txBody>
      </p:sp>
      <p:sp>
        <p:nvSpPr>
          <p:cNvPr id="6" name="Content Placeholder 3"/>
          <p:cNvSpPr>
            <a:spLocks noGrp="1"/>
          </p:cNvSpPr>
          <p:nvPr>
            <p:ph sz="quarter" idx="10"/>
          </p:nvPr>
        </p:nvSpPr>
        <p:spPr>
          <a:xfrm>
            <a:off x="463296" y="1714500"/>
            <a:ext cx="4413504" cy="4648200"/>
          </a:xfrm>
          <a:prstGeom prst="rect">
            <a:avLst/>
          </a:prstGeom>
        </p:spPr>
        <p:txBody>
          <a:bodyPr>
            <a:noAutofit/>
          </a:bodyPr>
          <a:lstStyle>
            <a:lvl1pPr marL="0" indent="0" algn="l">
              <a:buFontTx/>
              <a:buNone/>
              <a:tabLst>
                <a:tab pos="3771900" algn="r"/>
              </a:tabLst>
              <a:defRPr sz="1200">
                <a:latin typeface="+mn-lt"/>
              </a:defRPr>
            </a:lvl1pPr>
            <a:lvl2pPr marL="104775" indent="-104775" algn="l">
              <a:buClrTx/>
              <a:buSzPct val="100000"/>
              <a:buFont typeface="Arial" panose="020B0604020202020204" pitchFamily="34" charset="0"/>
              <a:buChar char="•"/>
              <a:tabLst>
                <a:tab pos="3771900" algn="r"/>
              </a:tabLst>
              <a:defRPr sz="1200">
                <a:latin typeface="+mj-lt"/>
              </a:defRPr>
            </a:lvl2pPr>
            <a:lvl3pPr marL="228600" indent="-104775" algn="l">
              <a:buClrTx/>
              <a:buSzPct val="100000"/>
              <a:buFont typeface="Arial" panose="020B0604020202020204" pitchFamily="34" charset="0"/>
              <a:buChar char="−"/>
              <a:tabLst>
                <a:tab pos="3771900" algn="r"/>
              </a:tabLst>
              <a:defRPr sz="1200">
                <a:latin typeface="+mn-lt"/>
              </a:defRPr>
            </a:lvl3pPr>
            <a:lvl4pPr marL="352425" indent="-104775" algn="l">
              <a:buClrTx/>
              <a:buSzPct val="100000"/>
              <a:buFont typeface="Arial" panose="020B0604020202020204" pitchFamily="34" charset="0"/>
              <a:buChar char="◦"/>
              <a:tabLst>
                <a:tab pos="3771900" algn="r"/>
              </a:tabLst>
              <a:defRPr sz="1200">
                <a:latin typeface="+mn-lt"/>
              </a:defRPr>
            </a:lvl4pPr>
            <a:lvl5pPr marL="476250" indent="-104775" algn="l">
              <a:buClrTx/>
              <a:buSzPct val="100000"/>
              <a:buFont typeface="Arial" panose="020B0604020202020204" pitchFamily="34" charset="0"/>
              <a:buChar char="−"/>
              <a:tabLst>
                <a:tab pos="3771900" algn="r"/>
              </a:tabLst>
              <a:defRPr sz="1200" baseline="0">
                <a:latin typeface="+mn-lt"/>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72356287"/>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463296" y="1719072"/>
            <a:ext cx="5480304" cy="4643628"/>
          </a:xfrm>
          <a:prstGeom prst="rect">
            <a:avLst/>
          </a:prstGeom>
        </p:spPr>
        <p:txBody>
          <a:bodyPr>
            <a:noAutofit/>
          </a:bodyPr>
          <a:lstStyle>
            <a:lvl1pPr marL="0" indent="0" algn="l">
              <a:buFontTx/>
              <a:buNone/>
              <a:tabLst>
                <a:tab pos="3771900" algn="r"/>
              </a:tabLst>
              <a:defRPr sz="1200"/>
            </a:lvl1pPr>
            <a:lvl2pPr marL="104775" indent="-104775" algn="l">
              <a:buClrTx/>
              <a:buSzPct val="100000"/>
              <a:buFont typeface="Arial" panose="020B0604020202020204" pitchFamily="34" charset="0"/>
              <a:buChar char="•"/>
              <a:tabLst>
                <a:tab pos="3771900" algn="r"/>
              </a:tabLst>
              <a:defRPr sz="1200"/>
            </a:lvl2pPr>
            <a:lvl3pPr marL="228600" indent="-104775" algn="l">
              <a:buClrTx/>
              <a:buSzPct val="100000"/>
              <a:buFont typeface="Arial" panose="020B0604020202020204" pitchFamily="34" charset="0"/>
              <a:buChar char="−"/>
              <a:tabLst>
                <a:tab pos="3771900" algn="r"/>
              </a:tabLst>
              <a:defRPr sz="1200"/>
            </a:lvl3pPr>
            <a:lvl4pPr marL="352425" indent="-104775" algn="l">
              <a:buClrTx/>
              <a:buSzPct val="100000"/>
              <a:buFont typeface="Arial" panose="020B0604020202020204" pitchFamily="34" charset="0"/>
              <a:buChar char="◦"/>
              <a:tabLst>
                <a:tab pos="3771900" algn="r"/>
              </a:tabLst>
              <a:defRPr sz="1200"/>
            </a:lvl4pPr>
            <a:lvl5pPr marL="476250" indent="-104775" algn="l">
              <a:buClrTx/>
              <a:buSzPct val="100000"/>
              <a:buFont typeface="Arial" panose="020B0604020202020204" pitchFamily="34" charset="0"/>
              <a:buChar char="−"/>
              <a:tabLst>
                <a:tab pos="3771900" algn="r"/>
              </a:tabLst>
              <a:defRPr sz="1200"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248404" y="1719072"/>
            <a:ext cx="5486397" cy="4643628"/>
          </a:xfrm>
          <a:prstGeom prst="rect">
            <a:avLst/>
          </a:prstGeom>
        </p:spPr>
        <p:txBody>
          <a:bodyPr>
            <a:noAutofit/>
          </a:bodyPr>
          <a:lstStyle>
            <a:lvl1pPr marL="0" indent="0" algn="l">
              <a:buFontTx/>
              <a:buNone/>
              <a:tabLst>
                <a:tab pos="3771900" algn="r"/>
              </a:tabLst>
              <a:defRPr sz="1200"/>
            </a:lvl1pPr>
            <a:lvl2pPr marL="104775" indent="-104775" algn="l">
              <a:buClrTx/>
              <a:buSzPct val="100000"/>
              <a:buFont typeface="Arial" panose="020B0604020202020204" pitchFamily="34" charset="0"/>
              <a:buChar char="•"/>
              <a:tabLst>
                <a:tab pos="3771900" algn="r"/>
              </a:tabLst>
              <a:defRPr sz="1200"/>
            </a:lvl2pPr>
            <a:lvl3pPr marL="228600" indent="-104775" algn="l">
              <a:buClrTx/>
              <a:buSzPct val="100000"/>
              <a:buFont typeface="Arial" panose="020B0604020202020204" pitchFamily="34" charset="0"/>
              <a:buChar char="−"/>
              <a:tabLst>
                <a:tab pos="3771900" algn="r"/>
              </a:tabLst>
              <a:defRPr sz="1200"/>
            </a:lvl3pPr>
            <a:lvl4pPr marL="352425" indent="-104775" algn="l">
              <a:buClrTx/>
              <a:buSzPct val="100000"/>
              <a:buFont typeface="Arial" panose="020B0604020202020204" pitchFamily="34" charset="0"/>
              <a:buChar char="◦"/>
              <a:tabLst>
                <a:tab pos="3771900" algn="r"/>
              </a:tabLst>
              <a:defRPr sz="1200"/>
            </a:lvl4pPr>
            <a:lvl5pPr marL="476250" indent="-104775" algn="l">
              <a:buClrTx/>
              <a:buSzPct val="100000"/>
              <a:buFont typeface="Arial" panose="020B0604020202020204" pitchFamily="34" charset="0"/>
              <a:buChar char="−"/>
              <a:tabLst>
                <a:tab pos="3771900" algn="r"/>
              </a:tabLst>
              <a:defRPr sz="1200"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a:extLst>
              <a:ext uri="{FF2B5EF4-FFF2-40B4-BE49-F238E27FC236}">
                <a16:creationId xmlns:a16="http://schemas.microsoft.com/office/drawing/2014/main" id="{8A9CD2DA-AA83-4DCB-8501-DE5878CC0B8A}"/>
              </a:ext>
            </a:extLst>
          </p:cNvPr>
          <p:cNvSpPr>
            <a:spLocks noGrp="1"/>
          </p:cNvSpPr>
          <p:nvPr>
            <p:ph type="body" sz="quarter" idx="13"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7" name="Title Placeholder 1">
            <a:extLst>
              <a:ext uri="{FF2B5EF4-FFF2-40B4-BE49-F238E27FC236}">
                <a16:creationId xmlns:a16="http://schemas.microsoft.com/office/drawing/2014/main" id="{6559CC6F-6478-4902-A4D5-F8FB6538D285}"/>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Tree>
    <p:extLst>
      <p:ext uri="{BB962C8B-B14F-4D97-AF65-F5344CB8AC3E}">
        <p14:creationId xmlns:p14="http://schemas.microsoft.com/office/powerpoint/2010/main" val="444452601"/>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sp>
        <p:nvSpPr>
          <p:cNvPr id="21" name="Text Placeholder 8">
            <a:extLst>
              <a:ext uri="{FF2B5EF4-FFF2-40B4-BE49-F238E27FC236}">
                <a16:creationId xmlns:a16="http://schemas.microsoft.com/office/drawing/2014/main" id="{59A021DD-F549-41C3-B366-CFCBDD85997E}"/>
              </a:ext>
            </a:extLst>
          </p:cNvPr>
          <p:cNvSpPr>
            <a:spLocks noGrp="1"/>
          </p:cNvSpPr>
          <p:nvPr>
            <p:ph type="body" sz="quarter" idx="13"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22" name="Title Placeholder 1">
            <a:extLst>
              <a:ext uri="{FF2B5EF4-FFF2-40B4-BE49-F238E27FC236}">
                <a16:creationId xmlns:a16="http://schemas.microsoft.com/office/drawing/2014/main" id="{ECC1F342-3C5A-4884-B063-1F96DE727F31}"/>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
        <p:nvSpPr>
          <p:cNvPr id="23" name="Content Placeholder 3">
            <a:extLst>
              <a:ext uri="{FF2B5EF4-FFF2-40B4-BE49-F238E27FC236}">
                <a16:creationId xmlns:a16="http://schemas.microsoft.com/office/drawing/2014/main" id="{BFED540D-3BF1-4047-9D69-9C3EB9B94551}"/>
              </a:ext>
            </a:extLst>
          </p:cNvPr>
          <p:cNvSpPr>
            <a:spLocks noGrp="1"/>
          </p:cNvSpPr>
          <p:nvPr>
            <p:ph sz="quarter" idx="10"/>
          </p:nvPr>
        </p:nvSpPr>
        <p:spPr>
          <a:xfrm>
            <a:off x="463296" y="1719072"/>
            <a:ext cx="5480304" cy="4643628"/>
          </a:xfrm>
          <a:prstGeom prst="rect">
            <a:avLst/>
          </a:prstGeom>
        </p:spPr>
        <p:txBody>
          <a:bodyPr>
            <a:noAutofit/>
          </a:bodyPr>
          <a:lstStyle>
            <a:lvl1pPr marL="0" indent="0" algn="l">
              <a:buFontTx/>
              <a:buNone/>
              <a:tabLst>
                <a:tab pos="3771900" algn="r"/>
              </a:tabLst>
              <a:defRPr sz="1200"/>
            </a:lvl1pPr>
            <a:lvl2pPr marL="104775" indent="-104775" algn="l">
              <a:buClrTx/>
              <a:buSzPct val="100000"/>
              <a:buFont typeface="Arial" panose="020B0604020202020204" pitchFamily="34" charset="0"/>
              <a:buChar char="•"/>
              <a:tabLst>
                <a:tab pos="3771900" algn="r"/>
              </a:tabLst>
              <a:defRPr sz="1200"/>
            </a:lvl2pPr>
            <a:lvl3pPr marL="228600" indent="-104775" algn="l">
              <a:buClrTx/>
              <a:buSzPct val="100000"/>
              <a:buFont typeface="Arial" panose="020B0604020202020204" pitchFamily="34" charset="0"/>
              <a:buChar char="−"/>
              <a:tabLst>
                <a:tab pos="3771900" algn="r"/>
              </a:tabLst>
              <a:defRPr sz="1200"/>
            </a:lvl3pPr>
            <a:lvl4pPr marL="352425" indent="-104775" algn="l">
              <a:buClrTx/>
              <a:buSzPct val="100000"/>
              <a:buFont typeface="Arial" panose="020B0604020202020204" pitchFamily="34" charset="0"/>
              <a:buChar char="◦"/>
              <a:tabLst>
                <a:tab pos="3771900" algn="r"/>
              </a:tabLst>
              <a:defRPr sz="1200"/>
            </a:lvl4pPr>
            <a:lvl5pPr marL="476250" indent="-104775" algn="l">
              <a:buClrTx/>
              <a:buSzPct val="100000"/>
              <a:buFont typeface="Arial" panose="020B0604020202020204" pitchFamily="34" charset="0"/>
              <a:buChar char="−"/>
              <a:tabLst>
                <a:tab pos="3771900" algn="r"/>
              </a:tabLst>
              <a:defRPr sz="1200"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4" name="Content Placeholder 3">
            <a:extLst>
              <a:ext uri="{FF2B5EF4-FFF2-40B4-BE49-F238E27FC236}">
                <a16:creationId xmlns:a16="http://schemas.microsoft.com/office/drawing/2014/main" id="{B2159D59-FAF6-4904-B82D-440C56566D86}"/>
              </a:ext>
            </a:extLst>
          </p:cNvPr>
          <p:cNvSpPr>
            <a:spLocks noGrp="1"/>
          </p:cNvSpPr>
          <p:nvPr>
            <p:ph sz="quarter" idx="14"/>
          </p:nvPr>
        </p:nvSpPr>
        <p:spPr>
          <a:xfrm>
            <a:off x="6260591" y="1714500"/>
            <a:ext cx="5480304" cy="4643628"/>
          </a:xfrm>
          <a:prstGeom prst="rect">
            <a:avLst/>
          </a:prstGeom>
        </p:spPr>
        <p:txBody>
          <a:bodyPr>
            <a:noAutofit/>
          </a:bodyPr>
          <a:lstStyle>
            <a:lvl1pPr marL="0" indent="0" algn="l">
              <a:buFontTx/>
              <a:buNone/>
              <a:tabLst>
                <a:tab pos="3771900" algn="r"/>
              </a:tabLst>
              <a:defRPr sz="1200"/>
            </a:lvl1pPr>
            <a:lvl2pPr marL="104775" indent="-104775" algn="l">
              <a:buClrTx/>
              <a:buSzPct val="100000"/>
              <a:buFont typeface="Arial" panose="020B0604020202020204" pitchFamily="34" charset="0"/>
              <a:buChar char="•"/>
              <a:tabLst>
                <a:tab pos="3771900" algn="r"/>
              </a:tabLst>
              <a:defRPr sz="1200"/>
            </a:lvl2pPr>
            <a:lvl3pPr marL="228600" indent="-104775" algn="l">
              <a:buClrTx/>
              <a:buSzPct val="100000"/>
              <a:buFont typeface="Arial" panose="020B0604020202020204" pitchFamily="34" charset="0"/>
              <a:buChar char="−"/>
              <a:tabLst>
                <a:tab pos="3771900" algn="r"/>
              </a:tabLst>
              <a:defRPr sz="1200"/>
            </a:lvl3pPr>
            <a:lvl4pPr marL="352425" indent="-104775" algn="l">
              <a:buClrTx/>
              <a:buSzPct val="100000"/>
              <a:buFont typeface="Arial" panose="020B0604020202020204" pitchFamily="34" charset="0"/>
              <a:buChar char="◦"/>
              <a:tabLst>
                <a:tab pos="3771900" algn="r"/>
              </a:tabLst>
              <a:defRPr sz="1200"/>
            </a:lvl4pPr>
            <a:lvl5pPr marL="476250" indent="-104775" algn="l">
              <a:buClrTx/>
              <a:buSzPct val="100000"/>
              <a:buFont typeface="Arial" panose="020B0604020202020204" pitchFamily="34" charset="0"/>
              <a:buChar char="−"/>
              <a:tabLst>
                <a:tab pos="3771900" algn="r"/>
              </a:tabLst>
              <a:defRPr sz="1200"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410897223"/>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457201" y="685801"/>
            <a:ext cx="11277599" cy="1027633"/>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17" name="Chart Placeholder 3"/>
          <p:cNvSpPr>
            <a:spLocks noGrp="1"/>
          </p:cNvSpPr>
          <p:nvPr>
            <p:ph type="chart" sz="quarter" idx="15"/>
          </p:nvPr>
        </p:nvSpPr>
        <p:spPr>
          <a:xfrm>
            <a:off x="463296" y="2078281"/>
            <a:ext cx="11271504" cy="4042735"/>
          </a:xfrm>
          <a:prstGeom prst="rect">
            <a:avLst/>
          </a:prstGeom>
        </p:spPr>
        <p:txBody>
          <a:bodyPr>
            <a:noAutofit/>
          </a:bodyPr>
          <a:lstStyle>
            <a:lvl1pPr>
              <a:defRPr sz="1200"/>
            </a:lvl1pPr>
          </a:lstStyle>
          <a:p>
            <a:r>
              <a:rPr lang="en-US" dirty="0"/>
              <a:t>Click icon to add chart</a:t>
            </a:r>
            <a:endParaRPr lang="en-GB" dirty="0"/>
          </a:p>
        </p:txBody>
      </p:sp>
      <p:sp>
        <p:nvSpPr>
          <p:cNvPr id="18" name="Text Placeholder 8"/>
          <p:cNvSpPr>
            <a:spLocks noGrp="1"/>
          </p:cNvSpPr>
          <p:nvPr>
            <p:ph type="body" sz="quarter" idx="18"/>
          </p:nvPr>
        </p:nvSpPr>
        <p:spPr>
          <a:xfrm>
            <a:off x="463296" y="1717263"/>
            <a:ext cx="11271504" cy="357187"/>
          </a:xfrm>
        </p:spPr>
        <p:txBody>
          <a:bodyPr>
            <a:noAutofit/>
          </a:bodyPr>
          <a:lstStyle>
            <a:lvl1pPr>
              <a:defRPr sz="1200"/>
            </a:lvl1pPr>
          </a:lstStyle>
          <a:p>
            <a:pPr lvl="0"/>
            <a:r>
              <a:rPr lang="en-US" noProof="0"/>
              <a:t>Click to 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463294" y="350300"/>
            <a:ext cx="11265412" cy="335500"/>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
        <p:nvSpPr>
          <p:cNvPr id="8" name="Text Placeholder 7">
            <a:extLst>
              <a:ext uri="{FF2B5EF4-FFF2-40B4-BE49-F238E27FC236}">
                <a16:creationId xmlns:a16="http://schemas.microsoft.com/office/drawing/2014/main" id="{4B6E095B-6E26-41E6-AFC8-FF16F0C3C866}"/>
              </a:ext>
            </a:extLst>
          </p:cNvPr>
          <p:cNvSpPr>
            <a:spLocks noGrp="1"/>
          </p:cNvSpPr>
          <p:nvPr>
            <p:ph type="body" sz="quarter" idx="23"/>
          </p:nvPr>
        </p:nvSpPr>
        <p:spPr>
          <a:xfrm>
            <a:off x="457201" y="6121016"/>
            <a:ext cx="11277599" cy="241685"/>
          </a:xfrm>
        </p:spPr>
        <p:txBody>
          <a:bodyPr>
            <a:noAutofit/>
          </a:bodyPr>
          <a:lstStyle>
            <a:lvl1pPr>
              <a:spcAft>
                <a:spcPts val="0"/>
              </a:spcAft>
              <a:defRPr sz="900"/>
            </a:lvl1pPr>
          </a:lstStyle>
          <a:p>
            <a:pPr lvl="0"/>
            <a:r>
              <a:rPr lang="en-US"/>
              <a:t>Click to edit Master text styles</a:t>
            </a:r>
          </a:p>
        </p:txBody>
      </p:sp>
    </p:spTree>
    <p:extLst>
      <p:ext uri="{BB962C8B-B14F-4D97-AF65-F5344CB8AC3E}">
        <p14:creationId xmlns:p14="http://schemas.microsoft.com/office/powerpoint/2010/main" val="2883073720"/>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256871" y="2137713"/>
            <a:ext cx="5480304" cy="3983302"/>
          </a:xfrm>
        </p:spPr>
        <p:txBody>
          <a:bodyPr>
            <a:noAutofit/>
          </a:bodyPr>
          <a:lstStyle>
            <a:lvl1pPr>
              <a:defRPr sz="1200"/>
            </a:lvl1pPr>
          </a:lstStyle>
          <a:p>
            <a:r>
              <a:rPr lang="en-US" noProof="0" dirty="0"/>
              <a:t>Click icon to add chart</a:t>
            </a:r>
          </a:p>
        </p:txBody>
      </p:sp>
      <p:sp>
        <p:nvSpPr>
          <p:cNvPr id="6" name="Text Placeholder 5"/>
          <p:cNvSpPr>
            <a:spLocks noGrp="1"/>
          </p:cNvSpPr>
          <p:nvPr>
            <p:ph type="body" sz="quarter" idx="22"/>
          </p:nvPr>
        </p:nvSpPr>
        <p:spPr>
          <a:xfrm>
            <a:off x="6256871" y="1719074"/>
            <a:ext cx="5480304" cy="405940"/>
          </a:xfrm>
        </p:spPr>
        <p:txBody>
          <a:bodyPr>
            <a:noAutofit/>
          </a:bodyPr>
          <a:lstStyle>
            <a:lvl1pPr>
              <a:defRPr sz="1200"/>
            </a:lvl1pPr>
          </a:lstStyle>
          <a:p>
            <a:pPr lvl="0"/>
            <a:r>
              <a:rPr lang="en-US" noProof="0"/>
              <a:t>Click to edit Master text styles</a:t>
            </a:r>
          </a:p>
        </p:txBody>
      </p:sp>
      <p:sp>
        <p:nvSpPr>
          <p:cNvPr id="15" name="Text Placeholder 7"/>
          <p:cNvSpPr>
            <a:spLocks noGrp="1"/>
          </p:cNvSpPr>
          <p:nvPr>
            <p:ph type="body" sz="quarter" idx="23"/>
          </p:nvPr>
        </p:nvSpPr>
        <p:spPr>
          <a:xfrm>
            <a:off x="463297" y="6121016"/>
            <a:ext cx="11273879" cy="241685"/>
          </a:xfrm>
        </p:spPr>
        <p:txBody>
          <a:bodyPr>
            <a:noAutofit/>
          </a:bodyPr>
          <a:lstStyle>
            <a:lvl1pPr>
              <a:spcAft>
                <a:spcPts val="0"/>
              </a:spcAft>
              <a:defRPr sz="800"/>
            </a:lvl1pPr>
          </a:lstStyle>
          <a:p>
            <a:pPr lvl="0"/>
            <a:r>
              <a:rPr lang="en-US"/>
              <a:t>Click to edit Master text styles</a:t>
            </a:r>
          </a:p>
        </p:txBody>
      </p:sp>
      <p:sp>
        <p:nvSpPr>
          <p:cNvPr id="10" name="Text Placeholder 8">
            <a:extLst>
              <a:ext uri="{FF2B5EF4-FFF2-40B4-BE49-F238E27FC236}">
                <a16:creationId xmlns:a16="http://schemas.microsoft.com/office/drawing/2014/main" id="{CD00439A-130B-4E04-85CB-DABD856B2FAA}"/>
              </a:ext>
            </a:extLst>
          </p:cNvPr>
          <p:cNvSpPr>
            <a:spLocks noGrp="1"/>
          </p:cNvSpPr>
          <p:nvPr>
            <p:ph type="body" sz="quarter" idx="13"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11" name="Title Placeholder 1">
            <a:extLst>
              <a:ext uri="{FF2B5EF4-FFF2-40B4-BE49-F238E27FC236}">
                <a16:creationId xmlns:a16="http://schemas.microsoft.com/office/drawing/2014/main" id="{33B9B3F6-9F40-4388-9B79-8E0961AD2B9E}"/>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
        <p:nvSpPr>
          <p:cNvPr id="13" name="Content Placeholder 3">
            <a:extLst>
              <a:ext uri="{FF2B5EF4-FFF2-40B4-BE49-F238E27FC236}">
                <a16:creationId xmlns:a16="http://schemas.microsoft.com/office/drawing/2014/main" id="{81AD6F48-ECFC-4B93-B043-AEA877E0937F}"/>
              </a:ext>
            </a:extLst>
          </p:cNvPr>
          <p:cNvSpPr>
            <a:spLocks noGrp="1"/>
          </p:cNvSpPr>
          <p:nvPr>
            <p:ph sz="quarter" idx="10"/>
          </p:nvPr>
        </p:nvSpPr>
        <p:spPr>
          <a:xfrm>
            <a:off x="463296" y="1719073"/>
            <a:ext cx="5480304" cy="4401943"/>
          </a:xfrm>
          <a:prstGeom prst="rect">
            <a:avLst/>
          </a:prstGeom>
        </p:spPr>
        <p:txBody>
          <a:bodyPr>
            <a:noAutofit/>
          </a:bodyPr>
          <a:lstStyle>
            <a:lvl1pPr marL="0" indent="0" algn="l">
              <a:buFontTx/>
              <a:buNone/>
              <a:tabLst>
                <a:tab pos="3771900" algn="r"/>
              </a:tabLst>
              <a:defRPr sz="1200"/>
            </a:lvl1pPr>
            <a:lvl2pPr marL="104775" indent="-104775" algn="l">
              <a:buClrTx/>
              <a:buSzPct val="100000"/>
              <a:buFont typeface="Arial" panose="020B0604020202020204" pitchFamily="34" charset="0"/>
              <a:buChar char="•"/>
              <a:tabLst>
                <a:tab pos="3771900" algn="r"/>
              </a:tabLst>
              <a:defRPr sz="1200"/>
            </a:lvl2pPr>
            <a:lvl3pPr marL="228600" indent="-104775" algn="l">
              <a:buClrTx/>
              <a:buSzPct val="100000"/>
              <a:buFont typeface="Arial" panose="020B0604020202020204" pitchFamily="34" charset="0"/>
              <a:buChar char="−"/>
              <a:tabLst>
                <a:tab pos="3771900" algn="r"/>
              </a:tabLst>
              <a:defRPr sz="1200"/>
            </a:lvl3pPr>
            <a:lvl4pPr marL="352425" indent="-104775" algn="l">
              <a:buClrTx/>
              <a:buSzPct val="100000"/>
              <a:buFont typeface="Arial" panose="020B0604020202020204" pitchFamily="34" charset="0"/>
              <a:buChar char="◦"/>
              <a:tabLst>
                <a:tab pos="3771900" algn="r"/>
              </a:tabLst>
              <a:defRPr sz="1200"/>
            </a:lvl4pPr>
            <a:lvl5pPr marL="476250" indent="-104775" algn="l">
              <a:buClrTx/>
              <a:buSzPct val="100000"/>
              <a:buFont typeface="Arial" panose="020B0604020202020204" pitchFamily="34" charset="0"/>
              <a:buChar char="−"/>
              <a:tabLst>
                <a:tab pos="3771900" algn="r"/>
              </a:tabLst>
              <a:defRPr sz="1200"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600797206"/>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6" name="Text Placeholder 5"/>
          <p:cNvSpPr>
            <a:spLocks noGrp="1"/>
          </p:cNvSpPr>
          <p:nvPr>
            <p:ph type="body" sz="quarter" idx="22"/>
          </p:nvPr>
        </p:nvSpPr>
        <p:spPr>
          <a:xfrm>
            <a:off x="6254379" y="1719073"/>
            <a:ext cx="5486516" cy="405939"/>
          </a:xfrm>
        </p:spPr>
        <p:txBody>
          <a:bodyPr>
            <a:noAutofit/>
          </a:bodyPr>
          <a:lstStyle>
            <a:lvl1pPr>
              <a:defRPr sz="1200"/>
            </a:lvl1pPr>
          </a:lstStyle>
          <a:p>
            <a:pPr lvl="0"/>
            <a:r>
              <a:rPr lang="en-US" noProof="0"/>
              <a:t>Click to edit Master text styles</a:t>
            </a:r>
          </a:p>
        </p:txBody>
      </p:sp>
      <p:sp>
        <p:nvSpPr>
          <p:cNvPr id="15" name="Text Placeholder 7"/>
          <p:cNvSpPr>
            <a:spLocks noGrp="1"/>
          </p:cNvSpPr>
          <p:nvPr>
            <p:ph type="body" sz="quarter" idx="23"/>
          </p:nvPr>
        </p:nvSpPr>
        <p:spPr>
          <a:xfrm>
            <a:off x="457201" y="6121016"/>
            <a:ext cx="11277599" cy="241685"/>
          </a:xfrm>
        </p:spPr>
        <p:txBody>
          <a:bodyPr>
            <a:noAutofit/>
          </a:bodyPr>
          <a:lstStyle>
            <a:lvl1pPr>
              <a:spcAft>
                <a:spcPts val="0"/>
              </a:spcAft>
              <a:defRPr sz="900"/>
            </a:lvl1pPr>
          </a:lstStyle>
          <a:p>
            <a:pPr lvl="0"/>
            <a:r>
              <a:rPr lang="en-US"/>
              <a:t>Click to edit Master text styles</a:t>
            </a:r>
          </a:p>
        </p:txBody>
      </p:sp>
      <p:sp>
        <p:nvSpPr>
          <p:cNvPr id="9" name="Chart Placeholder 2"/>
          <p:cNvSpPr>
            <a:spLocks noGrp="1"/>
          </p:cNvSpPr>
          <p:nvPr>
            <p:ph type="chart" sz="quarter" idx="24"/>
          </p:nvPr>
        </p:nvSpPr>
        <p:spPr>
          <a:xfrm>
            <a:off x="460271" y="2125011"/>
            <a:ext cx="5480304" cy="3996002"/>
          </a:xfrm>
        </p:spPr>
        <p:txBody>
          <a:bodyPr>
            <a:noAutofit/>
          </a:bodyPr>
          <a:lstStyle>
            <a:lvl1pPr>
              <a:defRPr sz="1200"/>
            </a:lvl1pPr>
          </a:lstStyle>
          <a:p>
            <a:r>
              <a:rPr lang="en-US" dirty="0"/>
              <a:t>Click icon to add chart</a:t>
            </a:r>
            <a:endParaRPr lang="en-GB" dirty="0"/>
          </a:p>
        </p:txBody>
      </p:sp>
      <p:sp>
        <p:nvSpPr>
          <p:cNvPr id="12" name="Text Placeholder 5"/>
          <p:cNvSpPr>
            <a:spLocks noGrp="1"/>
          </p:cNvSpPr>
          <p:nvPr>
            <p:ph type="body" sz="quarter" idx="25"/>
          </p:nvPr>
        </p:nvSpPr>
        <p:spPr>
          <a:xfrm>
            <a:off x="463296" y="1719073"/>
            <a:ext cx="5480304" cy="405939"/>
          </a:xfrm>
        </p:spPr>
        <p:txBody>
          <a:bodyPr>
            <a:noAutofit/>
          </a:bodyPr>
          <a:lstStyle>
            <a:lvl1pPr>
              <a:defRPr sz="1200"/>
            </a:lvl1pPr>
          </a:lstStyle>
          <a:p>
            <a:pPr lvl="0"/>
            <a:r>
              <a:rPr lang="en-US" noProof="0"/>
              <a:t>Click to edit Master text styles</a:t>
            </a:r>
          </a:p>
        </p:txBody>
      </p:sp>
      <p:sp>
        <p:nvSpPr>
          <p:cNvPr id="11" name="Chart Placeholder 2">
            <a:extLst>
              <a:ext uri="{FF2B5EF4-FFF2-40B4-BE49-F238E27FC236}">
                <a16:creationId xmlns:a16="http://schemas.microsoft.com/office/drawing/2014/main" id="{F1BD57FD-600D-430A-AB0C-89DFCC950E21}"/>
              </a:ext>
            </a:extLst>
          </p:cNvPr>
          <p:cNvSpPr>
            <a:spLocks noGrp="1"/>
          </p:cNvSpPr>
          <p:nvPr>
            <p:ph type="chart" sz="quarter" idx="26"/>
          </p:nvPr>
        </p:nvSpPr>
        <p:spPr>
          <a:xfrm>
            <a:off x="6248403" y="2125011"/>
            <a:ext cx="5486397" cy="3996000"/>
          </a:xfrm>
        </p:spPr>
        <p:txBody>
          <a:bodyPr>
            <a:noAutofit/>
          </a:bodyPr>
          <a:lstStyle>
            <a:lvl1pPr>
              <a:defRPr sz="1200"/>
            </a:lvl1pPr>
          </a:lstStyle>
          <a:p>
            <a:r>
              <a:rPr lang="en-US" dirty="0"/>
              <a:t>Click icon to add chart</a:t>
            </a:r>
            <a:endParaRPr lang="en-GB" dirty="0"/>
          </a:p>
        </p:txBody>
      </p:sp>
      <p:sp>
        <p:nvSpPr>
          <p:cNvPr id="13" name="Text Placeholder 8">
            <a:extLst>
              <a:ext uri="{FF2B5EF4-FFF2-40B4-BE49-F238E27FC236}">
                <a16:creationId xmlns:a16="http://schemas.microsoft.com/office/drawing/2014/main" id="{ACD26822-93FD-4865-A5E4-053695247E8C}"/>
              </a:ext>
            </a:extLst>
          </p:cNvPr>
          <p:cNvSpPr>
            <a:spLocks noGrp="1"/>
          </p:cNvSpPr>
          <p:nvPr>
            <p:ph type="body" sz="quarter" idx="13"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16" name="Title Placeholder 1">
            <a:extLst>
              <a:ext uri="{FF2B5EF4-FFF2-40B4-BE49-F238E27FC236}">
                <a16:creationId xmlns:a16="http://schemas.microsoft.com/office/drawing/2014/main" id="{B7DE9340-98F1-4431-9CA2-BA6425441E81}"/>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Tree>
    <p:extLst>
      <p:ext uri="{BB962C8B-B14F-4D97-AF65-F5344CB8AC3E}">
        <p14:creationId xmlns:p14="http://schemas.microsoft.com/office/powerpoint/2010/main" val="1339073778"/>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8" name="Content Placeholder 3"/>
          <p:cNvSpPr>
            <a:spLocks noGrp="1"/>
          </p:cNvSpPr>
          <p:nvPr>
            <p:ph sz="quarter" idx="16"/>
          </p:nvPr>
        </p:nvSpPr>
        <p:spPr>
          <a:xfrm>
            <a:off x="5450349" y="1718455"/>
            <a:ext cx="6290545" cy="4716463"/>
          </a:xfrm>
          <a:prstGeom prst="rect">
            <a:avLst/>
          </a:prstGeom>
        </p:spPr>
        <p:txBody>
          <a:bodyPr>
            <a:noAutofit/>
          </a:bodyPr>
          <a:lstStyle>
            <a:lvl1pPr marL="0" indent="0" algn="l">
              <a:buFontTx/>
              <a:buNone/>
              <a:tabLst>
                <a:tab pos="3771900" algn="r"/>
              </a:tabLst>
              <a:defRPr sz="1200"/>
            </a:lvl1pPr>
            <a:lvl2pPr marL="104775" indent="-104775" algn="l">
              <a:buClrTx/>
              <a:buSzPct val="100000"/>
              <a:buFont typeface="Arial" panose="020B0604020202020204" pitchFamily="34" charset="0"/>
              <a:buChar char="•"/>
              <a:tabLst>
                <a:tab pos="3771900" algn="r"/>
              </a:tabLst>
              <a:defRPr sz="1200"/>
            </a:lvl2pPr>
            <a:lvl3pPr marL="228600" indent="-104775" algn="l">
              <a:buClrTx/>
              <a:buSzPct val="100000"/>
              <a:buFont typeface="Arial" panose="020B0604020202020204" pitchFamily="34" charset="0"/>
              <a:buChar char="−"/>
              <a:tabLst>
                <a:tab pos="3771900" algn="r"/>
              </a:tabLst>
              <a:defRPr sz="1200"/>
            </a:lvl3pPr>
            <a:lvl4pPr marL="352425" indent="-104775" algn="l">
              <a:buClrTx/>
              <a:buSzPct val="100000"/>
              <a:buFont typeface="Arial" panose="020B0604020202020204" pitchFamily="34" charset="0"/>
              <a:buChar char="◦"/>
              <a:tabLst>
                <a:tab pos="3771900" algn="r"/>
              </a:tabLst>
              <a:defRPr sz="1200"/>
            </a:lvl4pPr>
            <a:lvl5pPr marL="476250" indent="-104775" algn="l">
              <a:buClrTx/>
              <a:buSzPct val="100000"/>
              <a:buFont typeface="Arial" panose="020B0604020202020204" pitchFamily="34" charset="0"/>
              <a:buChar char="−"/>
              <a:tabLst>
                <a:tab pos="3771900" algn="r"/>
              </a:tabLst>
              <a:defRPr sz="1200"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a:extLst>
              <a:ext uri="{FF2B5EF4-FFF2-40B4-BE49-F238E27FC236}">
                <a16:creationId xmlns:a16="http://schemas.microsoft.com/office/drawing/2014/main" id="{834EAC11-4B6F-4989-ADAB-DCA27D91F556}"/>
              </a:ext>
            </a:extLst>
          </p:cNvPr>
          <p:cNvSpPr>
            <a:spLocks noGrp="1"/>
          </p:cNvSpPr>
          <p:nvPr>
            <p:ph type="body" sz="quarter" idx="13"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9" name="Title Placeholder 1">
            <a:extLst>
              <a:ext uri="{FF2B5EF4-FFF2-40B4-BE49-F238E27FC236}">
                <a16:creationId xmlns:a16="http://schemas.microsoft.com/office/drawing/2014/main" id="{615E83D0-63FA-4C06-8888-31EF80337E8A}"/>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
        <p:nvSpPr>
          <p:cNvPr id="12" name="Content Placeholder 3">
            <a:extLst>
              <a:ext uri="{FF2B5EF4-FFF2-40B4-BE49-F238E27FC236}">
                <a16:creationId xmlns:a16="http://schemas.microsoft.com/office/drawing/2014/main" id="{593F994E-D5B3-4236-9E8D-771F764DB8E8}"/>
              </a:ext>
            </a:extLst>
          </p:cNvPr>
          <p:cNvSpPr>
            <a:spLocks noGrp="1"/>
          </p:cNvSpPr>
          <p:nvPr>
            <p:ph sz="quarter" idx="10"/>
          </p:nvPr>
        </p:nvSpPr>
        <p:spPr>
          <a:xfrm>
            <a:off x="463296" y="1714500"/>
            <a:ext cx="4413504" cy="4648200"/>
          </a:xfrm>
          <a:prstGeom prst="rect">
            <a:avLst/>
          </a:prstGeom>
        </p:spPr>
        <p:txBody>
          <a:bodyPr>
            <a:noAutofit/>
          </a:bodyPr>
          <a:lstStyle>
            <a:lvl1pPr marL="0" indent="0" algn="l">
              <a:buFontTx/>
              <a:buNone/>
              <a:tabLst>
                <a:tab pos="3771900" algn="r"/>
              </a:tabLst>
              <a:defRPr sz="1200">
                <a:latin typeface="+mn-lt"/>
              </a:defRPr>
            </a:lvl1pPr>
            <a:lvl2pPr marL="104775" indent="-104775" algn="l">
              <a:buClrTx/>
              <a:buSzPct val="100000"/>
              <a:buFont typeface="Arial" panose="020B0604020202020204" pitchFamily="34" charset="0"/>
              <a:buChar char="•"/>
              <a:tabLst>
                <a:tab pos="3771900" algn="r"/>
              </a:tabLst>
              <a:defRPr sz="1200">
                <a:latin typeface="+mj-lt"/>
              </a:defRPr>
            </a:lvl2pPr>
            <a:lvl3pPr marL="228600" indent="-104775" algn="l">
              <a:buClrTx/>
              <a:buSzPct val="100000"/>
              <a:buFont typeface="Arial" panose="020B0604020202020204" pitchFamily="34" charset="0"/>
              <a:buChar char="−"/>
              <a:tabLst>
                <a:tab pos="3771900" algn="r"/>
              </a:tabLst>
              <a:defRPr sz="1200">
                <a:latin typeface="+mn-lt"/>
              </a:defRPr>
            </a:lvl3pPr>
            <a:lvl4pPr marL="352425" indent="-104775" algn="l">
              <a:buClrTx/>
              <a:buSzPct val="100000"/>
              <a:buFont typeface="Arial" panose="020B0604020202020204" pitchFamily="34" charset="0"/>
              <a:buChar char="◦"/>
              <a:tabLst>
                <a:tab pos="3771900" algn="r"/>
              </a:tabLst>
              <a:defRPr sz="1200">
                <a:latin typeface="+mn-lt"/>
              </a:defRPr>
            </a:lvl4pPr>
            <a:lvl5pPr marL="476250" indent="-104775" algn="l">
              <a:buClrTx/>
              <a:buSzPct val="100000"/>
              <a:buFont typeface="Arial" panose="020B0604020202020204" pitchFamily="34" charset="0"/>
              <a:buChar char="−"/>
              <a:tabLst>
                <a:tab pos="3771900" algn="r"/>
              </a:tabLst>
              <a:defRPr sz="1200" baseline="0">
                <a:latin typeface="+mn-lt"/>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4257543867"/>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8192978" y="1737504"/>
            <a:ext cx="3547917" cy="4644248"/>
          </a:xfrm>
          <a:prstGeom prst="rect">
            <a:avLst/>
          </a:prstGeom>
        </p:spPr>
        <p:txBody>
          <a:bodyPr>
            <a:noAutofit/>
          </a:bodyPr>
          <a:lstStyle>
            <a:lvl1pPr>
              <a:tabLst>
                <a:tab pos="3771900" algn="r"/>
              </a:tabLst>
              <a:defRPr sz="1800">
                <a:solidFill>
                  <a:schemeClr val="accent3"/>
                </a:solidFill>
              </a:defRPr>
            </a:lvl1pPr>
            <a:lvl2pPr>
              <a:tabLst>
                <a:tab pos="3771900" algn="r"/>
              </a:tabLst>
              <a:defRPr/>
            </a:lvl2pPr>
            <a:lvl3pPr>
              <a:tabLst>
                <a:tab pos="3771900" algn="r"/>
              </a:tabLst>
              <a:defRPr/>
            </a:lvl3pPr>
            <a:lvl4pPr>
              <a:tabLst>
                <a:tab pos="3771900" algn="r"/>
              </a:tabLst>
              <a:defRPr/>
            </a:lvl4pPr>
            <a:lvl5pPr>
              <a:tabLst>
                <a:tab pos="3771900"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473296" y="1718454"/>
            <a:ext cx="7400704" cy="4644247"/>
          </a:xfrm>
          <a:prstGeom prst="rect">
            <a:avLst/>
          </a:prstGeom>
        </p:spPr>
        <p:txBody>
          <a:bodyPr>
            <a:noAutofit/>
          </a:bodyPr>
          <a:lstStyle>
            <a:lvl1pPr marL="0" indent="0" algn="l">
              <a:buFontTx/>
              <a:buNone/>
              <a:tabLst>
                <a:tab pos="3771900" algn="r"/>
              </a:tabLst>
              <a:defRPr sz="1200"/>
            </a:lvl1pPr>
            <a:lvl2pPr marL="104775" indent="-104775" algn="l">
              <a:buClrTx/>
              <a:buSzPct val="100000"/>
              <a:buFont typeface="Arial" panose="020B0604020202020204" pitchFamily="34" charset="0"/>
              <a:buChar char="•"/>
              <a:tabLst>
                <a:tab pos="3771900" algn="r"/>
              </a:tabLst>
              <a:defRPr sz="1200"/>
            </a:lvl2pPr>
            <a:lvl3pPr marL="228600" indent="-104775" algn="l">
              <a:buClrTx/>
              <a:buSzPct val="100000"/>
              <a:buFont typeface="Arial" panose="020B0604020202020204" pitchFamily="34" charset="0"/>
              <a:buChar char="−"/>
              <a:tabLst>
                <a:tab pos="3771900" algn="r"/>
              </a:tabLst>
              <a:defRPr sz="1200"/>
            </a:lvl3pPr>
            <a:lvl4pPr marL="352425" indent="-104775" algn="l">
              <a:buClrTx/>
              <a:buSzPct val="100000"/>
              <a:buFont typeface="Arial" panose="020B0604020202020204" pitchFamily="34" charset="0"/>
              <a:buChar char="◦"/>
              <a:tabLst>
                <a:tab pos="3771900" algn="r"/>
              </a:tabLst>
              <a:defRPr sz="1200"/>
            </a:lvl4pPr>
            <a:lvl5pPr marL="476250" indent="-104775" algn="l">
              <a:buClrTx/>
              <a:buSzPct val="100000"/>
              <a:buFont typeface="Arial" panose="020B0604020202020204" pitchFamily="34" charset="0"/>
              <a:buChar char="−"/>
              <a:tabLst>
                <a:tab pos="3771900" algn="r"/>
              </a:tabLst>
              <a:defRPr sz="1200"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a:extLst>
              <a:ext uri="{FF2B5EF4-FFF2-40B4-BE49-F238E27FC236}">
                <a16:creationId xmlns:a16="http://schemas.microsoft.com/office/drawing/2014/main" id="{D58FC9CF-4F37-4309-BF5F-E64AE49426F2}"/>
              </a:ext>
            </a:extLst>
          </p:cNvPr>
          <p:cNvSpPr>
            <a:spLocks noGrp="1"/>
          </p:cNvSpPr>
          <p:nvPr>
            <p:ph type="body" sz="quarter" idx="13"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9" name="Title Placeholder 1">
            <a:extLst>
              <a:ext uri="{FF2B5EF4-FFF2-40B4-BE49-F238E27FC236}">
                <a16:creationId xmlns:a16="http://schemas.microsoft.com/office/drawing/2014/main" id="{6999054A-E358-4B12-B841-DE440A68D9B1}"/>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Tree>
    <p:extLst>
      <p:ext uri="{BB962C8B-B14F-4D97-AF65-F5344CB8AC3E}">
        <p14:creationId xmlns:p14="http://schemas.microsoft.com/office/powerpoint/2010/main" val="2436336127"/>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461468" y="2115797"/>
            <a:ext cx="3549549" cy="4005216"/>
          </a:xfrm>
          <a:prstGeom prst="rect">
            <a:avLst/>
          </a:prstGeom>
        </p:spPr>
        <p:txBody>
          <a:bodyPr>
            <a:noAutofit/>
          </a:bodyPr>
          <a:lstStyle>
            <a:lvl1pPr>
              <a:defRPr sz="1200"/>
            </a:lvl1pPr>
          </a:lstStyle>
          <a:p>
            <a:r>
              <a:rPr lang="en-US" noProof="0" dirty="0"/>
              <a:t>Click icon to add chart</a:t>
            </a:r>
          </a:p>
        </p:txBody>
      </p:sp>
      <p:sp>
        <p:nvSpPr>
          <p:cNvPr id="18" name="Text Placeholder 8"/>
          <p:cNvSpPr>
            <a:spLocks noGrp="1"/>
          </p:cNvSpPr>
          <p:nvPr>
            <p:ph type="body" sz="quarter" idx="18"/>
          </p:nvPr>
        </p:nvSpPr>
        <p:spPr>
          <a:xfrm>
            <a:off x="459119" y="1722943"/>
            <a:ext cx="3549549" cy="392112"/>
          </a:xfrm>
        </p:spPr>
        <p:txBody>
          <a:bodyPr>
            <a:noAutofit/>
          </a:bodyPr>
          <a:lstStyle>
            <a:lvl1pPr>
              <a:defRPr sz="1200"/>
            </a:lvl1pPr>
          </a:lstStyle>
          <a:p>
            <a:pPr lvl="0"/>
            <a:r>
              <a:rPr lang="en-US" noProof="0"/>
              <a:t>Click to edit Master text styles</a:t>
            </a:r>
          </a:p>
        </p:txBody>
      </p:sp>
      <p:sp>
        <p:nvSpPr>
          <p:cNvPr id="12" name="Text Placeholder 7"/>
          <p:cNvSpPr>
            <a:spLocks noGrp="1"/>
          </p:cNvSpPr>
          <p:nvPr>
            <p:ph type="body" sz="quarter" idx="23"/>
          </p:nvPr>
        </p:nvSpPr>
        <p:spPr>
          <a:xfrm>
            <a:off x="461468" y="6121016"/>
            <a:ext cx="11277600" cy="241685"/>
          </a:xfrm>
        </p:spPr>
        <p:txBody>
          <a:bodyPr>
            <a:noAutofit/>
          </a:bodyPr>
          <a:lstStyle>
            <a:lvl1pPr>
              <a:spcAft>
                <a:spcPts val="0"/>
              </a:spcAft>
              <a:defRPr sz="900"/>
            </a:lvl1pPr>
          </a:lstStyle>
          <a:p>
            <a:pPr lvl="0"/>
            <a:r>
              <a:rPr lang="en-US" noProof="0"/>
              <a:t>Click to edit Master text styles</a:t>
            </a:r>
          </a:p>
        </p:txBody>
      </p:sp>
      <p:sp>
        <p:nvSpPr>
          <p:cNvPr id="19" name="Chart Placeholder 3">
            <a:extLst>
              <a:ext uri="{FF2B5EF4-FFF2-40B4-BE49-F238E27FC236}">
                <a16:creationId xmlns:a16="http://schemas.microsoft.com/office/drawing/2014/main" id="{16889619-7368-4B21-B502-003FD717C954}"/>
              </a:ext>
            </a:extLst>
          </p:cNvPr>
          <p:cNvSpPr>
            <a:spLocks noGrp="1"/>
          </p:cNvSpPr>
          <p:nvPr>
            <p:ph type="chart" sz="quarter" idx="24"/>
          </p:nvPr>
        </p:nvSpPr>
        <p:spPr>
          <a:xfrm>
            <a:off x="4323575" y="2115798"/>
            <a:ext cx="3549549" cy="4005216"/>
          </a:xfrm>
          <a:prstGeom prst="rect">
            <a:avLst/>
          </a:prstGeom>
        </p:spPr>
        <p:txBody>
          <a:bodyPr>
            <a:noAutofit/>
          </a:bodyPr>
          <a:lstStyle>
            <a:lvl1pPr>
              <a:defRPr sz="1200"/>
            </a:lvl1pPr>
          </a:lstStyle>
          <a:p>
            <a:r>
              <a:rPr lang="en-US" noProof="0" dirty="0"/>
              <a:t>Click icon to add chart</a:t>
            </a:r>
          </a:p>
        </p:txBody>
      </p:sp>
      <p:sp>
        <p:nvSpPr>
          <p:cNvPr id="20" name="Text Placeholder 8">
            <a:extLst>
              <a:ext uri="{FF2B5EF4-FFF2-40B4-BE49-F238E27FC236}">
                <a16:creationId xmlns:a16="http://schemas.microsoft.com/office/drawing/2014/main" id="{7536B633-26E6-47E5-A809-A97D26199C41}"/>
              </a:ext>
            </a:extLst>
          </p:cNvPr>
          <p:cNvSpPr>
            <a:spLocks noGrp="1"/>
          </p:cNvSpPr>
          <p:nvPr>
            <p:ph type="body" sz="quarter" idx="25"/>
          </p:nvPr>
        </p:nvSpPr>
        <p:spPr>
          <a:xfrm>
            <a:off x="4321226" y="1722944"/>
            <a:ext cx="3549549" cy="392112"/>
          </a:xfrm>
        </p:spPr>
        <p:txBody>
          <a:bodyPr>
            <a:noAutofit/>
          </a:bodyPr>
          <a:lstStyle>
            <a:lvl1pPr>
              <a:defRPr sz="1200"/>
            </a:lvl1pPr>
          </a:lstStyle>
          <a:p>
            <a:pPr lvl="0"/>
            <a:r>
              <a:rPr lang="en-US" noProof="0"/>
              <a:t>Click to edit Master text styles</a:t>
            </a:r>
          </a:p>
        </p:txBody>
      </p:sp>
      <p:sp>
        <p:nvSpPr>
          <p:cNvPr id="21" name="Chart Placeholder 3">
            <a:extLst>
              <a:ext uri="{FF2B5EF4-FFF2-40B4-BE49-F238E27FC236}">
                <a16:creationId xmlns:a16="http://schemas.microsoft.com/office/drawing/2014/main" id="{B4691CB5-FF7F-4DAF-80B3-769541086497}"/>
              </a:ext>
            </a:extLst>
          </p:cNvPr>
          <p:cNvSpPr>
            <a:spLocks noGrp="1"/>
          </p:cNvSpPr>
          <p:nvPr>
            <p:ph type="chart" sz="quarter" idx="26"/>
          </p:nvPr>
        </p:nvSpPr>
        <p:spPr>
          <a:xfrm>
            <a:off x="8193695" y="2115798"/>
            <a:ext cx="3549549" cy="4005216"/>
          </a:xfrm>
          <a:prstGeom prst="rect">
            <a:avLst/>
          </a:prstGeom>
        </p:spPr>
        <p:txBody>
          <a:bodyPr>
            <a:noAutofit/>
          </a:bodyPr>
          <a:lstStyle>
            <a:lvl1pPr>
              <a:defRPr sz="1200"/>
            </a:lvl1pPr>
          </a:lstStyle>
          <a:p>
            <a:r>
              <a:rPr lang="en-US" noProof="0" dirty="0"/>
              <a:t>Click icon to add chart</a:t>
            </a:r>
          </a:p>
        </p:txBody>
      </p:sp>
      <p:sp>
        <p:nvSpPr>
          <p:cNvPr id="22" name="Text Placeholder 8">
            <a:extLst>
              <a:ext uri="{FF2B5EF4-FFF2-40B4-BE49-F238E27FC236}">
                <a16:creationId xmlns:a16="http://schemas.microsoft.com/office/drawing/2014/main" id="{D8875204-BB59-4C5F-ABB1-D0ECEC5A0701}"/>
              </a:ext>
            </a:extLst>
          </p:cNvPr>
          <p:cNvSpPr>
            <a:spLocks noGrp="1"/>
          </p:cNvSpPr>
          <p:nvPr>
            <p:ph type="body" sz="quarter" idx="27"/>
          </p:nvPr>
        </p:nvSpPr>
        <p:spPr>
          <a:xfrm>
            <a:off x="8191346" y="1722944"/>
            <a:ext cx="3549549" cy="392112"/>
          </a:xfrm>
        </p:spPr>
        <p:txBody>
          <a:bodyPr>
            <a:noAutofit/>
          </a:bodyPr>
          <a:lstStyle>
            <a:lvl1pPr>
              <a:defRPr sz="1200"/>
            </a:lvl1pPr>
          </a:lstStyle>
          <a:p>
            <a:pPr lvl="0"/>
            <a:r>
              <a:rPr lang="en-US" noProof="0"/>
              <a:t>Click to edit Master text styles</a:t>
            </a:r>
          </a:p>
        </p:txBody>
      </p:sp>
      <p:sp>
        <p:nvSpPr>
          <p:cNvPr id="23" name="Text Placeholder 8">
            <a:extLst>
              <a:ext uri="{FF2B5EF4-FFF2-40B4-BE49-F238E27FC236}">
                <a16:creationId xmlns:a16="http://schemas.microsoft.com/office/drawing/2014/main" id="{272C8D47-97C8-4E6F-91CC-C3AB406C1C26}"/>
              </a:ext>
            </a:extLst>
          </p:cNvPr>
          <p:cNvSpPr>
            <a:spLocks noGrp="1"/>
          </p:cNvSpPr>
          <p:nvPr>
            <p:ph type="body" sz="quarter" idx="13"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24" name="Title Placeholder 1">
            <a:extLst>
              <a:ext uri="{FF2B5EF4-FFF2-40B4-BE49-F238E27FC236}">
                <a16:creationId xmlns:a16="http://schemas.microsoft.com/office/drawing/2014/main" id="{D65F0445-032D-4E6A-83EC-59A2184ED5F6}"/>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Tree>
    <p:extLst>
      <p:ext uri="{BB962C8B-B14F-4D97-AF65-F5344CB8AC3E}">
        <p14:creationId xmlns:p14="http://schemas.microsoft.com/office/powerpoint/2010/main" val="2700131833"/>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4" name="Picture Placeholder 6"/>
          <p:cNvSpPr>
            <a:spLocks noGrp="1"/>
          </p:cNvSpPr>
          <p:nvPr>
            <p:ph type="pic" sz="quarter" idx="13"/>
          </p:nvPr>
        </p:nvSpPr>
        <p:spPr>
          <a:xfrm>
            <a:off x="481764" y="1727251"/>
            <a:ext cx="2712000" cy="1260000"/>
          </a:xfrm>
        </p:spPr>
        <p:txBody>
          <a:bodyPr lIns="0" tIns="0" rIns="0" bIns="0">
            <a:noAutofit/>
          </a:bodyPr>
          <a:lstStyle>
            <a:lvl1pPr>
              <a:defRPr sz="1200"/>
            </a:lvl1pPr>
          </a:lstStyle>
          <a:p>
            <a:r>
              <a:rPr lang="en-US" noProof="0" dirty="0"/>
              <a:t>Click icon to add picture</a:t>
            </a:r>
          </a:p>
        </p:txBody>
      </p:sp>
      <p:sp>
        <p:nvSpPr>
          <p:cNvPr id="5" name="Picture Placeholder 6"/>
          <p:cNvSpPr>
            <a:spLocks noGrp="1"/>
          </p:cNvSpPr>
          <p:nvPr>
            <p:ph type="pic" sz="quarter" idx="14"/>
          </p:nvPr>
        </p:nvSpPr>
        <p:spPr>
          <a:xfrm>
            <a:off x="3330040" y="1727251"/>
            <a:ext cx="2712000" cy="1260000"/>
          </a:xfrm>
        </p:spPr>
        <p:txBody>
          <a:bodyPr lIns="0" tIns="0" rIns="0" bIns="0">
            <a:noAutofit/>
          </a:bodyPr>
          <a:lstStyle>
            <a:lvl1pPr>
              <a:defRPr sz="1200"/>
            </a:lvl1pPr>
          </a:lstStyle>
          <a:p>
            <a:r>
              <a:rPr lang="en-US" noProof="0" dirty="0"/>
              <a:t>Click icon to add picture</a:t>
            </a:r>
          </a:p>
        </p:txBody>
      </p:sp>
      <p:sp>
        <p:nvSpPr>
          <p:cNvPr id="6" name="Picture Placeholder 6"/>
          <p:cNvSpPr>
            <a:spLocks noGrp="1"/>
          </p:cNvSpPr>
          <p:nvPr>
            <p:ph type="pic" sz="quarter" idx="15"/>
          </p:nvPr>
        </p:nvSpPr>
        <p:spPr>
          <a:xfrm>
            <a:off x="6171687" y="1727251"/>
            <a:ext cx="2712000" cy="1260000"/>
          </a:xfrm>
        </p:spPr>
        <p:txBody>
          <a:bodyPr lIns="0" tIns="0" rIns="0" bIns="0">
            <a:noAutofit/>
          </a:bodyPr>
          <a:lstStyle>
            <a:lvl1pPr>
              <a:defRPr sz="1200"/>
            </a:lvl1pPr>
          </a:lstStyle>
          <a:p>
            <a:r>
              <a:rPr lang="en-US" noProof="0" dirty="0"/>
              <a:t>Click icon to add picture</a:t>
            </a:r>
          </a:p>
        </p:txBody>
      </p:sp>
      <p:sp>
        <p:nvSpPr>
          <p:cNvPr id="7" name="Picture Placeholder 6"/>
          <p:cNvSpPr>
            <a:spLocks noGrp="1"/>
          </p:cNvSpPr>
          <p:nvPr>
            <p:ph type="pic" sz="quarter" idx="16"/>
          </p:nvPr>
        </p:nvSpPr>
        <p:spPr>
          <a:xfrm>
            <a:off x="9020883" y="1727251"/>
            <a:ext cx="2712000" cy="1260000"/>
          </a:xfrm>
        </p:spPr>
        <p:txBody>
          <a:bodyPr lIns="0" tIns="0" rIns="0" bIns="0">
            <a:noAutofit/>
          </a:bodyPr>
          <a:lstStyle>
            <a:lvl1pPr>
              <a:defRPr sz="1200"/>
            </a:lvl1pPr>
          </a:lstStyle>
          <a:p>
            <a:r>
              <a:rPr lang="en-US" noProof="0" dirty="0"/>
              <a:t>Click icon to add picture</a:t>
            </a:r>
          </a:p>
        </p:txBody>
      </p:sp>
      <p:sp>
        <p:nvSpPr>
          <p:cNvPr id="9" name="Text Placeholder 8"/>
          <p:cNvSpPr>
            <a:spLocks noGrp="1"/>
          </p:cNvSpPr>
          <p:nvPr>
            <p:ph type="body" sz="quarter" idx="17"/>
          </p:nvPr>
        </p:nvSpPr>
        <p:spPr>
          <a:xfrm>
            <a:off x="473297" y="3124200"/>
            <a:ext cx="2720468" cy="3238500"/>
          </a:xfrm>
        </p:spPr>
        <p:txBody>
          <a:bodyPr>
            <a:noAutofit/>
          </a:bodyPr>
          <a:lstStyle>
            <a:lvl1pPr marL="0" indent="0" algn="l">
              <a:buFontTx/>
              <a:buNone/>
              <a:defRPr sz="1200" b="1">
                <a:solidFill>
                  <a:schemeClr val="accent1"/>
                </a:solidFill>
              </a:defRPr>
            </a:lvl1pPr>
            <a:lvl2pPr marL="104775" indent="-104775" algn="l">
              <a:spcAft>
                <a:spcPts val="0"/>
              </a:spcAft>
              <a:buClrTx/>
              <a:buSzPct val="100000"/>
              <a:buFont typeface="Arial" panose="020B0604020202020204" pitchFamily="34" charset="0"/>
              <a:buChar char="•"/>
              <a:defRPr sz="1200"/>
            </a:lvl2pPr>
            <a:lvl3pPr marL="228600" indent="-104775" algn="l">
              <a:spcAft>
                <a:spcPts val="0"/>
              </a:spcAft>
              <a:buClrTx/>
              <a:buSzPct val="100000"/>
              <a:buFont typeface="Arial" panose="020B0604020202020204" pitchFamily="34" charset="0"/>
              <a:buChar char="−"/>
              <a:defRPr sz="1200"/>
            </a:lvl3pPr>
            <a:lvl4pPr marL="352425" indent="-104775" algn="l">
              <a:spcAft>
                <a:spcPts val="0"/>
              </a:spcAft>
              <a:buClrTx/>
              <a:buSzPct val="100000"/>
              <a:buFont typeface="Arial" panose="020B0604020202020204" pitchFamily="34" charset="0"/>
              <a:buChar char="◦"/>
              <a:defRPr sz="1200"/>
            </a:lvl4pPr>
            <a:lvl5pPr marL="476250" indent="-104775" algn="l">
              <a:spcAft>
                <a:spcPts val="0"/>
              </a:spcAft>
              <a:buClrTx/>
              <a:buSzPct val="100000"/>
              <a:buFont typeface="Arial" panose="020B0604020202020204" pitchFamily="34" charset="0"/>
              <a:buChar char="−"/>
              <a:defRPr sz="1200" baseline="0"/>
            </a:lvl5pPr>
            <a:lvl6pPr marL="267300" indent="-132300">
              <a:spcAft>
                <a:spcPts val="0"/>
              </a:spcAft>
              <a:buFont typeface="Verdana" panose="020B0604030504040204" pitchFamily="34" charset="0"/>
              <a:buChar char="−"/>
              <a:defRPr/>
            </a:lvl6pPr>
            <a:lvl7pPr marL="267300" indent="-132300">
              <a:spcAft>
                <a:spcPts val="0"/>
              </a:spcAft>
              <a:defRPr/>
            </a:lvl7pPr>
            <a:lvl8pPr marL="267300" indent="-132300">
              <a:spcAft>
                <a:spcPts val="0"/>
              </a:spcAft>
              <a:defRPr/>
            </a:lvl8pPr>
            <a:lvl9pPr marL="267300" indent="-1323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p:nvPr>
        </p:nvSpPr>
        <p:spPr>
          <a:xfrm>
            <a:off x="6171687" y="3120553"/>
            <a:ext cx="2712000" cy="3238500"/>
          </a:xfrm>
        </p:spPr>
        <p:txBody>
          <a:bodyPr>
            <a:noAutofit/>
          </a:bodyPr>
          <a:lstStyle>
            <a:lvl1pPr marL="0" indent="0" algn="l">
              <a:buFontTx/>
              <a:buNone/>
              <a:defRPr sz="1200" b="1">
                <a:solidFill>
                  <a:schemeClr val="accent1"/>
                </a:solidFill>
              </a:defRPr>
            </a:lvl1pPr>
            <a:lvl2pPr marL="104775" indent="-104775" algn="l">
              <a:spcAft>
                <a:spcPts val="0"/>
              </a:spcAft>
              <a:buClrTx/>
              <a:buSzPct val="100000"/>
              <a:buFont typeface="Arial" panose="020B0604020202020204" pitchFamily="34" charset="0"/>
              <a:buChar char="•"/>
              <a:defRPr sz="1200"/>
            </a:lvl2pPr>
            <a:lvl3pPr marL="228600" indent="-104775" algn="l">
              <a:spcAft>
                <a:spcPts val="0"/>
              </a:spcAft>
              <a:buClrTx/>
              <a:buSzPct val="100000"/>
              <a:buFont typeface="Arial" panose="020B0604020202020204" pitchFamily="34" charset="0"/>
              <a:buChar char="−"/>
              <a:defRPr sz="1200"/>
            </a:lvl3pPr>
            <a:lvl4pPr marL="352425" indent="-104775" algn="l">
              <a:spcAft>
                <a:spcPts val="0"/>
              </a:spcAft>
              <a:buClrTx/>
              <a:buSzPct val="100000"/>
              <a:buFont typeface="Arial" panose="020B0604020202020204" pitchFamily="34" charset="0"/>
              <a:buChar char="◦"/>
              <a:defRPr sz="1200"/>
            </a:lvl4pPr>
            <a:lvl5pPr marL="476250" indent="-104775" algn="l">
              <a:spcAft>
                <a:spcPts val="0"/>
              </a:spcAft>
              <a:buClrTx/>
              <a:buSzPct val="100000"/>
              <a:buFont typeface="Arial" panose="020B0604020202020204" pitchFamily="34" charset="0"/>
              <a:buChar char="−"/>
              <a:defRPr sz="1200" baseline="0"/>
            </a:lvl5pPr>
            <a:lvl6pPr marL="267300" indent="-132300">
              <a:spcAft>
                <a:spcPts val="0"/>
              </a:spcAft>
              <a:buFont typeface="Verdana" panose="020B0604030504040204" pitchFamily="34" charset="0"/>
              <a:buChar char="−"/>
              <a:defRPr/>
            </a:lvl6pPr>
            <a:lvl7pPr marL="267300" indent="-132300">
              <a:spcAft>
                <a:spcPts val="0"/>
              </a:spcAft>
              <a:defRPr/>
            </a:lvl7pPr>
            <a:lvl8pPr marL="267300" indent="-132300">
              <a:spcAft>
                <a:spcPts val="0"/>
              </a:spcAft>
              <a:defRPr/>
            </a:lvl8pPr>
            <a:lvl9pPr marL="267300" indent="-1323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9"/>
          </p:nvPr>
        </p:nvSpPr>
        <p:spPr>
          <a:xfrm>
            <a:off x="3330040" y="3124202"/>
            <a:ext cx="2712000" cy="3238499"/>
          </a:xfrm>
        </p:spPr>
        <p:txBody>
          <a:bodyPr>
            <a:noAutofit/>
          </a:bodyPr>
          <a:lstStyle>
            <a:lvl1pPr marL="0" indent="0" algn="l">
              <a:buFontTx/>
              <a:buNone/>
              <a:defRPr sz="1200" b="1">
                <a:solidFill>
                  <a:schemeClr val="accent1"/>
                </a:solidFill>
              </a:defRPr>
            </a:lvl1pPr>
            <a:lvl2pPr marL="104775" indent="-104775" algn="l">
              <a:spcAft>
                <a:spcPts val="0"/>
              </a:spcAft>
              <a:buClrTx/>
              <a:buSzPct val="100000"/>
              <a:buFont typeface="Arial" panose="020B0604020202020204" pitchFamily="34" charset="0"/>
              <a:buChar char="•"/>
              <a:defRPr sz="1200"/>
            </a:lvl2pPr>
            <a:lvl3pPr marL="228600" indent="-104775" algn="l">
              <a:spcAft>
                <a:spcPts val="0"/>
              </a:spcAft>
              <a:buClrTx/>
              <a:buSzPct val="100000"/>
              <a:buFont typeface="Arial" panose="020B0604020202020204" pitchFamily="34" charset="0"/>
              <a:buChar char="−"/>
              <a:defRPr sz="1200"/>
            </a:lvl3pPr>
            <a:lvl4pPr marL="352425" indent="-104775" algn="l">
              <a:spcAft>
                <a:spcPts val="0"/>
              </a:spcAft>
              <a:buClrTx/>
              <a:buSzPct val="100000"/>
              <a:buFont typeface="Arial" panose="020B0604020202020204" pitchFamily="34" charset="0"/>
              <a:buChar char="◦"/>
              <a:defRPr sz="1200"/>
            </a:lvl4pPr>
            <a:lvl5pPr marL="476250" indent="-104775" algn="l">
              <a:spcAft>
                <a:spcPts val="0"/>
              </a:spcAft>
              <a:buClrTx/>
              <a:buSzPct val="100000"/>
              <a:buFont typeface="Arial" panose="020B0604020202020204" pitchFamily="34" charset="0"/>
              <a:buChar char="−"/>
              <a:defRPr sz="1200" baseline="0"/>
            </a:lvl5pPr>
            <a:lvl6pPr marL="267300" indent="-132300">
              <a:spcAft>
                <a:spcPts val="0"/>
              </a:spcAft>
              <a:buFont typeface="Verdana" panose="020B0604030504040204" pitchFamily="34" charset="0"/>
              <a:buChar char="−"/>
              <a:defRPr/>
            </a:lvl6pPr>
            <a:lvl7pPr marL="267300" indent="-132300">
              <a:spcAft>
                <a:spcPts val="0"/>
              </a:spcAft>
              <a:defRPr/>
            </a:lvl7pPr>
            <a:lvl8pPr marL="267300" indent="-132300">
              <a:spcAft>
                <a:spcPts val="0"/>
              </a:spcAft>
              <a:defRPr/>
            </a:lvl8pPr>
            <a:lvl9pPr marL="267300" indent="-1323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 Placeholder 8"/>
          <p:cNvSpPr>
            <a:spLocks noGrp="1"/>
          </p:cNvSpPr>
          <p:nvPr>
            <p:ph type="body" sz="quarter" idx="20"/>
          </p:nvPr>
        </p:nvSpPr>
        <p:spPr>
          <a:xfrm>
            <a:off x="9035701" y="3108508"/>
            <a:ext cx="2697183" cy="3254192"/>
          </a:xfrm>
        </p:spPr>
        <p:txBody>
          <a:bodyPr>
            <a:noAutofit/>
          </a:bodyPr>
          <a:lstStyle>
            <a:lvl1pPr marL="0" indent="0" algn="l">
              <a:buFontTx/>
              <a:buNone/>
              <a:defRPr sz="1200" b="1">
                <a:solidFill>
                  <a:schemeClr val="accent1"/>
                </a:solidFill>
              </a:defRPr>
            </a:lvl1pPr>
            <a:lvl2pPr marL="104775" indent="-104775" algn="l">
              <a:spcAft>
                <a:spcPts val="0"/>
              </a:spcAft>
              <a:buClrTx/>
              <a:buSzPct val="100000"/>
              <a:buFont typeface="Arial" panose="020B0604020202020204" pitchFamily="34" charset="0"/>
              <a:buChar char="•"/>
              <a:defRPr sz="1200"/>
            </a:lvl2pPr>
            <a:lvl3pPr marL="228600" indent="-104775" algn="l">
              <a:spcAft>
                <a:spcPts val="0"/>
              </a:spcAft>
              <a:buClrTx/>
              <a:buSzPct val="100000"/>
              <a:buFont typeface="Arial" panose="020B0604020202020204" pitchFamily="34" charset="0"/>
              <a:buChar char="−"/>
              <a:defRPr sz="1200"/>
            </a:lvl3pPr>
            <a:lvl4pPr marL="352425" indent="-104775" algn="l">
              <a:spcAft>
                <a:spcPts val="0"/>
              </a:spcAft>
              <a:buClrTx/>
              <a:buSzPct val="100000"/>
              <a:buFont typeface="Arial" panose="020B0604020202020204" pitchFamily="34" charset="0"/>
              <a:buChar char="◦"/>
              <a:defRPr sz="1200"/>
            </a:lvl4pPr>
            <a:lvl5pPr marL="476250" indent="-104775" algn="l">
              <a:spcAft>
                <a:spcPts val="0"/>
              </a:spcAft>
              <a:buClrTx/>
              <a:buSzPct val="100000"/>
              <a:buFont typeface="Arial" panose="020B0604020202020204" pitchFamily="34" charset="0"/>
              <a:buChar char="−"/>
              <a:defRPr sz="1200" baseline="0"/>
            </a:lvl5pPr>
            <a:lvl6pPr marL="267300" indent="-132300">
              <a:spcAft>
                <a:spcPts val="0"/>
              </a:spcAft>
              <a:buFont typeface="Verdana" panose="020B0604030504040204" pitchFamily="34" charset="0"/>
              <a:buChar char="−"/>
              <a:defRPr/>
            </a:lvl6pPr>
            <a:lvl7pPr marL="267300" indent="-132300">
              <a:spcAft>
                <a:spcPts val="0"/>
              </a:spcAft>
              <a:defRPr/>
            </a:lvl7pPr>
            <a:lvl8pPr marL="267300" indent="-132300">
              <a:spcAft>
                <a:spcPts val="0"/>
              </a:spcAft>
              <a:defRPr/>
            </a:lvl8pPr>
            <a:lvl9pPr marL="267300" indent="-1323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8">
            <a:extLst>
              <a:ext uri="{FF2B5EF4-FFF2-40B4-BE49-F238E27FC236}">
                <a16:creationId xmlns:a16="http://schemas.microsoft.com/office/drawing/2014/main" id="{81DFAED1-3C69-4431-8715-026D730F1B57}"/>
              </a:ext>
            </a:extLst>
          </p:cNvPr>
          <p:cNvSpPr>
            <a:spLocks noGrp="1"/>
          </p:cNvSpPr>
          <p:nvPr>
            <p:ph type="body" sz="quarter" idx="21"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14" name="Title Placeholder 1">
            <a:extLst>
              <a:ext uri="{FF2B5EF4-FFF2-40B4-BE49-F238E27FC236}">
                <a16:creationId xmlns:a16="http://schemas.microsoft.com/office/drawing/2014/main" id="{548C662B-0462-4963-B666-2976F675A1BD}"/>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Tree>
    <p:extLst>
      <p:ext uri="{BB962C8B-B14F-4D97-AF65-F5344CB8AC3E}">
        <p14:creationId xmlns:p14="http://schemas.microsoft.com/office/powerpoint/2010/main" val="1752825640"/>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8" name="Picture Placeholder 11"/>
          <p:cNvSpPr>
            <a:spLocks noGrp="1"/>
          </p:cNvSpPr>
          <p:nvPr>
            <p:ph type="pic" sz="quarter" idx="25"/>
          </p:nvPr>
        </p:nvSpPr>
        <p:spPr>
          <a:xfrm>
            <a:off x="475645" y="1845377"/>
            <a:ext cx="1968000" cy="1476000"/>
          </a:xfrm>
        </p:spPr>
        <p:txBody>
          <a:bodyPr>
            <a:normAutofit/>
          </a:bodyPr>
          <a:lstStyle>
            <a:lvl1pPr algn="ctr">
              <a:defRPr sz="1200"/>
            </a:lvl1pPr>
          </a:lstStyle>
          <a:p>
            <a:r>
              <a:rPr lang="en-US" dirty="0"/>
              <a:t>Click icon to add picture</a:t>
            </a:r>
            <a:endParaRPr lang="en-GB" dirty="0"/>
          </a:p>
        </p:txBody>
      </p:sp>
      <p:sp>
        <p:nvSpPr>
          <p:cNvPr id="9" name="Picture Placeholder 11"/>
          <p:cNvSpPr>
            <a:spLocks noGrp="1"/>
          </p:cNvSpPr>
          <p:nvPr>
            <p:ph type="pic" sz="quarter" idx="27"/>
          </p:nvPr>
        </p:nvSpPr>
        <p:spPr>
          <a:xfrm>
            <a:off x="6266617" y="1845377"/>
            <a:ext cx="1968000" cy="1476000"/>
          </a:xfrm>
        </p:spPr>
        <p:txBody>
          <a:bodyPr>
            <a:normAutofit/>
          </a:bodyPr>
          <a:lstStyle>
            <a:lvl1pPr algn="ctr">
              <a:defRPr sz="1200"/>
            </a:lvl1pPr>
          </a:lstStyle>
          <a:p>
            <a:r>
              <a:rPr lang="en-US" dirty="0"/>
              <a:t>Click icon to add picture</a:t>
            </a:r>
            <a:endParaRPr lang="en-GB" dirty="0"/>
          </a:p>
        </p:txBody>
      </p:sp>
      <p:sp>
        <p:nvSpPr>
          <p:cNvPr id="10" name="Picture Placeholder 11"/>
          <p:cNvSpPr>
            <a:spLocks noGrp="1"/>
          </p:cNvSpPr>
          <p:nvPr>
            <p:ph type="pic" sz="quarter" idx="29"/>
          </p:nvPr>
        </p:nvSpPr>
        <p:spPr>
          <a:xfrm>
            <a:off x="475645" y="4256213"/>
            <a:ext cx="1968000" cy="1476000"/>
          </a:xfrm>
        </p:spPr>
        <p:txBody>
          <a:bodyPr>
            <a:normAutofit/>
          </a:bodyPr>
          <a:lstStyle>
            <a:lvl1pPr algn="ctr">
              <a:defRPr sz="1200"/>
            </a:lvl1pPr>
          </a:lstStyle>
          <a:p>
            <a:r>
              <a:rPr lang="en-US" dirty="0"/>
              <a:t>Click icon to add picture</a:t>
            </a:r>
            <a:endParaRPr lang="en-GB" dirty="0"/>
          </a:p>
        </p:txBody>
      </p:sp>
      <p:sp>
        <p:nvSpPr>
          <p:cNvPr id="11" name="Picture Placeholder 11"/>
          <p:cNvSpPr>
            <a:spLocks noGrp="1"/>
          </p:cNvSpPr>
          <p:nvPr>
            <p:ph type="pic" sz="quarter" idx="31"/>
          </p:nvPr>
        </p:nvSpPr>
        <p:spPr>
          <a:xfrm>
            <a:off x="6266617" y="4256213"/>
            <a:ext cx="1968000" cy="1476000"/>
          </a:xfrm>
        </p:spPr>
        <p:txBody>
          <a:bodyPr>
            <a:normAutofit/>
          </a:bodyPr>
          <a:lstStyle>
            <a:lvl1pPr algn="ctr">
              <a:defRPr sz="1200"/>
            </a:lvl1pPr>
          </a:lstStyle>
          <a:p>
            <a:r>
              <a:rPr lang="en-US" dirty="0"/>
              <a:t>Click icon to add picture</a:t>
            </a:r>
            <a:endParaRPr lang="en-GB" dirty="0"/>
          </a:p>
        </p:txBody>
      </p:sp>
      <p:sp>
        <p:nvSpPr>
          <p:cNvPr id="13" name="Text Placeholder 12"/>
          <p:cNvSpPr>
            <a:spLocks noGrp="1"/>
          </p:cNvSpPr>
          <p:nvPr>
            <p:ph type="body" sz="quarter" idx="32"/>
          </p:nvPr>
        </p:nvSpPr>
        <p:spPr>
          <a:xfrm>
            <a:off x="2655128" y="1845377"/>
            <a:ext cx="3288000" cy="1944000"/>
          </a:xfrm>
        </p:spPr>
        <p:txBody>
          <a:bodyPr>
            <a:noAutofit/>
          </a:bodyPr>
          <a:lstStyle>
            <a:lvl1pPr marL="0" indent="0" algn="l">
              <a:spcAft>
                <a:spcPts val="0"/>
              </a:spcAft>
              <a:buFontTx/>
              <a:buNone/>
              <a:defRPr sz="1200" b="1"/>
            </a:lvl1pPr>
            <a:lvl2pPr marL="104775" indent="-104775" algn="l">
              <a:spcAft>
                <a:spcPts val="0"/>
              </a:spcAft>
              <a:buClrTx/>
              <a:buSzPct val="100000"/>
              <a:buFont typeface="Arial" panose="020B0604020202020204" pitchFamily="34" charset="0"/>
              <a:buChar char="•"/>
              <a:defRPr sz="1200" b="0"/>
            </a:lvl2pPr>
          </a:lstStyle>
          <a:p>
            <a:pPr lvl="0"/>
            <a:r>
              <a:rPr lang="en-US"/>
              <a:t>Click to edit Master text styles</a:t>
            </a:r>
          </a:p>
          <a:p>
            <a:pPr lvl="1"/>
            <a:r>
              <a:rPr lang="en-US"/>
              <a:t>Second level</a:t>
            </a:r>
          </a:p>
        </p:txBody>
      </p:sp>
      <p:sp>
        <p:nvSpPr>
          <p:cNvPr id="14" name="Text Placeholder 12"/>
          <p:cNvSpPr>
            <a:spLocks noGrp="1"/>
          </p:cNvSpPr>
          <p:nvPr>
            <p:ph type="body" sz="quarter" idx="33"/>
          </p:nvPr>
        </p:nvSpPr>
        <p:spPr>
          <a:xfrm>
            <a:off x="8439092" y="1845377"/>
            <a:ext cx="3302592" cy="1944000"/>
          </a:xfrm>
        </p:spPr>
        <p:txBody>
          <a:bodyPr>
            <a:noAutofit/>
          </a:bodyPr>
          <a:lstStyle>
            <a:lvl1pPr marL="0" indent="0" algn="l">
              <a:spcAft>
                <a:spcPts val="0"/>
              </a:spcAft>
              <a:buFontTx/>
              <a:buNone/>
              <a:defRPr sz="1200" b="1"/>
            </a:lvl1pPr>
            <a:lvl2pPr marL="104775" indent="-104775" algn="l">
              <a:spcAft>
                <a:spcPts val="0"/>
              </a:spcAft>
              <a:buClrTx/>
              <a:buSzPct val="100000"/>
              <a:buFont typeface="Arial" panose="020B0604020202020204" pitchFamily="34" charset="0"/>
              <a:buChar char="•"/>
              <a:defRPr sz="1200" b="0"/>
            </a:lvl2pPr>
          </a:lstStyle>
          <a:p>
            <a:pPr lvl="0"/>
            <a:r>
              <a:rPr lang="en-US"/>
              <a:t>Click to edit Master text styles</a:t>
            </a:r>
          </a:p>
          <a:p>
            <a:pPr lvl="1"/>
            <a:r>
              <a:rPr lang="en-US"/>
              <a:t>Second level</a:t>
            </a:r>
          </a:p>
        </p:txBody>
      </p:sp>
      <p:sp>
        <p:nvSpPr>
          <p:cNvPr id="15" name="Text Placeholder 12"/>
          <p:cNvSpPr>
            <a:spLocks noGrp="1"/>
          </p:cNvSpPr>
          <p:nvPr>
            <p:ph type="body" sz="quarter" idx="34"/>
          </p:nvPr>
        </p:nvSpPr>
        <p:spPr>
          <a:xfrm>
            <a:off x="2655128" y="4256213"/>
            <a:ext cx="3288000" cy="1944000"/>
          </a:xfrm>
        </p:spPr>
        <p:txBody>
          <a:bodyPr>
            <a:noAutofit/>
          </a:bodyPr>
          <a:lstStyle>
            <a:lvl1pPr marL="0" indent="0" algn="l">
              <a:spcAft>
                <a:spcPts val="0"/>
              </a:spcAft>
              <a:buFontTx/>
              <a:buNone/>
              <a:defRPr sz="1200" b="1"/>
            </a:lvl1pPr>
            <a:lvl2pPr marL="104775" indent="-104775" algn="l">
              <a:spcAft>
                <a:spcPts val="0"/>
              </a:spcAft>
              <a:buClrTx/>
              <a:buSzPct val="100000"/>
              <a:buFont typeface="Arial" panose="020B0604020202020204" pitchFamily="34" charset="0"/>
              <a:buChar char="•"/>
              <a:defRPr sz="1200" b="0"/>
            </a:lvl2pPr>
          </a:lstStyle>
          <a:p>
            <a:pPr lvl="0"/>
            <a:r>
              <a:rPr lang="en-US"/>
              <a:t>Click to edit Master text styles</a:t>
            </a:r>
          </a:p>
          <a:p>
            <a:pPr lvl="1"/>
            <a:r>
              <a:rPr lang="en-US"/>
              <a:t>Second level</a:t>
            </a:r>
          </a:p>
        </p:txBody>
      </p:sp>
      <p:sp>
        <p:nvSpPr>
          <p:cNvPr id="16" name="Text Placeholder 12"/>
          <p:cNvSpPr>
            <a:spLocks noGrp="1"/>
          </p:cNvSpPr>
          <p:nvPr>
            <p:ph type="body" sz="quarter" idx="35"/>
          </p:nvPr>
        </p:nvSpPr>
        <p:spPr>
          <a:xfrm>
            <a:off x="8439092" y="4256213"/>
            <a:ext cx="3302592" cy="1944000"/>
          </a:xfrm>
        </p:spPr>
        <p:txBody>
          <a:bodyPr>
            <a:noAutofit/>
          </a:bodyPr>
          <a:lstStyle>
            <a:lvl1pPr marL="0" indent="0" algn="l">
              <a:spcAft>
                <a:spcPts val="0"/>
              </a:spcAft>
              <a:buFontTx/>
              <a:buNone/>
              <a:defRPr sz="1200" b="1"/>
            </a:lvl1pPr>
            <a:lvl2pPr marL="104775" indent="-104775" algn="l">
              <a:spcAft>
                <a:spcPts val="0"/>
              </a:spcAft>
              <a:buClrTx/>
              <a:buSzPct val="100000"/>
              <a:buFont typeface="Arial" panose="020B0604020202020204" pitchFamily="34" charset="0"/>
              <a:buChar char="•"/>
              <a:defRPr sz="1200" b="0"/>
            </a:lvl2pPr>
          </a:lstStyle>
          <a:p>
            <a:pPr lvl="0"/>
            <a:r>
              <a:rPr lang="en-US"/>
              <a:t>Click to edit Master text styles</a:t>
            </a:r>
          </a:p>
          <a:p>
            <a:pPr lvl="1"/>
            <a:r>
              <a:rPr lang="en-US"/>
              <a:t>Second level</a:t>
            </a:r>
          </a:p>
        </p:txBody>
      </p:sp>
      <p:sp>
        <p:nvSpPr>
          <p:cNvPr id="28" name="Text Placeholder 8">
            <a:extLst>
              <a:ext uri="{FF2B5EF4-FFF2-40B4-BE49-F238E27FC236}">
                <a16:creationId xmlns:a16="http://schemas.microsoft.com/office/drawing/2014/main" id="{CD54EF50-1F75-4251-9838-5413705270C9}"/>
              </a:ext>
            </a:extLst>
          </p:cNvPr>
          <p:cNvSpPr>
            <a:spLocks noGrp="1"/>
          </p:cNvSpPr>
          <p:nvPr>
            <p:ph type="body" sz="quarter" idx="21"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29" name="Title Placeholder 1">
            <a:extLst>
              <a:ext uri="{FF2B5EF4-FFF2-40B4-BE49-F238E27FC236}">
                <a16:creationId xmlns:a16="http://schemas.microsoft.com/office/drawing/2014/main" id="{580152B0-65C5-4969-BA13-FFC077318B84}"/>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
        <p:nvSpPr>
          <p:cNvPr id="30" name="Rectangle 29">
            <a:extLst>
              <a:ext uri="{FF2B5EF4-FFF2-40B4-BE49-F238E27FC236}">
                <a16:creationId xmlns:a16="http://schemas.microsoft.com/office/drawing/2014/main" id="{5DAFD084-463A-44C6-B882-24EE18CC2B98}"/>
              </a:ext>
            </a:extLst>
          </p:cNvPr>
          <p:cNvSpPr/>
          <p:nvPr userDrawn="1"/>
        </p:nvSpPr>
        <p:spPr>
          <a:xfrm>
            <a:off x="470343" y="1715425"/>
            <a:ext cx="54864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dirty="0">
              <a:solidFill>
                <a:schemeClr val="bg1"/>
              </a:solidFill>
            </a:endParaRPr>
          </a:p>
        </p:txBody>
      </p:sp>
      <p:sp>
        <p:nvSpPr>
          <p:cNvPr id="31" name="Rectangle 30">
            <a:extLst>
              <a:ext uri="{FF2B5EF4-FFF2-40B4-BE49-F238E27FC236}">
                <a16:creationId xmlns:a16="http://schemas.microsoft.com/office/drawing/2014/main" id="{21E7FDC9-AC67-4CA4-86DE-4DFAAEE0DFF9}"/>
              </a:ext>
            </a:extLst>
          </p:cNvPr>
          <p:cNvSpPr/>
          <p:nvPr userDrawn="1"/>
        </p:nvSpPr>
        <p:spPr>
          <a:xfrm>
            <a:off x="6246196" y="1718774"/>
            <a:ext cx="54864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dirty="0">
              <a:solidFill>
                <a:schemeClr val="bg1"/>
              </a:solidFill>
            </a:endParaRPr>
          </a:p>
        </p:txBody>
      </p:sp>
      <p:sp>
        <p:nvSpPr>
          <p:cNvPr id="32" name="Rectangle 31">
            <a:extLst>
              <a:ext uri="{FF2B5EF4-FFF2-40B4-BE49-F238E27FC236}">
                <a16:creationId xmlns:a16="http://schemas.microsoft.com/office/drawing/2014/main" id="{E0BFD11F-868A-4204-947B-D205C842DFE0}"/>
              </a:ext>
            </a:extLst>
          </p:cNvPr>
          <p:cNvSpPr/>
          <p:nvPr userDrawn="1"/>
        </p:nvSpPr>
        <p:spPr>
          <a:xfrm>
            <a:off x="470343" y="4126942"/>
            <a:ext cx="54864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dirty="0">
              <a:solidFill>
                <a:schemeClr val="bg1"/>
              </a:solidFill>
            </a:endParaRPr>
          </a:p>
        </p:txBody>
      </p:sp>
      <p:sp>
        <p:nvSpPr>
          <p:cNvPr id="33" name="Rectangle 32">
            <a:extLst>
              <a:ext uri="{FF2B5EF4-FFF2-40B4-BE49-F238E27FC236}">
                <a16:creationId xmlns:a16="http://schemas.microsoft.com/office/drawing/2014/main" id="{DCD1FA4C-A499-4E17-B3FC-CC3DA6E8CF7C}"/>
              </a:ext>
            </a:extLst>
          </p:cNvPr>
          <p:cNvSpPr/>
          <p:nvPr userDrawn="1"/>
        </p:nvSpPr>
        <p:spPr>
          <a:xfrm>
            <a:off x="6246196" y="4130291"/>
            <a:ext cx="54864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dirty="0">
              <a:solidFill>
                <a:schemeClr val="bg1"/>
              </a:solidFill>
            </a:endParaRPr>
          </a:p>
        </p:txBody>
      </p:sp>
    </p:spTree>
    <p:extLst>
      <p:ext uri="{BB962C8B-B14F-4D97-AF65-F5344CB8AC3E}">
        <p14:creationId xmlns:p14="http://schemas.microsoft.com/office/powerpoint/2010/main" val="986773691"/>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470343" y="1857892"/>
            <a:ext cx="5486400" cy="4504808"/>
          </a:xfrm>
        </p:spPr>
        <p:txBody>
          <a:bodyPr>
            <a:noAutofit/>
          </a:bodyPr>
          <a:lstStyle>
            <a:lvl1pPr marL="0" indent="0" algn="l">
              <a:spcAft>
                <a:spcPts val="750"/>
              </a:spcAft>
              <a:buFontTx/>
              <a:buNone/>
              <a:defRPr sz="1200" b="1">
                <a:solidFill>
                  <a:schemeClr val="accent1"/>
                </a:solidFill>
              </a:defRPr>
            </a:lvl1pPr>
            <a:lvl2pPr marL="104775" indent="-104775" algn="l">
              <a:spcAft>
                <a:spcPts val="750"/>
              </a:spcAft>
              <a:buClrTx/>
              <a:buSzPct val="100000"/>
              <a:buFont typeface="Arial" panose="020B0604020202020204" pitchFamily="34" charset="0"/>
              <a:buChar char="•"/>
              <a:defRPr sz="1200"/>
            </a:lvl2pPr>
            <a:lvl3pPr marL="228600" indent="-104775" algn="l">
              <a:spcAft>
                <a:spcPts val="750"/>
              </a:spcAft>
              <a:buClrTx/>
              <a:buSzPct val="100000"/>
              <a:buFont typeface="Arial" panose="020B0604020202020204" pitchFamily="34" charset="0"/>
              <a:buChar char="−"/>
              <a:defRPr sz="1200"/>
            </a:lvl3pPr>
            <a:lvl4pPr marL="352425" indent="-104775" algn="l">
              <a:spcAft>
                <a:spcPts val="750"/>
              </a:spcAft>
              <a:buClrTx/>
              <a:buSzPct val="100000"/>
              <a:buFont typeface="Arial" panose="020B0604020202020204" pitchFamily="34" charset="0"/>
              <a:buChar char="◦"/>
              <a:defRPr sz="1200"/>
            </a:lvl4pPr>
            <a:lvl5pPr marL="476250" indent="-104775" algn="l">
              <a:spcAft>
                <a:spcPts val="750"/>
              </a:spcAft>
              <a:buClrTx/>
              <a:buSzPct val="100000"/>
              <a:buFont typeface="Arial" panose="020B0604020202020204" pitchFamily="34" charset="0"/>
              <a:buChar char="−"/>
              <a:defRPr sz="1200" baseline="0"/>
            </a:lvl5pPr>
            <a:lvl6pPr marL="267300" indent="-132300">
              <a:spcAft>
                <a:spcPts val="750"/>
              </a:spcAft>
              <a:buFont typeface="Verdana" panose="020B0604030504040204" pitchFamily="34" charset="0"/>
              <a:buChar char="−"/>
              <a:defRPr/>
            </a:lvl6pPr>
            <a:lvl7pPr marL="267300" indent="-132300">
              <a:spcAft>
                <a:spcPts val="750"/>
              </a:spcAft>
              <a:defRPr/>
            </a:lvl7pPr>
            <a:lvl8pPr marL="267300" indent="-132300">
              <a:spcAft>
                <a:spcPts val="750"/>
              </a:spcAft>
              <a:defRPr/>
            </a:lvl8pPr>
            <a:lvl9pPr marL="267300" indent="-132300">
              <a:spcAft>
                <a:spcPts val="75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2"/>
            <a:ext cx="5486400" cy="4504808"/>
          </a:xfrm>
        </p:spPr>
        <p:txBody>
          <a:bodyPr>
            <a:noAutofit/>
          </a:bodyPr>
          <a:lstStyle>
            <a:lvl1pPr marL="0" indent="0" algn="l">
              <a:spcAft>
                <a:spcPts val="750"/>
              </a:spcAft>
              <a:buFontTx/>
              <a:buNone/>
              <a:defRPr sz="1200" b="1">
                <a:solidFill>
                  <a:schemeClr val="accent1"/>
                </a:solidFill>
              </a:defRPr>
            </a:lvl1pPr>
            <a:lvl2pPr marL="104775" indent="-104775" algn="l">
              <a:spcAft>
                <a:spcPts val="750"/>
              </a:spcAft>
              <a:buClrTx/>
              <a:buSzPct val="100000"/>
              <a:buFont typeface="Arial" panose="020B0604020202020204" pitchFamily="34" charset="0"/>
              <a:buChar char="•"/>
              <a:defRPr sz="1200"/>
            </a:lvl2pPr>
            <a:lvl3pPr marL="228600" indent="-104775" algn="l">
              <a:spcAft>
                <a:spcPts val="750"/>
              </a:spcAft>
              <a:buClrTx/>
              <a:buSzPct val="100000"/>
              <a:buFont typeface="Arial" panose="020B0604020202020204" pitchFamily="34" charset="0"/>
              <a:buChar char="−"/>
              <a:defRPr sz="1200"/>
            </a:lvl3pPr>
            <a:lvl4pPr marL="352425" indent="-104775" algn="l">
              <a:spcAft>
                <a:spcPts val="750"/>
              </a:spcAft>
              <a:buClrTx/>
              <a:buSzPct val="100000"/>
              <a:buFont typeface="Arial" panose="020B0604020202020204" pitchFamily="34" charset="0"/>
              <a:buChar char="◦"/>
              <a:defRPr sz="1200"/>
            </a:lvl4pPr>
            <a:lvl5pPr marL="476250" indent="-104775" algn="l">
              <a:spcAft>
                <a:spcPts val="750"/>
              </a:spcAft>
              <a:buClrTx/>
              <a:buSzPct val="100000"/>
              <a:buFont typeface="Arial" panose="020B0604020202020204" pitchFamily="34" charset="0"/>
              <a:buChar char="−"/>
              <a:defRPr sz="1200" baseline="0"/>
            </a:lvl5pPr>
            <a:lvl6pPr marL="267300" indent="-132300">
              <a:spcAft>
                <a:spcPts val="750"/>
              </a:spcAft>
              <a:buFont typeface="Verdana" panose="020B0604030504040204" pitchFamily="34" charset="0"/>
              <a:buChar char="−"/>
              <a:defRPr/>
            </a:lvl6pPr>
            <a:lvl7pPr marL="267300" indent="-132300">
              <a:spcAft>
                <a:spcPts val="750"/>
              </a:spcAft>
              <a:defRPr/>
            </a:lvl7pPr>
            <a:lvl8pPr marL="267300" indent="-132300">
              <a:spcAft>
                <a:spcPts val="750"/>
              </a:spcAft>
              <a:defRPr/>
            </a:lvl8pPr>
            <a:lvl9pPr marL="267300" indent="-132300">
              <a:spcAft>
                <a:spcPts val="75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Rectangle 3"/>
          <p:cNvSpPr/>
          <p:nvPr userDrawn="1"/>
        </p:nvSpPr>
        <p:spPr>
          <a:xfrm>
            <a:off x="470343" y="1715425"/>
            <a:ext cx="54864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dirty="0">
              <a:solidFill>
                <a:schemeClr val="bg1"/>
              </a:solidFill>
            </a:endParaRPr>
          </a:p>
        </p:txBody>
      </p:sp>
      <p:sp>
        <p:nvSpPr>
          <p:cNvPr id="5" name="Rectangle 4"/>
          <p:cNvSpPr/>
          <p:nvPr/>
        </p:nvSpPr>
        <p:spPr>
          <a:xfrm>
            <a:off x="6246196" y="1718774"/>
            <a:ext cx="54864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dirty="0">
              <a:solidFill>
                <a:schemeClr val="bg1"/>
              </a:solidFill>
            </a:endParaRPr>
          </a:p>
        </p:txBody>
      </p:sp>
      <p:sp>
        <p:nvSpPr>
          <p:cNvPr id="6" name="Picture Placeholder 29"/>
          <p:cNvSpPr>
            <a:spLocks noGrp="1"/>
          </p:cNvSpPr>
          <p:nvPr>
            <p:ph type="pic" sz="quarter" idx="19" hasCustomPrompt="1"/>
          </p:nvPr>
        </p:nvSpPr>
        <p:spPr>
          <a:xfrm>
            <a:off x="4734090" y="1857894"/>
            <a:ext cx="1210207" cy="549275"/>
          </a:xfrm>
        </p:spPr>
        <p:txBody>
          <a:bodyPr/>
          <a:lstStyle>
            <a:lvl1pPr marL="0" marR="0" indent="0" algn="l" defTabSz="685800" rtl="0" eaLnBrk="1" fontAlgn="auto" latinLnBrk="0" hangingPunct="1">
              <a:lnSpc>
                <a:spcPct val="100000"/>
              </a:lnSpc>
              <a:spcBef>
                <a:spcPts val="0"/>
              </a:spcBef>
              <a:spcAft>
                <a:spcPts val="750"/>
              </a:spcAft>
              <a:buClrTx/>
              <a:buSzTx/>
              <a:buFont typeface="Arial" panose="020B0604020202020204" pitchFamily="34" charset="0"/>
              <a:buNone/>
              <a:tabLst/>
              <a:defRPr sz="675"/>
            </a:lvl1pPr>
          </a:lstStyle>
          <a:p>
            <a:pPr>
              <a:spcBef>
                <a:spcPct val="0"/>
              </a:spcBef>
            </a:pPr>
            <a:r>
              <a:rPr lang="en-US" sz="900" noProof="0" dirty="0">
                <a:solidFill>
                  <a:schemeClr val="bg1"/>
                </a:solidFill>
              </a:rPr>
              <a:t>Co-brand</a:t>
            </a:r>
            <a:br>
              <a:rPr lang="en-US" sz="900" noProof="0" dirty="0">
                <a:solidFill>
                  <a:schemeClr val="bg1"/>
                </a:solidFill>
              </a:rPr>
            </a:br>
            <a:r>
              <a:rPr lang="en-US" sz="900" noProof="0" dirty="0">
                <a:solidFill>
                  <a:schemeClr val="bg1"/>
                </a:solidFill>
              </a:rPr>
              <a:t>Logo</a:t>
            </a:r>
          </a:p>
          <a:p>
            <a:endParaRPr lang="en-US" noProof="0" dirty="0"/>
          </a:p>
        </p:txBody>
      </p:sp>
      <p:sp>
        <p:nvSpPr>
          <p:cNvPr id="7" name="Picture Placeholder 29"/>
          <p:cNvSpPr>
            <a:spLocks noGrp="1"/>
          </p:cNvSpPr>
          <p:nvPr>
            <p:ph type="pic" sz="quarter" idx="20" hasCustomPrompt="1"/>
          </p:nvPr>
        </p:nvSpPr>
        <p:spPr>
          <a:xfrm>
            <a:off x="10488434" y="1857894"/>
            <a:ext cx="1244161" cy="549275"/>
          </a:xfrm>
        </p:spPr>
        <p:txBody>
          <a:bodyPr/>
          <a:lstStyle>
            <a:lvl1pPr marL="0" marR="0" indent="0" algn="l" defTabSz="685800" rtl="0" eaLnBrk="1" fontAlgn="auto" latinLnBrk="0" hangingPunct="1">
              <a:lnSpc>
                <a:spcPct val="100000"/>
              </a:lnSpc>
              <a:spcBef>
                <a:spcPts val="0"/>
              </a:spcBef>
              <a:spcAft>
                <a:spcPts val="750"/>
              </a:spcAft>
              <a:buClrTx/>
              <a:buSzTx/>
              <a:buFont typeface="Arial" panose="020B0604020202020204" pitchFamily="34" charset="0"/>
              <a:buNone/>
              <a:tabLst/>
              <a:defRPr sz="675"/>
            </a:lvl1pPr>
          </a:lstStyle>
          <a:p>
            <a:pPr>
              <a:spcBef>
                <a:spcPct val="0"/>
              </a:spcBef>
            </a:pPr>
            <a:r>
              <a:rPr lang="en-US" sz="900" noProof="0" dirty="0">
                <a:solidFill>
                  <a:schemeClr val="bg1"/>
                </a:solidFill>
              </a:rPr>
              <a:t>Co-brand</a:t>
            </a:r>
            <a:br>
              <a:rPr lang="en-US" sz="900" noProof="0" dirty="0">
                <a:solidFill>
                  <a:schemeClr val="bg1"/>
                </a:solidFill>
              </a:rPr>
            </a:br>
            <a:r>
              <a:rPr lang="en-US" sz="900" noProof="0" dirty="0">
                <a:solidFill>
                  <a:schemeClr val="bg1"/>
                </a:solidFill>
              </a:rPr>
              <a:t>Logo</a:t>
            </a:r>
          </a:p>
          <a:p>
            <a:endParaRPr lang="en-US" noProof="0" dirty="0"/>
          </a:p>
        </p:txBody>
      </p:sp>
      <p:sp>
        <p:nvSpPr>
          <p:cNvPr id="16" name="Text Placeholder 8">
            <a:extLst>
              <a:ext uri="{FF2B5EF4-FFF2-40B4-BE49-F238E27FC236}">
                <a16:creationId xmlns:a16="http://schemas.microsoft.com/office/drawing/2014/main" id="{C2FDA775-7453-495D-ABC5-C379E37806BE}"/>
              </a:ext>
            </a:extLst>
          </p:cNvPr>
          <p:cNvSpPr>
            <a:spLocks noGrp="1"/>
          </p:cNvSpPr>
          <p:nvPr>
            <p:ph type="body" sz="quarter" idx="22"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17" name="Title Placeholder 1">
            <a:extLst>
              <a:ext uri="{FF2B5EF4-FFF2-40B4-BE49-F238E27FC236}">
                <a16:creationId xmlns:a16="http://schemas.microsoft.com/office/drawing/2014/main" id="{D55BC33C-2B71-4E68-81E3-F520AB4629F5}"/>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Tree>
    <p:extLst>
      <p:ext uri="{BB962C8B-B14F-4D97-AF65-F5344CB8AC3E}">
        <p14:creationId xmlns:p14="http://schemas.microsoft.com/office/powerpoint/2010/main" val="1837989271"/>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6" name="Text Placeholder 8">
            <a:extLst>
              <a:ext uri="{FF2B5EF4-FFF2-40B4-BE49-F238E27FC236}">
                <a16:creationId xmlns:a16="http://schemas.microsoft.com/office/drawing/2014/main" id="{8D89C7E6-37F5-4005-B8BE-658A5ADDE295}"/>
              </a:ext>
            </a:extLst>
          </p:cNvPr>
          <p:cNvSpPr>
            <a:spLocks noGrp="1"/>
          </p:cNvSpPr>
          <p:nvPr>
            <p:ph type="body" sz="quarter" idx="22"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7" name="Title Placeholder 1">
            <a:extLst>
              <a:ext uri="{FF2B5EF4-FFF2-40B4-BE49-F238E27FC236}">
                <a16:creationId xmlns:a16="http://schemas.microsoft.com/office/drawing/2014/main" id="{0FA13130-E22F-4F71-97DB-A64E7A175EC6}"/>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Tree>
    <p:extLst>
      <p:ext uri="{BB962C8B-B14F-4D97-AF65-F5344CB8AC3E}">
        <p14:creationId xmlns:p14="http://schemas.microsoft.com/office/powerpoint/2010/main" val="3825984616"/>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26FB2E4B-5D1B-4250-844C-3D50DE4A9F69}"/>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Tree>
    <p:extLst>
      <p:ext uri="{BB962C8B-B14F-4D97-AF65-F5344CB8AC3E}">
        <p14:creationId xmlns:p14="http://schemas.microsoft.com/office/powerpoint/2010/main" val="2272426792"/>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Divider-Full Bleed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2AA0174D-B09C-4960-94D1-79FD4D04BDFB}"/>
              </a:ext>
            </a:extLst>
          </p:cNvPr>
          <p:cNvSpPr>
            <a:spLocks noGrp="1"/>
          </p:cNvSpPr>
          <p:nvPr>
            <p:ph type="pic" sz="quarter" idx="11"/>
          </p:nvPr>
        </p:nvSpPr>
        <p:spPr>
          <a:xfrm>
            <a:off x="0" y="0"/>
            <a:ext cx="12192000" cy="6858000"/>
          </a:xfrm>
          <a:prstGeom prst="rect">
            <a:avLst/>
          </a:prstGeom>
        </p:spPr>
        <p:txBody>
          <a:bodyPr/>
          <a:lstStyle>
            <a:lvl1pPr>
              <a:defRPr>
                <a:solidFill>
                  <a:schemeClr val="bg1"/>
                </a:solidFill>
              </a:defRPr>
            </a:lvl1pPr>
          </a:lstStyle>
          <a:p>
            <a:r>
              <a:rPr lang="en-US" noProof="0" dirty="0"/>
              <a:t>Click icon to add picture</a:t>
            </a:r>
          </a:p>
        </p:txBody>
      </p:sp>
      <p:sp>
        <p:nvSpPr>
          <p:cNvPr id="5" name="Text Placeholder 4">
            <a:extLst>
              <a:ext uri="{FF2B5EF4-FFF2-40B4-BE49-F238E27FC236}">
                <a16:creationId xmlns:a16="http://schemas.microsoft.com/office/drawing/2014/main" id="{E696C364-9ED6-42C4-8FC2-1F9C6CB1656D}"/>
              </a:ext>
            </a:extLst>
          </p:cNvPr>
          <p:cNvSpPr>
            <a:spLocks noGrp="1"/>
          </p:cNvSpPr>
          <p:nvPr>
            <p:ph type="body" sz="quarter" idx="12"/>
          </p:nvPr>
        </p:nvSpPr>
        <p:spPr>
          <a:xfrm>
            <a:off x="478220" y="366547"/>
            <a:ext cx="5465380" cy="484791"/>
          </a:xfrm>
        </p:spPr>
        <p:txBody>
          <a:bodyPr>
            <a:noAutofit/>
          </a:bodyPr>
          <a:lstStyle>
            <a:lvl1pPr>
              <a:defRPr sz="3200" b="1">
                <a:latin typeface="+mj-lt"/>
              </a:defRPr>
            </a:lvl1pPr>
            <a:lvl2pPr>
              <a:defRPr sz="3200" b="1">
                <a:latin typeface="+mj-lt"/>
              </a:defRPr>
            </a:lvl2pPr>
            <a:lvl3pPr>
              <a:defRPr sz="3200" b="1">
                <a:latin typeface="+mj-lt"/>
              </a:defRPr>
            </a:lvl3pPr>
            <a:lvl4pPr>
              <a:defRPr sz="3200" b="1">
                <a:latin typeface="+mj-lt"/>
              </a:defRPr>
            </a:lvl4pPr>
            <a:lvl5pPr>
              <a:defRPr sz="3200" b="1">
                <a:latin typeface="+mj-lt"/>
              </a:defRPr>
            </a:lvl5pPr>
          </a:lstStyle>
          <a:p>
            <a:pPr lvl="0"/>
            <a:r>
              <a:rPr lang="en-US"/>
              <a:t>Click to edit Master text styles</a:t>
            </a:r>
          </a:p>
        </p:txBody>
      </p:sp>
      <p:sp>
        <p:nvSpPr>
          <p:cNvPr id="6" name="Text Placeholder 4">
            <a:extLst>
              <a:ext uri="{FF2B5EF4-FFF2-40B4-BE49-F238E27FC236}">
                <a16:creationId xmlns:a16="http://schemas.microsoft.com/office/drawing/2014/main" id="{AD421831-C244-4DE0-8DE2-755D7D7315B9}"/>
              </a:ext>
            </a:extLst>
          </p:cNvPr>
          <p:cNvSpPr>
            <a:spLocks noGrp="1"/>
          </p:cNvSpPr>
          <p:nvPr>
            <p:ph type="body" sz="quarter" idx="13"/>
          </p:nvPr>
        </p:nvSpPr>
        <p:spPr>
          <a:xfrm>
            <a:off x="478220" y="851339"/>
            <a:ext cx="5465380" cy="863162"/>
          </a:xfrm>
        </p:spPr>
        <p:txBody>
          <a:bodyPr>
            <a:noAutofit/>
          </a:bodyPr>
          <a:lstStyle>
            <a:lvl1pPr>
              <a:defRPr sz="3200" b="0">
                <a:latin typeface="+mj-lt"/>
              </a:defRPr>
            </a:lvl1pPr>
            <a:lvl2pPr>
              <a:defRPr sz="3200" b="1">
                <a:latin typeface="+mj-lt"/>
              </a:defRPr>
            </a:lvl2pPr>
            <a:lvl3pPr>
              <a:defRPr sz="3200" b="1">
                <a:latin typeface="+mj-lt"/>
              </a:defRPr>
            </a:lvl3pPr>
            <a:lvl4pPr>
              <a:defRPr sz="3200" b="1">
                <a:latin typeface="+mj-lt"/>
              </a:defRPr>
            </a:lvl4pPr>
            <a:lvl5pPr>
              <a:defRPr sz="3200" b="1">
                <a:latin typeface="+mj-lt"/>
              </a:defRPr>
            </a:lvl5pPr>
          </a:lstStyle>
          <a:p>
            <a:pPr lvl="0"/>
            <a:r>
              <a:rPr lang="en-US"/>
              <a:t>Click to edit Master text styles</a:t>
            </a:r>
          </a:p>
        </p:txBody>
      </p:sp>
    </p:spTree>
    <p:extLst>
      <p:ext uri="{BB962C8B-B14F-4D97-AF65-F5344CB8AC3E}">
        <p14:creationId xmlns:p14="http://schemas.microsoft.com/office/powerpoint/2010/main" val="1471297831"/>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461823" y="1714500"/>
            <a:ext cx="11277600" cy="4667250"/>
          </a:xfrm>
          <a:prstGeom prst="rect">
            <a:avLst/>
          </a:prstGeom>
        </p:spPr>
        <p:txBody>
          <a:bodyPr vert="horz" lIns="0" tIns="0" rIns="0" bIns="0" rtlCol="0">
            <a:noAutofit/>
          </a:bodyPr>
          <a:lstStyle>
            <a:lvl1pPr>
              <a:defRPr sz="1200"/>
            </a:lvl1pPr>
            <a:lvl2pPr>
              <a:defRPr sz="1200"/>
            </a:lvl2pPr>
            <a:lvl3pPr>
              <a:defRPr sz="12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a:extLst>
              <a:ext uri="{FF2B5EF4-FFF2-40B4-BE49-F238E27FC236}">
                <a16:creationId xmlns:a16="http://schemas.microsoft.com/office/drawing/2014/main" id="{259C2253-8D87-4928-94C4-A4D186A7A8BD}"/>
              </a:ext>
            </a:extLst>
          </p:cNvPr>
          <p:cNvSpPr>
            <a:spLocks noGrp="1"/>
          </p:cNvSpPr>
          <p:nvPr>
            <p:ph type="body" sz="quarter" idx="22"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6" name="Title Placeholder 1">
            <a:extLst>
              <a:ext uri="{FF2B5EF4-FFF2-40B4-BE49-F238E27FC236}">
                <a16:creationId xmlns:a16="http://schemas.microsoft.com/office/drawing/2014/main" id="{96593EEB-1CDC-4080-8C11-602DEAE1026D}"/>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Tree>
    <p:extLst>
      <p:ext uri="{BB962C8B-B14F-4D97-AF65-F5344CB8AC3E}">
        <p14:creationId xmlns:p14="http://schemas.microsoft.com/office/powerpoint/2010/main" val="3117428216"/>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10" name="Text Placeholder 8">
            <a:extLst>
              <a:ext uri="{FF2B5EF4-FFF2-40B4-BE49-F238E27FC236}">
                <a16:creationId xmlns:a16="http://schemas.microsoft.com/office/drawing/2014/main" id="{09891263-8779-41FC-9383-3693CA16CB1D}"/>
              </a:ext>
            </a:extLst>
          </p:cNvPr>
          <p:cNvSpPr>
            <a:spLocks noGrp="1"/>
          </p:cNvSpPr>
          <p:nvPr>
            <p:ph type="body" sz="quarter" idx="22"/>
          </p:nvPr>
        </p:nvSpPr>
        <p:spPr>
          <a:xfrm>
            <a:off x="458730" y="1851440"/>
            <a:ext cx="3554471" cy="4511260"/>
          </a:xfrm>
        </p:spPr>
        <p:txBody>
          <a:bodyPr>
            <a:noAutofit/>
          </a:bodyPr>
          <a:lstStyle>
            <a:lvl1pPr marL="0" indent="0" algn="l">
              <a:buFontTx/>
              <a:buNone/>
              <a:defRPr sz="1200" b="1">
                <a:solidFill>
                  <a:schemeClr val="accent1"/>
                </a:solidFill>
              </a:defRPr>
            </a:lvl1pPr>
            <a:lvl2pPr marL="104775" indent="-104775" algn="l">
              <a:spcAft>
                <a:spcPts val="750"/>
              </a:spcAft>
              <a:buClrTx/>
              <a:buSzPct val="100000"/>
              <a:buFont typeface="Arial" panose="020B0604020202020204" pitchFamily="34" charset="0"/>
              <a:buChar char="•"/>
              <a:defRPr sz="1200"/>
            </a:lvl2pPr>
            <a:lvl3pPr marL="228600" indent="-104775" algn="l">
              <a:spcAft>
                <a:spcPts val="750"/>
              </a:spcAft>
              <a:buClrTx/>
              <a:buSzPct val="100000"/>
              <a:buFont typeface="Arial" panose="020B0604020202020204" pitchFamily="34" charset="0"/>
              <a:buChar char="−"/>
              <a:defRPr sz="1200"/>
            </a:lvl3pPr>
            <a:lvl4pPr marL="352425" indent="-104775" algn="l">
              <a:spcAft>
                <a:spcPts val="750"/>
              </a:spcAft>
              <a:buClrTx/>
              <a:buSzPct val="100000"/>
              <a:buFont typeface="Arial" panose="020B0604020202020204" pitchFamily="34" charset="0"/>
              <a:buChar char="◦"/>
              <a:defRPr sz="1200"/>
            </a:lvl4pPr>
            <a:lvl5pPr marL="476250" indent="-104775" algn="l">
              <a:spcAft>
                <a:spcPts val="750"/>
              </a:spcAft>
              <a:buClrTx/>
              <a:buSzPct val="100000"/>
              <a:buFont typeface="Arial" panose="020B0604020202020204" pitchFamily="34" charset="0"/>
              <a:buChar char="−"/>
              <a:defRPr sz="1200" baseline="0"/>
            </a:lvl5pPr>
            <a:lvl6pPr marL="267300" indent="-132300">
              <a:spcAft>
                <a:spcPts val="750"/>
              </a:spcAft>
              <a:buFont typeface="Verdana" panose="020B0604030504040204" pitchFamily="34" charset="0"/>
              <a:buChar char="−"/>
              <a:defRPr/>
            </a:lvl6pPr>
            <a:lvl7pPr marL="267300" indent="-132300">
              <a:spcAft>
                <a:spcPts val="750"/>
              </a:spcAft>
              <a:defRPr/>
            </a:lvl7pPr>
            <a:lvl8pPr marL="267300" indent="-132300">
              <a:spcAft>
                <a:spcPts val="750"/>
              </a:spcAft>
              <a:defRPr/>
            </a:lvl8pPr>
            <a:lvl9pPr marL="267300" indent="-132300">
              <a:spcAft>
                <a:spcPts val="75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a:extLst>
              <a:ext uri="{FF2B5EF4-FFF2-40B4-BE49-F238E27FC236}">
                <a16:creationId xmlns:a16="http://schemas.microsoft.com/office/drawing/2014/main" id="{3F862111-A699-4618-9902-CD7B1ECC90ED}"/>
              </a:ext>
            </a:extLst>
          </p:cNvPr>
          <p:cNvSpPr>
            <a:spLocks noGrp="1"/>
          </p:cNvSpPr>
          <p:nvPr>
            <p:ph type="body" sz="quarter" idx="23"/>
          </p:nvPr>
        </p:nvSpPr>
        <p:spPr>
          <a:xfrm>
            <a:off x="4314826" y="1851440"/>
            <a:ext cx="3554471" cy="4511260"/>
          </a:xfrm>
        </p:spPr>
        <p:txBody>
          <a:bodyPr>
            <a:noAutofit/>
          </a:bodyPr>
          <a:lstStyle>
            <a:lvl1pPr marL="0" indent="0" algn="l">
              <a:buFontTx/>
              <a:buNone/>
              <a:defRPr sz="1200" b="1">
                <a:solidFill>
                  <a:schemeClr val="accent1"/>
                </a:solidFill>
              </a:defRPr>
            </a:lvl1pPr>
            <a:lvl2pPr marL="104775" indent="-104775" algn="l">
              <a:spcAft>
                <a:spcPts val="750"/>
              </a:spcAft>
              <a:buClrTx/>
              <a:buSzPct val="100000"/>
              <a:buFont typeface="Arial" panose="020B0604020202020204" pitchFamily="34" charset="0"/>
              <a:buChar char="•"/>
              <a:defRPr sz="1200"/>
            </a:lvl2pPr>
            <a:lvl3pPr marL="228600" indent="-104775" algn="l">
              <a:spcAft>
                <a:spcPts val="750"/>
              </a:spcAft>
              <a:buClrTx/>
              <a:buSzPct val="100000"/>
              <a:buFont typeface="Arial" panose="020B0604020202020204" pitchFamily="34" charset="0"/>
              <a:buChar char="−"/>
              <a:defRPr sz="1200"/>
            </a:lvl3pPr>
            <a:lvl4pPr marL="352425" indent="-104775" algn="l">
              <a:spcAft>
                <a:spcPts val="750"/>
              </a:spcAft>
              <a:buClrTx/>
              <a:buSzPct val="100000"/>
              <a:buFont typeface="Arial" panose="020B0604020202020204" pitchFamily="34" charset="0"/>
              <a:buChar char="◦"/>
              <a:defRPr sz="1200"/>
            </a:lvl4pPr>
            <a:lvl5pPr marL="476250" indent="-104775" algn="l">
              <a:spcAft>
                <a:spcPts val="750"/>
              </a:spcAft>
              <a:buClrTx/>
              <a:buSzPct val="100000"/>
              <a:buFont typeface="Arial" panose="020B0604020202020204" pitchFamily="34" charset="0"/>
              <a:buChar char="−"/>
              <a:defRPr sz="1200" baseline="0"/>
            </a:lvl5pPr>
            <a:lvl6pPr marL="267300" indent="-132300">
              <a:spcAft>
                <a:spcPts val="750"/>
              </a:spcAft>
              <a:buFont typeface="Verdana" panose="020B0604030504040204" pitchFamily="34" charset="0"/>
              <a:buChar char="−"/>
              <a:defRPr/>
            </a:lvl6pPr>
            <a:lvl7pPr marL="267300" indent="-132300">
              <a:spcAft>
                <a:spcPts val="750"/>
              </a:spcAft>
              <a:defRPr/>
            </a:lvl7pPr>
            <a:lvl8pPr marL="267300" indent="-132300">
              <a:spcAft>
                <a:spcPts val="750"/>
              </a:spcAft>
              <a:defRPr/>
            </a:lvl8pPr>
            <a:lvl9pPr marL="267300" indent="-132300">
              <a:spcAft>
                <a:spcPts val="75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 Placeholder 8">
            <a:extLst>
              <a:ext uri="{FF2B5EF4-FFF2-40B4-BE49-F238E27FC236}">
                <a16:creationId xmlns:a16="http://schemas.microsoft.com/office/drawing/2014/main" id="{136FEA86-C43A-4BD9-AC25-65C16B3F484C}"/>
              </a:ext>
            </a:extLst>
          </p:cNvPr>
          <p:cNvSpPr>
            <a:spLocks noGrp="1"/>
          </p:cNvSpPr>
          <p:nvPr>
            <p:ph type="body" sz="quarter" idx="24"/>
          </p:nvPr>
        </p:nvSpPr>
        <p:spPr>
          <a:xfrm>
            <a:off x="8178800" y="1851440"/>
            <a:ext cx="3556000" cy="4511260"/>
          </a:xfrm>
        </p:spPr>
        <p:txBody>
          <a:bodyPr>
            <a:noAutofit/>
          </a:bodyPr>
          <a:lstStyle>
            <a:lvl1pPr marL="0" indent="0" algn="l">
              <a:buFontTx/>
              <a:buNone/>
              <a:defRPr sz="1200" b="1">
                <a:solidFill>
                  <a:schemeClr val="accent1"/>
                </a:solidFill>
              </a:defRPr>
            </a:lvl1pPr>
            <a:lvl2pPr marL="104775" indent="-104775" algn="l">
              <a:spcAft>
                <a:spcPts val="750"/>
              </a:spcAft>
              <a:buClrTx/>
              <a:buSzPct val="100000"/>
              <a:buFont typeface="Arial" panose="020B0604020202020204" pitchFamily="34" charset="0"/>
              <a:buChar char="•"/>
              <a:defRPr sz="1200"/>
            </a:lvl2pPr>
            <a:lvl3pPr marL="228600" indent="-104775" algn="l">
              <a:spcAft>
                <a:spcPts val="750"/>
              </a:spcAft>
              <a:buClrTx/>
              <a:buSzPct val="100000"/>
              <a:buFont typeface="Arial" panose="020B0604020202020204" pitchFamily="34" charset="0"/>
              <a:buChar char="−"/>
              <a:defRPr sz="1200"/>
            </a:lvl3pPr>
            <a:lvl4pPr marL="352425" indent="-104775" algn="l">
              <a:spcAft>
                <a:spcPts val="750"/>
              </a:spcAft>
              <a:buClrTx/>
              <a:buSzPct val="100000"/>
              <a:buFont typeface="Arial" panose="020B0604020202020204" pitchFamily="34" charset="0"/>
              <a:buChar char="◦"/>
              <a:defRPr sz="1200"/>
            </a:lvl4pPr>
            <a:lvl5pPr marL="476250" indent="-104775" algn="l">
              <a:spcAft>
                <a:spcPts val="750"/>
              </a:spcAft>
              <a:buClrTx/>
              <a:buSzPct val="100000"/>
              <a:buFont typeface="Arial" panose="020B0604020202020204" pitchFamily="34" charset="0"/>
              <a:buChar char="−"/>
              <a:defRPr sz="1200" baseline="0"/>
            </a:lvl5pPr>
            <a:lvl6pPr marL="267300" indent="-132300">
              <a:spcAft>
                <a:spcPts val="750"/>
              </a:spcAft>
              <a:buFont typeface="Verdana" panose="020B0604030504040204" pitchFamily="34" charset="0"/>
              <a:buChar char="−"/>
              <a:defRPr/>
            </a:lvl6pPr>
            <a:lvl7pPr marL="267300" indent="-132300">
              <a:spcAft>
                <a:spcPts val="750"/>
              </a:spcAft>
              <a:defRPr/>
            </a:lvl7pPr>
            <a:lvl8pPr marL="267300" indent="-132300">
              <a:spcAft>
                <a:spcPts val="750"/>
              </a:spcAft>
              <a:defRPr/>
            </a:lvl8pPr>
            <a:lvl9pPr marL="267300" indent="-132300">
              <a:spcAft>
                <a:spcPts val="75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8">
            <a:extLst>
              <a:ext uri="{FF2B5EF4-FFF2-40B4-BE49-F238E27FC236}">
                <a16:creationId xmlns:a16="http://schemas.microsoft.com/office/drawing/2014/main" id="{9D600A6A-61E2-4C72-A87B-39D905EFB4BC}"/>
              </a:ext>
            </a:extLst>
          </p:cNvPr>
          <p:cNvSpPr>
            <a:spLocks noGrp="1"/>
          </p:cNvSpPr>
          <p:nvPr>
            <p:ph type="body" sz="quarter" idx="25"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19" name="Title Placeholder 1">
            <a:extLst>
              <a:ext uri="{FF2B5EF4-FFF2-40B4-BE49-F238E27FC236}">
                <a16:creationId xmlns:a16="http://schemas.microsoft.com/office/drawing/2014/main" id="{D5910C4A-3157-47A5-8677-1140132DE359}"/>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
        <p:nvSpPr>
          <p:cNvPr id="20" name="Rectangle 19">
            <a:extLst>
              <a:ext uri="{FF2B5EF4-FFF2-40B4-BE49-F238E27FC236}">
                <a16:creationId xmlns:a16="http://schemas.microsoft.com/office/drawing/2014/main" id="{221E1916-39D6-44A9-8C07-60C8660A0953}"/>
              </a:ext>
            </a:extLst>
          </p:cNvPr>
          <p:cNvSpPr/>
          <p:nvPr userDrawn="1"/>
        </p:nvSpPr>
        <p:spPr>
          <a:xfrm>
            <a:off x="458729" y="1715425"/>
            <a:ext cx="3560064" cy="548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dirty="0">
              <a:solidFill>
                <a:schemeClr val="bg1"/>
              </a:solidFill>
            </a:endParaRPr>
          </a:p>
        </p:txBody>
      </p:sp>
      <p:sp>
        <p:nvSpPr>
          <p:cNvPr id="21" name="Rectangle 20">
            <a:extLst>
              <a:ext uri="{FF2B5EF4-FFF2-40B4-BE49-F238E27FC236}">
                <a16:creationId xmlns:a16="http://schemas.microsoft.com/office/drawing/2014/main" id="{F2178E01-9486-4723-8ECD-9A89CE53905A}"/>
              </a:ext>
            </a:extLst>
          </p:cNvPr>
          <p:cNvSpPr/>
          <p:nvPr userDrawn="1"/>
        </p:nvSpPr>
        <p:spPr>
          <a:xfrm>
            <a:off x="4314824" y="1715425"/>
            <a:ext cx="3560064" cy="548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dirty="0">
              <a:solidFill>
                <a:schemeClr val="bg1"/>
              </a:solidFill>
            </a:endParaRPr>
          </a:p>
        </p:txBody>
      </p:sp>
      <p:sp>
        <p:nvSpPr>
          <p:cNvPr id="22" name="Rectangle 21">
            <a:extLst>
              <a:ext uri="{FF2B5EF4-FFF2-40B4-BE49-F238E27FC236}">
                <a16:creationId xmlns:a16="http://schemas.microsoft.com/office/drawing/2014/main" id="{082A3624-848D-4789-989D-4C19B95C8DD4}"/>
              </a:ext>
            </a:extLst>
          </p:cNvPr>
          <p:cNvSpPr/>
          <p:nvPr userDrawn="1"/>
        </p:nvSpPr>
        <p:spPr>
          <a:xfrm>
            <a:off x="8178800" y="1715425"/>
            <a:ext cx="3560064" cy="548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dirty="0">
              <a:solidFill>
                <a:schemeClr val="bg1"/>
              </a:solidFill>
            </a:endParaRPr>
          </a:p>
        </p:txBody>
      </p:sp>
    </p:spTree>
    <p:extLst>
      <p:ext uri="{BB962C8B-B14F-4D97-AF65-F5344CB8AC3E}">
        <p14:creationId xmlns:p14="http://schemas.microsoft.com/office/powerpoint/2010/main" val="4225774193"/>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BAA35D0E-EBF0-4599-84F7-684DE89E56AE}"/>
              </a:ext>
            </a:extLst>
          </p:cNvPr>
          <p:cNvSpPr>
            <a:spLocks noGrp="1"/>
          </p:cNvSpPr>
          <p:nvPr>
            <p:ph type="body" sz="quarter" idx="25"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11" name="Title Placeholder 1">
            <a:extLst>
              <a:ext uri="{FF2B5EF4-FFF2-40B4-BE49-F238E27FC236}">
                <a16:creationId xmlns:a16="http://schemas.microsoft.com/office/drawing/2014/main" id="{CBCDA542-DB63-41BB-89C0-73F35C7D17CA}"/>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
        <p:nvSpPr>
          <p:cNvPr id="12" name="Text Placeholder 8">
            <a:extLst>
              <a:ext uri="{FF2B5EF4-FFF2-40B4-BE49-F238E27FC236}">
                <a16:creationId xmlns:a16="http://schemas.microsoft.com/office/drawing/2014/main" id="{C73178E3-6490-436A-8FEB-CC4E21B542CE}"/>
              </a:ext>
            </a:extLst>
          </p:cNvPr>
          <p:cNvSpPr>
            <a:spLocks noGrp="1"/>
          </p:cNvSpPr>
          <p:nvPr>
            <p:ph type="body" sz="quarter" idx="17"/>
          </p:nvPr>
        </p:nvSpPr>
        <p:spPr>
          <a:xfrm>
            <a:off x="473297" y="3124200"/>
            <a:ext cx="2720468" cy="3238500"/>
          </a:xfrm>
        </p:spPr>
        <p:txBody>
          <a:bodyPr>
            <a:noAutofit/>
          </a:bodyPr>
          <a:lstStyle>
            <a:lvl1pPr marL="0" indent="0" algn="l">
              <a:buFontTx/>
              <a:buNone/>
              <a:defRPr sz="1200" b="1">
                <a:solidFill>
                  <a:schemeClr val="accent1"/>
                </a:solidFill>
              </a:defRPr>
            </a:lvl1pPr>
            <a:lvl2pPr marL="104775" indent="-104775" algn="l">
              <a:spcAft>
                <a:spcPts val="0"/>
              </a:spcAft>
              <a:buClrTx/>
              <a:buSzPct val="100000"/>
              <a:buFont typeface="Arial" panose="020B0604020202020204" pitchFamily="34" charset="0"/>
              <a:buChar char="•"/>
              <a:defRPr sz="1200"/>
            </a:lvl2pPr>
            <a:lvl3pPr marL="228600" indent="-104775" algn="l">
              <a:spcAft>
                <a:spcPts val="0"/>
              </a:spcAft>
              <a:buClrTx/>
              <a:buSzPct val="100000"/>
              <a:buFont typeface="Arial" panose="020B0604020202020204" pitchFamily="34" charset="0"/>
              <a:buChar char="−"/>
              <a:defRPr sz="1200"/>
            </a:lvl3pPr>
            <a:lvl4pPr marL="352425" indent="-104775" algn="l">
              <a:spcAft>
                <a:spcPts val="0"/>
              </a:spcAft>
              <a:buClrTx/>
              <a:buSzPct val="100000"/>
              <a:buFont typeface="Arial" panose="020B0604020202020204" pitchFamily="34" charset="0"/>
              <a:buChar char="◦"/>
              <a:defRPr sz="1200"/>
            </a:lvl4pPr>
            <a:lvl5pPr marL="476250" indent="-104775" algn="l">
              <a:spcAft>
                <a:spcPts val="0"/>
              </a:spcAft>
              <a:buClrTx/>
              <a:buSzPct val="100000"/>
              <a:buFont typeface="Arial" panose="020B0604020202020204" pitchFamily="34" charset="0"/>
              <a:buChar char="−"/>
              <a:defRPr sz="1200" baseline="0"/>
            </a:lvl5pPr>
            <a:lvl6pPr marL="267300" indent="-132300">
              <a:spcAft>
                <a:spcPts val="0"/>
              </a:spcAft>
              <a:buFont typeface="Verdana" panose="020B0604030504040204" pitchFamily="34" charset="0"/>
              <a:buChar char="−"/>
              <a:defRPr/>
            </a:lvl6pPr>
            <a:lvl7pPr marL="267300" indent="-132300">
              <a:spcAft>
                <a:spcPts val="0"/>
              </a:spcAft>
              <a:defRPr/>
            </a:lvl7pPr>
            <a:lvl8pPr marL="267300" indent="-132300">
              <a:spcAft>
                <a:spcPts val="0"/>
              </a:spcAft>
              <a:defRPr/>
            </a:lvl8pPr>
            <a:lvl9pPr marL="267300" indent="-1323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8">
            <a:extLst>
              <a:ext uri="{FF2B5EF4-FFF2-40B4-BE49-F238E27FC236}">
                <a16:creationId xmlns:a16="http://schemas.microsoft.com/office/drawing/2014/main" id="{1B5A2B37-A59A-4B85-9144-75BC73AD9DB2}"/>
              </a:ext>
            </a:extLst>
          </p:cNvPr>
          <p:cNvSpPr>
            <a:spLocks noGrp="1"/>
          </p:cNvSpPr>
          <p:nvPr>
            <p:ph type="body" sz="quarter" idx="18"/>
          </p:nvPr>
        </p:nvSpPr>
        <p:spPr>
          <a:xfrm>
            <a:off x="6171687" y="3120553"/>
            <a:ext cx="2712000" cy="3238500"/>
          </a:xfrm>
        </p:spPr>
        <p:txBody>
          <a:bodyPr>
            <a:noAutofit/>
          </a:bodyPr>
          <a:lstStyle>
            <a:lvl1pPr marL="0" indent="0" algn="l">
              <a:buFontTx/>
              <a:buNone/>
              <a:defRPr sz="1200" b="1">
                <a:solidFill>
                  <a:schemeClr val="accent1"/>
                </a:solidFill>
              </a:defRPr>
            </a:lvl1pPr>
            <a:lvl2pPr marL="104775" indent="-104775" algn="l">
              <a:spcAft>
                <a:spcPts val="0"/>
              </a:spcAft>
              <a:buClrTx/>
              <a:buSzPct val="100000"/>
              <a:buFont typeface="Arial" panose="020B0604020202020204" pitchFamily="34" charset="0"/>
              <a:buChar char="•"/>
              <a:defRPr sz="1200"/>
            </a:lvl2pPr>
            <a:lvl3pPr marL="228600" indent="-104775" algn="l">
              <a:spcAft>
                <a:spcPts val="0"/>
              </a:spcAft>
              <a:buClrTx/>
              <a:buSzPct val="100000"/>
              <a:buFont typeface="Arial" panose="020B0604020202020204" pitchFamily="34" charset="0"/>
              <a:buChar char="−"/>
              <a:defRPr sz="1200"/>
            </a:lvl3pPr>
            <a:lvl4pPr marL="352425" indent="-104775" algn="l">
              <a:spcAft>
                <a:spcPts val="0"/>
              </a:spcAft>
              <a:buClrTx/>
              <a:buSzPct val="100000"/>
              <a:buFont typeface="Arial" panose="020B0604020202020204" pitchFamily="34" charset="0"/>
              <a:buChar char="◦"/>
              <a:defRPr sz="1200"/>
            </a:lvl4pPr>
            <a:lvl5pPr marL="476250" indent="-104775" algn="l">
              <a:spcAft>
                <a:spcPts val="0"/>
              </a:spcAft>
              <a:buClrTx/>
              <a:buSzPct val="100000"/>
              <a:buFont typeface="Arial" panose="020B0604020202020204" pitchFamily="34" charset="0"/>
              <a:buChar char="−"/>
              <a:defRPr sz="1200" baseline="0"/>
            </a:lvl5pPr>
            <a:lvl6pPr marL="267300" indent="-132300">
              <a:spcAft>
                <a:spcPts val="0"/>
              </a:spcAft>
              <a:buFont typeface="Verdana" panose="020B0604030504040204" pitchFamily="34" charset="0"/>
              <a:buChar char="−"/>
              <a:defRPr/>
            </a:lvl6pPr>
            <a:lvl7pPr marL="267300" indent="-132300">
              <a:spcAft>
                <a:spcPts val="0"/>
              </a:spcAft>
              <a:defRPr/>
            </a:lvl7pPr>
            <a:lvl8pPr marL="267300" indent="-132300">
              <a:spcAft>
                <a:spcPts val="0"/>
              </a:spcAft>
              <a:defRPr/>
            </a:lvl8pPr>
            <a:lvl9pPr marL="267300" indent="-1323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8">
            <a:extLst>
              <a:ext uri="{FF2B5EF4-FFF2-40B4-BE49-F238E27FC236}">
                <a16:creationId xmlns:a16="http://schemas.microsoft.com/office/drawing/2014/main" id="{0EDB9492-A5FE-44CC-90D8-0E0E80A4E813}"/>
              </a:ext>
            </a:extLst>
          </p:cNvPr>
          <p:cNvSpPr>
            <a:spLocks noGrp="1"/>
          </p:cNvSpPr>
          <p:nvPr>
            <p:ph type="body" sz="quarter" idx="19"/>
          </p:nvPr>
        </p:nvSpPr>
        <p:spPr>
          <a:xfrm>
            <a:off x="3330040" y="3124202"/>
            <a:ext cx="2712000" cy="3238499"/>
          </a:xfrm>
        </p:spPr>
        <p:txBody>
          <a:bodyPr>
            <a:noAutofit/>
          </a:bodyPr>
          <a:lstStyle>
            <a:lvl1pPr marL="0" indent="0" algn="l">
              <a:buFontTx/>
              <a:buNone/>
              <a:defRPr sz="1200" b="1">
                <a:solidFill>
                  <a:schemeClr val="accent1"/>
                </a:solidFill>
              </a:defRPr>
            </a:lvl1pPr>
            <a:lvl2pPr marL="104775" indent="-104775" algn="l">
              <a:spcAft>
                <a:spcPts val="0"/>
              </a:spcAft>
              <a:buClrTx/>
              <a:buSzPct val="100000"/>
              <a:buFont typeface="Arial" panose="020B0604020202020204" pitchFamily="34" charset="0"/>
              <a:buChar char="•"/>
              <a:defRPr sz="1200"/>
            </a:lvl2pPr>
            <a:lvl3pPr marL="228600" indent="-104775" algn="l">
              <a:spcAft>
                <a:spcPts val="0"/>
              </a:spcAft>
              <a:buClrTx/>
              <a:buSzPct val="100000"/>
              <a:buFont typeface="Arial" panose="020B0604020202020204" pitchFamily="34" charset="0"/>
              <a:buChar char="−"/>
              <a:defRPr sz="1200"/>
            </a:lvl3pPr>
            <a:lvl4pPr marL="352425" indent="-104775" algn="l">
              <a:spcAft>
                <a:spcPts val="0"/>
              </a:spcAft>
              <a:buClrTx/>
              <a:buSzPct val="100000"/>
              <a:buFont typeface="Arial" panose="020B0604020202020204" pitchFamily="34" charset="0"/>
              <a:buChar char="◦"/>
              <a:defRPr sz="1200"/>
            </a:lvl4pPr>
            <a:lvl5pPr marL="476250" indent="-104775" algn="l">
              <a:spcAft>
                <a:spcPts val="0"/>
              </a:spcAft>
              <a:buClrTx/>
              <a:buSzPct val="100000"/>
              <a:buFont typeface="Arial" panose="020B0604020202020204" pitchFamily="34" charset="0"/>
              <a:buChar char="−"/>
              <a:defRPr sz="1200" baseline="0"/>
            </a:lvl5pPr>
            <a:lvl6pPr marL="267300" indent="-132300">
              <a:spcAft>
                <a:spcPts val="0"/>
              </a:spcAft>
              <a:buFont typeface="Verdana" panose="020B0604030504040204" pitchFamily="34" charset="0"/>
              <a:buChar char="−"/>
              <a:defRPr/>
            </a:lvl6pPr>
            <a:lvl7pPr marL="267300" indent="-132300">
              <a:spcAft>
                <a:spcPts val="0"/>
              </a:spcAft>
              <a:defRPr/>
            </a:lvl7pPr>
            <a:lvl8pPr marL="267300" indent="-132300">
              <a:spcAft>
                <a:spcPts val="0"/>
              </a:spcAft>
              <a:defRPr/>
            </a:lvl8pPr>
            <a:lvl9pPr marL="267300" indent="-1323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8">
            <a:extLst>
              <a:ext uri="{FF2B5EF4-FFF2-40B4-BE49-F238E27FC236}">
                <a16:creationId xmlns:a16="http://schemas.microsoft.com/office/drawing/2014/main" id="{3D335E86-FA3A-4B76-B4D1-5D530C4E3791}"/>
              </a:ext>
            </a:extLst>
          </p:cNvPr>
          <p:cNvSpPr>
            <a:spLocks noGrp="1"/>
          </p:cNvSpPr>
          <p:nvPr>
            <p:ph type="body" sz="quarter" idx="20"/>
          </p:nvPr>
        </p:nvSpPr>
        <p:spPr>
          <a:xfrm>
            <a:off x="9035701" y="3108508"/>
            <a:ext cx="2697183" cy="3254192"/>
          </a:xfrm>
        </p:spPr>
        <p:txBody>
          <a:bodyPr>
            <a:noAutofit/>
          </a:bodyPr>
          <a:lstStyle>
            <a:lvl1pPr marL="0" indent="0" algn="l">
              <a:buFontTx/>
              <a:buNone/>
              <a:defRPr sz="1200" b="1">
                <a:solidFill>
                  <a:schemeClr val="accent1"/>
                </a:solidFill>
              </a:defRPr>
            </a:lvl1pPr>
            <a:lvl2pPr marL="104775" indent="-104775" algn="l">
              <a:spcAft>
                <a:spcPts val="0"/>
              </a:spcAft>
              <a:buClrTx/>
              <a:buSzPct val="100000"/>
              <a:buFont typeface="Arial" panose="020B0604020202020204" pitchFamily="34" charset="0"/>
              <a:buChar char="•"/>
              <a:defRPr sz="1200"/>
            </a:lvl2pPr>
            <a:lvl3pPr marL="228600" indent="-104775" algn="l">
              <a:spcAft>
                <a:spcPts val="0"/>
              </a:spcAft>
              <a:buClrTx/>
              <a:buSzPct val="100000"/>
              <a:buFont typeface="Arial" panose="020B0604020202020204" pitchFamily="34" charset="0"/>
              <a:buChar char="−"/>
              <a:defRPr sz="1200"/>
            </a:lvl3pPr>
            <a:lvl4pPr marL="352425" indent="-104775" algn="l">
              <a:spcAft>
                <a:spcPts val="0"/>
              </a:spcAft>
              <a:buClrTx/>
              <a:buSzPct val="100000"/>
              <a:buFont typeface="Arial" panose="020B0604020202020204" pitchFamily="34" charset="0"/>
              <a:buChar char="◦"/>
              <a:defRPr sz="1200"/>
            </a:lvl4pPr>
            <a:lvl5pPr marL="476250" indent="-104775" algn="l">
              <a:spcAft>
                <a:spcPts val="0"/>
              </a:spcAft>
              <a:buClrTx/>
              <a:buSzPct val="100000"/>
              <a:buFont typeface="Arial" panose="020B0604020202020204" pitchFamily="34" charset="0"/>
              <a:buChar char="−"/>
              <a:defRPr sz="1200" baseline="0"/>
            </a:lvl5pPr>
            <a:lvl6pPr marL="267300" indent="-132300">
              <a:spcAft>
                <a:spcPts val="0"/>
              </a:spcAft>
              <a:buFont typeface="Verdana" panose="020B0604030504040204" pitchFamily="34" charset="0"/>
              <a:buChar char="−"/>
              <a:defRPr/>
            </a:lvl6pPr>
            <a:lvl7pPr marL="267300" indent="-132300">
              <a:spcAft>
                <a:spcPts val="0"/>
              </a:spcAft>
              <a:defRPr/>
            </a:lvl7pPr>
            <a:lvl8pPr marL="267300" indent="-132300">
              <a:spcAft>
                <a:spcPts val="0"/>
              </a:spcAft>
              <a:defRPr/>
            </a:lvl8pPr>
            <a:lvl9pPr marL="267300" indent="-1323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4020869372"/>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Pr>
        <a:solidFill>
          <a:schemeClr val="accent2"/>
        </a:solidFill>
        <a:effectLst/>
      </p:bgPr>
    </p:bg>
    <p:spTree>
      <p:nvGrpSpPr>
        <p:cNvPr id="1" name=""/>
        <p:cNvGrpSpPr/>
        <p:nvPr/>
      </p:nvGrpSpPr>
      <p:grpSpPr>
        <a:xfrm>
          <a:off x="0" y="0"/>
          <a:ext cx="0" cy="0"/>
          <a:chOff x="0" y="0"/>
          <a:chExt cx="0" cy="0"/>
        </a:xfrm>
      </p:grpSpPr>
      <p:sp>
        <p:nvSpPr>
          <p:cNvPr id="11" name="CaseCode">
            <a:extLst>
              <a:ext uri="{FF2B5EF4-FFF2-40B4-BE49-F238E27FC236}">
                <a16:creationId xmlns:a16="http://schemas.microsoft.com/office/drawing/2014/main" id="{676B7924-6A82-4453-9ABA-42AE71384BDC}"/>
              </a:ext>
            </a:extLst>
          </p:cNvPr>
          <p:cNvSpPr txBox="1"/>
          <p:nvPr userDrawn="1"/>
        </p:nvSpPr>
        <p:spPr>
          <a:xfrm>
            <a:off x="6335184" y="6477002"/>
            <a:ext cx="4896560" cy="207749"/>
          </a:xfrm>
          <a:prstGeom prst="rect">
            <a:avLst/>
          </a:prstGeom>
          <a:noFill/>
        </p:spPr>
        <p:txBody>
          <a:bodyPr wrap="square" lIns="0" tIns="0" rIns="0" bIns="0" rtlCol="0">
            <a:spAutoFit/>
          </a:bodyPr>
          <a:lstStyle/>
          <a:p>
            <a:pPr marL="0" indent="0" algn="r">
              <a:spcBef>
                <a:spcPts val="0"/>
              </a:spcBef>
              <a:buSzPct val="100000"/>
              <a:buFont typeface="Arial"/>
              <a:buNone/>
            </a:pPr>
            <a:r>
              <a:rPr lang="en-US" sz="675" noProof="0" dirty="0">
                <a:solidFill>
                  <a:schemeClr val="bg1"/>
                </a:solidFill>
                <a:latin typeface="Calibri" panose="020F0502020204030204" pitchFamily="34" charset="0"/>
                <a:cs typeface="Calibri" panose="020F0502020204030204" pitchFamily="34" charset="0"/>
              </a:rPr>
              <a:t>Presentation title</a:t>
            </a:r>
            <a:br>
              <a:rPr lang="en-US" sz="675" noProof="0" dirty="0">
                <a:solidFill>
                  <a:schemeClr val="bg1"/>
                </a:solidFill>
                <a:latin typeface="Calibri" panose="020F0502020204030204" pitchFamily="34" charset="0"/>
                <a:cs typeface="Calibri" panose="020F0502020204030204" pitchFamily="34" charset="0"/>
              </a:rPr>
            </a:br>
            <a:r>
              <a:rPr lang="en-US" sz="675"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2" name="Copyright">
            <a:extLst>
              <a:ext uri="{FF2B5EF4-FFF2-40B4-BE49-F238E27FC236}">
                <a16:creationId xmlns:a16="http://schemas.microsoft.com/office/drawing/2014/main" id="{ED0B00A8-5B86-4AFE-8884-819CF7356AAE}"/>
              </a:ext>
            </a:extLst>
          </p:cNvPr>
          <p:cNvSpPr txBox="1"/>
          <p:nvPr userDrawn="1"/>
        </p:nvSpPr>
        <p:spPr>
          <a:xfrm>
            <a:off x="501649" y="6477003"/>
            <a:ext cx="5355168" cy="207749"/>
          </a:xfrm>
          <a:prstGeom prst="rect">
            <a:avLst/>
          </a:prstGeom>
          <a:noFill/>
        </p:spPr>
        <p:txBody>
          <a:bodyPr wrap="square" lIns="0" tIns="0" rIns="0" bIns="0" rtlCol="0">
            <a:spAutoFit/>
          </a:bodyPr>
          <a:lstStyle/>
          <a:p>
            <a:pPr marL="0" indent="0">
              <a:spcBef>
                <a:spcPts val="450"/>
              </a:spcBef>
              <a:buSzPct val="100000"/>
              <a:buFont typeface="Arial"/>
              <a:buNone/>
            </a:pPr>
            <a:r>
              <a:rPr lang="en-US" sz="675" noProof="0" dirty="0">
                <a:solidFill>
                  <a:schemeClr val="bg1"/>
                </a:solidFill>
                <a:latin typeface="Calibri" panose="020F0502020204030204" pitchFamily="34" charset="0"/>
                <a:cs typeface="Calibri" panose="020F0502020204030204" pitchFamily="34" charset="0"/>
              </a:rPr>
              <a:t>Member firms and DTTL: Insert appropriate copyright</a:t>
            </a:r>
            <a:br>
              <a:rPr lang="en-US" sz="675" noProof="0" dirty="0">
                <a:solidFill>
                  <a:schemeClr val="bg1"/>
                </a:solidFill>
                <a:latin typeface="Calibri" panose="020F0502020204030204" pitchFamily="34" charset="0"/>
                <a:cs typeface="Calibri" panose="020F0502020204030204" pitchFamily="34" charset="0"/>
              </a:rPr>
            </a:br>
            <a:r>
              <a:rPr lang="en-US" sz="675" noProof="0" dirty="0">
                <a:solidFill>
                  <a:schemeClr val="bg1"/>
                </a:solidFill>
                <a:latin typeface="Calibri" panose="020F0502020204030204" pitchFamily="34" charset="0"/>
                <a:cs typeface="Calibri" panose="020F0502020204030204" pitchFamily="34" charset="0"/>
              </a:rPr>
              <a:t>[To edit, click View &gt; Slide Mster &gt; Slide Master]</a:t>
            </a:r>
          </a:p>
        </p:txBody>
      </p:sp>
      <p:sp>
        <p:nvSpPr>
          <p:cNvPr id="18" name="TextBox 17">
            <a:extLst>
              <a:ext uri="{FF2B5EF4-FFF2-40B4-BE49-F238E27FC236}">
                <a16:creationId xmlns:a16="http://schemas.microsoft.com/office/drawing/2014/main" id="{DCBBEDB2-39B5-4D4C-AA82-85ED607FAC3B}"/>
              </a:ext>
            </a:extLst>
          </p:cNvPr>
          <p:cNvSpPr txBox="1"/>
          <p:nvPr userDrawn="1"/>
        </p:nvSpPr>
        <p:spPr>
          <a:xfrm>
            <a:off x="11382378" y="6477003"/>
            <a:ext cx="307975" cy="103875"/>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675" noProof="0" smtClean="0">
                <a:solidFill>
                  <a:schemeClr val="bg1"/>
                </a:solidFill>
                <a:latin typeface="Calibri" panose="020F0502020204030204" pitchFamily="34" charset="0"/>
                <a:cs typeface="Calibri" panose="020F0502020204030204" pitchFamily="34" charset="0"/>
              </a:rPr>
              <a:pPr marL="0" indent="0" algn="r">
                <a:spcBef>
                  <a:spcPts val="450"/>
                </a:spcBef>
                <a:buSzPct val="100000"/>
                <a:buFont typeface="Arial"/>
                <a:buNone/>
              </a:pPr>
              <a:t>‹#›</a:t>
            </a:fld>
            <a:endParaRPr lang="en-US" sz="675" noProof="0" dirty="0">
              <a:solidFill>
                <a:schemeClr val="bg1"/>
              </a:solidFill>
              <a:latin typeface="Calibri" panose="020F0502020204030204" pitchFamily="34" charset="0"/>
              <a:cs typeface="Calibri" panose="020F0502020204030204" pitchFamily="34" charset="0"/>
            </a:endParaRPr>
          </a:p>
        </p:txBody>
      </p:sp>
      <p:sp>
        <p:nvSpPr>
          <p:cNvPr id="13" name="Text Placeholder 8">
            <a:extLst>
              <a:ext uri="{FF2B5EF4-FFF2-40B4-BE49-F238E27FC236}">
                <a16:creationId xmlns:a16="http://schemas.microsoft.com/office/drawing/2014/main" id="{5BECBA53-5CA5-4826-B507-38E5EDBC4936}"/>
              </a:ext>
            </a:extLst>
          </p:cNvPr>
          <p:cNvSpPr>
            <a:spLocks noGrp="1"/>
          </p:cNvSpPr>
          <p:nvPr>
            <p:ph type="body" sz="quarter" idx="25"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bg1"/>
                </a:solidFill>
              </a:defRPr>
            </a:lvl1pPr>
          </a:lstStyle>
          <a:p>
            <a:pPr lvl="0"/>
            <a:r>
              <a:rPr lang="en-US"/>
              <a:t>Click to add subtitle</a:t>
            </a:r>
          </a:p>
        </p:txBody>
      </p:sp>
      <p:sp>
        <p:nvSpPr>
          <p:cNvPr id="14" name="Title Placeholder 1">
            <a:extLst>
              <a:ext uri="{FF2B5EF4-FFF2-40B4-BE49-F238E27FC236}">
                <a16:creationId xmlns:a16="http://schemas.microsoft.com/office/drawing/2014/main" id="{83571CF0-9FB3-44B1-BE19-B891DD1B11A0}"/>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solidFill>
                  <a:schemeClr val="bg1"/>
                </a:solidFill>
                <a:latin typeface="+mj-lt"/>
              </a:defRPr>
            </a:lvl1pPr>
          </a:lstStyle>
          <a:p>
            <a:r>
              <a:rPr lang="en-US"/>
              <a:t>Click to add title</a:t>
            </a:r>
          </a:p>
        </p:txBody>
      </p:sp>
      <p:sp>
        <p:nvSpPr>
          <p:cNvPr id="15" name="Text Placeholder 8">
            <a:extLst>
              <a:ext uri="{FF2B5EF4-FFF2-40B4-BE49-F238E27FC236}">
                <a16:creationId xmlns:a16="http://schemas.microsoft.com/office/drawing/2014/main" id="{CA32CD74-2C13-40B4-A25F-8871032067FB}"/>
              </a:ext>
            </a:extLst>
          </p:cNvPr>
          <p:cNvSpPr>
            <a:spLocks noGrp="1"/>
          </p:cNvSpPr>
          <p:nvPr>
            <p:ph type="body" sz="quarter" idx="17"/>
          </p:nvPr>
        </p:nvSpPr>
        <p:spPr>
          <a:xfrm>
            <a:off x="473297" y="3124200"/>
            <a:ext cx="2720468" cy="3238500"/>
          </a:xfrm>
        </p:spPr>
        <p:txBody>
          <a:bodyPr>
            <a:noAutofit/>
          </a:bodyPr>
          <a:lstStyle>
            <a:lvl1pPr marL="0" indent="0" algn="l">
              <a:buFontTx/>
              <a:buNone/>
              <a:defRPr sz="1200" b="1">
                <a:solidFill>
                  <a:schemeClr val="bg1"/>
                </a:solidFill>
              </a:defRPr>
            </a:lvl1pPr>
            <a:lvl2pPr marL="104775" indent="-104775" algn="l">
              <a:spcAft>
                <a:spcPts val="0"/>
              </a:spcAft>
              <a:buClrTx/>
              <a:buSzPct val="100000"/>
              <a:buFont typeface="Arial" panose="020B0604020202020204" pitchFamily="34" charset="0"/>
              <a:buChar char="•"/>
              <a:defRPr sz="1200">
                <a:solidFill>
                  <a:schemeClr val="bg1"/>
                </a:solidFill>
              </a:defRPr>
            </a:lvl2pPr>
            <a:lvl3pPr marL="228600" indent="-104775" algn="l">
              <a:spcAft>
                <a:spcPts val="0"/>
              </a:spcAft>
              <a:buClrTx/>
              <a:buSzPct val="100000"/>
              <a:buFont typeface="Arial" panose="020B0604020202020204" pitchFamily="34" charset="0"/>
              <a:buChar char="−"/>
              <a:defRPr sz="1200">
                <a:solidFill>
                  <a:schemeClr val="bg1"/>
                </a:solidFill>
              </a:defRPr>
            </a:lvl3pPr>
            <a:lvl4pPr marL="352425" indent="-104775" algn="l">
              <a:spcAft>
                <a:spcPts val="0"/>
              </a:spcAft>
              <a:buClrTx/>
              <a:buSzPct val="100000"/>
              <a:buFont typeface="Arial" panose="020B0604020202020204" pitchFamily="34" charset="0"/>
              <a:buChar char="◦"/>
              <a:defRPr sz="1200">
                <a:solidFill>
                  <a:schemeClr val="bg1"/>
                </a:solidFill>
              </a:defRPr>
            </a:lvl4pPr>
            <a:lvl5pPr marL="476250" indent="-104775" algn="l">
              <a:spcAft>
                <a:spcPts val="0"/>
              </a:spcAft>
              <a:buClrTx/>
              <a:buSzPct val="100000"/>
              <a:buFont typeface="Arial" panose="020B0604020202020204" pitchFamily="34" charset="0"/>
              <a:buChar char="−"/>
              <a:defRPr sz="1200" baseline="0">
                <a:solidFill>
                  <a:schemeClr val="bg1"/>
                </a:solidFill>
              </a:defRPr>
            </a:lvl5pPr>
            <a:lvl6pPr marL="267300" indent="-132300">
              <a:spcAft>
                <a:spcPts val="0"/>
              </a:spcAft>
              <a:buFont typeface="Verdana" panose="020B0604030504040204" pitchFamily="34" charset="0"/>
              <a:buChar char="−"/>
              <a:defRPr/>
            </a:lvl6pPr>
            <a:lvl7pPr marL="267300" indent="-132300">
              <a:spcAft>
                <a:spcPts val="0"/>
              </a:spcAft>
              <a:defRPr/>
            </a:lvl7pPr>
            <a:lvl8pPr marL="267300" indent="-132300">
              <a:spcAft>
                <a:spcPts val="0"/>
              </a:spcAft>
              <a:defRPr/>
            </a:lvl8pPr>
            <a:lvl9pPr marL="267300" indent="-1323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9" name="Text Placeholder 8">
            <a:extLst>
              <a:ext uri="{FF2B5EF4-FFF2-40B4-BE49-F238E27FC236}">
                <a16:creationId xmlns:a16="http://schemas.microsoft.com/office/drawing/2014/main" id="{0BD8344B-373A-4CA8-9F91-E02B0DA48BC6}"/>
              </a:ext>
            </a:extLst>
          </p:cNvPr>
          <p:cNvSpPr>
            <a:spLocks noGrp="1"/>
          </p:cNvSpPr>
          <p:nvPr>
            <p:ph type="body" sz="quarter" idx="18"/>
          </p:nvPr>
        </p:nvSpPr>
        <p:spPr>
          <a:xfrm>
            <a:off x="6171687" y="3120553"/>
            <a:ext cx="2712000" cy="3238500"/>
          </a:xfrm>
        </p:spPr>
        <p:txBody>
          <a:bodyPr>
            <a:noAutofit/>
          </a:bodyPr>
          <a:lstStyle>
            <a:lvl1pPr marL="0" indent="0" algn="l">
              <a:buFontTx/>
              <a:buNone/>
              <a:defRPr sz="1200" b="1">
                <a:solidFill>
                  <a:schemeClr val="bg1"/>
                </a:solidFill>
              </a:defRPr>
            </a:lvl1pPr>
            <a:lvl2pPr marL="104775" indent="-104775" algn="l">
              <a:spcAft>
                <a:spcPts val="0"/>
              </a:spcAft>
              <a:buClrTx/>
              <a:buSzPct val="100000"/>
              <a:buFont typeface="Arial" panose="020B0604020202020204" pitchFamily="34" charset="0"/>
              <a:buChar char="•"/>
              <a:defRPr sz="1200">
                <a:solidFill>
                  <a:schemeClr val="bg1"/>
                </a:solidFill>
              </a:defRPr>
            </a:lvl2pPr>
            <a:lvl3pPr marL="228600" indent="-104775" algn="l">
              <a:spcAft>
                <a:spcPts val="0"/>
              </a:spcAft>
              <a:buClrTx/>
              <a:buSzPct val="100000"/>
              <a:buFont typeface="Arial" panose="020B0604020202020204" pitchFamily="34" charset="0"/>
              <a:buChar char="−"/>
              <a:defRPr sz="1200">
                <a:solidFill>
                  <a:schemeClr val="bg1"/>
                </a:solidFill>
              </a:defRPr>
            </a:lvl3pPr>
            <a:lvl4pPr marL="352425" indent="-104775" algn="l">
              <a:spcAft>
                <a:spcPts val="0"/>
              </a:spcAft>
              <a:buClrTx/>
              <a:buSzPct val="100000"/>
              <a:buFont typeface="Arial" panose="020B0604020202020204" pitchFamily="34" charset="0"/>
              <a:buChar char="◦"/>
              <a:defRPr sz="1200">
                <a:solidFill>
                  <a:schemeClr val="bg1"/>
                </a:solidFill>
              </a:defRPr>
            </a:lvl4pPr>
            <a:lvl5pPr marL="476250" indent="-104775" algn="l">
              <a:spcAft>
                <a:spcPts val="0"/>
              </a:spcAft>
              <a:buClrTx/>
              <a:buSzPct val="100000"/>
              <a:buFont typeface="Arial" panose="020B0604020202020204" pitchFamily="34" charset="0"/>
              <a:buChar char="−"/>
              <a:defRPr sz="1200" baseline="0">
                <a:solidFill>
                  <a:schemeClr val="bg1"/>
                </a:solidFill>
              </a:defRPr>
            </a:lvl5pPr>
            <a:lvl6pPr marL="267300" indent="-132300">
              <a:spcAft>
                <a:spcPts val="0"/>
              </a:spcAft>
              <a:buFont typeface="Verdana" panose="020B0604030504040204" pitchFamily="34" charset="0"/>
              <a:buChar char="−"/>
              <a:defRPr/>
            </a:lvl6pPr>
            <a:lvl7pPr marL="267300" indent="-132300">
              <a:spcAft>
                <a:spcPts val="0"/>
              </a:spcAft>
              <a:defRPr/>
            </a:lvl7pPr>
            <a:lvl8pPr marL="267300" indent="-132300">
              <a:spcAft>
                <a:spcPts val="0"/>
              </a:spcAft>
              <a:defRPr/>
            </a:lvl8pPr>
            <a:lvl9pPr marL="267300" indent="-1323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 name="Text Placeholder 8">
            <a:extLst>
              <a:ext uri="{FF2B5EF4-FFF2-40B4-BE49-F238E27FC236}">
                <a16:creationId xmlns:a16="http://schemas.microsoft.com/office/drawing/2014/main" id="{55636606-D676-4661-AF12-C0DF71DF3A73}"/>
              </a:ext>
            </a:extLst>
          </p:cNvPr>
          <p:cNvSpPr>
            <a:spLocks noGrp="1"/>
          </p:cNvSpPr>
          <p:nvPr>
            <p:ph type="body" sz="quarter" idx="19"/>
          </p:nvPr>
        </p:nvSpPr>
        <p:spPr>
          <a:xfrm>
            <a:off x="3330040" y="3124202"/>
            <a:ext cx="2712000" cy="3238499"/>
          </a:xfrm>
        </p:spPr>
        <p:txBody>
          <a:bodyPr>
            <a:noAutofit/>
          </a:bodyPr>
          <a:lstStyle>
            <a:lvl1pPr marL="0" indent="0" algn="l">
              <a:buFontTx/>
              <a:buNone/>
              <a:defRPr sz="1200" b="1">
                <a:solidFill>
                  <a:schemeClr val="bg1"/>
                </a:solidFill>
              </a:defRPr>
            </a:lvl1pPr>
            <a:lvl2pPr marL="104775" indent="-104775" algn="l">
              <a:spcAft>
                <a:spcPts val="0"/>
              </a:spcAft>
              <a:buClrTx/>
              <a:buSzPct val="100000"/>
              <a:buFont typeface="Arial" panose="020B0604020202020204" pitchFamily="34" charset="0"/>
              <a:buChar char="•"/>
              <a:defRPr sz="1200">
                <a:solidFill>
                  <a:schemeClr val="bg1"/>
                </a:solidFill>
              </a:defRPr>
            </a:lvl2pPr>
            <a:lvl3pPr marL="228600" indent="-104775" algn="l">
              <a:spcAft>
                <a:spcPts val="0"/>
              </a:spcAft>
              <a:buClrTx/>
              <a:buSzPct val="100000"/>
              <a:buFont typeface="Arial" panose="020B0604020202020204" pitchFamily="34" charset="0"/>
              <a:buChar char="−"/>
              <a:defRPr sz="1200">
                <a:solidFill>
                  <a:schemeClr val="bg1"/>
                </a:solidFill>
              </a:defRPr>
            </a:lvl3pPr>
            <a:lvl4pPr marL="352425" indent="-104775" algn="l">
              <a:spcAft>
                <a:spcPts val="0"/>
              </a:spcAft>
              <a:buClrTx/>
              <a:buSzPct val="100000"/>
              <a:buFont typeface="Arial" panose="020B0604020202020204" pitchFamily="34" charset="0"/>
              <a:buChar char="◦"/>
              <a:defRPr sz="1200">
                <a:solidFill>
                  <a:schemeClr val="bg1"/>
                </a:solidFill>
              </a:defRPr>
            </a:lvl4pPr>
            <a:lvl5pPr marL="476250" indent="-104775" algn="l">
              <a:spcAft>
                <a:spcPts val="0"/>
              </a:spcAft>
              <a:buClrTx/>
              <a:buSzPct val="100000"/>
              <a:buFont typeface="Arial" panose="020B0604020202020204" pitchFamily="34" charset="0"/>
              <a:buChar char="−"/>
              <a:defRPr sz="1200" baseline="0">
                <a:solidFill>
                  <a:schemeClr val="bg1"/>
                </a:solidFill>
              </a:defRPr>
            </a:lvl5pPr>
            <a:lvl6pPr marL="267300" indent="-132300">
              <a:spcAft>
                <a:spcPts val="0"/>
              </a:spcAft>
              <a:buFont typeface="Verdana" panose="020B0604030504040204" pitchFamily="34" charset="0"/>
              <a:buChar char="−"/>
              <a:defRPr/>
            </a:lvl6pPr>
            <a:lvl7pPr marL="267300" indent="-132300">
              <a:spcAft>
                <a:spcPts val="0"/>
              </a:spcAft>
              <a:defRPr/>
            </a:lvl7pPr>
            <a:lvl8pPr marL="267300" indent="-132300">
              <a:spcAft>
                <a:spcPts val="0"/>
              </a:spcAft>
              <a:defRPr/>
            </a:lvl8pPr>
            <a:lvl9pPr marL="267300" indent="-1323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Text Placeholder 8">
            <a:extLst>
              <a:ext uri="{FF2B5EF4-FFF2-40B4-BE49-F238E27FC236}">
                <a16:creationId xmlns:a16="http://schemas.microsoft.com/office/drawing/2014/main" id="{59A4F706-D410-4A3E-B5DE-E6CD51845EA7}"/>
              </a:ext>
            </a:extLst>
          </p:cNvPr>
          <p:cNvSpPr>
            <a:spLocks noGrp="1"/>
          </p:cNvSpPr>
          <p:nvPr>
            <p:ph type="body" sz="quarter" idx="20"/>
          </p:nvPr>
        </p:nvSpPr>
        <p:spPr>
          <a:xfrm>
            <a:off x="9035701" y="3108508"/>
            <a:ext cx="2697183" cy="3254192"/>
          </a:xfrm>
        </p:spPr>
        <p:txBody>
          <a:bodyPr>
            <a:noAutofit/>
          </a:bodyPr>
          <a:lstStyle>
            <a:lvl1pPr marL="0" indent="0" algn="l">
              <a:buFontTx/>
              <a:buNone/>
              <a:defRPr sz="1200" b="1">
                <a:solidFill>
                  <a:schemeClr val="bg1"/>
                </a:solidFill>
              </a:defRPr>
            </a:lvl1pPr>
            <a:lvl2pPr marL="104775" indent="-104775" algn="l">
              <a:spcAft>
                <a:spcPts val="0"/>
              </a:spcAft>
              <a:buClrTx/>
              <a:buSzPct val="100000"/>
              <a:buFont typeface="Arial" panose="020B0604020202020204" pitchFamily="34" charset="0"/>
              <a:buChar char="•"/>
              <a:defRPr sz="1200">
                <a:solidFill>
                  <a:schemeClr val="bg1"/>
                </a:solidFill>
              </a:defRPr>
            </a:lvl2pPr>
            <a:lvl3pPr marL="228600" indent="-104775" algn="l">
              <a:spcAft>
                <a:spcPts val="0"/>
              </a:spcAft>
              <a:buClrTx/>
              <a:buSzPct val="100000"/>
              <a:buFont typeface="Arial" panose="020B0604020202020204" pitchFamily="34" charset="0"/>
              <a:buChar char="−"/>
              <a:defRPr sz="1200">
                <a:solidFill>
                  <a:schemeClr val="bg1"/>
                </a:solidFill>
              </a:defRPr>
            </a:lvl3pPr>
            <a:lvl4pPr marL="352425" indent="-104775" algn="l">
              <a:spcAft>
                <a:spcPts val="0"/>
              </a:spcAft>
              <a:buClrTx/>
              <a:buSzPct val="100000"/>
              <a:buFont typeface="Arial" panose="020B0604020202020204" pitchFamily="34" charset="0"/>
              <a:buChar char="◦"/>
              <a:defRPr sz="1200">
                <a:solidFill>
                  <a:schemeClr val="bg1"/>
                </a:solidFill>
              </a:defRPr>
            </a:lvl4pPr>
            <a:lvl5pPr marL="476250" indent="-104775" algn="l">
              <a:spcAft>
                <a:spcPts val="0"/>
              </a:spcAft>
              <a:buClrTx/>
              <a:buSzPct val="100000"/>
              <a:buFont typeface="Arial" panose="020B0604020202020204" pitchFamily="34" charset="0"/>
              <a:buChar char="−"/>
              <a:defRPr sz="1200" baseline="0">
                <a:solidFill>
                  <a:schemeClr val="bg1"/>
                </a:solidFill>
              </a:defRPr>
            </a:lvl5pPr>
            <a:lvl6pPr marL="267300" indent="-132300">
              <a:spcAft>
                <a:spcPts val="0"/>
              </a:spcAft>
              <a:buFont typeface="Verdana" panose="020B0604030504040204" pitchFamily="34" charset="0"/>
              <a:buChar char="−"/>
              <a:defRPr/>
            </a:lvl6pPr>
            <a:lvl7pPr marL="267300" indent="-132300">
              <a:spcAft>
                <a:spcPts val="0"/>
              </a:spcAft>
              <a:defRPr/>
            </a:lvl7pPr>
            <a:lvl8pPr marL="267300" indent="-132300">
              <a:spcAft>
                <a:spcPts val="0"/>
              </a:spcAft>
              <a:defRPr/>
            </a:lvl8pPr>
            <a:lvl9pPr marL="267300" indent="-1323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4239345166"/>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7" name="Picture Placeholder 29"/>
          <p:cNvSpPr>
            <a:spLocks noGrp="1"/>
          </p:cNvSpPr>
          <p:nvPr>
            <p:ph type="pic" sz="quarter" idx="20" hasCustomPrompt="1"/>
          </p:nvPr>
        </p:nvSpPr>
        <p:spPr>
          <a:xfrm>
            <a:off x="10485324" y="1853601"/>
            <a:ext cx="1244161" cy="549275"/>
          </a:xfrm>
        </p:spPr>
        <p:txBody>
          <a:bodyPr/>
          <a:lstStyle>
            <a:lvl1pPr marL="0" marR="0" indent="0" algn="l" defTabSz="685800" rtl="0" eaLnBrk="1" fontAlgn="auto" latinLnBrk="0" hangingPunct="1">
              <a:lnSpc>
                <a:spcPct val="100000"/>
              </a:lnSpc>
              <a:spcBef>
                <a:spcPts val="0"/>
              </a:spcBef>
              <a:spcAft>
                <a:spcPts val="750"/>
              </a:spcAft>
              <a:buClrTx/>
              <a:buSzTx/>
              <a:buFont typeface="Arial" panose="020B0604020202020204" pitchFamily="34" charset="0"/>
              <a:buNone/>
              <a:tabLst/>
              <a:defRPr sz="675"/>
            </a:lvl1pPr>
          </a:lstStyle>
          <a:p>
            <a:pPr>
              <a:spcBef>
                <a:spcPct val="0"/>
              </a:spcBef>
            </a:pPr>
            <a:r>
              <a:rPr lang="en-US" sz="900" dirty="0">
                <a:solidFill>
                  <a:schemeClr val="bg1"/>
                </a:solidFill>
              </a:rPr>
              <a:t>Co-brand</a:t>
            </a:r>
            <a:br>
              <a:rPr lang="en-US" sz="900" dirty="0">
                <a:solidFill>
                  <a:schemeClr val="bg1"/>
                </a:solidFill>
              </a:rPr>
            </a:br>
            <a:r>
              <a:rPr lang="en-US" sz="900" dirty="0">
                <a:solidFill>
                  <a:schemeClr val="bg1"/>
                </a:solidFill>
              </a:rPr>
              <a:t>Logo</a:t>
            </a:r>
          </a:p>
          <a:p>
            <a:endParaRPr lang="en-GB" dirty="0"/>
          </a:p>
        </p:txBody>
      </p:sp>
      <p:sp>
        <p:nvSpPr>
          <p:cNvPr id="14" name="Picture Placeholder 29"/>
          <p:cNvSpPr>
            <a:spLocks noGrp="1"/>
          </p:cNvSpPr>
          <p:nvPr>
            <p:ph type="pic" sz="quarter" idx="24" hasCustomPrompt="1"/>
          </p:nvPr>
        </p:nvSpPr>
        <p:spPr>
          <a:xfrm>
            <a:off x="4702979" y="4258270"/>
            <a:ext cx="1239381" cy="549275"/>
          </a:xfrm>
        </p:spPr>
        <p:txBody>
          <a:bodyPr/>
          <a:lstStyle>
            <a:lvl1pPr marL="0" marR="0" indent="0" algn="l" defTabSz="685800" rtl="0" eaLnBrk="1" fontAlgn="auto" latinLnBrk="0" hangingPunct="1">
              <a:lnSpc>
                <a:spcPct val="100000"/>
              </a:lnSpc>
              <a:spcBef>
                <a:spcPts val="0"/>
              </a:spcBef>
              <a:spcAft>
                <a:spcPts val="750"/>
              </a:spcAft>
              <a:buClrTx/>
              <a:buSzTx/>
              <a:buFont typeface="Arial" panose="020B0604020202020204" pitchFamily="34" charset="0"/>
              <a:buNone/>
              <a:tabLst/>
              <a:defRPr sz="675"/>
            </a:lvl1pPr>
          </a:lstStyle>
          <a:p>
            <a:pPr>
              <a:spcBef>
                <a:spcPct val="0"/>
              </a:spcBef>
            </a:pPr>
            <a:r>
              <a:rPr lang="en-US" sz="900" dirty="0">
                <a:solidFill>
                  <a:schemeClr val="bg1"/>
                </a:solidFill>
              </a:rPr>
              <a:t>Co-brand</a:t>
            </a:r>
            <a:br>
              <a:rPr lang="en-US" sz="900" dirty="0">
                <a:solidFill>
                  <a:schemeClr val="bg1"/>
                </a:solidFill>
              </a:rPr>
            </a:br>
            <a:r>
              <a:rPr lang="en-US" sz="900" dirty="0">
                <a:solidFill>
                  <a:schemeClr val="bg1"/>
                </a:solidFill>
              </a:rPr>
              <a:t>Logo</a:t>
            </a:r>
          </a:p>
          <a:p>
            <a:endParaRPr lang="en-GB" dirty="0"/>
          </a:p>
        </p:txBody>
      </p:sp>
      <p:sp>
        <p:nvSpPr>
          <p:cNvPr id="15" name="Picture Placeholder 29"/>
          <p:cNvSpPr>
            <a:spLocks noGrp="1"/>
          </p:cNvSpPr>
          <p:nvPr>
            <p:ph type="pic" sz="quarter" idx="25" hasCustomPrompt="1"/>
          </p:nvPr>
        </p:nvSpPr>
        <p:spPr>
          <a:xfrm>
            <a:off x="10500785" y="4258270"/>
            <a:ext cx="1244160" cy="549275"/>
          </a:xfrm>
        </p:spPr>
        <p:txBody>
          <a:bodyPr/>
          <a:lstStyle>
            <a:lvl1pPr marL="0" marR="0" indent="0" algn="l" defTabSz="685800" rtl="0" eaLnBrk="1" fontAlgn="auto" latinLnBrk="0" hangingPunct="1">
              <a:lnSpc>
                <a:spcPct val="100000"/>
              </a:lnSpc>
              <a:spcBef>
                <a:spcPts val="0"/>
              </a:spcBef>
              <a:spcAft>
                <a:spcPts val="750"/>
              </a:spcAft>
              <a:buClrTx/>
              <a:buSzTx/>
              <a:buFont typeface="Arial" panose="020B0604020202020204" pitchFamily="34" charset="0"/>
              <a:buNone/>
              <a:tabLst/>
              <a:defRPr sz="675"/>
            </a:lvl1pPr>
          </a:lstStyle>
          <a:p>
            <a:pPr>
              <a:spcBef>
                <a:spcPct val="0"/>
              </a:spcBef>
            </a:pPr>
            <a:r>
              <a:rPr lang="en-US" sz="900" dirty="0">
                <a:solidFill>
                  <a:schemeClr val="bg1"/>
                </a:solidFill>
              </a:rPr>
              <a:t>Co-brand</a:t>
            </a:r>
            <a:br>
              <a:rPr lang="en-US" sz="900" dirty="0">
                <a:solidFill>
                  <a:schemeClr val="bg1"/>
                </a:solidFill>
              </a:rPr>
            </a:br>
            <a:r>
              <a:rPr lang="en-US" sz="900" dirty="0">
                <a:solidFill>
                  <a:schemeClr val="bg1"/>
                </a:solidFill>
              </a:rPr>
              <a:t>Logo</a:t>
            </a:r>
          </a:p>
          <a:p>
            <a:endParaRPr lang="en-GB" dirty="0"/>
          </a:p>
        </p:txBody>
      </p:sp>
      <p:sp>
        <p:nvSpPr>
          <p:cNvPr id="17" name="Picture Placeholder 29"/>
          <p:cNvSpPr>
            <a:spLocks noGrp="1"/>
          </p:cNvSpPr>
          <p:nvPr>
            <p:ph type="pic" sz="quarter" idx="19" hasCustomPrompt="1"/>
          </p:nvPr>
        </p:nvSpPr>
        <p:spPr>
          <a:xfrm>
            <a:off x="4735149" y="1857894"/>
            <a:ext cx="1210207" cy="549275"/>
          </a:xfrm>
        </p:spPr>
        <p:txBody>
          <a:bodyPr/>
          <a:lstStyle>
            <a:lvl1pPr marL="0" marR="0" indent="0" algn="l" defTabSz="685800" rtl="0" eaLnBrk="1" fontAlgn="auto" latinLnBrk="0" hangingPunct="1">
              <a:lnSpc>
                <a:spcPct val="100000"/>
              </a:lnSpc>
              <a:spcBef>
                <a:spcPts val="0"/>
              </a:spcBef>
              <a:spcAft>
                <a:spcPts val="750"/>
              </a:spcAft>
              <a:buClrTx/>
              <a:buSzTx/>
              <a:buFont typeface="Arial" panose="020B0604020202020204" pitchFamily="34" charset="0"/>
              <a:buNone/>
              <a:tabLst/>
              <a:defRPr sz="675"/>
            </a:lvl1pPr>
          </a:lstStyle>
          <a:p>
            <a:pPr>
              <a:spcBef>
                <a:spcPct val="0"/>
              </a:spcBef>
            </a:pPr>
            <a:r>
              <a:rPr lang="en-US" sz="900" dirty="0">
                <a:solidFill>
                  <a:schemeClr val="bg1"/>
                </a:solidFill>
              </a:rPr>
              <a:t>Co-brand</a:t>
            </a:r>
            <a:br>
              <a:rPr lang="en-US" sz="900" dirty="0">
                <a:solidFill>
                  <a:schemeClr val="bg1"/>
                </a:solidFill>
              </a:rPr>
            </a:br>
            <a:r>
              <a:rPr lang="en-US" sz="900" dirty="0">
                <a:solidFill>
                  <a:schemeClr val="bg1"/>
                </a:solidFill>
              </a:rPr>
              <a:t>Logo</a:t>
            </a:r>
          </a:p>
          <a:p>
            <a:endParaRPr lang="en-GB" dirty="0"/>
          </a:p>
        </p:txBody>
      </p:sp>
      <p:sp>
        <p:nvSpPr>
          <p:cNvPr id="28" name="Text Placeholder 8">
            <a:extLst>
              <a:ext uri="{FF2B5EF4-FFF2-40B4-BE49-F238E27FC236}">
                <a16:creationId xmlns:a16="http://schemas.microsoft.com/office/drawing/2014/main" id="{0D485CFD-E778-438B-9F95-AA857AF5CACE}"/>
              </a:ext>
            </a:extLst>
          </p:cNvPr>
          <p:cNvSpPr>
            <a:spLocks noGrp="1"/>
          </p:cNvSpPr>
          <p:nvPr>
            <p:ph type="body" sz="quarter" idx="17"/>
          </p:nvPr>
        </p:nvSpPr>
        <p:spPr>
          <a:xfrm>
            <a:off x="470344" y="1856232"/>
            <a:ext cx="5473257" cy="1695450"/>
          </a:xfrm>
        </p:spPr>
        <p:txBody>
          <a:bodyPr>
            <a:noAutofit/>
          </a:bodyPr>
          <a:lstStyle>
            <a:lvl1pPr marL="0" indent="0" algn="l">
              <a:buFontTx/>
              <a:buNone/>
              <a:defRPr sz="1200" b="1">
                <a:solidFill>
                  <a:schemeClr val="accent1"/>
                </a:solidFill>
              </a:defRPr>
            </a:lvl1pPr>
            <a:lvl2pPr marL="104775" indent="-104775" algn="l">
              <a:spcAft>
                <a:spcPts val="750"/>
              </a:spcAft>
              <a:buClrTx/>
              <a:buSzPct val="100000"/>
              <a:buFont typeface="Arial" panose="020B0604020202020204" pitchFamily="34" charset="0"/>
              <a:buChar char="•"/>
              <a:defRPr sz="1200"/>
            </a:lvl2pPr>
            <a:lvl3pPr marL="228600" indent="-104775" algn="l">
              <a:spcAft>
                <a:spcPts val="750"/>
              </a:spcAft>
              <a:buClrTx/>
              <a:buSzPct val="100000"/>
              <a:buFont typeface="Arial" panose="020B0604020202020204" pitchFamily="34" charset="0"/>
              <a:buChar char="−"/>
              <a:defRPr sz="1200"/>
            </a:lvl3pPr>
            <a:lvl4pPr marL="352425" indent="-104775" algn="l">
              <a:spcAft>
                <a:spcPts val="750"/>
              </a:spcAft>
              <a:buClrTx/>
              <a:buSzPct val="100000"/>
              <a:buFont typeface="Arial" panose="020B0604020202020204" pitchFamily="34" charset="0"/>
              <a:buChar char="◦"/>
              <a:defRPr sz="1200"/>
            </a:lvl4pPr>
            <a:lvl5pPr marL="476250" indent="-104775" algn="l">
              <a:spcAft>
                <a:spcPts val="750"/>
              </a:spcAft>
              <a:buClrTx/>
              <a:buSzPct val="100000"/>
              <a:buFont typeface="Arial" panose="020B0604020202020204" pitchFamily="34" charset="0"/>
              <a:buChar char="−"/>
              <a:defRPr sz="1200" baseline="0"/>
            </a:lvl5pPr>
            <a:lvl6pPr marL="267300" indent="-132300">
              <a:spcAft>
                <a:spcPts val="750"/>
              </a:spcAft>
              <a:buFont typeface="Verdana" panose="020B0604030504040204" pitchFamily="34" charset="0"/>
              <a:buChar char="−"/>
              <a:defRPr/>
            </a:lvl6pPr>
            <a:lvl7pPr marL="267300" indent="-132300">
              <a:spcAft>
                <a:spcPts val="750"/>
              </a:spcAft>
              <a:defRPr/>
            </a:lvl7pPr>
            <a:lvl8pPr marL="267300" indent="-132300">
              <a:spcAft>
                <a:spcPts val="750"/>
              </a:spcAft>
              <a:defRPr/>
            </a:lvl8pPr>
            <a:lvl9pPr marL="267300" indent="-132300">
              <a:spcAft>
                <a:spcPts val="75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9" name="Text Placeholder 8">
            <a:extLst>
              <a:ext uri="{FF2B5EF4-FFF2-40B4-BE49-F238E27FC236}">
                <a16:creationId xmlns:a16="http://schemas.microsoft.com/office/drawing/2014/main" id="{1995C2BA-4183-48F4-92D9-4620CCDF5C16}"/>
              </a:ext>
            </a:extLst>
          </p:cNvPr>
          <p:cNvSpPr>
            <a:spLocks noGrp="1"/>
          </p:cNvSpPr>
          <p:nvPr>
            <p:ph type="body" sz="quarter" idx="26"/>
          </p:nvPr>
        </p:nvSpPr>
        <p:spPr>
          <a:xfrm>
            <a:off x="6257042" y="1847618"/>
            <a:ext cx="5464615" cy="1695450"/>
          </a:xfrm>
        </p:spPr>
        <p:txBody>
          <a:bodyPr>
            <a:noAutofit/>
          </a:bodyPr>
          <a:lstStyle>
            <a:lvl1pPr marL="0" indent="0" algn="l">
              <a:buFontTx/>
              <a:buNone/>
              <a:defRPr sz="1200" b="1">
                <a:solidFill>
                  <a:schemeClr val="accent1"/>
                </a:solidFill>
              </a:defRPr>
            </a:lvl1pPr>
            <a:lvl2pPr marL="104775" indent="-104775" algn="l">
              <a:spcAft>
                <a:spcPts val="750"/>
              </a:spcAft>
              <a:buClrTx/>
              <a:buSzPct val="100000"/>
              <a:buFont typeface="Arial" panose="020B0604020202020204" pitchFamily="34" charset="0"/>
              <a:buChar char="•"/>
              <a:defRPr sz="1200"/>
            </a:lvl2pPr>
            <a:lvl3pPr marL="228600" indent="-104775" algn="l">
              <a:spcAft>
                <a:spcPts val="750"/>
              </a:spcAft>
              <a:buClrTx/>
              <a:buSzPct val="100000"/>
              <a:buFont typeface="Arial" panose="020B0604020202020204" pitchFamily="34" charset="0"/>
              <a:buChar char="−"/>
              <a:defRPr sz="1200"/>
            </a:lvl3pPr>
            <a:lvl4pPr marL="352425" indent="-104775" algn="l">
              <a:spcAft>
                <a:spcPts val="750"/>
              </a:spcAft>
              <a:buClrTx/>
              <a:buSzPct val="100000"/>
              <a:buFont typeface="Arial" panose="020B0604020202020204" pitchFamily="34" charset="0"/>
              <a:buChar char="◦"/>
              <a:defRPr sz="1200"/>
            </a:lvl4pPr>
            <a:lvl5pPr marL="476250" indent="-104775" algn="l">
              <a:spcAft>
                <a:spcPts val="750"/>
              </a:spcAft>
              <a:buClrTx/>
              <a:buSzPct val="100000"/>
              <a:buFont typeface="Arial" panose="020B0604020202020204" pitchFamily="34" charset="0"/>
              <a:buChar char="−"/>
              <a:defRPr sz="1200" baseline="0"/>
            </a:lvl5pPr>
            <a:lvl6pPr marL="267300" indent="-132300">
              <a:spcAft>
                <a:spcPts val="750"/>
              </a:spcAft>
              <a:buFont typeface="Verdana" panose="020B0604030504040204" pitchFamily="34" charset="0"/>
              <a:buChar char="−"/>
              <a:defRPr/>
            </a:lvl6pPr>
            <a:lvl7pPr marL="267300" indent="-132300">
              <a:spcAft>
                <a:spcPts val="750"/>
              </a:spcAft>
              <a:defRPr/>
            </a:lvl7pPr>
            <a:lvl8pPr marL="267300" indent="-132300">
              <a:spcAft>
                <a:spcPts val="750"/>
              </a:spcAft>
              <a:defRPr/>
            </a:lvl8pPr>
            <a:lvl9pPr marL="267300" indent="-132300">
              <a:spcAft>
                <a:spcPts val="75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 name="Text Placeholder 8">
            <a:extLst>
              <a:ext uri="{FF2B5EF4-FFF2-40B4-BE49-F238E27FC236}">
                <a16:creationId xmlns:a16="http://schemas.microsoft.com/office/drawing/2014/main" id="{2DC3B9DA-0A51-491C-923B-09D36118ADA0}"/>
              </a:ext>
            </a:extLst>
          </p:cNvPr>
          <p:cNvSpPr>
            <a:spLocks noGrp="1"/>
          </p:cNvSpPr>
          <p:nvPr>
            <p:ph type="body" sz="quarter" idx="27"/>
          </p:nvPr>
        </p:nvSpPr>
        <p:spPr>
          <a:xfrm>
            <a:off x="470344" y="4256623"/>
            <a:ext cx="5473257" cy="1695450"/>
          </a:xfrm>
        </p:spPr>
        <p:txBody>
          <a:bodyPr>
            <a:noAutofit/>
          </a:bodyPr>
          <a:lstStyle>
            <a:lvl1pPr marL="0" indent="0" algn="l">
              <a:buFontTx/>
              <a:buNone/>
              <a:defRPr sz="1200" b="1">
                <a:solidFill>
                  <a:schemeClr val="accent1"/>
                </a:solidFill>
              </a:defRPr>
            </a:lvl1pPr>
            <a:lvl2pPr marL="104775" indent="-104775" algn="l">
              <a:spcAft>
                <a:spcPts val="750"/>
              </a:spcAft>
              <a:buClrTx/>
              <a:buSzPct val="100000"/>
              <a:buFont typeface="Arial" panose="020B0604020202020204" pitchFamily="34" charset="0"/>
              <a:buChar char="•"/>
              <a:defRPr sz="1200"/>
            </a:lvl2pPr>
            <a:lvl3pPr marL="228600" indent="-104775" algn="l">
              <a:spcAft>
                <a:spcPts val="750"/>
              </a:spcAft>
              <a:buClrTx/>
              <a:buSzPct val="100000"/>
              <a:buFont typeface="Arial" panose="020B0604020202020204" pitchFamily="34" charset="0"/>
              <a:buChar char="−"/>
              <a:defRPr sz="1200"/>
            </a:lvl3pPr>
            <a:lvl4pPr marL="352425" indent="-104775" algn="l">
              <a:spcAft>
                <a:spcPts val="750"/>
              </a:spcAft>
              <a:buClrTx/>
              <a:buSzPct val="100000"/>
              <a:buFont typeface="Arial" panose="020B0604020202020204" pitchFamily="34" charset="0"/>
              <a:buChar char="◦"/>
              <a:defRPr sz="1200"/>
            </a:lvl4pPr>
            <a:lvl5pPr marL="476250" indent="-104775" algn="l">
              <a:spcAft>
                <a:spcPts val="750"/>
              </a:spcAft>
              <a:buClrTx/>
              <a:buSzPct val="100000"/>
              <a:buFont typeface="Arial" panose="020B0604020202020204" pitchFamily="34" charset="0"/>
              <a:buChar char="−"/>
              <a:defRPr sz="1200" baseline="0"/>
            </a:lvl5pPr>
            <a:lvl6pPr marL="267300" indent="-132300">
              <a:spcAft>
                <a:spcPts val="750"/>
              </a:spcAft>
              <a:buFont typeface="Verdana" panose="020B0604030504040204" pitchFamily="34" charset="0"/>
              <a:buChar char="−"/>
              <a:defRPr/>
            </a:lvl6pPr>
            <a:lvl7pPr marL="267300" indent="-132300">
              <a:spcAft>
                <a:spcPts val="750"/>
              </a:spcAft>
              <a:defRPr/>
            </a:lvl7pPr>
            <a:lvl8pPr marL="267300" indent="-132300">
              <a:spcAft>
                <a:spcPts val="750"/>
              </a:spcAft>
              <a:defRPr/>
            </a:lvl8pPr>
            <a:lvl9pPr marL="267300" indent="-132300">
              <a:spcAft>
                <a:spcPts val="75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1" name="Text Placeholder 8">
            <a:extLst>
              <a:ext uri="{FF2B5EF4-FFF2-40B4-BE49-F238E27FC236}">
                <a16:creationId xmlns:a16="http://schemas.microsoft.com/office/drawing/2014/main" id="{70BD43BA-DF89-409F-B9BF-2853EC358260}"/>
              </a:ext>
            </a:extLst>
          </p:cNvPr>
          <p:cNvSpPr>
            <a:spLocks noGrp="1"/>
          </p:cNvSpPr>
          <p:nvPr>
            <p:ph type="body" sz="quarter" idx="28"/>
          </p:nvPr>
        </p:nvSpPr>
        <p:spPr>
          <a:xfrm>
            <a:off x="6257043" y="4256623"/>
            <a:ext cx="5483852" cy="1695450"/>
          </a:xfrm>
        </p:spPr>
        <p:txBody>
          <a:bodyPr>
            <a:noAutofit/>
          </a:bodyPr>
          <a:lstStyle>
            <a:lvl1pPr marL="0" indent="0" algn="l">
              <a:buFontTx/>
              <a:buNone/>
              <a:defRPr sz="1200" b="1">
                <a:solidFill>
                  <a:schemeClr val="accent1"/>
                </a:solidFill>
              </a:defRPr>
            </a:lvl1pPr>
            <a:lvl2pPr marL="104775" indent="-104775" algn="l">
              <a:spcAft>
                <a:spcPts val="750"/>
              </a:spcAft>
              <a:buClrTx/>
              <a:buSzPct val="100000"/>
              <a:buFont typeface="Arial" panose="020B0604020202020204" pitchFamily="34" charset="0"/>
              <a:buChar char="•"/>
              <a:defRPr sz="1200"/>
            </a:lvl2pPr>
            <a:lvl3pPr marL="228600" indent="-104775" algn="l">
              <a:spcAft>
                <a:spcPts val="750"/>
              </a:spcAft>
              <a:buClrTx/>
              <a:buSzPct val="100000"/>
              <a:buFont typeface="Arial" panose="020B0604020202020204" pitchFamily="34" charset="0"/>
              <a:buChar char="−"/>
              <a:defRPr sz="1200"/>
            </a:lvl3pPr>
            <a:lvl4pPr marL="352425" indent="-104775" algn="l">
              <a:spcAft>
                <a:spcPts val="750"/>
              </a:spcAft>
              <a:buClrTx/>
              <a:buSzPct val="100000"/>
              <a:buFont typeface="Arial" panose="020B0604020202020204" pitchFamily="34" charset="0"/>
              <a:buChar char="◦"/>
              <a:defRPr sz="1200"/>
            </a:lvl4pPr>
            <a:lvl5pPr marL="476250" indent="-104775" algn="l">
              <a:spcAft>
                <a:spcPts val="750"/>
              </a:spcAft>
              <a:buClrTx/>
              <a:buSzPct val="100000"/>
              <a:buFont typeface="Arial" panose="020B0604020202020204" pitchFamily="34" charset="0"/>
              <a:buChar char="−"/>
              <a:defRPr sz="1200" baseline="0"/>
            </a:lvl5pPr>
            <a:lvl6pPr marL="267300" indent="-132300">
              <a:spcAft>
                <a:spcPts val="750"/>
              </a:spcAft>
              <a:buFont typeface="Verdana" panose="020B0604030504040204" pitchFamily="34" charset="0"/>
              <a:buChar char="−"/>
              <a:defRPr/>
            </a:lvl6pPr>
            <a:lvl7pPr marL="267300" indent="-132300">
              <a:spcAft>
                <a:spcPts val="750"/>
              </a:spcAft>
              <a:defRPr/>
            </a:lvl7pPr>
            <a:lvl8pPr marL="267300" indent="-132300">
              <a:spcAft>
                <a:spcPts val="750"/>
              </a:spcAft>
              <a:defRPr/>
            </a:lvl8pPr>
            <a:lvl9pPr marL="267300" indent="-132300">
              <a:spcAft>
                <a:spcPts val="75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 name="Text Placeholder 8">
            <a:extLst>
              <a:ext uri="{FF2B5EF4-FFF2-40B4-BE49-F238E27FC236}">
                <a16:creationId xmlns:a16="http://schemas.microsoft.com/office/drawing/2014/main" id="{E3C8C216-A0D5-48CE-BB18-6E34DE5AE099}"/>
              </a:ext>
            </a:extLst>
          </p:cNvPr>
          <p:cNvSpPr>
            <a:spLocks noGrp="1"/>
          </p:cNvSpPr>
          <p:nvPr>
            <p:ph type="body" sz="quarter" idx="29"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18" name="Title Placeholder 1">
            <a:extLst>
              <a:ext uri="{FF2B5EF4-FFF2-40B4-BE49-F238E27FC236}">
                <a16:creationId xmlns:a16="http://schemas.microsoft.com/office/drawing/2014/main" id="{A6B3ABAE-3971-4ECC-8E25-1E94617FBFBE}"/>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
        <p:nvSpPr>
          <p:cNvPr id="33" name="Rectangle 32">
            <a:extLst>
              <a:ext uri="{FF2B5EF4-FFF2-40B4-BE49-F238E27FC236}">
                <a16:creationId xmlns:a16="http://schemas.microsoft.com/office/drawing/2014/main" id="{9D3E3D5E-69E0-409C-B43B-3D03BAF8E640}"/>
              </a:ext>
            </a:extLst>
          </p:cNvPr>
          <p:cNvSpPr/>
          <p:nvPr userDrawn="1"/>
        </p:nvSpPr>
        <p:spPr>
          <a:xfrm>
            <a:off x="470343" y="1715425"/>
            <a:ext cx="54864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dirty="0">
              <a:solidFill>
                <a:schemeClr val="bg1"/>
              </a:solidFill>
            </a:endParaRPr>
          </a:p>
        </p:txBody>
      </p:sp>
      <p:sp>
        <p:nvSpPr>
          <p:cNvPr id="34" name="Rectangle 33">
            <a:extLst>
              <a:ext uri="{FF2B5EF4-FFF2-40B4-BE49-F238E27FC236}">
                <a16:creationId xmlns:a16="http://schemas.microsoft.com/office/drawing/2014/main" id="{8AC51DC9-50A0-4091-8F6F-9150D453B6B1}"/>
              </a:ext>
            </a:extLst>
          </p:cNvPr>
          <p:cNvSpPr/>
          <p:nvPr userDrawn="1"/>
        </p:nvSpPr>
        <p:spPr>
          <a:xfrm>
            <a:off x="6246196" y="1718774"/>
            <a:ext cx="54864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dirty="0">
              <a:solidFill>
                <a:schemeClr val="bg1"/>
              </a:solidFill>
            </a:endParaRPr>
          </a:p>
        </p:txBody>
      </p:sp>
      <p:sp>
        <p:nvSpPr>
          <p:cNvPr id="35" name="Rectangle 34">
            <a:extLst>
              <a:ext uri="{FF2B5EF4-FFF2-40B4-BE49-F238E27FC236}">
                <a16:creationId xmlns:a16="http://schemas.microsoft.com/office/drawing/2014/main" id="{A118D7C8-CEED-48A7-ADB2-7610B12C1B07}"/>
              </a:ext>
            </a:extLst>
          </p:cNvPr>
          <p:cNvSpPr/>
          <p:nvPr userDrawn="1"/>
        </p:nvSpPr>
        <p:spPr>
          <a:xfrm>
            <a:off x="470343" y="4126942"/>
            <a:ext cx="54864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dirty="0">
              <a:solidFill>
                <a:schemeClr val="bg1"/>
              </a:solidFill>
            </a:endParaRPr>
          </a:p>
        </p:txBody>
      </p:sp>
      <p:sp>
        <p:nvSpPr>
          <p:cNvPr id="36" name="Rectangle 35">
            <a:extLst>
              <a:ext uri="{FF2B5EF4-FFF2-40B4-BE49-F238E27FC236}">
                <a16:creationId xmlns:a16="http://schemas.microsoft.com/office/drawing/2014/main" id="{C7A403C2-4204-4E69-B696-73BE1FE1F740}"/>
              </a:ext>
            </a:extLst>
          </p:cNvPr>
          <p:cNvSpPr/>
          <p:nvPr userDrawn="1"/>
        </p:nvSpPr>
        <p:spPr>
          <a:xfrm>
            <a:off x="6246196" y="4130291"/>
            <a:ext cx="54864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dirty="0">
              <a:solidFill>
                <a:schemeClr val="bg1"/>
              </a:solidFill>
            </a:endParaRPr>
          </a:p>
        </p:txBody>
      </p:sp>
    </p:spTree>
    <p:extLst>
      <p:ext uri="{BB962C8B-B14F-4D97-AF65-F5344CB8AC3E}">
        <p14:creationId xmlns:p14="http://schemas.microsoft.com/office/powerpoint/2010/main" val="3877446895"/>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End slide">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464481" y="4189870"/>
            <a:ext cx="8566108" cy="2169796"/>
          </a:xfrm>
        </p:spPr>
        <p:txBody>
          <a:bodyPr anchor="b" anchorCtr="0">
            <a:normAutofit/>
          </a:bodyPr>
          <a:lstStyle>
            <a:lvl1pPr>
              <a:lnSpc>
                <a:spcPct val="100000"/>
              </a:lnSpc>
              <a:spcAft>
                <a:spcPts val="450"/>
              </a:spcAft>
              <a:defRPr sz="800"/>
            </a:lvl1pPr>
          </a:lstStyle>
          <a:p>
            <a:pPr lvl="0"/>
            <a:r>
              <a:rPr lang="en-US"/>
              <a:t>Click to edit Master text styles</a:t>
            </a:r>
          </a:p>
        </p:txBody>
      </p:sp>
      <p:sp>
        <p:nvSpPr>
          <p:cNvPr id="3" name="Picture Placeholder 2"/>
          <p:cNvSpPr>
            <a:spLocks noGrp="1"/>
          </p:cNvSpPr>
          <p:nvPr>
            <p:ph type="pic" sz="quarter" idx="14" hasCustomPrompt="1"/>
          </p:nvPr>
        </p:nvSpPr>
        <p:spPr>
          <a:xfrm>
            <a:off x="9406185" y="4189870"/>
            <a:ext cx="2319503" cy="1725448"/>
          </a:xfrm>
        </p:spPr>
        <p:txBody>
          <a:bodyPr anchor="ctr" anchorCtr="0">
            <a:normAutofit/>
          </a:bodyPr>
          <a:lstStyle>
            <a:lvl1pPr algn="ctr">
              <a:defRPr sz="800"/>
            </a:lvl1pPr>
          </a:lstStyle>
          <a:p>
            <a:r>
              <a:rPr lang="en-GB" sz="675" dirty="0"/>
              <a:t>Insert sponsorship mark here</a:t>
            </a:r>
            <a:endParaRPr lang="en-GB" dirty="0"/>
          </a:p>
        </p:txBody>
      </p:sp>
      <p:sp>
        <p:nvSpPr>
          <p:cNvPr id="8" name="Text Placeholder 7"/>
          <p:cNvSpPr>
            <a:spLocks noGrp="1"/>
          </p:cNvSpPr>
          <p:nvPr>
            <p:ph type="body" sz="quarter" idx="15"/>
          </p:nvPr>
        </p:nvSpPr>
        <p:spPr>
          <a:xfrm>
            <a:off x="9406187" y="5995943"/>
            <a:ext cx="2319501" cy="363722"/>
          </a:xfrm>
        </p:spPr>
        <p:txBody>
          <a:bodyPr anchor="b" anchorCtr="0">
            <a:normAutofit/>
          </a:bodyPr>
          <a:lstStyle>
            <a:lvl1pPr>
              <a:lnSpc>
                <a:spcPct val="100000"/>
              </a:lnSpc>
              <a:defRPr sz="800"/>
            </a:lvl1pPr>
          </a:lstStyle>
          <a:p>
            <a:pPr lvl="0"/>
            <a:r>
              <a:rPr lang="en-US"/>
              <a:t>Click to edit Master text styles</a:t>
            </a:r>
          </a:p>
        </p:txBody>
      </p:sp>
      <p:grpSp>
        <p:nvGrpSpPr>
          <p:cNvPr id="20" name="Group 19">
            <a:extLst>
              <a:ext uri="{FF2B5EF4-FFF2-40B4-BE49-F238E27FC236}">
                <a16:creationId xmlns:a16="http://schemas.microsoft.com/office/drawing/2014/main" id="{11FFF62A-78AC-4176-888C-7369D55740C5}"/>
              </a:ext>
            </a:extLst>
          </p:cNvPr>
          <p:cNvGrpSpPr>
            <a:grpSpLocks noChangeAspect="1"/>
          </p:cNvGrpSpPr>
          <p:nvPr userDrawn="1"/>
        </p:nvGrpSpPr>
        <p:grpSpPr>
          <a:xfrm>
            <a:off x="460541" y="344137"/>
            <a:ext cx="1819109" cy="345828"/>
            <a:chOff x="398463" y="404813"/>
            <a:chExt cx="1627187" cy="307976"/>
          </a:xfrm>
          <a:solidFill>
            <a:schemeClr val="tx1"/>
          </a:solidFill>
        </p:grpSpPr>
        <p:sp>
          <p:nvSpPr>
            <p:cNvPr id="21" name="Oval 5">
              <a:extLst>
                <a:ext uri="{FF2B5EF4-FFF2-40B4-BE49-F238E27FC236}">
                  <a16:creationId xmlns:a16="http://schemas.microsoft.com/office/drawing/2014/main" id="{FD77EF0A-6F9B-4CB4-BDFE-54901AC3BDEB}"/>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2" name="Freeform 6">
              <a:extLst>
                <a:ext uri="{FF2B5EF4-FFF2-40B4-BE49-F238E27FC236}">
                  <a16:creationId xmlns:a16="http://schemas.microsoft.com/office/drawing/2014/main" id="{CFBCB662-4DCB-4701-B5DB-617E9625AC37}"/>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3" name="Rectangle 7">
              <a:extLst>
                <a:ext uri="{FF2B5EF4-FFF2-40B4-BE49-F238E27FC236}">
                  <a16:creationId xmlns:a16="http://schemas.microsoft.com/office/drawing/2014/main" id="{3AA8F7EF-0FC0-4792-B4E2-516188FAADCC}"/>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4" name="Freeform 8">
              <a:extLst>
                <a:ext uri="{FF2B5EF4-FFF2-40B4-BE49-F238E27FC236}">
                  <a16:creationId xmlns:a16="http://schemas.microsoft.com/office/drawing/2014/main" id="{7180810E-179A-4B4D-992C-DB02F3F2AA73}"/>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5" name="Rectangle 9">
              <a:extLst>
                <a:ext uri="{FF2B5EF4-FFF2-40B4-BE49-F238E27FC236}">
                  <a16:creationId xmlns:a16="http://schemas.microsoft.com/office/drawing/2014/main" id="{931CFAC2-92E1-42CB-BB66-BD91AB6DB50D}"/>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6" name="Rectangle 10">
              <a:extLst>
                <a:ext uri="{FF2B5EF4-FFF2-40B4-BE49-F238E27FC236}">
                  <a16:creationId xmlns:a16="http://schemas.microsoft.com/office/drawing/2014/main" id="{6C92D323-CA87-4BD4-9F33-9346A18A6790}"/>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7" name="Freeform 11">
              <a:extLst>
                <a:ext uri="{FF2B5EF4-FFF2-40B4-BE49-F238E27FC236}">
                  <a16:creationId xmlns:a16="http://schemas.microsoft.com/office/drawing/2014/main" id="{D31146A3-7248-4F9C-8242-2B343E0BCE41}"/>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8" name="Freeform 12">
              <a:extLst>
                <a:ext uri="{FF2B5EF4-FFF2-40B4-BE49-F238E27FC236}">
                  <a16:creationId xmlns:a16="http://schemas.microsoft.com/office/drawing/2014/main" id="{4BFA0610-A333-4B16-A20C-3ADB78A32CF9}"/>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9" name="Freeform 13">
              <a:extLst>
                <a:ext uri="{FF2B5EF4-FFF2-40B4-BE49-F238E27FC236}">
                  <a16:creationId xmlns:a16="http://schemas.microsoft.com/office/drawing/2014/main" id="{D81528E3-7AAB-4FE3-96EB-0CA354538CA9}"/>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30" name="Freeform 14">
              <a:extLst>
                <a:ext uri="{FF2B5EF4-FFF2-40B4-BE49-F238E27FC236}">
                  <a16:creationId xmlns:a16="http://schemas.microsoft.com/office/drawing/2014/main" id="{7C686C02-5833-4DB0-8AD3-1E143B411A13}"/>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grpSp>
    </p:spTree>
    <p:extLst>
      <p:ext uri="{BB962C8B-B14F-4D97-AF65-F5344CB8AC3E}">
        <p14:creationId xmlns:p14="http://schemas.microsoft.com/office/powerpoint/2010/main" val="138366243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End slide Black">
    <p:bg>
      <p:bgPr>
        <a:solidFill>
          <a:schemeClr val="tx1"/>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466316" y="4194287"/>
            <a:ext cx="8528936" cy="2169796"/>
          </a:xfrm>
        </p:spPr>
        <p:txBody>
          <a:bodyPr anchor="b" anchorCtr="0">
            <a:noAutofit/>
          </a:bodyPr>
          <a:lstStyle>
            <a:lvl1pPr>
              <a:lnSpc>
                <a:spcPct val="100000"/>
              </a:lnSpc>
              <a:spcAft>
                <a:spcPts val="450"/>
              </a:spcAft>
              <a:defRPr sz="800">
                <a:solidFill>
                  <a:schemeClr val="bg1"/>
                </a:solidFill>
              </a:defRPr>
            </a:lvl1pPr>
          </a:lstStyle>
          <a:p>
            <a:pPr lvl="0"/>
            <a:r>
              <a:rPr lang="en-US"/>
              <a:t>Click to edit Master text styles</a:t>
            </a:r>
          </a:p>
        </p:txBody>
      </p:sp>
      <p:sp>
        <p:nvSpPr>
          <p:cNvPr id="3" name="Picture Placeholder 2"/>
          <p:cNvSpPr>
            <a:spLocks noGrp="1"/>
          </p:cNvSpPr>
          <p:nvPr>
            <p:ph type="pic" sz="quarter" idx="14" hasCustomPrompt="1"/>
          </p:nvPr>
        </p:nvSpPr>
        <p:spPr>
          <a:xfrm>
            <a:off x="9412074" y="4189870"/>
            <a:ext cx="2319503" cy="1725448"/>
          </a:xfrm>
        </p:spPr>
        <p:txBody>
          <a:bodyPr anchor="ctr" anchorCtr="0">
            <a:normAutofit/>
          </a:bodyPr>
          <a:lstStyle>
            <a:lvl1pPr algn="ctr">
              <a:defRPr sz="800">
                <a:solidFill>
                  <a:schemeClr val="bg1"/>
                </a:solidFill>
              </a:defRPr>
            </a:lvl1pPr>
          </a:lstStyle>
          <a:p>
            <a:r>
              <a:rPr lang="en-GB" sz="675" dirty="0"/>
              <a:t>Insert sponsorship mark here</a:t>
            </a:r>
            <a:endParaRPr lang="en-GB" dirty="0"/>
          </a:p>
        </p:txBody>
      </p:sp>
      <p:sp>
        <p:nvSpPr>
          <p:cNvPr id="8" name="Text Placeholder 7"/>
          <p:cNvSpPr>
            <a:spLocks noGrp="1"/>
          </p:cNvSpPr>
          <p:nvPr>
            <p:ph type="body" sz="quarter" idx="15"/>
          </p:nvPr>
        </p:nvSpPr>
        <p:spPr>
          <a:xfrm>
            <a:off x="9412076" y="5995943"/>
            <a:ext cx="2319501" cy="363722"/>
          </a:xfrm>
        </p:spPr>
        <p:txBody>
          <a:bodyPr anchor="b" anchorCtr="0">
            <a:noAutofit/>
          </a:bodyPr>
          <a:lstStyle>
            <a:lvl1pPr>
              <a:lnSpc>
                <a:spcPct val="100000"/>
              </a:lnSpc>
              <a:defRPr sz="800">
                <a:solidFill>
                  <a:schemeClr val="bg1"/>
                </a:solidFill>
              </a:defRPr>
            </a:lvl1pPr>
          </a:lstStyle>
          <a:p>
            <a:pPr lvl="0"/>
            <a:r>
              <a:rPr lang="en-US"/>
              <a:t>Click to edit Master text styles</a:t>
            </a:r>
          </a:p>
        </p:txBody>
      </p:sp>
      <p:grpSp>
        <p:nvGrpSpPr>
          <p:cNvPr id="16" name="Group 15">
            <a:extLst>
              <a:ext uri="{FF2B5EF4-FFF2-40B4-BE49-F238E27FC236}">
                <a16:creationId xmlns:a16="http://schemas.microsoft.com/office/drawing/2014/main" id="{8AB860FC-9229-466C-B67B-E6B79E07BB2B}"/>
              </a:ext>
            </a:extLst>
          </p:cNvPr>
          <p:cNvGrpSpPr/>
          <p:nvPr userDrawn="1"/>
        </p:nvGrpSpPr>
        <p:grpSpPr>
          <a:xfrm>
            <a:off x="463296" y="341312"/>
            <a:ext cx="1819656" cy="347472"/>
            <a:chOff x="398463" y="404813"/>
            <a:chExt cx="1627187" cy="307976"/>
          </a:xfrm>
          <a:solidFill>
            <a:schemeClr val="bg1"/>
          </a:solidFill>
        </p:grpSpPr>
        <p:sp>
          <p:nvSpPr>
            <p:cNvPr id="17" name="Oval 5">
              <a:extLst>
                <a:ext uri="{FF2B5EF4-FFF2-40B4-BE49-F238E27FC236}">
                  <a16:creationId xmlns:a16="http://schemas.microsoft.com/office/drawing/2014/main" id="{477D509D-A74E-4D79-8C41-28EE20877109}"/>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18" name="Freeform 6">
              <a:extLst>
                <a:ext uri="{FF2B5EF4-FFF2-40B4-BE49-F238E27FC236}">
                  <a16:creationId xmlns:a16="http://schemas.microsoft.com/office/drawing/2014/main" id="{CC851991-483D-4A9F-8C5F-626DE9D5C1B0}"/>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19" name="Rectangle 7">
              <a:extLst>
                <a:ext uri="{FF2B5EF4-FFF2-40B4-BE49-F238E27FC236}">
                  <a16:creationId xmlns:a16="http://schemas.microsoft.com/office/drawing/2014/main" id="{28FEC250-9F3B-45BC-90AF-4CDE000C2C36}"/>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31" name="Freeform 8">
              <a:extLst>
                <a:ext uri="{FF2B5EF4-FFF2-40B4-BE49-F238E27FC236}">
                  <a16:creationId xmlns:a16="http://schemas.microsoft.com/office/drawing/2014/main" id="{F8494B23-9F67-4108-8FC3-E645BD138AE0}"/>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32" name="Rectangle 9">
              <a:extLst>
                <a:ext uri="{FF2B5EF4-FFF2-40B4-BE49-F238E27FC236}">
                  <a16:creationId xmlns:a16="http://schemas.microsoft.com/office/drawing/2014/main" id="{198EEDBF-F835-40E6-A1D3-AAADC96DD008}"/>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33" name="Rectangle 10">
              <a:extLst>
                <a:ext uri="{FF2B5EF4-FFF2-40B4-BE49-F238E27FC236}">
                  <a16:creationId xmlns:a16="http://schemas.microsoft.com/office/drawing/2014/main" id="{42C9A861-6332-4ADC-88F7-183765B2D793}"/>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34" name="Freeform 11">
              <a:extLst>
                <a:ext uri="{FF2B5EF4-FFF2-40B4-BE49-F238E27FC236}">
                  <a16:creationId xmlns:a16="http://schemas.microsoft.com/office/drawing/2014/main" id="{593BFC01-C985-4400-9F59-CA3E701AB845}"/>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35" name="Freeform 12">
              <a:extLst>
                <a:ext uri="{FF2B5EF4-FFF2-40B4-BE49-F238E27FC236}">
                  <a16:creationId xmlns:a16="http://schemas.microsoft.com/office/drawing/2014/main" id="{4A67BA7C-21CB-474A-9E6A-BCA082851A8C}"/>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36" name="Freeform 13">
              <a:extLst>
                <a:ext uri="{FF2B5EF4-FFF2-40B4-BE49-F238E27FC236}">
                  <a16:creationId xmlns:a16="http://schemas.microsoft.com/office/drawing/2014/main" id="{315ADC0C-A127-4E52-A974-5D4D91506DAC}"/>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37" name="Freeform 14">
              <a:extLst>
                <a:ext uri="{FF2B5EF4-FFF2-40B4-BE49-F238E27FC236}">
                  <a16:creationId xmlns:a16="http://schemas.microsoft.com/office/drawing/2014/main" id="{71ADF477-53BF-4770-AA08-07332CAF6A7B}"/>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grpSp>
    </p:spTree>
    <p:extLst>
      <p:ext uri="{BB962C8B-B14F-4D97-AF65-F5344CB8AC3E}">
        <p14:creationId xmlns:p14="http://schemas.microsoft.com/office/powerpoint/2010/main" val="23850732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91451348"/>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1_Title Slide - White">
    <p:bg bwMode="gray">
      <p:bgPr>
        <a:solidFill>
          <a:schemeClr val="bg1"/>
        </a:soli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E9ED29CA-6A60-490D-9D54-EA7CC7AF832C}"/>
              </a:ext>
            </a:extLst>
          </p:cNvPr>
          <p:cNvGrpSpPr>
            <a:grpSpLocks noChangeAspect="1"/>
          </p:cNvGrpSpPr>
          <p:nvPr/>
        </p:nvGrpSpPr>
        <p:grpSpPr>
          <a:xfrm>
            <a:off x="475325" y="457200"/>
            <a:ext cx="1998000" cy="374400"/>
            <a:chOff x="398463" y="404813"/>
            <a:chExt cx="1627187" cy="307976"/>
          </a:xfrm>
          <a:solidFill>
            <a:schemeClr val="tx1"/>
          </a:solidFill>
        </p:grpSpPr>
        <p:sp>
          <p:nvSpPr>
            <p:cNvPr id="31" name="Oval 5">
              <a:extLst>
                <a:ext uri="{FF2B5EF4-FFF2-40B4-BE49-F238E27FC236}">
                  <a16:creationId xmlns:a16="http://schemas.microsoft.com/office/drawing/2014/main" id="{119E2360-A688-44DF-A6BB-76D18177CCFF}"/>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Freeform 6">
              <a:extLst>
                <a:ext uri="{FF2B5EF4-FFF2-40B4-BE49-F238E27FC236}">
                  <a16:creationId xmlns:a16="http://schemas.microsoft.com/office/drawing/2014/main" id="{4265C3C7-34A9-47F1-AB5F-2771E187891E}"/>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7">
              <a:extLst>
                <a:ext uri="{FF2B5EF4-FFF2-40B4-BE49-F238E27FC236}">
                  <a16:creationId xmlns:a16="http://schemas.microsoft.com/office/drawing/2014/main" id="{A9400861-EDC5-4A80-9569-C20320CE006A}"/>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8">
              <a:extLst>
                <a:ext uri="{FF2B5EF4-FFF2-40B4-BE49-F238E27FC236}">
                  <a16:creationId xmlns:a16="http://schemas.microsoft.com/office/drawing/2014/main" id="{64DC9296-DBBC-4C4E-ACB4-7DA2607D524B}"/>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Rectangle 9">
              <a:extLst>
                <a:ext uri="{FF2B5EF4-FFF2-40B4-BE49-F238E27FC236}">
                  <a16:creationId xmlns:a16="http://schemas.microsoft.com/office/drawing/2014/main" id="{3E26591B-8E9F-4856-8284-BF3F8DB6ABC1}"/>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Rectangle 10">
              <a:extLst>
                <a:ext uri="{FF2B5EF4-FFF2-40B4-BE49-F238E27FC236}">
                  <a16:creationId xmlns:a16="http://schemas.microsoft.com/office/drawing/2014/main" id="{43F42271-5510-4D15-B07B-133237928BB4}"/>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1">
              <a:extLst>
                <a:ext uri="{FF2B5EF4-FFF2-40B4-BE49-F238E27FC236}">
                  <a16:creationId xmlns:a16="http://schemas.microsoft.com/office/drawing/2014/main" id="{00E9FD99-54D9-422B-9717-D0DD3442A0DF}"/>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8" name="Freeform 12">
              <a:extLst>
                <a:ext uri="{FF2B5EF4-FFF2-40B4-BE49-F238E27FC236}">
                  <a16:creationId xmlns:a16="http://schemas.microsoft.com/office/drawing/2014/main" id="{BAF30821-90D3-436A-8DDF-D130E66447E2}"/>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9" name="Freeform 13">
              <a:extLst>
                <a:ext uri="{FF2B5EF4-FFF2-40B4-BE49-F238E27FC236}">
                  <a16:creationId xmlns:a16="http://schemas.microsoft.com/office/drawing/2014/main" id="{5C1A565D-B22B-4EE2-ACC9-C993D581F00C}"/>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0" name="Freeform 14">
              <a:extLst>
                <a:ext uri="{FF2B5EF4-FFF2-40B4-BE49-F238E27FC236}">
                  <a16:creationId xmlns:a16="http://schemas.microsoft.com/office/drawing/2014/main" id="{666738FD-9737-43F5-8E36-896FD725FE08}"/>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41" name="Picture Placeholder 8">
            <a:extLst>
              <a:ext uri="{FF2B5EF4-FFF2-40B4-BE49-F238E27FC236}">
                <a16:creationId xmlns:a16="http://schemas.microsoft.com/office/drawing/2014/main" id="{AC175F74-77C8-4969-BBF5-920619ED7628}"/>
              </a:ext>
            </a:extLst>
          </p:cNvPr>
          <p:cNvSpPr>
            <a:spLocks noGrp="1"/>
          </p:cNvSpPr>
          <p:nvPr>
            <p:ph type="pic" sz="quarter" idx="11"/>
          </p:nvPr>
        </p:nvSpPr>
        <p:spPr>
          <a:xfrm>
            <a:off x="3393716" y="727595"/>
            <a:ext cx="5400000" cy="5400000"/>
          </a:xfrm>
          <a:prstGeom prst="rect">
            <a:avLst/>
          </a:prstGeom>
        </p:spPr>
        <p:txBody>
          <a:bodyPr/>
          <a:lstStyle/>
          <a:p>
            <a:r>
              <a:rPr lang="en-US" noProof="0" dirty="0"/>
              <a:t>Click icon to add picture</a:t>
            </a:r>
          </a:p>
        </p:txBody>
      </p:sp>
      <p:sp>
        <p:nvSpPr>
          <p:cNvPr id="42" name="Title 1">
            <a:extLst>
              <a:ext uri="{FF2B5EF4-FFF2-40B4-BE49-F238E27FC236}">
                <a16:creationId xmlns:a16="http://schemas.microsoft.com/office/drawing/2014/main" id="{B345DB50-CB94-4421-9E14-33DABF973475}"/>
              </a:ext>
            </a:extLst>
          </p:cNvPr>
          <p:cNvSpPr>
            <a:spLocks noGrp="1"/>
          </p:cNvSpPr>
          <p:nvPr>
            <p:ph type="ctrTitle"/>
          </p:nvPr>
        </p:nvSpPr>
        <p:spPr bwMode="gray">
          <a:xfrm>
            <a:off x="501651" y="5186207"/>
            <a:ext cx="4446269" cy="895983"/>
          </a:xfrm>
          <a:prstGeom prst="rect">
            <a:avLst/>
          </a:prstGeom>
        </p:spPr>
        <p:txBody>
          <a:bodyPr anchor="b" anchorCtr="0">
            <a:noAutofit/>
          </a:bodyPr>
          <a:lstStyle>
            <a:lvl1pPr algn="l">
              <a:lnSpc>
                <a:spcPts val="3200"/>
              </a:lnSpc>
              <a:defRPr sz="3200" b="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501651" y="6381750"/>
            <a:ext cx="4446269" cy="273050"/>
          </a:xfrm>
          <a:prstGeom prst="rect">
            <a:avLst/>
          </a:prstGeom>
        </p:spPr>
        <p:txBody>
          <a:bodyPr anchor="b">
            <a:noAutofit/>
          </a:bodyPr>
          <a:lstStyle>
            <a:lvl1pPr>
              <a:spcAft>
                <a:spcPts val="0"/>
              </a:spcAft>
              <a:defRPr sz="1400" b="1">
                <a:solidFill>
                  <a:schemeClr val="tx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Tree>
    <p:extLst>
      <p:ext uri="{BB962C8B-B14F-4D97-AF65-F5344CB8AC3E}">
        <p14:creationId xmlns:p14="http://schemas.microsoft.com/office/powerpoint/2010/main" val="2954908045"/>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userDrawn="1">
  <p:cSld name="Title Slide - White">
    <p:bg bwMode="gray">
      <p:bgPr>
        <a:solidFill>
          <a:schemeClr val="bg1"/>
        </a:soli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E9ED29CA-6A60-490D-9D54-EA7CC7AF832C}"/>
              </a:ext>
            </a:extLst>
          </p:cNvPr>
          <p:cNvGrpSpPr>
            <a:grpSpLocks noChangeAspect="1"/>
          </p:cNvGrpSpPr>
          <p:nvPr/>
        </p:nvGrpSpPr>
        <p:grpSpPr>
          <a:xfrm>
            <a:off x="475325" y="457200"/>
            <a:ext cx="1998000" cy="374400"/>
            <a:chOff x="398463" y="404813"/>
            <a:chExt cx="1627187" cy="307976"/>
          </a:xfrm>
          <a:solidFill>
            <a:schemeClr val="tx1"/>
          </a:solidFill>
        </p:grpSpPr>
        <p:sp>
          <p:nvSpPr>
            <p:cNvPr id="31" name="Oval 5">
              <a:extLst>
                <a:ext uri="{FF2B5EF4-FFF2-40B4-BE49-F238E27FC236}">
                  <a16:creationId xmlns:a16="http://schemas.microsoft.com/office/drawing/2014/main" id="{119E2360-A688-44DF-A6BB-76D18177CCFF}"/>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Freeform 6">
              <a:extLst>
                <a:ext uri="{FF2B5EF4-FFF2-40B4-BE49-F238E27FC236}">
                  <a16:creationId xmlns:a16="http://schemas.microsoft.com/office/drawing/2014/main" id="{4265C3C7-34A9-47F1-AB5F-2771E187891E}"/>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7">
              <a:extLst>
                <a:ext uri="{FF2B5EF4-FFF2-40B4-BE49-F238E27FC236}">
                  <a16:creationId xmlns:a16="http://schemas.microsoft.com/office/drawing/2014/main" id="{A9400861-EDC5-4A80-9569-C20320CE006A}"/>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8">
              <a:extLst>
                <a:ext uri="{FF2B5EF4-FFF2-40B4-BE49-F238E27FC236}">
                  <a16:creationId xmlns:a16="http://schemas.microsoft.com/office/drawing/2014/main" id="{64DC9296-DBBC-4C4E-ACB4-7DA2607D524B}"/>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Rectangle 9">
              <a:extLst>
                <a:ext uri="{FF2B5EF4-FFF2-40B4-BE49-F238E27FC236}">
                  <a16:creationId xmlns:a16="http://schemas.microsoft.com/office/drawing/2014/main" id="{3E26591B-8E9F-4856-8284-BF3F8DB6ABC1}"/>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Rectangle 10">
              <a:extLst>
                <a:ext uri="{FF2B5EF4-FFF2-40B4-BE49-F238E27FC236}">
                  <a16:creationId xmlns:a16="http://schemas.microsoft.com/office/drawing/2014/main" id="{43F42271-5510-4D15-B07B-133237928BB4}"/>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1">
              <a:extLst>
                <a:ext uri="{FF2B5EF4-FFF2-40B4-BE49-F238E27FC236}">
                  <a16:creationId xmlns:a16="http://schemas.microsoft.com/office/drawing/2014/main" id="{00E9FD99-54D9-422B-9717-D0DD3442A0DF}"/>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8" name="Freeform 12">
              <a:extLst>
                <a:ext uri="{FF2B5EF4-FFF2-40B4-BE49-F238E27FC236}">
                  <a16:creationId xmlns:a16="http://schemas.microsoft.com/office/drawing/2014/main" id="{BAF30821-90D3-436A-8DDF-D130E66447E2}"/>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9" name="Freeform 13">
              <a:extLst>
                <a:ext uri="{FF2B5EF4-FFF2-40B4-BE49-F238E27FC236}">
                  <a16:creationId xmlns:a16="http://schemas.microsoft.com/office/drawing/2014/main" id="{5C1A565D-B22B-4EE2-ACC9-C993D581F00C}"/>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0" name="Freeform 14">
              <a:extLst>
                <a:ext uri="{FF2B5EF4-FFF2-40B4-BE49-F238E27FC236}">
                  <a16:creationId xmlns:a16="http://schemas.microsoft.com/office/drawing/2014/main" id="{666738FD-9737-43F5-8E36-896FD725FE08}"/>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41" name="Picture Placeholder 8">
            <a:extLst>
              <a:ext uri="{FF2B5EF4-FFF2-40B4-BE49-F238E27FC236}">
                <a16:creationId xmlns:a16="http://schemas.microsoft.com/office/drawing/2014/main" id="{AC175F74-77C8-4969-BBF5-920619ED7628}"/>
              </a:ext>
            </a:extLst>
          </p:cNvPr>
          <p:cNvSpPr>
            <a:spLocks noGrp="1"/>
          </p:cNvSpPr>
          <p:nvPr>
            <p:ph type="pic" sz="quarter" idx="11"/>
          </p:nvPr>
        </p:nvSpPr>
        <p:spPr>
          <a:xfrm>
            <a:off x="3393716" y="727595"/>
            <a:ext cx="5400000" cy="5400000"/>
          </a:xfrm>
          <a:prstGeom prst="rect">
            <a:avLst/>
          </a:prstGeom>
        </p:spPr>
        <p:txBody>
          <a:bodyPr/>
          <a:lstStyle/>
          <a:p>
            <a:r>
              <a:rPr lang="en-US" noProof="0" dirty="0"/>
              <a:t>Click icon to add picture</a:t>
            </a:r>
          </a:p>
        </p:txBody>
      </p:sp>
      <p:sp>
        <p:nvSpPr>
          <p:cNvPr id="42" name="Title 1">
            <a:extLst>
              <a:ext uri="{FF2B5EF4-FFF2-40B4-BE49-F238E27FC236}">
                <a16:creationId xmlns:a16="http://schemas.microsoft.com/office/drawing/2014/main" id="{B345DB50-CB94-4421-9E14-33DABF973475}"/>
              </a:ext>
            </a:extLst>
          </p:cNvPr>
          <p:cNvSpPr>
            <a:spLocks noGrp="1"/>
          </p:cNvSpPr>
          <p:nvPr>
            <p:ph type="ctrTitle"/>
          </p:nvPr>
        </p:nvSpPr>
        <p:spPr bwMode="gray">
          <a:xfrm>
            <a:off x="501652" y="4119407"/>
            <a:ext cx="3319462" cy="895983"/>
          </a:xfrm>
          <a:prstGeom prst="rect">
            <a:avLst/>
          </a:prstGeom>
        </p:spPr>
        <p:txBody>
          <a:bodyPr anchor="b" anchorCtr="0">
            <a:noAutofit/>
          </a:bodyPr>
          <a:lstStyle>
            <a:lvl1pPr algn="l">
              <a:lnSpc>
                <a:spcPts val="3200"/>
              </a:lnSpc>
              <a:defRPr sz="3200" b="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501651" y="6381750"/>
            <a:ext cx="4446269" cy="273050"/>
          </a:xfrm>
          <a:prstGeom prst="rect">
            <a:avLst/>
          </a:prstGeom>
        </p:spPr>
        <p:txBody>
          <a:bodyPr anchor="b">
            <a:noAutofit/>
          </a:bodyPr>
          <a:lstStyle>
            <a:lvl1pPr>
              <a:spcAft>
                <a:spcPts val="0"/>
              </a:spcAft>
              <a:defRPr sz="1400" b="1">
                <a:solidFill>
                  <a:schemeClr val="tx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3" name="Text Placeholder 4">
            <a:extLst>
              <a:ext uri="{FF2B5EF4-FFF2-40B4-BE49-F238E27FC236}">
                <a16:creationId xmlns:a16="http://schemas.microsoft.com/office/drawing/2014/main" id="{EDDA2E20-263B-8E18-E4EE-E8101ED09DD8}"/>
              </a:ext>
            </a:extLst>
          </p:cNvPr>
          <p:cNvSpPr>
            <a:spLocks noGrp="1"/>
          </p:cNvSpPr>
          <p:nvPr>
            <p:ph type="body" sz="quarter" idx="12"/>
          </p:nvPr>
        </p:nvSpPr>
        <p:spPr>
          <a:xfrm>
            <a:off x="501650" y="5014913"/>
            <a:ext cx="3319463" cy="1112837"/>
          </a:xfrm>
        </p:spPr>
        <p:txBody>
          <a:bodyPr/>
          <a:lstStyle>
            <a:lvl1pPr>
              <a:spcAft>
                <a:spcPts val="0"/>
              </a:spcAft>
              <a:defRPr sz="2100">
                <a:solidFill>
                  <a:schemeClr val="tx1"/>
                </a:solidFill>
                <a:latin typeface="Calibri Light" panose="020F0302020204030204" pitchFamily="34" charset="0"/>
                <a:cs typeface="Calibri Light" panose="020F0302020204030204" pitchFamily="34" charset="0"/>
              </a:defRPr>
            </a:lvl1pPr>
            <a:lvl2pPr>
              <a:defRPr sz="2100">
                <a:solidFill>
                  <a:schemeClr val="bg1"/>
                </a:solidFill>
                <a:latin typeface="Calibri Light" panose="020F0302020204030204" pitchFamily="34" charset="0"/>
                <a:cs typeface="Calibri Light" panose="020F0302020204030204" pitchFamily="34" charset="0"/>
              </a:defRPr>
            </a:lvl2pPr>
            <a:lvl3pPr>
              <a:defRPr sz="2100">
                <a:solidFill>
                  <a:schemeClr val="bg1"/>
                </a:solidFill>
                <a:latin typeface="Calibri Light" panose="020F0302020204030204" pitchFamily="34" charset="0"/>
                <a:cs typeface="Calibri Light" panose="020F0302020204030204" pitchFamily="34" charset="0"/>
              </a:defRPr>
            </a:lvl3pPr>
            <a:lvl4pPr>
              <a:defRPr sz="2100">
                <a:solidFill>
                  <a:schemeClr val="bg1"/>
                </a:solidFill>
                <a:latin typeface="Calibri Light" panose="020F0302020204030204" pitchFamily="34" charset="0"/>
                <a:cs typeface="Calibri Light" panose="020F0302020204030204" pitchFamily="34" charset="0"/>
              </a:defRPr>
            </a:lvl4pPr>
            <a:lvl5pPr>
              <a:defRPr sz="2100">
                <a:solidFill>
                  <a:schemeClr val="bg1"/>
                </a:solidFill>
                <a:latin typeface="Calibri Light" panose="020F0302020204030204" pitchFamily="34" charset="0"/>
                <a:cs typeface="Calibri Light" panose="020F0302020204030204" pitchFamily="34" charset="0"/>
              </a:defRPr>
            </a:lvl5pPr>
          </a:lstStyle>
          <a:p>
            <a:pPr lvl="0"/>
            <a:r>
              <a:rPr lang="en-US"/>
              <a:t>Click to edit Master text styles</a:t>
            </a:r>
          </a:p>
        </p:txBody>
      </p:sp>
    </p:spTree>
    <p:extLst>
      <p:ext uri="{BB962C8B-B14F-4D97-AF65-F5344CB8AC3E}">
        <p14:creationId xmlns:p14="http://schemas.microsoft.com/office/powerpoint/2010/main" val="2136475537"/>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p:cSld name="1_Title Slide - Black">
    <p:bg bwMode="gray">
      <p:bgPr>
        <a:solidFill>
          <a:schemeClr val="tx1"/>
        </a:soli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E9ED29CA-6A60-490D-9D54-EA7CC7AF832C}"/>
              </a:ext>
            </a:extLst>
          </p:cNvPr>
          <p:cNvGrpSpPr>
            <a:grpSpLocks noChangeAspect="1"/>
          </p:cNvGrpSpPr>
          <p:nvPr/>
        </p:nvGrpSpPr>
        <p:grpSpPr>
          <a:xfrm>
            <a:off x="475325" y="457200"/>
            <a:ext cx="1998000" cy="374400"/>
            <a:chOff x="398463" y="404813"/>
            <a:chExt cx="1627187" cy="307976"/>
          </a:xfrm>
          <a:solidFill>
            <a:schemeClr val="bg1"/>
          </a:solidFill>
        </p:grpSpPr>
        <p:sp>
          <p:nvSpPr>
            <p:cNvPr id="31" name="Oval 5">
              <a:extLst>
                <a:ext uri="{FF2B5EF4-FFF2-40B4-BE49-F238E27FC236}">
                  <a16:creationId xmlns:a16="http://schemas.microsoft.com/office/drawing/2014/main" id="{119E2360-A688-44DF-A6BB-76D18177CCFF}"/>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accent1"/>
                </a:solidFill>
              </a:endParaRPr>
            </a:p>
          </p:txBody>
        </p:sp>
        <p:sp>
          <p:nvSpPr>
            <p:cNvPr id="32" name="Freeform 6">
              <a:extLst>
                <a:ext uri="{FF2B5EF4-FFF2-40B4-BE49-F238E27FC236}">
                  <a16:creationId xmlns:a16="http://schemas.microsoft.com/office/drawing/2014/main" id="{4265C3C7-34A9-47F1-AB5F-2771E187891E}"/>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7">
              <a:extLst>
                <a:ext uri="{FF2B5EF4-FFF2-40B4-BE49-F238E27FC236}">
                  <a16:creationId xmlns:a16="http://schemas.microsoft.com/office/drawing/2014/main" id="{A9400861-EDC5-4A80-9569-C20320CE006A}"/>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8">
              <a:extLst>
                <a:ext uri="{FF2B5EF4-FFF2-40B4-BE49-F238E27FC236}">
                  <a16:creationId xmlns:a16="http://schemas.microsoft.com/office/drawing/2014/main" id="{64DC9296-DBBC-4C4E-ACB4-7DA2607D524B}"/>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Rectangle 9">
              <a:extLst>
                <a:ext uri="{FF2B5EF4-FFF2-40B4-BE49-F238E27FC236}">
                  <a16:creationId xmlns:a16="http://schemas.microsoft.com/office/drawing/2014/main" id="{3E26591B-8E9F-4856-8284-BF3F8DB6ABC1}"/>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Rectangle 10">
              <a:extLst>
                <a:ext uri="{FF2B5EF4-FFF2-40B4-BE49-F238E27FC236}">
                  <a16:creationId xmlns:a16="http://schemas.microsoft.com/office/drawing/2014/main" id="{43F42271-5510-4D15-B07B-133237928BB4}"/>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1">
              <a:extLst>
                <a:ext uri="{FF2B5EF4-FFF2-40B4-BE49-F238E27FC236}">
                  <a16:creationId xmlns:a16="http://schemas.microsoft.com/office/drawing/2014/main" id="{00E9FD99-54D9-422B-9717-D0DD3442A0DF}"/>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8" name="Freeform 12">
              <a:extLst>
                <a:ext uri="{FF2B5EF4-FFF2-40B4-BE49-F238E27FC236}">
                  <a16:creationId xmlns:a16="http://schemas.microsoft.com/office/drawing/2014/main" id="{BAF30821-90D3-436A-8DDF-D130E66447E2}"/>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9" name="Freeform 13">
              <a:extLst>
                <a:ext uri="{FF2B5EF4-FFF2-40B4-BE49-F238E27FC236}">
                  <a16:creationId xmlns:a16="http://schemas.microsoft.com/office/drawing/2014/main" id="{5C1A565D-B22B-4EE2-ACC9-C993D581F00C}"/>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0" name="Freeform 14">
              <a:extLst>
                <a:ext uri="{FF2B5EF4-FFF2-40B4-BE49-F238E27FC236}">
                  <a16:creationId xmlns:a16="http://schemas.microsoft.com/office/drawing/2014/main" id="{666738FD-9737-43F5-8E36-896FD725FE08}"/>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41" name="Picture Placeholder 8">
            <a:extLst>
              <a:ext uri="{FF2B5EF4-FFF2-40B4-BE49-F238E27FC236}">
                <a16:creationId xmlns:a16="http://schemas.microsoft.com/office/drawing/2014/main" id="{AC175F74-77C8-4969-BBF5-920619ED7628}"/>
              </a:ext>
            </a:extLst>
          </p:cNvPr>
          <p:cNvSpPr>
            <a:spLocks noGrp="1"/>
          </p:cNvSpPr>
          <p:nvPr>
            <p:ph type="pic" sz="quarter" idx="11"/>
          </p:nvPr>
        </p:nvSpPr>
        <p:spPr>
          <a:xfrm>
            <a:off x="3393716" y="727595"/>
            <a:ext cx="5400000" cy="5400000"/>
          </a:xfrm>
          <a:prstGeom prst="rect">
            <a:avLst/>
          </a:prstGeom>
        </p:spPr>
        <p:txBody>
          <a:bodyPr/>
          <a:lstStyle/>
          <a:p>
            <a:r>
              <a:rPr lang="en-US" noProof="0" dirty="0"/>
              <a:t>Click icon to add picture</a:t>
            </a:r>
          </a:p>
        </p:txBody>
      </p:sp>
      <p:sp>
        <p:nvSpPr>
          <p:cNvPr id="42" name="Title 1">
            <a:extLst>
              <a:ext uri="{FF2B5EF4-FFF2-40B4-BE49-F238E27FC236}">
                <a16:creationId xmlns:a16="http://schemas.microsoft.com/office/drawing/2014/main" id="{B345DB50-CB94-4421-9E14-33DABF973475}"/>
              </a:ext>
            </a:extLst>
          </p:cNvPr>
          <p:cNvSpPr>
            <a:spLocks noGrp="1"/>
          </p:cNvSpPr>
          <p:nvPr>
            <p:ph type="ctrTitle"/>
          </p:nvPr>
        </p:nvSpPr>
        <p:spPr bwMode="gray">
          <a:xfrm>
            <a:off x="501651" y="5186207"/>
            <a:ext cx="4446269" cy="895983"/>
          </a:xfrm>
          <a:prstGeom prst="rect">
            <a:avLst/>
          </a:prstGeom>
        </p:spPr>
        <p:txBody>
          <a:bodyPr anchor="b" anchorCtr="0">
            <a:noAutofit/>
          </a:bodyPr>
          <a:lstStyle>
            <a:lvl1pPr algn="l">
              <a:lnSpc>
                <a:spcPts val="3200"/>
              </a:lnSpc>
              <a:defRPr sz="3200" b="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501651" y="6381750"/>
            <a:ext cx="4446269" cy="273050"/>
          </a:xfrm>
          <a:prstGeom prst="rect">
            <a:avLst/>
          </a:prstGeom>
        </p:spPr>
        <p:txBody>
          <a:bodyPr anchor="b">
            <a:noAutofit/>
          </a:bodyPr>
          <a:lstStyle>
            <a:lvl1pPr>
              <a:spcAft>
                <a:spcPts val="0"/>
              </a:spcAft>
              <a:defRPr sz="14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Tree>
    <p:extLst>
      <p:ext uri="{BB962C8B-B14F-4D97-AF65-F5344CB8AC3E}">
        <p14:creationId xmlns:p14="http://schemas.microsoft.com/office/powerpoint/2010/main" val="1166431616"/>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solidFill>
          <a:schemeClr val="tx1"/>
        </a:soli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E9ED29CA-6A60-490D-9D54-EA7CC7AF832C}"/>
              </a:ext>
            </a:extLst>
          </p:cNvPr>
          <p:cNvGrpSpPr>
            <a:grpSpLocks noChangeAspect="1"/>
          </p:cNvGrpSpPr>
          <p:nvPr/>
        </p:nvGrpSpPr>
        <p:grpSpPr>
          <a:xfrm>
            <a:off x="475325" y="457200"/>
            <a:ext cx="1998000" cy="374400"/>
            <a:chOff x="398463" y="404813"/>
            <a:chExt cx="1627187" cy="307976"/>
          </a:xfrm>
          <a:solidFill>
            <a:schemeClr val="bg1"/>
          </a:solidFill>
        </p:grpSpPr>
        <p:sp>
          <p:nvSpPr>
            <p:cNvPr id="31" name="Oval 5">
              <a:extLst>
                <a:ext uri="{FF2B5EF4-FFF2-40B4-BE49-F238E27FC236}">
                  <a16:creationId xmlns:a16="http://schemas.microsoft.com/office/drawing/2014/main" id="{119E2360-A688-44DF-A6BB-76D18177CCFF}"/>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accent1"/>
                </a:solidFill>
              </a:endParaRPr>
            </a:p>
          </p:txBody>
        </p:sp>
        <p:sp>
          <p:nvSpPr>
            <p:cNvPr id="32" name="Freeform 6">
              <a:extLst>
                <a:ext uri="{FF2B5EF4-FFF2-40B4-BE49-F238E27FC236}">
                  <a16:creationId xmlns:a16="http://schemas.microsoft.com/office/drawing/2014/main" id="{4265C3C7-34A9-47F1-AB5F-2771E187891E}"/>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7">
              <a:extLst>
                <a:ext uri="{FF2B5EF4-FFF2-40B4-BE49-F238E27FC236}">
                  <a16:creationId xmlns:a16="http://schemas.microsoft.com/office/drawing/2014/main" id="{A9400861-EDC5-4A80-9569-C20320CE006A}"/>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8">
              <a:extLst>
                <a:ext uri="{FF2B5EF4-FFF2-40B4-BE49-F238E27FC236}">
                  <a16:creationId xmlns:a16="http://schemas.microsoft.com/office/drawing/2014/main" id="{64DC9296-DBBC-4C4E-ACB4-7DA2607D524B}"/>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Rectangle 9">
              <a:extLst>
                <a:ext uri="{FF2B5EF4-FFF2-40B4-BE49-F238E27FC236}">
                  <a16:creationId xmlns:a16="http://schemas.microsoft.com/office/drawing/2014/main" id="{3E26591B-8E9F-4856-8284-BF3F8DB6ABC1}"/>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Rectangle 10">
              <a:extLst>
                <a:ext uri="{FF2B5EF4-FFF2-40B4-BE49-F238E27FC236}">
                  <a16:creationId xmlns:a16="http://schemas.microsoft.com/office/drawing/2014/main" id="{43F42271-5510-4D15-B07B-133237928BB4}"/>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1">
              <a:extLst>
                <a:ext uri="{FF2B5EF4-FFF2-40B4-BE49-F238E27FC236}">
                  <a16:creationId xmlns:a16="http://schemas.microsoft.com/office/drawing/2014/main" id="{00E9FD99-54D9-422B-9717-D0DD3442A0DF}"/>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8" name="Freeform 12">
              <a:extLst>
                <a:ext uri="{FF2B5EF4-FFF2-40B4-BE49-F238E27FC236}">
                  <a16:creationId xmlns:a16="http://schemas.microsoft.com/office/drawing/2014/main" id="{BAF30821-90D3-436A-8DDF-D130E66447E2}"/>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9" name="Freeform 13">
              <a:extLst>
                <a:ext uri="{FF2B5EF4-FFF2-40B4-BE49-F238E27FC236}">
                  <a16:creationId xmlns:a16="http://schemas.microsoft.com/office/drawing/2014/main" id="{5C1A565D-B22B-4EE2-ACC9-C993D581F00C}"/>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0" name="Freeform 14">
              <a:extLst>
                <a:ext uri="{FF2B5EF4-FFF2-40B4-BE49-F238E27FC236}">
                  <a16:creationId xmlns:a16="http://schemas.microsoft.com/office/drawing/2014/main" id="{666738FD-9737-43F5-8E36-896FD725FE08}"/>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41" name="Picture Placeholder 8">
            <a:extLst>
              <a:ext uri="{FF2B5EF4-FFF2-40B4-BE49-F238E27FC236}">
                <a16:creationId xmlns:a16="http://schemas.microsoft.com/office/drawing/2014/main" id="{AC175F74-77C8-4969-BBF5-920619ED7628}"/>
              </a:ext>
            </a:extLst>
          </p:cNvPr>
          <p:cNvSpPr>
            <a:spLocks noGrp="1"/>
          </p:cNvSpPr>
          <p:nvPr>
            <p:ph type="pic" sz="quarter" idx="11"/>
          </p:nvPr>
        </p:nvSpPr>
        <p:spPr>
          <a:xfrm>
            <a:off x="3393716" y="727595"/>
            <a:ext cx="5400000" cy="5400000"/>
          </a:xfrm>
          <a:prstGeom prst="rect">
            <a:avLst/>
          </a:prstGeom>
        </p:spPr>
        <p:txBody>
          <a:bodyPr/>
          <a:lstStyle/>
          <a:p>
            <a:r>
              <a:rPr lang="en-US" noProof="0" dirty="0"/>
              <a:t>Click icon to add picture</a:t>
            </a:r>
          </a:p>
        </p:txBody>
      </p:sp>
      <p:sp>
        <p:nvSpPr>
          <p:cNvPr id="42" name="Title 1">
            <a:extLst>
              <a:ext uri="{FF2B5EF4-FFF2-40B4-BE49-F238E27FC236}">
                <a16:creationId xmlns:a16="http://schemas.microsoft.com/office/drawing/2014/main" id="{B345DB50-CB94-4421-9E14-33DABF973475}"/>
              </a:ext>
            </a:extLst>
          </p:cNvPr>
          <p:cNvSpPr>
            <a:spLocks noGrp="1"/>
          </p:cNvSpPr>
          <p:nvPr>
            <p:ph type="ctrTitle"/>
          </p:nvPr>
        </p:nvSpPr>
        <p:spPr bwMode="gray">
          <a:xfrm>
            <a:off x="501652" y="4119407"/>
            <a:ext cx="3319462" cy="895983"/>
          </a:xfrm>
          <a:prstGeom prst="rect">
            <a:avLst/>
          </a:prstGeom>
        </p:spPr>
        <p:txBody>
          <a:bodyPr anchor="b" anchorCtr="0">
            <a:noAutofit/>
          </a:bodyPr>
          <a:lstStyle>
            <a:lvl1pPr algn="l">
              <a:lnSpc>
                <a:spcPts val="3200"/>
              </a:lnSpc>
              <a:defRPr sz="3200" b="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501651" y="6381750"/>
            <a:ext cx="4446269" cy="273050"/>
          </a:xfrm>
          <a:prstGeom prst="rect">
            <a:avLst/>
          </a:prstGeom>
        </p:spPr>
        <p:txBody>
          <a:bodyPr anchor="b">
            <a:noAutofit/>
          </a:bodyPr>
          <a:lstStyle>
            <a:lvl1pPr>
              <a:spcAft>
                <a:spcPts val="0"/>
              </a:spcAft>
              <a:defRPr sz="14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a:extLst>
              <a:ext uri="{FF2B5EF4-FFF2-40B4-BE49-F238E27FC236}">
                <a16:creationId xmlns:a16="http://schemas.microsoft.com/office/drawing/2014/main" id="{BBB00153-52E8-495A-BA32-E581AC7A8A67}"/>
              </a:ext>
            </a:extLst>
          </p:cNvPr>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a:extLst>
                <a:ext uri="{FF2B5EF4-FFF2-40B4-BE49-F238E27FC236}">
                  <a16:creationId xmlns:a16="http://schemas.microsoft.com/office/drawing/2014/main" id="{EE44E009-869C-4AA1-972F-BFAD35A46F07}"/>
                </a:ext>
              </a:extLst>
            </p:cNvPr>
            <p:cNvSpPr>
              <a:spLocks noChangeArrowheads="1"/>
            </p:cNvSpPr>
            <p:nvPr userDrawn="1"/>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a:extLst>
                <a:ext uri="{FF2B5EF4-FFF2-40B4-BE49-F238E27FC236}">
                  <a16:creationId xmlns:a16="http://schemas.microsoft.com/office/drawing/2014/main" id="{DC9A9EB1-2077-4DFD-B533-87E250FD463C}"/>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7">
              <a:extLst>
                <a:ext uri="{FF2B5EF4-FFF2-40B4-BE49-F238E27FC236}">
                  <a16:creationId xmlns:a16="http://schemas.microsoft.com/office/drawing/2014/main" id="{33ACF17B-FD5C-45C9-B731-4D7315B1D9C2}"/>
                </a:ext>
              </a:extLst>
            </p:cNvPr>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0" name="Freeform 8">
              <a:extLst>
                <a:ext uri="{FF2B5EF4-FFF2-40B4-BE49-F238E27FC236}">
                  <a16:creationId xmlns:a16="http://schemas.microsoft.com/office/drawing/2014/main" id="{3D32D184-C4ED-4776-9DCC-E3F18CF55C2F}"/>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Rectangle 9">
              <a:extLst>
                <a:ext uri="{FF2B5EF4-FFF2-40B4-BE49-F238E27FC236}">
                  <a16:creationId xmlns:a16="http://schemas.microsoft.com/office/drawing/2014/main" id="{090BAC98-B3D7-4E96-B78D-0FE4BD1884B7}"/>
                </a:ext>
              </a:extLst>
            </p:cNvPr>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Rectangle 10">
              <a:extLst>
                <a:ext uri="{FF2B5EF4-FFF2-40B4-BE49-F238E27FC236}">
                  <a16:creationId xmlns:a16="http://schemas.microsoft.com/office/drawing/2014/main" id="{D81C0B16-CEDA-4DD7-AA0E-D7E98149B002}"/>
                </a:ext>
              </a:extLst>
            </p:cNvPr>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Freeform 11">
              <a:extLst>
                <a:ext uri="{FF2B5EF4-FFF2-40B4-BE49-F238E27FC236}">
                  <a16:creationId xmlns:a16="http://schemas.microsoft.com/office/drawing/2014/main" id="{C71424E0-1449-47B0-BF76-7A226D3160CC}"/>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Freeform 12">
              <a:extLst>
                <a:ext uri="{FF2B5EF4-FFF2-40B4-BE49-F238E27FC236}">
                  <a16:creationId xmlns:a16="http://schemas.microsoft.com/office/drawing/2014/main" id="{39CF108A-51E0-49A1-80F5-6286DB6FEBCA}"/>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Freeform 13">
              <a:extLst>
                <a:ext uri="{FF2B5EF4-FFF2-40B4-BE49-F238E27FC236}">
                  <a16:creationId xmlns:a16="http://schemas.microsoft.com/office/drawing/2014/main" id="{28BEACF0-05E8-46F1-8AE5-8FF2ADC543E9}"/>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14">
              <a:extLst>
                <a:ext uri="{FF2B5EF4-FFF2-40B4-BE49-F238E27FC236}">
                  <a16:creationId xmlns:a16="http://schemas.microsoft.com/office/drawing/2014/main" id="{B661CA16-D87B-4315-804A-3E82AE3F0CF4}"/>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5" name="Text Placeholder 4">
            <a:extLst>
              <a:ext uri="{FF2B5EF4-FFF2-40B4-BE49-F238E27FC236}">
                <a16:creationId xmlns:a16="http://schemas.microsoft.com/office/drawing/2014/main" id="{BD0597C0-0B45-CA33-A16F-329E19C63AF5}"/>
              </a:ext>
            </a:extLst>
          </p:cNvPr>
          <p:cNvSpPr>
            <a:spLocks noGrp="1"/>
          </p:cNvSpPr>
          <p:nvPr>
            <p:ph type="body" sz="quarter" idx="12"/>
          </p:nvPr>
        </p:nvSpPr>
        <p:spPr>
          <a:xfrm>
            <a:off x="501650" y="5014913"/>
            <a:ext cx="3319463" cy="1112837"/>
          </a:xfrm>
        </p:spPr>
        <p:txBody>
          <a:bodyPr/>
          <a:lstStyle>
            <a:lvl1pPr>
              <a:spcAft>
                <a:spcPts val="0"/>
              </a:spcAft>
              <a:defRPr sz="2100">
                <a:solidFill>
                  <a:schemeClr val="bg1"/>
                </a:solidFill>
                <a:latin typeface="Calibri Light" panose="020F0302020204030204" pitchFamily="34" charset="0"/>
                <a:cs typeface="Calibri Light" panose="020F0302020204030204" pitchFamily="34" charset="0"/>
              </a:defRPr>
            </a:lvl1pPr>
            <a:lvl2pPr>
              <a:defRPr sz="2100">
                <a:solidFill>
                  <a:schemeClr val="bg1"/>
                </a:solidFill>
                <a:latin typeface="Calibri Light" panose="020F0302020204030204" pitchFamily="34" charset="0"/>
                <a:cs typeface="Calibri Light" panose="020F0302020204030204" pitchFamily="34" charset="0"/>
              </a:defRPr>
            </a:lvl2pPr>
            <a:lvl3pPr>
              <a:defRPr sz="2100">
                <a:solidFill>
                  <a:schemeClr val="bg1"/>
                </a:solidFill>
                <a:latin typeface="Calibri Light" panose="020F0302020204030204" pitchFamily="34" charset="0"/>
                <a:cs typeface="Calibri Light" panose="020F0302020204030204" pitchFamily="34" charset="0"/>
              </a:defRPr>
            </a:lvl3pPr>
            <a:lvl4pPr>
              <a:defRPr sz="2100">
                <a:solidFill>
                  <a:schemeClr val="bg1"/>
                </a:solidFill>
                <a:latin typeface="Calibri Light" panose="020F0302020204030204" pitchFamily="34" charset="0"/>
                <a:cs typeface="Calibri Light" panose="020F0302020204030204" pitchFamily="34" charset="0"/>
              </a:defRPr>
            </a:lvl4pPr>
            <a:lvl5pPr>
              <a:defRPr sz="2100">
                <a:solidFill>
                  <a:schemeClr val="bg1"/>
                </a:solidFill>
                <a:latin typeface="Calibri Light" panose="020F0302020204030204" pitchFamily="34" charset="0"/>
                <a:cs typeface="Calibri Light" panose="020F0302020204030204" pitchFamily="34" charset="0"/>
              </a:defRPr>
            </a:lvl5pPr>
          </a:lstStyle>
          <a:p>
            <a:pPr lvl="0"/>
            <a:r>
              <a:rPr lang="en-US"/>
              <a:t>Click to edit Master text styles</a:t>
            </a:r>
          </a:p>
        </p:txBody>
      </p:sp>
    </p:spTree>
    <p:extLst>
      <p:ext uri="{BB962C8B-B14F-4D97-AF65-F5344CB8AC3E}">
        <p14:creationId xmlns:p14="http://schemas.microsoft.com/office/powerpoint/2010/main" val="2695331924"/>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501651" y="1665289"/>
            <a:ext cx="11212512" cy="4716463"/>
          </a:xfrm>
          <a:prstGeom prst="rect">
            <a:avLst/>
          </a:prstGeom>
        </p:spPr>
        <p:txBody>
          <a:bodyPr vert="horz" lIns="0" tIns="0" rIns="0" bIns="0" rtlCol="0">
            <a:noAutofit/>
          </a:bodyPr>
          <a:lstStyle>
            <a:lvl1pPr marL="0" indent="0" algn="l">
              <a:buFontTx/>
              <a:buNone/>
              <a:defRPr>
                <a:latin typeface="+mn-lt"/>
              </a:defRPr>
            </a:lvl1pPr>
            <a:lvl2pPr marL="139700" indent="-139700" algn="l">
              <a:buClrTx/>
              <a:buSzPct val="100000"/>
              <a:buFont typeface="Arial" panose="020B0604020202020204" pitchFamily="34" charset="0"/>
              <a:buChar char="•"/>
              <a:defRPr>
                <a:latin typeface="+mj-lt"/>
              </a:defRPr>
            </a:lvl2pPr>
            <a:lvl3pPr marL="304800" indent="-139700" algn="l">
              <a:buClrTx/>
              <a:buSzPct val="100000"/>
              <a:buFont typeface="Arial" panose="020B0604020202020204" pitchFamily="34" charset="0"/>
              <a:buChar char="−"/>
              <a:defRPr>
                <a:latin typeface="+mn-lt"/>
              </a:defRPr>
            </a:lvl3pPr>
            <a:lvl4pPr marL="469900" indent="-139700" algn="l">
              <a:buClrTx/>
              <a:buSzPct val="100000"/>
              <a:buFont typeface="Arial" panose="020B0604020202020204" pitchFamily="34" charset="0"/>
              <a:buChar char="◦"/>
              <a:defRPr>
                <a:latin typeface="+mn-lt"/>
              </a:defRPr>
            </a:lvl4pPr>
            <a:lvl5pPr marL="635000" indent="-139700" algn="l">
              <a:buClrTx/>
              <a:buSzPct val="100000"/>
              <a:buFont typeface="Arial" panose="020B0604020202020204" pitchFamily="34" charset="0"/>
              <a:buChar cha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noProof="0"/>
          </a:p>
        </p:txBody>
      </p:sp>
      <p:sp>
        <p:nvSpPr>
          <p:cNvPr id="4" name="Title Placeholder 1">
            <a:extLst>
              <a:ext uri="{FF2B5EF4-FFF2-40B4-BE49-F238E27FC236}">
                <a16:creationId xmlns:a16="http://schemas.microsoft.com/office/drawing/2014/main" id="{A1AF4B88-9BDB-4994-AE11-3A74CC55FE51}"/>
              </a:ext>
            </a:extLst>
          </p:cNvPr>
          <p:cNvSpPr>
            <a:spLocks noGrp="1"/>
          </p:cNvSpPr>
          <p:nvPr>
            <p:ph type="title" hasCustomPrompt="1"/>
          </p:nvPr>
        </p:nvSpPr>
        <p:spPr>
          <a:xfrm>
            <a:off x="501651" y="317500"/>
            <a:ext cx="11201400" cy="698501"/>
          </a:xfrm>
          <a:prstGeom prst="rect">
            <a:avLst/>
          </a:prstGeom>
        </p:spPr>
        <p:txBody>
          <a:bodyPr vert="horz" lIns="0" tIns="0" rIns="0" bIns="0" rtlCol="0" anchor="t" anchorCtr="0">
            <a:noAutofit/>
          </a:bodyPr>
          <a:lstStyle>
            <a:lvl1pPr>
              <a:defRPr/>
            </a:lvl1pPr>
          </a:lstStyle>
          <a:p>
            <a:r>
              <a:rPr lang="en-US"/>
              <a:t>Click to add title</a:t>
            </a:r>
          </a:p>
        </p:txBody>
      </p:sp>
    </p:spTree>
    <p:extLst>
      <p:ext uri="{BB962C8B-B14F-4D97-AF65-F5344CB8AC3E}">
        <p14:creationId xmlns:p14="http://schemas.microsoft.com/office/powerpoint/2010/main" val="1426143513"/>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FF140-4F86-715F-4962-0373786969D8}"/>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460798916"/>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4" name="Text Placeholder 8">
            <a:extLst>
              <a:ext uri="{FF2B5EF4-FFF2-40B4-BE49-F238E27FC236}">
                <a16:creationId xmlns:a16="http://schemas.microsoft.com/office/drawing/2014/main" id="{D1AFA9E9-5EB8-42BF-B15A-3D95DDA547A4}"/>
              </a:ext>
            </a:extLst>
          </p:cNvPr>
          <p:cNvSpPr>
            <a:spLocks noGrp="1"/>
          </p:cNvSpPr>
          <p:nvPr>
            <p:ph type="body" sz="quarter" idx="13" hasCustomPrompt="1"/>
          </p:nvPr>
        </p:nvSpPr>
        <p:spPr>
          <a:xfrm>
            <a:off x="501649" y="651600"/>
            <a:ext cx="11201400" cy="757255"/>
          </a:xfrm>
          <a:prstGeom prst="rect">
            <a:avLst/>
          </a:prstGeom>
        </p:spPr>
        <p:txBody>
          <a:bodyPr lIns="0" tIns="0" rIns="0" bIns="0">
            <a:noAutofit/>
          </a:bodyPr>
          <a:lstStyle>
            <a:lvl1pPr marL="0" indent="0">
              <a:buNone/>
              <a:defRPr sz="1600" b="0">
                <a:solidFill>
                  <a:srgbClr val="575757"/>
                </a:solidFill>
              </a:defRPr>
            </a:lvl1pPr>
          </a:lstStyle>
          <a:p>
            <a:pPr lvl="0"/>
            <a:r>
              <a:rPr lang="en-US"/>
              <a:t>Click to add subtitle</a:t>
            </a:r>
          </a:p>
        </p:txBody>
      </p:sp>
      <p:sp>
        <p:nvSpPr>
          <p:cNvPr id="5" name="Title Placeholder 1">
            <a:extLst>
              <a:ext uri="{FF2B5EF4-FFF2-40B4-BE49-F238E27FC236}">
                <a16:creationId xmlns:a16="http://schemas.microsoft.com/office/drawing/2014/main" id="{C3F5B0ED-A4CB-4D19-B6B8-CA9E1139E702}"/>
              </a:ext>
            </a:extLst>
          </p:cNvPr>
          <p:cNvSpPr>
            <a:spLocks noGrp="1"/>
          </p:cNvSpPr>
          <p:nvPr>
            <p:ph type="title" hasCustomPrompt="1"/>
          </p:nvPr>
        </p:nvSpPr>
        <p:spPr>
          <a:xfrm>
            <a:off x="501650" y="317500"/>
            <a:ext cx="112014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
        <p:nvSpPr>
          <p:cNvPr id="6" name="Text Placeholder 18">
            <a:extLst>
              <a:ext uri="{FF2B5EF4-FFF2-40B4-BE49-F238E27FC236}">
                <a16:creationId xmlns:a16="http://schemas.microsoft.com/office/drawing/2014/main" id="{CA73CF7B-EBDB-4BB4-91E6-65863EAA328E}"/>
              </a:ext>
            </a:extLst>
          </p:cNvPr>
          <p:cNvSpPr>
            <a:spLocks noGrp="1"/>
          </p:cNvSpPr>
          <p:nvPr>
            <p:ph idx="1"/>
          </p:nvPr>
        </p:nvSpPr>
        <p:spPr>
          <a:xfrm>
            <a:off x="501650" y="1665289"/>
            <a:ext cx="11212513" cy="4716463"/>
          </a:xfrm>
          <a:prstGeom prst="rect">
            <a:avLst/>
          </a:prstGeom>
        </p:spPr>
        <p:txBody>
          <a:bodyPr vert="horz" lIns="0" tIns="0" rIns="0" bIns="0" rtlCol="0">
            <a:noAutofit/>
          </a:bodyPr>
          <a:lstStyle>
            <a:lvl1pPr marL="0" indent="0" algn="l">
              <a:buFontTx/>
              <a:buNone/>
              <a:defRPr>
                <a:latin typeface="+mn-lt"/>
              </a:defRPr>
            </a:lvl1pPr>
            <a:lvl2pPr marL="139700" indent="-139700" algn="l">
              <a:buClrTx/>
              <a:buSzPct val="100000"/>
              <a:buFont typeface="Arial" panose="020B0604020202020204" pitchFamily="34" charset="0"/>
              <a:buChar char="•"/>
              <a:defRPr>
                <a:latin typeface="+mj-lt"/>
              </a:defRPr>
            </a:lvl2pPr>
            <a:lvl3pPr marL="304800" indent="-139700" algn="l">
              <a:buClrTx/>
              <a:buSzPct val="100000"/>
              <a:buFont typeface="Arial" panose="020B0604020202020204" pitchFamily="34" charset="0"/>
              <a:buChar char="−"/>
              <a:defRPr>
                <a:latin typeface="+mn-lt"/>
              </a:defRPr>
            </a:lvl3pPr>
            <a:lvl4pPr marL="469900" indent="-139700" algn="l">
              <a:buClrTx/>
              <a:buSzPct val="100000"/>
              <a:buFont typeface="Arial" panose="020B0604020202020204" pitchFamily="34" charset="0"/>
              <a:buChar char="◦"/>
              <a:defRPr>
                <a:latin typeface="+mn-lt"/>
              </a:defRPr>
            </a:lvl4pPr>
            <a:lvl5pPr marL="635000" indent="-139700" algn="l">
              <a:buClrTx/>
              <a:buSzPct val="100000"/>
              <a:buFont typeface="Arial" panose="020B0604020202020204" pitchFamily="34" charset="0"/>
              <a:buChar cha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noProof="0"/>
          </a:p>
        </p:txBody>
      </p:sp>
    </p:spTree>
    <p:extLst>
      <p:ext uri="{BB962C8B-B14F-4D97-AF65-F5344CB8AC3E}">
        <p14:creationId xmlns:p14="http://schemas.microsoft.com/office/powerpoint/2010/main" val="888822442"/>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1_Title &amp; subtitle">
    <p:spTree>
      <p:nvGrpSpPr>
        <p:cNvPr id="1" name=""/>
        <p:cNvGrpSpPr/>
        <p:nvPr/>
      </p:nvGrpSpPr>
      <p:grpSpPr>
        <a:xfrm>
          <a:off x="0" y="0"/>
          <a:ext cx="0" cy="0"/>
          <a:chOff x="0" y="0"/>
          <a:chExt cx="0" cy="0"/>
        </a:xfrm>
      </p:grpSpPr>
      <p:sp>
        <p:nvSpPr>
          <p:cNvPr id="4" name="Text Placeholder 8">
            <a:extLst>
              <a:ext uri="{FF2B5EF4-FFF2-40B4-BE49-F238E27FC236}">
                <a16:creationId xmlns:a16="http://schemas.microsoft.com/office/drawing/2014/main" id="{D1AFA9E9-5EB8-42BF-B15A-3D95DDA547A4}"/>
              </a:ext>
            </a:extLst>
          </p:cNvPr>
          <p:cNvSpPr>
            <a:spLocks noGrp="1"/>
          </p:cNvSpPr>
          <p:nvPr>
            <p:ph type="body" sz="quarter" idx="13" hasCustomPrompt="1"/>
          </p:nvPr>
        </p:nvSpPr>
        <p:spPr>
          <a:xfrm>
            <a:off x="501650" y="651600"/>
            <a:ext cx="112014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5" name="Title Placeholder 1">
            <a:extLst>
              <a:ext uri="{FF2B5EF4-FFF2-40B4-BE49-F238E27FC236}">
                <a16:creationId xmlns:a16="http://schemas.microsoft.com/office/drawing/2014/main" id="{C3F5B0ED-A4CB-4D19-B6B8-CA9E1139E702}"/>
              </a:ext>
            </a:extLst>
          </p:cNvPr>
          <p:cNvSpPr>
            <a:spLocks noGrp="1"/>
          </p:cNvSpPr>
          <p:nvPr>
            <p:ph type="title" hasCustomPrompt="1"/>
          </p:nvPr>
        </p:nvSpPr>
        <p:spPr>
          <a:xfrm>
            <a:off x="501650" y="317500"/>
            <a:ext cx="112014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2243685993"/>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F79D3799-9A6C-45EE-B3ED-0F77AAB658E9}"/>
              </a:ext>
            </a:extLst>
          </p:cNvPr>
          <p:cNvSpPr>
            <a:spLocks noGrp="1"/>
          </p:cNvSpPr>
          <p:nvPr>
            <p:ph type="title" hasCustomPrompt="1"/>
          </p:nvPr>
        </p:nvSpPr>
        <p:spPr>
          <a:xfrm>
            <a:off x="501650" y="317500"/>
            <a:ext cx="112014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4214206973"/>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4565959"/>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1_End slide">
    <p:bg>
      <p:bgPr>
        <a:solidFill>
          <a:schemeClr val="bg1"/>
        </a:solidFill>
        <a:effectLst/>
      </p:bgPr>
    </p:bg>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337634FA-90F8-C406-77C5-C9C77DB2E87A}"/>
              </a:ext>
            </a:extLst>
          </p:cNvPr>
          <p:cNvGrpSpPr>
            <a:grpSpLocks noChangeAspect="1"/>
          </p:cNvGrpSpPr>
          <p:nvPr userDrawn="1"/>
        </p:nvGrpSpPr>
        <p:grpSpPr>
          <a:xfrm>
            <a:off x="475325" y="457200"/>
            <a:ext cx="1998000" cy="374400"/>
            <a:chOff x="398463" y="404813"/>
            <a:chExt cx="1627187" cy="307976"/>
          </a:xfrm>
          <a:solidFill>
            <a:schemeClr val="tx1"/>
          </a:solidFill>
        </p:grpSpPr>
        <p:sp>
          <p:nvSpPr>
            <p:cNvPr id="36" name="Oval 5">
              <a:extLst>
                <a:ext uri="{FF2B5EF4-FFF2-40B4-BE49-F238E27FC236}">
                  <a16:creationId xmlns:a16="http://schemas.microsoft.com/office/drawing/2014/main" id="{A7CBA5E7-5004-58FD-45F3-288C3758BE9E}"/>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6">
              <a:extLst>
                <a:ext uri="{FF2B5EF4-FFF2-40B4-BE49-F238E27FC236}">
                  <a16:creationId xmlns:a16="http://schemas.microsoft.com/office/drawing/2014/main" id="{BFC67BEB-E88F-3B1A-7886-F68674499639}"/>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8" name="Rectangle 7">
              <a:extLst>
                <a:ext uri="{FF2B5EF4-FFF2-40B4-BE49-F238E27FC236}">
                  <a16:creationId xmlns:a16="http://schemas.microsoft.com/office/drawing/2014/main" id="{16D7B053-B281-4862-4428-0D612A8B2D39}"/>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9" name="Freeform 8">
              <a:extLst>
                <a:ext uri="{FF2B5EF4-FFF2-40B4-BE49-F238E27FC236}">
                  <a16:creationId xmlns:a16="http://schemas.microsoft.com/office/drawing/2014/main" id="{2DAD5F01-B804-F197-3032-7EE4142BDB6D}"/>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0" name="Rectangle 9">
              <a:extLst>
                <a:ext uri="{FF2B5EF4-FFF2-40B4-BE49-F238E27FC236}">
                  <a16:creationId xmlns:a16="http://schemas.microsoft.com/office/drawing/2014/main" id="{3D8ADDBD-AAE1-C5B9-0306-B4A8774E8179}"/>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1" name="Rectangle 10">
              <a:extLst>
                <a:ext uri="{FF2B5EF4-FFF2-40B4-BE49-F238E27FC236}">
                  <a16:creationId xmlns:a16="http://schemas.microsoft.com/office/drawing/2014/main" id="{2BA02137-5DC0-6419-316B-4980A1493D9F}"/>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2" name="Freeform 11">
              <a:extLst>
                <a:ext uri="{FF2B5EF4-FFF2-40B4-BE49-F238E27FC236}">
                  <a16:creationId xmlns:a16="http://schemas.microsoft.com/office/drawing/2014/main" id="{F789D092-CBA5-EC1D-469D-7A1ABA51B971}"/>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3" name="Freeform 12">
              <a:extLst>
                <a:ext uri="{FF2B5EF4-FFF2-40B4-BE49-F238E27FC236}">
                  <a16:creationId xmlns:a16="http://schemas.microsoft.com/office/drawing/2014/main" id="{C2925785-AE65-1E0B-DB58-DB1BE751B38E}"/>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4" name="Freeform 13">
              <a:extLst>
                <a:ext uri="{FF2B5EF4-FFF2-40B4-BE49-F238E27FC236}">
                  <a16:creationId xmlns:a16="http://schemas.microsoft.com/office/drawing/2014/main" id="{DDD62703-7884-6ACF-7295-447ED8941167}"/>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5" name="Freeform 14">
              <a:extLst>
                <a:ext uri="{FF2B5EF4-FFF2-40B4-BE49-F238E27FC236}">
                  <a16:creationId xmlns:a16="http://schemas.microsoft.com/office/drawing/2014/main" id="{538F49C8-5EB7-20B6-4031-AC160F40B949}"/>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123034189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p:cSld name="End slide ">
    <p:bg>
      <p:bgPr>
        <a:solidFill>
          <a:schemeClr val="bg1"/>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01652" y="4211955"/>
            <a:ext cx="8528936" cy="2169796"/>
          </a:xfrm>
        </p:spPr>
        <p:txBody>
          <a:bodyPr anchor="b" anchorCtr="0">
            <a:noAutofit/>
          </a:bodyPr>
          <a:lstStyle>
            <a:lvl1pPr>
              <a:lnSpc>
                <a:spcPct val="100000"/>
              </a:lnSpc>
              <a:spcAft>
                <a:spcPts val="600"/>
              </a:spcAft>
              <a:defRPr sz="900">
                <a:solidFill>
                  <a:schemeClr val="tx1"/>
                </a:solidFill>
              </a:defRPr>
            </a:lvl1pPr>
          </a:lstStyle>
          <a:p>
            <a:pPr lvl="0"/>
            <a:r>
              <a:rPr lang="en-US"/>
              <a:t>Click to edit Master text styles</a:t>
            </a:r>
          </a:p>
        </p:txBody>
      </p:sp>
      <p:sp>
        <p:nvSpPr>
          <p:cNvPr id="3" name="Picture Placeholder 2"/>
          <p:cNvSpPr>
            <a:spLocks noGrp="1"/>
          </p:cNvSpPr>
          <p:nvPr>
            <p:ph type="pic" sz="quarter" idx="14" hasCustomPrompt="1"/>
          </p:nvPr>
        </p:nvSpPr>
        <p:spPr>
          <a:xfrm>
            <a:off x="9370847" y="4211955"/>
            <a:ext cx="2319503" cy="1725448"/>
          </a:xfrm>
        </p:spPr>
        <p:txBody>
          <a:bodyPr anchor="ctr" anchorCtr="0"/>
          <a:lstStyle>
            <a:lvl1pPr algn="ctr">
              <a:defRPr sz="900">
                <a:solidFill>
                  <a:schemeClr val="bg1"/>
                </a:solidFill>
              </a:defRPr>
            </a:lvl1pPr>
          </a:lstStyle>
          <a:p>
            <a:r>
              <a:rPr lang="en-GB" sz="900" dirty="0"/>
              <a:t>Insert sponsorship mark here</a:t>
            </a:r>
            <a:endParaRPr lang="en-GB" dirty="0"/>
          </a:p>
        </p:txBody>
      </p:sp>
      <p:sp>
        <p:nvSpPr>
          <p:cNvPr id="8" name="Text Placeholder 7"/>
          <p:cNvSpPr>
            <a:spLocks noGrp="1"/>
          </p:cNvSpPr>
          <p:nvPr>
            <p:ph type="body" sz="quarter" idx="15"/>
          </p:nvPr>
        </p:nvSpPr>
        <p:spPr>
          <a:xfrm>
            <a:off x="9370850" y="6018028"/>
            <a:ext cx="2319501" cy="363722"/>
          </a:xfrm>
        </p:spPr>
        <p:txBody>
          <a:bodyPr anchor="b" anchorCtr="0">
            <a:noAutofit/>
          </a:bodyPr>
          <a:lstStyle>
            <a:lvl1pPr>
              <a:lnSpc>
                <a:spcPct val="100000"/>
              </a:lnSpc>
              <a:defRPr sz="950">
                <a:solidFill>
                  <a:schemeClr val="tx1"/>
                </a:solidFill>
              </a:defRPr>
            </a:lvl1pPr>
          </a:lstStyle>
          <a:p>
            <a:pPr lvl="0"/>
            <a:r>
              <a:rPr lang="en-US"/>
              <a:t>Click to edit Master text styles</a:t>
            </a:r>
          </a:p>
        </p:txBody>
      </p:sp>
      <p:grpSp>
        <p:nvGrpSpPr>
          <p:cNvPr id="20" name="Group 19">
            <a:extLst>
              <a:ext uri="{FF2B5EF4-FFF2-40B4-BE49-F238E27FC236}">
                <a16:creationId xmlns:a16="http://schemas.microsoft.com/office/drawing/2014/main" id="{8DBE0613-D0C6-405A-ACD6-58EF0477427B}"/>
              </a:ext>
            </a:extLst>
          </p:cNvPr>
          <p:cNvGrpSpPr>
            <a:grpSpLocks noChangeAspect="1"/>
          </p:cNvGrpSpPr>
          <p:nvPr/>
        </p:nvGrpSpPr>
        <p:grpSpPr>
          <a:xfrm>
            <a:off x="469900" y="457761"/>
            <a:ext cx="1998000" cy="374400"/>
            <a:chOff x="398463" y="404813"/>
            <a:chExt cx="1627187" cy="307976"/>
          </a:xfrm>
          <a:solidFill>
            <a:schemeClr val="tx1"/>
          </a:solidFill>
        </p:grpSpPr>
        <p:sp>
          <p:nvSpPr>
            <p:cNvPr id="21" name="Oval 5">
              <a:extLst>
                <a:ext uri="{FF2B5EF4-FFF2-40B4-BE49-F238E27FC236}">
                  <a16:creationId xmlns:a16="http://schemas.microsoft.com/office/drawing/2014/main" id="{FD362D39-3352-4BA0-AC51-553983A71CD1}"/>
                </a:ext>
              </a:extLst>
            </p:cNvPr>
            <p:cNvSpPr>
              <a:spLocks noChangeArrowheads="1"/>
            </p:cNvSpPr>
            <p:nvPr/>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Freeform 6">
              <a:extLst>
                <a:ext uri="{FF2B5EF4-FFF2-40B4-BE49-F238E27FC236}">
                  <a16:creationId xmlns:a16="http://schemas.microsoft.com/office/drawing/2014/main" id="{1156DAFF-F101-4061-AA75-F8EEDC00FC74}"/>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23" name="Rectangle 7">
              <a:extLst>
                <a:ext uri="{FF2B5EF4-FFF2-40B4-BE49-F238E27FC236}">
                  <a16:creationId xmlns:a16="http://schemas.microsoft.com/office/drawing/2014/main" id="{5667AB23-84F3-44E4-B904-5D4D3A9B3109}"/>
                </a:ext>
              </a:extLst>
            </p:cNvPr>
            <p:cNvSpPr>
              <a:spLocks noChangeArrowheads="1"/>
            </p:cNvSpPr>
            <p:nvPr/>
          </p:nvSpPr>
          <p:spPr bwMode="auto">
            <a:xfrm>
              <a:off x="906463" y="404813"/>
              <a:ext cx="74612" cy="303213"/>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24" name="Freeform 8">
              <a:extLst>
                <a:ext uri="{FF2B5EF4-FFF2-40B4-BE49-F238E27FC236}">
                  <a16:creationId xmlns:a16="http://schemas.microsoft.com/office/drawing/2014/main" id="{12CE4E7F-CB40-4545-80AF-423201F72F2E}"/>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25" name="Rectangle 9">
              <a:extLst>
                <a:ext uri="{FF2B5EF4-FFF2-40B4-BE49-F238E27FC236}">
                  <a16:creationId xmlns:a16="http://schemas.microsoft.com/office/drawing/2014/main" id="{A7B265B2-4EA1-416A-A272-49E48905C3E6}"/>
                </a:ext>
              </a:extLst>
            </p:cNvPr>
            <p:cNvSpPr>
              <a:spLocks noChangeArrowheads="1"/>
            </p:cNvSpPr>
            <p:nvPr/>
          </p:nvSpPr>
          <p:spPr bwMode="auto">
            <a:xfrm>
              <a:off x="1257300" y="482601"/>
              <a:ext cx="74612" cy="22542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26" name="Rectangle 10">
              <a:extLst>
                <a:ext uri="{FF2B5EF4-FFF2-40B4-BE49-F238E27FC236}">
                  <a16:creationId xmlns:a16="http://schemas.microsoft.com/office/drawing/2014/main" id="{3744CD22-C3A3-4D80-AB50-3E6D3483304C}"/>
                </a:ext>
              </a:extLst>
            </p:cNvPr>
            <p:cNvSpPr>
              <a:spLocks noChangeArrowheads="1"/>
            </p:cNvSpPr>
            <p:nvPr/>
          </p:nvSpPr>
          <p:spPr bwMode="auto">
            <a:xfrm>
              <a:off x="1257300" y="404813"/>
              <a:ext cx="74612" cy="508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Freeform 11">
              <a:extLst>
                <a:ext uri="{FF2B5EF4-FFF2-40B4-BE49-F238E27FC236}">
                  <a16:creationId xmlns:a16="http://schemas.microsoft.com/office/drawing/2014/main" id="{3046CB4E-F174-491D-9CAB-2A9115985705}"/>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28" name="Freeform 12">
              <a:extLst>
                <a:ext uri="{FF2B5EF4-FFF2-40B4-BE49-F238E27FC236}">
                  <a16:creationId xmlns:a16="http://schemas.microsoft.com/office/drawing/2014/main" id="{8B2D79F2-05A8-4E1C-A4D8-725E52963024}"/>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29" name="Freeform 13">
              <a:extLst>
                <a:ext uri="{FF2B5EF4-FFF2-40B4-BE49-F238E27FC236}">
                  <a16:creationId xmlns:a16="http://schemas.microsoft.com/office/drawing/2014/main" id="{9EA13742-485A-4EC3-BF90-9FD12F905B12}"/>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30" name="Freeform 14">
              <a:extLst>
                <a:ext uri="{FF2B5EF4-FFF2-40B4-BE49-F238E27FC236}">
                  <a16:creationId xmlns:a16="http://schemas.microsoft.com/office/drawing/2014/main" id="{5D44DAC1-76F0-42F6-93C9-61B9C3054D66}"/>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grpSp>
    </p:spTree>
    <p:extLst>
      <p:ext uri="{BB962C8B-B14F-4D97-AF65-F5344CB8AC3E}">
        <p14:creationId xmlns:p14="http://schemas.microsoft.com/office/powerpoint/2010/main" val="201745108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p:cSld name="End slide Black">
    <p:bg>
      <p:bgPr>
        <a:solidFill>
          <a:schemeClr val="tx1"/>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01652" y="4211955"/>
            <a:ext cx="8528936" cy="2169796"/>
          </a:xfrm>
        </p:spPr>
        <p:txBody>
          <a:bodyPr anchor="b" anchorCtr="0">
            <a:noAutofit/>
          </a:bodyPr>
          <a:lstStyle>
            <a:lvl1pPr>
              <a:lnSpc>
                <a:spcPct val="100000"/>
              </a:lnSpc>
              <a:spcAft>
                <a:spcPts val="600"/>
              </a:spcAft>
              <a:defRPr sz="900">
                <a:solidFill>
                  <a:schemeClr val="bg1"/>
                </a:solidFill>
              </a:defRPr>
            </a:lvl1pPr>
          </a:lstStyle>
          <a:p>
            <a:pPr lvl="0"/>
            <a:r>
              <a:rPr lang="en-US"/>
              <a:t>Click to edit Master text styles</a:t>
            </a:r>
          </a:p>
        </p:txBody>
      </p:sp>
      <p:sp>
        <p:nvSpPr>
          <p:cNvPr id="3" name="Picture Placeholder 2"/>
          <p:cNvSpPr>
            <a:spLocks noGrp="1"/>
          </p:cNvSpPr>
          <p:nvPr>
            <p:ph type="pic" sz="quarter" idx="14" hasCustomPrompt="1"/>
          </p:nvPr>
        </p:nvSpPr>
        <p:spPr>
          <a:xfrm>
            <a:off x="9370847" y="4211955"/>
            <a:ext cx="2319503" cy="1725448"/>
          </a:xfrm>
        </p:spPr>
        <p:txBody>
          <a:bodyPr anchor="ctr" anchorCtr="0"/>
          <a:lstStyle>
            <a:lvl1pPr algn="ctr">
              <a:defRPr sz="900">
                <a:solidFill>
                  <a:schemeClr val="bg1"/>
                </a:solidFill>
              </a:defRPr>
            </a:lvl1pPr>
          </a:lstStyle>
          <a:p>
            <a:r>
              <a:rPr lang="en-GB" sz="900" dirty="0"/>
              <a:t>Insert sponsorship mark here</a:t>
            </a:r>
            <a:endParaRPr lang="en-GB" dirty="0"/>
          </a:p>
        </p:txBody>
      </p:sp>
      <p:sp>
        <p:nvSpPr>
          <p:cNvPr id="8" name="Text Placeholder 7"/>
          <p:cNvSpPr>
            <a:spLocks noGrp="1"/>
          </p:cNvSpPr>
          <p:nvPr>
            <p:ph type="body" sz="quarter" idx="15"/>
          </p:nvPr>
        </p:nvSpPr>
        <p:spPr>
          <a:xfrm>
            <a:off x="9370850" y="6018028"/>
            <a:ext cx="2319501" cy="363722"/>
          </a:xfrm>
        </p:spPr>
        <p:txBody>
          <a:bodyPr anchor="b" anchorCtr="0">
            <a:noAutofit/>
          </a:bodyPr>
          <a:lstStyle>
            <a:lvl1pPr>
              <a:lnSpc>
                <a:spcPct val="100000"/>
              </a:lnSpc>
              <a:defRPr sz="950">
                <a:solidFill>
                  <a:schemeClr val="bg1"/>
                </a:solidFill>
              </a:defRPr>
            </a:lvl1pPr>
          </a:lstStyle>
          <a:p>
            <a:pPr lvl="0"/>
            <a:r>
              <a:rPr lang="en-US"/>
              <a:t>Click to edit Master text styles</a:t>
            </a:r>
          </a:p>
        </p:txBody>
      </p:sp>
      <p:grpSp>
        <p:nvGrpSpPr>
          <p:cNvPr id="20" name="Group 19">
            <a:extLst>
              <a:ext uri="{FF2B5EF4-FFF2-40B4-BE49-F238E27FC236}">
                <a16:creationId xmlns:a16="http://schemas.microsoft.com/office/drawing/2014/main" id="{8DBE0613-D0C6-405A-ACD6-58EF0477427B}"/>
              </a:ext>
            </a:extLst>
          </p:cNvPr>
          <p:cNvGrpSpPr>
            <a:grpSpLocks noChangeAspect="1"/>
          </p:cNvGrpSpPr>
          <p:nvPr/>
        </p:nvGrpSpPr>
        <p:grpSpPr>
          <a:xfrm>
            <a:off x="469900" y="457761"/>
            <a:ext cx="1998000" cy="374400"/>
            <a:chOff x="398463" y="404813"/>
            <a:chExt cx="1627187" cy="307976"/>
          </a:xfrm>
          <a:solidFill>
            <a:schemeClr val="tx1"/>
          </a:solidFill>
        </p:grpSpPr>
        <p:sp>
          <p:nvSpPr>
            <p:cNvPr id="21" name="Oval 5">
              <a:extLst>
                <a:ext uri="{FF2B5EF4-FFF2-40B4-BE49-F238E27FC236}">
                  <a16:creationId xmlns:a16="http://schemas.microsoft.com/office/drawing/2014/main" id="{FD362D39-3352-4BA0-AC51-553983A71CD1}"/>
                </a:ext>
              </a:extLst>
            </p:cNvPr>
            <p:cNvSpPr>
              <a:spLocks noChangeArrowheads="1"/>
            </p:cNvSpPr>
            <p:nvPr/>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Freeform 6">
              <a:extLst>
                <a:ext uri="{FF2B5EF4-FFF2-40B4-BE49-F238E27FC236}">
                  <a16:creationId xmlns:a16="http://schemas.microsoft.com/office/drawing/2014/main" id="{1156DAFF-F101-4061-AA75-F8EEDC00FC74}"/>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Rectangle 7">
              <a:extLst>
                <a:ext uri="{FF2B5EF4-FFF2-40B4-BE49-F238E27FC236}">
                  <a16:creationId xmlns:a16="http://schemas.microsoft.com/office/drawing/2014/main" id="{5667AB23-84F3-44E4-B904-5D4D3A9B3109}"/>
                </a:ext>
              </a:extLst>
            </p:cNvPr>
            <p:cNvSpPr>
              <a:spLocks noChangeArrowheads="1"/>
            </p:cNvSpPr>
            <p:nvPr/>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Freeform 8">
              <a:extLst>
                <a:ext uri="{FF2B5EF4-FFF2-40B4-BE49-F238E27FC236}">
                  <a16:creationId xmlns:a16="http://schemas.microsoft.com/office/drawing/2014/main" id="{12CE4E7F-CB40-4545-80AF-423201F72F2E}"/>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9">
              <a:extLst>
                <a:ext uri="{FF2B5EF4-FFF2-40B4-BE49-F238E27FC236}">
                  <a16:creationId xmlns:a16="http://schemas.microsoft.com/office/drawing/2014/main" id="{A7B265B2-4EA1-416A-A272-49E48905C3E6}"/>
                </a:ext>
              </a:extLst>
            </p:cNvPr>
            <p:cNvSpPr>
              <a:spLocks noChangeArrowheads="1"/>
            </p:cNvSpPr>
            <p:nvPr/>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Rectangle 10">
              <a:extLst>
                <a:ext uri="{FF2B5EF4-FFF2-40B4-BE49-F238E27FC236}">
                  <a16:creationId xmlns:a16="http://schemas.microsoft.com/office/drawing/2014/main" id="{3744CD22-C3A3-4D80-AB50-3E6D3483304C}"/>
                </a:ext>
              </a:extLst>
            </p:cNvPr>
            <p:cNvSpPr>
              <a:spLocks noChangeArrowheads="1"/>
            </p:cNvSpPr>
            <p:nvPr/>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Freeform 11">
              <a:extLst>
                <a:ext uri="{FF2B5EF4-FFF2-40B4-BE49-F238E27FC236}">
                  <a16:creationId xmlns:a16="http://schemas.microsoft.com/office/drawing/2014/main" id="{3046CB4E-F174-491D-9CAB-2A9115985705}"/>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Freeform 12">
              <a:extLst>
                <a:ext uri="{FF2B5EF4-FFF2-40B4-BE49-F238E27FC236}">
                  <a16:creationId xmlns:a16="http://schemas.microsoft.com/office/drawing/2014/main" id="{8B2D79F2-05A8-4E1C-A4D8-725E52963024}"/>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3">
              <a:extLst>
                <a:ext uri="{FF2B5EF4-FFF2-40B4-BE49-F238E27FC236}">
                  <a16:creationId xmlns:a16="http://schemas.microsoft.com/office/drawing/2014/main" id="{9EA13742-485A-4EC3-BF90-9FD12F905B12}"/>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Freeform 14">
              <a:extLst>
                <a:ext uri="{FF2B5EF4-FFF2-40B4-BE49-F238E27FC236}">
                  <a16:creationId xmlns:a16="http://schemas.microsoft.com/office/drawing/2014/main" id="{5D44DAC1-76F0-42F6-93C9-61B9C3054D66}"/>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327329984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3910603"/>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C344F-F0FA-FA49-8CDB-24FBD34F4F2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3B0ADF1-8938-F63D-1796-32AAA206ED5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A7F9F0B-B2AF-9CCF-62ED-9236CD2E39E3}"/>
              </a:ext>
            </a:extLst>
          </p:cNvPr>
          <p:cNvSpPr>
            <a:spLocks noGrp="1"/>
          </p:cNvSpPr>
          <p:nvPr>
            <p:ph type="dt" sz="half" idx="10"/>
          </p:nvPr>
        </p:nvSpPr>
        <p:spPr/>
        <p:txBody>
          <a:bodyPr/>
          <a:lstStyle/>
          <a:p>
            <a:fld id="{FD986DD1-74D1-4C52-98A6-0E2AC22FE205}" type="datetimeFigureOut">
              <a:rPr lang="en-IN" smtClean="0"/>
              <a:t>04-08-2026</a:t>
            </a:fld>
            <a:endParaRPr lang="en-IN" dirty="0"/>
          </a:p>
        </p:txBody>
      </p:sp>
      <p:sp>
        <p:nvSpPr>
          <p:cNvPr id="5" name="Footer Placeholder 4">
            <a:extLst>
              <a:ext uri="{FF2B5EF4-FFF2-40B4-BE49-F238E27FC236}">
                <a16:creationId xmlns:a16="http://schemas.microsoft.com/office/drawing/2014/main" id="{ED66B769-A17D-877C-D078-4683F5590AC9}"/>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02BC44CD-6C7F-FA73-9582-1E9AB36C932D}"/>
              </a:ext>
            </a:extLst>
          </p:cNvPr>
          <p:cNvSpPr>
            <a:spLocks noGrp="1"/>
          </p:cNvSpPr>
          <p:nvPr>
            <p:ph type="sldNum" sz="quarter" idx="12"/>
          </p:nvPr>
        </p:nvSpPr>
        <p:spPr/>
        <p:txBody>
          <a:bodyPr/>
          <a:lstStyle/>
          <a:p>
            <a:fld id="{EC03BF22-863E-4DFE-804B-2410AB85AE37}" type="slidenum">
              <a:rPr lang="en-IN" smtClean="0"/>
              <a:t>‹#›</a:t>
            </a:fld>
            <a:endParaRPr lang="en-IN" dirty="0"/>
          </a:p>
        </p:txBody>
      </p:sp>
    </p:spTree>
    <p:extLst>
      <p:ext uri="{BB962C8B-B14F-4D97-AF65-F5344CB8AC3E}">
        <p14:creationId xmlns:p14="http://schemas.microsoft.com/office/powerpoint/2010/main" val="128667009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60208-F42F-6E3F-9DAA-E59344E35B1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FE51F3D-C996-3DD5-0824-B2C0F818A33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15CE767-7A1F-01FC-8F9D-42BB4F6B35B4}"/>
              </a:ext>
            </a:extLst>
          </p:cNvPr>
          <p:cNvSpPr>
            <a:spLocks noGrp="1"/>
          </p:cNvSpPr>
          <p:nvPr>
            <p:ph type="dt" sz="half" idx="10"/>
          </p:nvPr>
        </p:nvSpPr>
        <p:spPr/>
        <p:txBody>
          <a:bodyPr/>
          <a:lstStyle/>
          <a:p>
            <a:fld id="{FD986DD1-74D1-4C52-98A6-0E2AC22FE205}" type="datetimeFigureOut">
              <a:rPr lang="en-IN" smtClean="0"/>
              <a:t>04-08-2026</a:t>
            </a:fld>
            <a:endParaRPr lang="en-IN" dirty="0"/>
          </a:p>
        </p:txBody>
      </p:sp>
      <p:sp>
        <p:nvSpPr>
          <p:cNvPr id="5" name="Footer Placeholder 4">
            <a:extLst>
              <a:ext uri="{FF2B5EF4-FFF2-40B4-BE49-F238E27FC236}">
                <a16:creationId xmlns:a16="http://schemas.microsoft.com/office/drawing/2014/main" id="{F343D3E1-CBF7-7F91-80EF-8687A809956E}"/>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2D2C449B-7E2B-2E5F-5067-CF5FB4E11637}"/>
              </a:ext>
            </a:extLst>
          </p:cNvPr>
          <p:cNvSpPr>
            <a:spLocks noGrp="1"/>
          </p:cNvSpPr>
          <p:nvPr>
            <p:ph type="sldNum" sz="quarter" idx="12"/>
          </p:nvPr>
        </p:nvSpPr>
        <p:spPr/>
        <p:txBody>
          <a:bodyPr/>
          <a:lstStyle/>
          <a:p>
            <a:fld id="{EC03BF22-863E-4DFE-804B-2410AB85AE37}" type="slidenum">
              <a:rPr lang="en-IN" smtClean="0"/>
              <a:t>‹#›</a:t>
            </a:fld>
            <a:endParaRPr lang="en-IN" dirty="0"/>
          </a:p>
        </p:txBody>
      </p:sp>
    </p:spTree>
    <p:extLst>
      <p:ext uri="{BB962C8B-B14F-4D97-AF65-F5344CB8AC3E}">
        <p14:creationId xmlns:p14="http://schemas.microsoft.com/office/powerpoint/2010/main" val="4991288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6.xml"/><Relationship Id="rId18" Type="http://schemas.openxmlformats.org/officeDocument/2006/relationships/slideLayout" Target="../slideLayouts/slideLayout31.xml"/><Relationship Id="rId26" Type="http://schemas.openxmlformats.org/officeDocument/2006/relationships/slideLayout" Target="../slideLayouts/slideLayout39.xml"/><Relationship Id="rId39" Type="http://schemas.openxmlformats.org/officeDocument/2006/relationships/slideLayout" Target="../slideLayouts/slideLayout52.xml"/><Relationship Id="rId21" Type="http://schemas.openxmlformats.org/officeDocument/2006/relationships/slideLayout" Target="../slideLayouts/slideLayout34.xml"/><Relationship Id="rId34" Type="http://schemas.openxmlformats.org/officeDocument/2006/relationships/slideLayout" Target="../slideLayouts/slideLayout47.xml"/><Relationship Id="rId42" Type="http://schemas.openxmlformats.org/officeDocument/2006/relationships/theme" Target="../theme/theme2.xml"/><Relationship Id="rId7" Type="http://schemas.openxmlformats.org/officeDocument/2006/relationships/slideLayout" Target="../slideLayouts/slideLayout20.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29" Type="http://schemas.openxmlformats.org/officeDocument/2006/relationships/slideLayout" Target="../slideLayouts/slideLayout42.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24" Type="http://schemas.openxmlformats.org/officeDocument/2006/relationships/slideLayout" Target="../slideLayouts/slideLayout37.xml"/><Relationship Id="rId32" Type="http://schemas.openxmlformats.org/officeDocument/2006/relationships/slideLayout" Target="../slideLayouts/slideLayout45.xml"/><Relationship Id="rId37" Type="http://schemas.openxmlformats.org/officeDocument/2006/relationships/slideLayout" Target="../slideLayouts/slideLayout50.xml"/><Relationship Id="rId40" Type="http://schemas.openxmlformats.org/officeDocument/2006/relationships/slideLayout" Target="../slideLayouts/slideLayout53.xml"/><Relationship Id="rId45" Type="http://schemas.openxmlformats.org/officeDocument/2006/relationships/image" Target="../media/image4.emf"/><Relationship Id="rId5" Type="http://schemas.openxmlformats.org/officeDocument/2006/relationships/slideLayout" Target="../slideLayouts/slideLayout18.xml"/><Relationship Id="rId15" Type="http://schemas.openxmlformats.org/officeDocument/2006/relationships/slideLayout" Target="../slideLayouts/slideLayout28.xml"/><Relationship Id="rId23" Type="http://schemas.openxmlformats.org/officeDocument/2006/relationships/slideLayout" Target="../slideLayouts/slideLayout36.xml"/><Relationship Id="rId28" Type="http://schemas.openxmlformats.org/officeDocument/2006/relationships/slideLayout" Target="../slideLayouts/slideLayout41.xml"/><Relationship Id="rId36" Type="http://schemas.openxmlformats.org/officeDocument/2006/relationships/slideLayout" Target="../slideLayouts/slideLayout49.xml"/><Relationship Id="rId10" Type="http://schemas.openxmlformats.org/officeDocument/2006/relationships/slideLayout" Target="../slideLayouts/slideLayout23.xml"/><Relationship Id="rId19" Type="http://schemas.openxmlformats.org/officeDocument/2006/relationships/slideLayout" Target="../slideLayouts/slideLayout32.xml"/><Relationship Id="rId31" Type="http://schemas.openxmlformats.org/officeDocument/2006/relationships/slideLayout" Target="../slideLayouts/slideLayout44.xml"/><Relationship Id="rId44" Type="http://schemas.openxmlformats.org/officeDocument/2006/relationships/oleObject" Target="../embeddings/oleObject1.bin"/><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 Id="rId22" Type="http://schemas.openxmlformats.org/officeDocument/2006/relationships/slideLayout" Target="../slideLayouts/slideLayout35.xml"/><Relationship Id="rId27" Type="http://schemas.openxmlformats.org/officeDocument/2006/relationships/slideLayout" Target="../slideLayouts/slideLayout40.xml"/><Relationship Id="rId30" Type="http://schemas.openxmlformats.org/officeDocument/2006/relationships/slideLayout" Target="../slideLayouts/slideLayout43.xml"/><Relationship Id="rId35" Type="http://schemas.openxmlformats.org/officeDocument/2006/relationships/slideLayout" Target="../slideLayouts/slideLayout48.xml"/><Relationship Id="rId43" Type="http://schemas.openxmlformats.org/officeDocument/2006/relationships/tags" Target="../tags/tag1.xml"/><Relationship Id="rId8" Type="http://schemas.openxmlformats.org/officeDocument/2006/relationships/slideLayout" Target="../slideLayouts/slideLayout21.xml"/><Relationship Id="rId3" Type="http://schemas.openxmlformats.org/officeDocument/2006/relationships/slideLayout" Target="../slideLayouts/slideLayout16.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5" Type="http://schemas.openxmlformats.org/officeDocument/2006/relationships/slideLayout" Target="../slideLayouts/slideLayout38.xml"/><Relationship Id="rId33" Type="http://schemas.openxmlformats.org/officeDocument/2006/relationships/slideLayout" Target="../slideLayouts/slideLayout46.xml"/><Relationship Id="rId38" Type="http://schemas.openxmlformats.org/officeDocument/2006/relationships/slideLayout" Target="../slideLayouts/slideLayout51.xml"/><Relationship Id="rId20" Type="http://schemas.openxmlformats.org/officeDocument/2006/relationships/slideLayout" Target="../slideLayouts/slideLayout33.xml"/><Relationship Id="rId41" Type="http://schemas.openxmlformats.org/officeDocument/2006/relationships/slideLayout" Target="../slideLayouts/slideLayout5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62.xml"/><Relationship Id="rId13" Type="http://schemas.openxmlformats.org/officeDocument/2006/relationships/slideLayout" Target="../slideLayouts/slideLayout67.xml"/><Relationship Id="rId18" Type="http://schemas.openxmlformats.org/officeDocument/2006/relationships/tags" Target="../tags/tag3.xml"/><Relationship Id="rId3" Type="http://schemas.openxmlformats.org/officeDocument/2006/relationships/slideLayout" Target="../slideLayouts/slideLayout57.xml"/><Relationship Id="rId7" Type="http://schemas.openxmlformats.org/officeDocument/2006/relationships/slideLayout" Target="../slideLayouts/slideLayout61.xml"/><Relationship Id="rId12" Type="http://schemas.openxmlformats.org/officeDocument/2006/relationships/slideLayout" Target="../slideLayouts/slideLayout66.xml"/><Relationship Id="rId17" Type="http://schemas.openxmlformats.org/officeDocument/2006/relationships/theme" Target="../theme/theme3.xml"/><Relationship Id="rId2" Type="http://schemas.openxmlformats.org/officeDocument/2006/relationships/slideLayout" Target="../slideLayouts/slideLayout56.xml"/><Relationship Id="rId16" Type="http://schemas.openxmlformats.org/officeDocument/2006/relationships/slideLayout" Target="../slideLayouts/slideLayout70.xml"/><Relationship Id="rId20" Type="http://schemas.openxmlformats.org/officeDocument/2006/relationships/image" Target="../media/image4.emf"/><Relationship Id="rId1" Type="http://schemas.openxmlformats.org/officeDocument/2006/relationships/slideLayout" Target="../slideLayouts/slideLayout55.xml"/><Relationship Id="rId6" Type="http://schemas.openxmlformats.org/officeDocument/2006/relationships/slideLayout" Target="../slideLayouts/slideLayout60.xml"/><Relationship Id="rId11" Type="http://schemas.openxmlformats.org/officeDocument/2006/relationships/slideLayout" Target="../slideLayouts/slideLayout65.xml"/><Relationship Id="rId5" Type="http://schemas.openxmlformats.org/officeDocument/2006/relationships/slideLayout" Target="../slideLayouts/slideLayout59.xml"/><Relationship Id="rId15" Type="http://schemas.openxmlformats.org/officeDocument/2006/relationships/slideLayout" Target="../slideLayouts/slideLayout69.xml"/><Relationship Id="rId10" Type="http://schemas.openxmlformats.org/officeDocument/2006/relationships/slideLayout" Target="../slideLayouts/slideLayout64.xml"/><Relationship Id="rId19" Type="http://schemas.openxmlformats.org/officeDocument/2006/relationships/oleObject" Target="../embeddings/oleObject3.bin"/><Relationship Id="rId4" Type="http://schemas.openxmlformats.org/officeDocument/2006/relationships/slideLayout" Target="../slideLayouts/slideLayout58.xml"/><Relationship Id="rId9" Type="http://schemas.openxmlformats.org/officeDocument/2006/relationships/slideLayout" Target="../slideLayouts/slideLayout63.xml"/><Relationship Id="rId14" Type="http://schemas.openxmlformats.org/officeDocument/2006/relationships/slideLayout" Target="../slideLayouts/slideLayout6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BFC0FF9-9A39-2914-4785-B6A91E06A4E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906DCB4-771E-5F66-7C41-33F21C48B6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87AD52-7F12-7FE7-4B6F-E3AD979F46E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2240E73-767B-4093-9E17-575220C72AD6}" type="datetimeFigureOut">
              <a:rPr lang="en-US" smtClean="0"/>
              <a:t>8/4/2026</a:t>
            </a:fld>
            <a:endParaRPr lang="en-US" dirty="0"/>
          </a:p>
        </p:txBody>
      </p:sp>
      <p:sp>
        <p:nvSpPr>
          <p:cNvPr id="5" name="Footer Placeholder 4">
            <a:extLst>
              <a:ext uri="{FF2B5EF4-FFF2-40B4-BE49-F238E27FC236}">
                <a16:creationId xmlns:a16="http://schemas.microsoft.com/office/drawing/2014/main" id="{88E59E7C-30EF-85CC-42A4-5E584BC8ABD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41EEFFB8-6726-9F53-7818-B95F6BF449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58D9803-25A5-40D0-8BD0-9F874375BC13}" type="slidenum">
              <a:rPr lang="en-US" smtClean="0"/>
              <a:t>‹#›</a:t>
            </a:fld>
            <a:endParaRPr lang="en-US" dirty="0"/>
          </a:p>
        </p:txBody>
      </p:sp>
    </p:spTree>
    <p:extLst>
      <p:ext uri="{BB962C8B-B14F-4D97-AF65-F5344CB8AC3E}">
        <p14:creationId xmlns:p14="http://schemas.microsoft.com/office/powerpoint/2010/main" val="2922789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905" r:id="rId12"/>
    <p:sldLayoutId id="2147483906"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43"/>
            </p:custDataLst>
            <p:extLst>
              <p:ext uri="{D42A27DB-BD31-4B8C-83A1-F6EECF244321}">
                <p14:modId xmlns:p14="http://schemas.microsoft.com/office/powerpoint/2010/main" val="3959596329"/>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44" imgW="270" imgH="270" progId="TCLayout.ActiveDocument.1">
                  <p:embed/>
                </p:oleObj>
              </mc:Choice>
              <mc:Fallback>
                <p:oleObj name="think-cell Slide" r:id="rId44" imgW="270" imgH="270" progId="TCLayout.ActiveDocument.1">
                  <p:embed/>
                  <p:pic>
                    <p:nvPicPr>
                      <p:cNvPr id="4" name="Object 3" hidden="1"/>
                      <p:cNvPicPr/>
                      <p:nvPr/>
                    </p:nvPicPr>
                    <p:blipFill>
                      <a:blip r:embed="rId45"/>
                      <a:stretch>
                        <a:fillRect/>
                      </a:stretch>
                    </p:blipFill>
                    <p:spPr>
                      <a:xfrm>
                        <a:off x="2119" y="1591"/>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57200" y="345664"/>
            <a:ext cx="11281285" cy="340136"/>
          </a:xfrm>
          <a:prstGeom prst="rect">
            <a:avLst/>
          </a:prstGeom>
        </p:spPr>
        <p:txBody>
          <a:bodyPr vert="horz" lIns="0" tIns="0" rIns="0" bIns="0" rtlCol="0" anchor="t" anchorCtr="0">
            <a:noAutofit/>
          </a:bodyPr>
          <a:lstStyle/>
          <a:p>
            <a:r>
              <a:rPr lang="en-US" noProof="0"/>
              <a:t>Click to edit Master title style</a:t>
            </a:r>
          </a:p>
        </p:txBody>
      </p:sp>
      <p:sp>
        <p:nvSpPr>
          <p:cNvPr id="19" name="Text Placeholder 18"/>
          <p:cNvSpPr>
            <a:spLocks noGrp="1"/>
          </p:cNvSpPr>
          <p:nvPr>
            <p:ph type="body" idx="1"/>
          </p:nvPr>
        </p:nvSpPr>
        <p:spPr>
          <a:xfrm>
            <a:off x="460887" y="1714500"/>
            <a:ext cx="11277599" cy="4648200"/>
          </a:xfrm>
          <a:prstGeom prst="rect">
            <a:avLst/>
          </a:prstGeom>
        </p:spPr>
        <p:txBody>
          <a:bodyPr vert="horz" lIns="0" tIns="0" rIns="0" bIns="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 name="TextBox 19">
            <a:extLst>
              <a:ext uri="{FF2B5EF4-FFF2-40B4-BE49-F238E27FC236}">
                <a16:creationId xmlns:a16="http://schemas.microsoft.com/office/drawing/2014/main" id="{5A35A5D5-FD12-4A0E-B47E-3D53D008B26B}"/>
              </a:ext>
            </a:extLst>
          </p:cNvPr>
          <p:cNvSpPr txBox="1"/>
          <p:nvPr userDrawn="1"/>
        </p:nvSpPr>
        <p:spPr>
          <a:xfrm>
            <a:off x="4065081" y="699568"/>
            <a:ext cx="254000" cy="276999"/>
          </a:xfrm>
          <a:prstGeom prst="rect">
            <a:avLst/>
          </a:prstGeom>
          <a:noFill/>
          <a:ln>
            <a:noFill/>
          </a:ln>
        </p:spPr>
        <p:txBody>
          <a:bodyPr wrap="square" lIns="0" tIns="0" rIns="0" bIns="0" rtlCol="0">
            <a:spAutoFit/>
          </a:bodyPr>
          <a:lstStyle/>
          <a:p>
            <a:pPr marL="203200" indent="-203200">
              <a:spcBef>
                <a:spcPts val="600"/>
              </a:spcBef>
              <a:buSzPct val="100000"/>
              <a:buFont typeface="Arial"/>
              <a:buChar char="•"/>
            </a:pPr>
            <a:endParaRPr lang="en-US" sz="1800" dirty="0">
              <a:solidFill>
                <a:srgbClr val="313131"/>
              </a:solidFill>
            </a:endParaRPr>
          </a:p>
        </p:txBody>
      </p:sp>
      <p:sp>
        <p:nvSpPr>
          <p:cNvPr id="22" name="TextBox 21">
            <a:extLst>
              <a:ext uri="{FF2B5EF4-FFF2-40B4-BE49-F238E27FC236}">
                <a16:creationId xmlns:a16="http://schemas.microsoft.com/office/drawing/2014/main" id="{33FEAD1B-5DFB-4123-913B-D7D5838C8C6D}"/>
              </a:ext>
            </a:extLst>
          </p:cNvPr>
          <p:cNvSpPr txBox="1"/>
          <p:nvPr userDrawn="1"/>
        </p:nvSpPr>
        <p:spPr>
          <a:xfrm>
            <a:off x="4321370" y="802745"/>
            <a:ext cx="1673167" cy="276999"/>
          </a:xfrm>
          <a:prstGeom prst="rect">
            <a:avLst/>
          </a:prstGeom>
          <a:noFill/>
          <a:ln>
            <a:noFill/>
          </a:ln>
        </p:spPr>
        <p:txBody>
          <a:bodyPr wrap="square" lIns="0" tIns="0" rIns="0" bIns="0" rtlCol="0">
            <a:spAutoFit/>
          </a:bodyPr>
          <a:lstStyle/>
          <a:p>
            <a:pPr marL="203200" indent="-203200">
              <a:spcBef>
                <a:spcPts val="600"/>
              </a:spcBef>
              <a:buSzPct val="100000"/>
              <a:buFont typeface="Arial"/>
              <a:buChar char="•"/>
            </a:pPr>
            <a:endParaRPr lang="en-US" sz="1800" dirty="0">
              <a:solidFill>
                <a:srgbClr val="313131"/>
              </a:solidFill>
            </a:endParaRPr>
          </a:p>
        </p:txBody>
      </p:sp>
      <p:sp>
        <p:nvSpPr>
          <p:cNvPr id="23" name="TextBox 22">
            <a:extLst>
              <a:ext uri="{FF2B5EF4-FFF2-40B4-BE49-F238E27FC236}">
                <a16:creationId xmlns:a16="http://schemas.microsoft.com/office/drawing/2014/main" id="{B202DBDA-700C-4979-B00F-3477C099D042}"/>
              </a:ext>
            </a:extLst>
          </p:cNvPr>
          <p:cNvSpPr txBox="1"/>
          <p:nvPr userDrawn="1"/>
        </p:nvSpPr>
        <p:spPr>
          <a:xfrm>
            <a:off x="5969842" y="802745"/>
            <a:ext cx="250316" cy="276999"/>
          </a:xfrm>
          <a:prstGeom prst="rect">
            <a:avLst/>
          </a:prstGeom>
          <a:noFill/>
          <a:ln>
            <a:noFill/>
          </a:ln>
        </p:spPr>
        <p:txBody>
          <a:bodyPr wrap="square" lIns="0" tIns="0" rIns="0" bIns="0" rtlCol="0">
            <a:spAutoFit/>
          </a:bodyPr>
          <a:lstStyle/>
          <a:p>
            <a:pPr marL="203200" indent="-203200">
              <a:spcBef>
                <a:spcPts val="600"/>
              </a:spcBef>
              <a:buSzPct val="100000"/>
              <a:buFont typeface="Arial"/>
              <a:buChar char="•"/>
            </a:pPr>
            <a:endParaRPr lang="en-US" sz="1800" dirty="0">
              <a:solidFill>
                <a:srgbClr val="313131"/>
              </a:solidFill>
            </a:endParaRPr>
          </a:p>
        </p:txBody>
      </p:sp>
      <p:sp>
        <p:nvSpPr>
          <p:cNvPr id="24" name="TextBox 23">
            <a:extLst>
              <a:ext uri="{FF2B5EF4-FFF2-40B4-BE49-F238E27FC236}">
                <a16:creationId xmlns:a16="http://schemas.microsoft.com/office/drawing/2014/main" id="{D14DFC3E-51E5-47BE-BA81-FDAED74D8117}"/>
              </a:ext>
            </a:extLst>
          </p:cNvPr>
          <p:cNvSpPr txBox="1"/>
          <p:nvPr userDrawn="1"/>
        </p:nvSpPr>
        <p:spPr>
          <a:xfrm>
            <a:off x="4321027" y="801689"/>
            <a:ext cx="1673851" cy="276999"/>
          </a:xfrm>
          <a:prstGeom prst="rect">
            <a:avLst/>
          </a:prstGeom>
          <a:noFill/>
          <a:ln>
            <a:noFill/>
          </a:ln>
        </p:spPr>
        <p:txBody>
          <a:bodyPr wrap="square" lIns="0" tIns="0" rIns="0" bIns="0" rtlCol="0">
            <a:spAutoFit/>
          </a:bodyPr>
          <a:lstStyle/>
          <a:p>
            <a:pPr marL="203200" indent="-203200">
              <a:spcBef>
                <a:spcPts val="600"/>
              </a:spcBef>
              <a:buSzPct val="100000"/>
              <a:buFont typeface="Arial"/>
              <a:buChar char="•"/>
            </a:pPr>
            <a:endParaRPr lang="en-US" sz="1800" dirty="0">
              <a:solidFill>
                <a:srgbClr val="313131"/>
              </a:solidFill>
            </a:endParaRPr>
          </a:p>
        </p:txBody>
      </p:sp>
      <p:sp>
        <p:nvSpPr>
          <p:cNvPr id="5" name="Copyright">
            <a:extLst>
              <a:ext uri="{FF2B5EF4-FFF2-40B4-BE49-F238E27FC236}">
                <a16:creationId xmlns:a16="http://schemas.microsoft.com/office/drawing/2014/main" id="{CE042781-EBDE-F23A-C311-C3E2D8071ED4}"/>
              </a:ext>
            </a:extLst>
          </p:cNvPr>
          <p:cNvSpPr txBox="1"/>
          <p:nvPr userDrawn="1"/>
        </p:nvSpPr>
        <p:spPr>
          <a:xfrm>
            <a:off x="508000" y="6515103"/>
            <a:ext cx="5355168" cy="138499"/>
          </a:xfrm>
          <a:prstGeom prst="rect">
            <a:avLst/>
          </a:prstGeom>
          <a:noFill/>
        </p:spPr>
        <p:txBody>
          <a:bodyPr wrap="square" lIns="0" tIns="0" rIns="0" bIns="0" rtlCol="0">
            <a:spAutoFit/>
          </a:bodyPr>
          <a:lstStyle/>
          <a:p>
            <a:pPr marL="0" indent="0">
              <a:spcBef>
                <a:spcPts val="450"/>
              </a:spcBef>
              <a:buSzPct val="100000"/>
              <a:buFont typeface="Arial"/>
              <a:buNone/>
            </a:pPr>
            <a:r>
              <a:rPr lang="en-US" sz="900" b="0" i="0" noProof="0" dirty="0">
                <a:solidFill>
                  <a:schemeClr val="tx1"/>
                </a:solidFill>
                <a:latin typeface="Calibri Light" panose="020F0302020204030204" pitchFamily="34" charset="0"/>
                <a:cs typeface="Calibri Light" panose="020F0302020204030204" pitchFamily="34" charset="0"/>
              </a:rPr>
              <a:t>Copyright © 2023 Deloitte Global. All rights reserved.</a:t>
            </a:r>
          </a:p>
        </p:txBody>
      </p:sp>
    </p:spTree>
    <p:extLst>
      <p:ext uri="{BB962C8B-B14F-4D97-AF65-F5344CB8AC3E}">
        <p14:creationId xmlns:p14="http://schemas.microsoft.com/office/powerpoint/2010/main" val="102274532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Lst>
  <p:transition>
    <p:fade/>
  </p:transition>
  <p:hf sldNum="0" hdr="0" dt="0"/>
  <p:txStyles>
    <p:titleStyle>
      <a:lvl1pPr algn="l" defTabSz="685800" rtl="0" eaLnBrk="1" latinLnBrk="0" hangingPunct="1">
        <a:spcBef>
          <a:spcPct val="0"/>
        </a:spcBef>
        <a:buNone/>
        <a:defRPr sz="2100" kern="1200">
          <a:solidFill>
            <a:schemeClr val="tx1"/>
          </a:solidFill>
          <a:latin typeface="+mn-lt"/>
          <a:ea typeface="+mj-ea"/>
          <a:cs typeface="Calibri Light" panose="020F0302020204030204" pitchFamily="34" charset="0"/>
        </a:defRPr>
      </a:lvl1pPr>
    </p:titleStyle>
    <p:bodyStyle>
      <a:lvl1pPr marL="0" indent="0" algn="l" defTabSz="685800" rtl="0" eaLnBrk="1" latinLnBrk="0" hangingPunct="1">
        <a:spcBef>
          <a:spcPts val="0"/>
        </a:spcBef>
        <a:spcAft>
          <a:spcPts val="750"/>
        </a:spcAft>
        <a:buSzPct val="100000"/>
        <a:buFontTx/>
        <a:buNone/>
        <a:defRPr sz="1200"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1200"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1200"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45" orient="horz" pos="4008">
          <p15:clr>
            <a:srgbClr val="F26B43"/>
          </p15:clr>
        </p15:guide>
        <p15:guide id="49" orient="horz" pos="432">
          <p15:clr>
            <a:srgbClr val="F26B43"/>
          </p15:clr>
        </p15:guide>
        <p15:guide id="68" orient="horz" pos="4104">
          <p15:clr>
            <a:srgbClr val="F26B43"/>
          </p15:clr>
        </p15:guide>
        <p15:guide id="69" orient="horz" pos="2088">
          <p15:clr>
            <a:srgbClr val="F26B43"/>
          </p15:clr>
        </p15:guide>
        <p15:guide id="70" orient="horz" pos="1080">
          <p15:clr>
            <a:srgbClr val="F26B43"/>
          </p15:clr>
        </p15:guide>
        <p15:guide id="71" orient="horz" pos="216">
          <p15:clr>
            <a:srgbClr val="F26B43"/>
          </p15:clr>
        </p15:guide>
        <p15:guide id="72" pos="3840">
          <p15:clr>
            <a:srgbClr val="F26B43"/>
          </p15:clr>
        </p15:guide>
        <p15:guide id="73" pos="3936">
          <p15:clr>
            <a:srgbClr val="F26B43"/>
          </p15:clr>
        </p15:guide>
        <p15:guide id="74" pos="288">
          <p15:clr>
            <a:srgbClr val="F26B43"/>
          </p15:clr>
        </p15:guide>
        <p15:guide id="75" pos="4960">
          <p15:clr>
            <a:srgbClr val="F26B43"/>
          </p15:clr>
        </p15:guide>
        <p15:guide id="76" pos="3744">
          <p15:clr>
            <a:srgbClr val="F26B43"/>
          </p15:clr>
        </p15:guide>
        <p15:guide id="77" pos="2720">
          <p15:clr>
            <a:srgbClr val="F26B43"/>
          </p15:clr>
        </p15:guide>
        <p15:guide id="78" pos="2528">
          <p15:clr>
            <a:srgbClr val="F26B43"/>
          </p15:clr>
        </p15:guide>
        <p15:guide id="79" pos="1312">
          <p15:clr>
            <a:srgbClr val="F26B43"/>
          </p15:clr>
        </p15:guide>
        <p15:guide id="80" pos="1504">
          <p15:clr>
            <a:srgbClr val="F26B43"/>
          </p15:clr>
        </p15:guide>
        <p15:guide id="81" pos="5152">
          <p15:clr>
            <a:srgbClr val="F26B43"/>
          </p15:clr>
        </p15:guide>
        <p15:guide id="82" pos="6176">
          <p15:clr>
            <a:srgbClr val="F26B43"/>
          </p15:clr>
        </p15:guide>
        <p15:guide id="83" pos="6368">
          <p15:clr>
            <a:srgbClr val="F26B43"/>
          </p15:clr>
        </p15:guide>
        <p15:guide id="84" pos="7392">
          <p15:clr>
            <a:srgbClr val="F26B43"/>
          </p15:clr>
        </p15:guide>
        <p15:guide id="85" orient="horz" pos="218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8"/>
            </p:custDataLst>
            <p:extLst>
              <p:ext uri="{D42A27DB-BD31-4B8C-83A1-F6EECF244321}">
                <p14:modId xmlns:p14="http://schemas.microsoft.com/office/powerpoint/2010/main" val="3087151445"/>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19" imgW="270" imgH="270" progId="TCLayout.ActiveDocument.1">
                  <p:embed/>
                </p:oleObj>
              </mc:Choice>
              <mc:Fallback>
                <p:oleObj name="think-cell Slide" r:id="rId19" imgW="270" imgH="270" progId="TCLayout.ActiveDocument.1">
                  <p:embed/>
                  <p:pic>
                    <p:nvPicPr>
                      <p:cNvPr id="4" name="Object 3" hidden="1"/>
                      <p:cNvPicPr/>
                      <p:nvPr/>
                    </p:nvPicPr>
                    <p:blipFill>
                      <a:blip r:embed="rId20"/>
                      <a:stretch>
                        <a:fillRect/>
                      </a:stretch>
                    </p:blipFill>
                    <p:spPr>
                      <a:xfrm>
                        <a:off x="2118"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501651" y="317501"/>
            <a:ext cx="11201400" cy="309820"/>
          </a:xfrm>
          <a:prstGeom prst="rect">
            <a:avLst/>
          </a:prstGeom>
        </p:spPr>
        <p:txBody>
          <a:bodyPr vert="horz" lIns="0" tIns="0" rIns="0" bIns="0" rtlCol="0" anchor="t" anchorCtr="0">
            <a:noAutofit/>
          </a:bodyPr>
          <a:lstStyle/>
          <a:p>
            <a:r>
              <a:rPr lang="en-US" noProof="0"/>
              <a:t>Click to edit Master title style</a:t>
            </a:r>
          </a:p>
        </p:txBody>
      </p:sp>
      <p:sp>
        <p:nvSpPr>
          <p:cNvPr id="18" name="Copyright"/>
          <p:cNvSpPr txBox="1"/>
          <p:nvPr/>
        </p:nvSpPr>
        <p:spPr>
          <a:xfrm>
            <a:off x="501649"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dirty="0">
                <a:solidFill>
                  <a:schemeClr val="tx1"/>
                </a:solidFill>
                <a:latin typeface="Calibri" panose="020F0502020204030204" pitchFamily="34" charset="0"/>
                <a:cs typeface="Calibri" panose="020F0502020204030204" pitchFamily="34" charset="0"/>
              </a:rPr>
              <a:t>© 2025 Deloitte Touche Tohmatsu India LLP. </a:t>
            </a:r>
          </a:p>
        </p:txBody>
      </p:sp>
      <p:sp>
        <p:nvSpPr>
          <p:cNvPr id="19" name="Text Placeholder 18"/>
          <p:cNvSpPr>
            <a:spLocks noGrp="1"/>
          </p:cNvSpPr>
          <p:nvPr>
            <p:ph type="body" idx="1"/>
          </p:nvPr>
        </p:nvSpPr>
        <p:spPr>
          <a:xfrm>
            <a:off x="501650" y="1665289"/>
            <a:ext cx="11201400" cy="4716462"/>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Rectangle 2">
            <a:extLst>
              <a:ext uri="{FF2B5EF4-FFF2-40B4-BE49-F238E27FC236}">
                <a16:creationId xmlns:a16="http://schemas.microsoft.com/office/drawing/2014/main" id="{C69DBDC7-DF0D-40FE-8DE0-1C33F8DF42EC}"/>
              </a:ext>
            </a:extLst>
          </p:cNvPr>
          <p:cNvSpPr/>
          <p:nvPr userDrawn="1"/>
        </p:nvSpPr>
        <p:spPr>
          <a:xfrm>
            <a:off x="11555698" y="6473952"/>
            <a:ext cx="134652" cy="138499"/>
          </a:xfrm>
          <a:prstGeom prst="rect">
            <a:avLst/>
          </a:prstGeom>
        </p:spPr>
        <p:txBody>
          <a:bodyPr wrap="none" lIns="0" tIns="0" rIns="0" bIns="0">
            <a:spAutoFit/>
          </a:bodyPr>
          <a:lstStyle/>
          <a:p>
            <a:fld id="{C58DF478-B544-4ED8-9ED4-6A2648E2D233}" type="slidenum">
              <a:rPr lang="en-US" sz="900" noProof="0" smtClean="0">
                <a:solidFill>
                  <a:schemeClr val="tx1"/>
                </a:solidFill>
                <a:latin typeface="Calibri" panose="020F0502020204030204" pitchFamily="34" charset="0"/>
                <a:cs typeface="Calibri" panose="020F0502020204030204" pitchFamily="34" charset="0"/>
              </a:rPr>
              <a:pPr/>
              <a:t>‹#›</a:t>
            </a:fld>
            <a:endParaRPr lang="en-US" sz="900" dirty="0"/>
          </a:p>
        </p:txBody>
      </p:sp>
    </p:spTree>
    <p:extLst>
      <p:ext uri="{BB962C8B-B14F-4D97-AF65-F5344CB8AC3E}">
        <p14:creationId xmlns:p14="http://schemas.microsoft.com/office/powerpoint/2010/main" val="1105722166"/>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 id="2147483757" r:id="rId12"/>
    <p:sldLayoutId id="2147483758" r:id="rId13"/>
    <p:sldLayoutId id="2147483759" r:id="rId14"/>
    <p:sldLayoutId id="2147483760" r:id="rId15"/>
    <p:sldLayoutId id="2147483761" r:id="rId16"/>
  </p:sldLayoutIdLst>
  <p:transition>
    <p:fade/>
  </p:transition>
  <p:hf sldNum="0" hdr="0" dt="0"/>
  <p:txStyles>
    <p:title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p:titleStyle>
    <p:body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82880" indent="-182880" algn="l" defTabSz="914400" rtl="0" eaLnBrk="1" latinLnBrk="0" hangingPunct="1">
        <a:spcBef>
          <a:spcPts val="0"/>
        </a:spcBef>
        <a:spcAft>
          <a:spcPts val="1000"/>
        </a:spcAft>
        <a:buClrTx/>
        <a:buSzPct val="100000"/>
        <a:buFont typeface="Arial" panose="020B0604020202020204" pitchFamily="34" charset="0"/>
        <a:buChar char="•"/>
        <a:defRPr lang="en-US" sz="1300" b="0" kern="1200" dirty="0" smtClean="0">
          <a:solidFill>
            <a:schemeClr val="tx1"/>
          </a:solidFill>
          <a:latin typeface="+mj-lt"/>
          <a:ea typeface="+mn-ea"/>
          <a:cs typeface="Calibri Light" panose="020F0302020204030204" pitchFamily="34" charset="0"/>
        </a:defRPr>
      </a:lvl2pPr>
      <a:lvl3pPr marL="365760" indent="-182880" algn="l" defTabSz="914400" rtl="0" eaLnBrk="1" latinLnBrk="0" hangingPunct="1">
        <a:spcBef>
          <a:spcPts val="0"/>
        </a:spcBef>
        <a:spcAft>
          <a:spcPts val="1000"/>
        </a:spcAft>
        <a:buClrTx/>
        <a:buSzPct val="100000"/>
        <a:buFont typeface="Arial" panose="020B0604020202020204" pitchFamily="34" charset="0"/>
        <a:buChar char="−"/>
        <a:defRPr lang="en-US" sz="1300" b="0" kern="1200" dirty="0" smtClean="0">
          <a:solidFill>
            <a:schemeClr val="tx1"/>
          </a:solidFill>
          <a:latin typeface="+mn-lt"/>
          <a:ea typeface="+mn-ea"/>
          <a:cs typeface="Calibri Light" panose="020F0302020204030204" pitchFamily="34" charset="0"/>
        </a:defRPr>
      </a:lvl3pPr>
      <a:lvl4pPr marL="548640" indent="-182880" algn="l" defTabSz="914400" rtl="0" eaLnBrk="1" latinLnBrk="0" hangingPunct="1">
        <a:spcBef>
          <a:spcPts val="0"/>
        </a:spcBef>
        <a:spcAft>
          <a:spcPts val="1000"/>
        </a:spcAft>
        <a:buClrTx/>
        <a:buSzPct val="100000"/>
        <a:buFont typeface="Arial" panose="020B0604020202020204" pitchFamily="34" charset="0"/>
        <a:buChar char="◦"/>
        <a:defRPr lang="en-US" sz="1300" b="0" kern="1200" baseline="0" dirty="0" smtClean="0">
          <a:solidFill>
            <a:schemeClr val="tx1"/>
          </a:solidFill>
          <a:latin typeface="+mn-lt"/>
          <a:ea typeface="+mn-ea"/>
          <a:cs typeface="Calibri Light" panose="020F0302020204030204" pitchFamily="34" charset="0"/>
        </a:defRPr>
      </a:lvl4pPr>
      <a:lvl5pPr marL="731520" indent="-182880" algn="l" defTabSz="798513" rtl="0" eaLnBrk="1" latinLnBrk="0" hangingPunct="1">
        <a:spcBef>
          <a:spcPts val="0"/>
        </a:spcBef>
        <a:spcAft>
          <a:spcPts val="1000"/>
        </a:spcAft>
        <a:buClrTx/>
        <a:buSzPct val="100000"/>
        <a:buFont typeface="Arial" panose="020B0604020202020204" pitchFamily="34" charset="0"/>
        <a:buChar char="−"/>
        <a:tabLst/>
        <a:defRPr lang="en-US" sz="1300" b="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pos="312">
          <p15:clr>
            <a:srgbClr val="F26B43"/>
          </p15:clr>
        </p15:guide>
        <p15:guide id="3" pos="1392">
          <p15:clr>
            <a:srgbClr val="F26B43"/>
          </p15:clr>
        </p15:guide>
        <p15:guide id="4" pos="1512">
          <p15:clr>
            <a:srgbClr val="F26B43"/>
          </p15:clr>
        </p15:guide>
        <p15:guide id="5" pos="2592">
          <p15:clr>
            <a:srgbClr val="F26B43"/>
          </p15:clr>
        </p15:guide>
        <p15:guide id="6" pos="2712">
          <p15:clr>
            <a:srgbClr val="F26B43"/>
          </p15:clr>
        </p15:guide>
        <p15:guide id="7" pos="3768">
          <p15:clr>
            <a:srgbClr val="F26B43"/>
          </p15:clr>
        </p15:guide>
        <p15:guide id="8" pos="7379">
          <p15:clr>
            <a:srgbClr val="F26B43"/>
          </p15:clr>
        </p15:guide>
        <p15:guide id="9" pos="6288">
          <p15:clr>
            <a:srgbClr val="F26B43"/>
          </p15:clr>
        </p15:guide>
        <p15:guide id="10" pos="6168">
          <p15:clr>
            <a:srgbClr val="F26B43"/>
          </p15:clr>
        </p15:guide>
        <p15:guide id="11" pos="5088">
          <p15:clr>
            <a:srgbClr val="F26B43"/>
          </p15:clr>
        </p15:guide>
        <p15:guide id="12" pos="4968">
          <p15:clr>
            <a:srgbClr val="F26B43"/>
          </p15:clr>
        </p15:guide>
        <p15:guide id="13" pos="3912">
          <p15:clr>
            <a:srgbClr val="F26B43"/>
          </p15:clr>
        </p15:guide>
        <p15:guide id="15" orient="horz" pos="4032">
          <p15:clr>
            <a:srgbClr val="F26B43"/>
          </p15:clr>
        </p15:guide>
        <p15:guide id="16" orient="horz" pos="2232">
          <p15:clr>
            <a:srgbClr val="F26B43"/>
          </p15:clr>
        </p15:guide>
        <p15:guide id="17" orient="horz" pos="1056">
          <p15:clr>
            <a:srgbClr val="F26B43"/>
          </p15:clr>
        </p15:guide>
        <p15:guide id="18" orient="horz" pos="199">
          <p15:clr>
            <a:srgbClr val="F26B43"/>
          </p15:clr>
        </p15:guide>
        <p15:guide id="19" orient="horz" pos="1000">
          <p15:clr>
            <a:srgbClr val="F26B43"/>
          </p15:clr>
        </p15:guide>
        <p15:guide id="20" orient="horz" pos="409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3.xml"/><Relationship Id="rId5" Type="http://schemas.openxmlformats.org/officeDocument/2006/relationships/image" Target="../media/image15.png"/><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3.xml"/><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9.png"/><Relationship Id="rId1" Type="http://schemas.openxmlformats.org/officeDocument/2006/relationships/slideLayout" Target="../slideLayouts/slideLayout13.xml"/><Relationship Id="rId4" Type="http://schemas.openxmlformats.org/officeDocument/2006/relationships/image" Target="../media/image17.png"/></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5.png"/><Relationship Id="rId1" Type="http://schemas.openxmlformats.org/officeDocument/2006/relationships/slideLayout" Target="../slideLayouts/slideLayout13.xml"/><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13.xml"/><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9.png"/><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3.xml"/><Relationship Id="rId4" Type="http://schemas.openxmlformats.org/officeDocument/2006/relationships/image" Target="../media/image15.png"/></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9.png"/><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3.xml"/><Relationship Id="rId5" Type="http://schemas.openxmlformats.org/officeDocument/2006/relationships/image" Target="../media/image12.png"/><Relationship Id="rId4" Type="http://schemas.openxmlformats.org/officeDocument/2006/relationships/image" Target="../media/image11.png"/></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1.xml"/><Relationship Id="rId4" Type="http://schemas.microsoft.com/office/2007/relationships/hdphoto" Target="../media/hdphoto2.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05E1960-841C-4865-9CE2-7BFE165A70EE}"/>
              </a:ext>
            </a:extLst>
          </p:cNvPr>
          <p:cNvSpPr>
            <a:spLocks noGrp="1"/>
          </p:cNvSpPr>
          <p:nvPr>
            <p:ph type="body" sz="quarter" idx="10"/>
          </p:nvPr>
        </p:nvSpPr>
        <p:spPr>
          <a:xfrm>
            <a:off x="445008" y="2358883"/>
            <a:ext cx="5003853" cy="924448"/>
          </a:xfrm>
        </p:spPr>
        <p:txBody>
          <a:bodyPr/>
          <a:lstStyle/>
          <a:p>
            <a:pPr marL="0" indent="0">
              <a:buNone/>
            </a:pPr>
            <a:r>
              <a:rPr lang="en-US" sz="3200" dirty="0">
                <a:latin typeface="+mj-lt"/>
                <a:ea typeface="Open Sans" panose="020B0606030504020204" pitchFamily="34" charset="0"/>
                <a:cs typeface="Open Sans" panose="020B0606030504020204" pitchFamily="34" charset="0"/>
              </a:rPr>
              <a:t>Chhattisgarh State</a:t>
            </a:r>
          </a:p>
          <a:p>
            <a:pPr marL="0" indent="0">
              <a:buNone/>
            </a:pPr>
            <a:r>
              <a:rPr lang="en-US" sz="3200" dirty="0">
                <a:latin typeface="+mj-lt"/>
                <a:ea typeface="Open Sans" panose="020B0606030504020204" pitchFamily="34" charset="0"/>
                <a:cs typeface="Open Sans" panose="020B0606030504020204" pitchFamily="34" charset="0"/>
              </a:rPr>
              <a:t>Artificial Intelligence</a:t>
            </a:r>
          </a:p>
          <a:p>
            <a:pPr marL="0" indent="0">
              <a:buNone/>
            </a:pPr>
            <a:r>
              <a:rPr lang="en-US" sz="3200" dirty="0">
                <a:latin typeface="+mj-lt"/>
                <a:ea typeface="Open Sans" panose="020B0606030504020204" pitchFamily="34" charset="0"/>
                <a:cs typeface="Open Sans" panose="020B0606030504020204" pitchFamily="34" charset="0"/>
              </a:rPr>
              <a:t>Mission (CG-AIM) – Strategy for AI Deployment</a:t>
            </a:r>
          </a:p>
        </p:txBody>
      </p:sp>
      <p:sp>
        <p:nvSpPr>
          <p:cNvPr id="5" name="Text Placeholder 1">
            <a:extLst>
              <a:ext uri="{FF2B5EF4-FFF2-40B4-BE49-F238E27FC236}">
                <a16:creationId xmlns:a16="http://schemas.microsoft.com/office/drawing/2014/main" id="{56DE2262-349B-4408-932F-838369AA4ED9}"/>
              </a:ext>
            </a:extLst>
          </p:cNvPr>
          <p:cNvSpPr txBox="1">
            <a:spLocks/>
          </p:cNvSpPr>
          <p:nvPr/>
        </p:nvSpPr>
        <p:spPr>
          <a:xfrm>
            <a:off x="445008" y="5797931"/>
            <a:ext cx="4446269" cy="273050"/>
          </a:xfrm>
          <a:prstGeom prst="rect">
            <a:avLst/>
          </a:prstGeom>
        </p:spPr>
        <p:txBody>
          <a:bodyPr vert="horz" lIns="0" tIns="0" rIns="0" bIns="0" rtlCol="0" anchor="t">
            <a:noAutofit/>
          </a:bodyPr>
          <a:lstStyle>
            <a:lvl1pPr marL="0" indent="0" algn="l" defTabSz="685800" rtl="0" eaLnBrk="1" latinLnBrk="0" hangingPunct="1">
              <a:spcBef>
                <a:spcPts val="200"/>
              </a:spcBef>
              <a:spcAft>
                <a:spcPts val="0"/>
              </a:spcAft>
              <a:buSzPct val="100000"/>
              <a:buFontTx/>
              <a:buNone/>
              <a:defRPr sz="1400" b="1" kern="1200">
                <a:solidFill>
                  <a:schemeClr val="bg1"/>
                </a:solidFill>
                <a:latin typeface="Calibri" panose="020F0502020204030204" pitchFamily="34" charset="0"/>
                <a:ea typeface="+mn-ea"/>
                <a:cs typeface="Calibri" panose="020F0502020204030204" pitchFamily="34" charset="0"/>
              </a:defRPr>
            </a:lvl1pPr>
            <a:lvl2pPr marL="0" indent="0" algn="l" defTabSz="685800" rtl="0" eaLnBrk="1" latinLnBrk="0" hangingPunct="1">
              <a:spcBef>
                <a:spcPts val="200"/>
              </a:spcBef>
              <a:spcAft>
                <a:spcPts val="400"/>
              </a:spcAft>
              <a:buClrTx/>
              <a:buSzPct val="100000"/>
              <a:buFont typeface="Arial" panose="020B0604020202020204" pitchFamily="34" charset="0"/>
              <a:buNone/>
              <a:defRPr lang="en-US" sz="1300" b="1" kern="1200">
                <a:solidFill>
                  <a:schemeClr val="bg1"/>
                </a:solidFill>
                <a:latin typeface="+mj-lt"/>
                <a:ea typeface="+mn-ea"/>
                <a:cs typeface="Calibri Light" panose="020F0302020204030204" pitchFamily="34" charset="0"/>
              </a:defRPr>
            </a:lvl2pPr>
            <a:lvl3pPr marL="180975" indent="-180975" algn="l" defTabSz="685800" rtl="0" eaLnBrk="1" latinLnBrk="0" hangingPunct="1">
              <a:spcBef>
                <a:spcPts val="200"/>
              </a:spcBef>
              <a:spcAft>
                <a:spcPts val="400"/>
              </a:spcAft>
              <a:buClrTx/>
              <a:buSzPct val="100000"/>
              <a:buFont typeface="Arial" panose="020B0604020202020204" pitchFamily="34" charset="0"/>
              <a:buChar char="•"/>
              <a:defRPr lang="en-US" sz="1200" kern="1200">
                <a:solidFill>
                  <a:schemeClr val="bg1"/>
                </a:solidFill>
                <a:latin typeface="Calibri Light" panose="020F0302020204030204" pitchFamily="34" charset="0"/>
                <a:ea typeface="+mn-ea"/>
                <a:cs typeface="Calibri Light" panose="020F0302020204030204" pitchFamily="34" charset="0"/>
              </a:defRPr>
            </a:lvl3pPr>
            <a:lvl4pPr marL="352425" indent="-171450" algn="l" defTabSz="685800" rtl="0" eaLnBrk="1" latinLnBrk="0" hangingPunct="1">
              <a:spcBef>
                <a:spcPts val="200"/>
              </a:spcBef>
              <a:spcAft>
                <a:spcPts val="400"/>
              </a:spcAft>
              <a:buClrTx/>
              <a:buSzPct val="80000"/>
              <a:buFont typeface="Arial" panose="020B0604020202020204" pitchFamily="34" charset="0"/>
              <a:buChar char="─"/>
              <a:defRPr lang="en-US" sz="1200" kern="1200" baseline="0">
                <a:solidFill>
                  <a:schemeClr val="bg1"/>
                </a:solidFill>
                <a:latin typeface="Calibri Light" panose="020F0302020204030204" pitchFamily="34" charset="0"/>
                <a:ea typeface="+mn-ea"/>
                <a:cs typeface="Calibri Light" panose="020F0302020204030204" pitchFamily="34" charset="0"/>
              </a:defRPr>
            </a:lvl4pPr>
            <a:lvl5pPr marL="0" indent="0" algn="l" defTabSz="598885" rtl="0" eaLnBrk="1" latinLnBrk="0" hangingPunct="1">
              <a:spcBef>
                <a:spcPts val="200"/>
              </a:spcBef>
              <a:spcAft>
                <a:spcPts val="400"/>
              </a:spcAft>
              <a:buClrTx/>
              <a:buSzPct val="100000"/>
              <a:buFont typeface="Arial" panose="020B0604020202020204" pitchFamily="34" charset="0"/>
              <a:buNone/>
              <a:tabLst/>
              <a:defRPr lang="en-US" sz="1200" kern="1200" baseline="0">
                <a:solidFill>
                  <a:schemeClr val="bg1"/>
                </a:solidFill>
                <a:latin typeface="Calibri Light" panose="020F0302020204030204" pitchFamily="34" charset="0"/>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200"/>
              </a:spcBef>
              <a:spcAft>
                <a:spcPts val="0"/>
              </a:spcAft>
              <a:buClrTx/>
              <a:buSzPct val="100000"/>
              <a:buFontTx/>
              <a:buNone/>
              <a:tabLst/>
              <a:defRPr/>
            </a:pPr>
            <a:r>
              <a:rPr lang="en-GB" sz="1600" b="0" dirty="0">
                <a:solidFill>
                  <a:prstClr val="white"/>
                </a:solidFill>
                <a:latin typeface="+mj-lt"/>
                <a:ea typeface="Open Sans Light" panose="020B0306030504020204" pitchFamily="34" charset="0"/>
                <a:cs typeface="Open Sans Light" panose="020B0306030504020204" pitchFamily="34" charset="0"/>
              </a:rPr>
              <a:t>July 2026</a:t>
            </a:r>
            <a:endParaRPr kumimoji="0" lang="en-GB" sz="1600" b="0" i="0" u="none" strike="noStrike" kern="1200" cap="none" spc="0" normalizeH="0" baseline="0" noProof="0" dirty="0">
              <a:ln>
                <a:noFill/>
              </a:ln>
              <a:solidFill>
                <a:prstClr val="white"/>
              </a:solidFill>
              <a:effectLst/>
              <a:uLnTx/>
              <a:uFillTx/>
              <a:latin typeface="+mj-lt"/>
              <a:ea typeface="Open Sans Light" panose="020B0306030504020204" pitchFamily="34" charset="0"/>
              <a:cs typeface="Open Sans Light" panose="020B0306030504020204" pitchFamily="34" charset="0"/>
            </a:endParaRPr>
          </a:p>
        </p:txBody>
      </p:sp>
    </p:spTree>
    <p:extLst>
      <p:ext uri="{BB962C8B-B14F-4D97-AF65-F5344CB8AC3E}">
        <p14:creationId xmlns:p14="http://schemas.microsoft.com/office/powerpoint/2010/main" val="1099176527"/>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 name="Picture 64" descr="A network of lines and dots&#10;&#10;AI-generated content may be incorrect.">
            <a:extLst>
              <a:ext uri="{FF2B5EF4-FFF2-40B4-BE49-F238E27FC236}">
                <a16:creationId xmlns:a16="http://schemas.microsoft.com/office/drawing/2014/main" id="{718435FF-E52F-5DB4-33CA-EE385E41E473}"/>
              </a:ext>
            </a:extLst>
          </p:cNvPr>
          <p:cNvPicPr>
            <a:picLocks noChangeAspect="1"/>
          </p:cNvPicPr>
          <p:nvPr/>
        </p:nvPicPr>
        <p:blipFill>
          <a:blip r:embed="rId2">
            <a:extLst>
              <a:ext uri="{28A0092B-C50C-407E-A947-70E740481C1C}">
                <a14:useLocalDpi xmlns:a14="http://schemas.microsoft.com/office/drawing/2010/main" val="0"/>
              </a:ext>
            </a:extLst>
          </a:blip>
          <a:srcRect r="13556"/>
          <a:stretch/>
        </p:blipFill>
        <p:spPr>
          <a:xfrm>
            <a:off x="2558415" y="0"/>
            <a:ext cx="9633585" cy="6858000"/>
          </a:xfrm>
          <a:prstGeom prst="rect">
            <a:avLst/>
          </a:prstGeom>
        </p:spPr>
      </p:pic>
      <p:sp>
        <p:nvSpPr>
          <p:cNvPr id="33" name="Rectangle 32">
            <a:extLst>
              <a:ext uri="{FF2B5EF4-FFF2-40B4-BE49-F238E27FC236}">
                <a16:creationId xmlns:a16="http://schemas.microsoft.com/office/drawing/2014/main" id="{5A82729F-C064-C6BB-D102-8890E3A60BF2}"/>
              </a:ext>
            </a:extLst>
          </p:cNvPr>
          <p:cNvSpPr/>
          <p:nvPr/>
        </p:nvSpPr>
        <p:spPr>
          <a:xfrm>
            <a:off x="0" y="1"/>
            <a:ext cx="12192000" cy="6858000"/>
          </a:xfrm>
          <a:prstGeom prst="rect">
            <a:avLst/>
          </a:prstGeom>
          <a:solidFill>
            <a:sysClr val="windowText" lastClr="000000">
              <a:alpha val="20000"/>
            </a:sysClr>
          </a:solidFill>
          <a:ln w="25400" cap="flat" cmpd="sng" algn="ctr">
            <a:noFill/>
            <a:prstDash val="solid"/>
          </a:ln>
          <a:effectLst/>
        </p:spPr>
        <p:txBody>
          <a:bodyPr rtlCol="0" anchor="ctr">
            <a:noAutofit/>
          </a:bodyPr>
          <a:lstStyle/>
          <a:p>
            <a:pPr algn="ctr">
              <a:defRPr/>
            </a:pPr>
            <a:endParaRPr lang="en-US" kern="0" dirty="0">
              <a:solidFill>
                <a:prstClr val="white"/>
              </a:solidFill>
              <a:latin typeface="Calibri" panose="020F0502020204030204"/>
            </a:endParaRPr>
          </a:p>
        </p:txBody>
      </p:sp>
      <p:sp>
        <p:nvSpPr>
          <p:cNvPr id="34" name="Rectangle 33">
            <a:extLst>
              <a:ext uri="{FF2B5EF4-FFF2-40B4-BE49-F238E27FC236}">
                <a16:creationId xmlns:a16="http://schemas.microsoft.com/office/drawing/2014/main" id="{D4BE4066-A81F-B70B-CDDD-C6CD9D0D0BC7}"/>
              </a:ext>
            </a:extLst>
          </p:cNvPr>
          <p:cNvSpPr/>
          <p:nvPr/>
        </p:nvSpPr>
        <p:spPr bwMode="gray">
          <a:xfrm>
            <a:off x="0" y="-438"/>
            <a:ext cx="5250729" cy="6858438"/>
          </a:xfrm>
          <a:prstGeom prst="rect">
            <a:avLst/>
          </a:prstGeom>
          <a:solidFill>
            <a:sysClr val="window" lastClr="FFFFFF"/>
          </a:solidFill>
          <a:ln w="19050" algn="ctr">
            <a:noFill/>
            <a:miter lim="800000"/>
            <a:headEnd/>
            <a:tailEnd/>
          </a:ln>
        </p:spPr>
        <p:txBody>
          <a:bodyPr wrap="square" lIns="0" tIns="0" rIns="0" bIns="0" rtlCol="0" anchor="ctr"/>
          <a:lstStyle/>
          <a:p>
            <a:pPr algn="ctr">
              <a:defRPr/>
            </a:pPr>
            <a:endParaRPr lang="en-US" kern="0" dirty="0">
              <a:solidFill>
                <a:prstClr val="black"/>
              </a:solidFill>
              <a:latin typeface="Calibri" panose="020F0502020204030204"/>
            </a:endParaRPr>
          </a:p>
        </p:txBody>
      </p:sp>
      <p:sp>
        <p:nvSpPr>
          <p:cNvPr id="35" name="Rectangle 34">
            <a:extLst>
              <a:ext uri="{FF2B5EF4-FFF2-40B4-BE49-F238E27FC236}">
                <a16:creationId xmlns:a16="http://schemas.microsoft.com/office/drawing/2014/main" id="{799745EA-8AEE-E398-7877-F2EF312E771E}"/>
              </a:ext>
            </a:extLst>
          </p:cNvPr>
          <p:cNvSpPr/>
          <p:nvPr/>
        </p:nvSpPr>
        <p:spPr>
          <a:xfrm>
            <a:off x="1" y="487740"/>
            <a:ext cx="5250728" cy="5630475"/>
          </a:xfrm>
          <a:prstGeom prst="rect">
            <a:avLst/>
          </a:prstGeom>
          <a:solidFill>
            <a:srgbClr val="FFFFFF"/>
          </a:solidFill>
          <a:ln w="12700" cap="flat" cmpd="sng" algn="ctr">
            <a:noFill/>
            <a:prstDash val="solid"/>
            <a:miter lim="800000"/>
          </a:ln>
          <a:effectLst/>
        </p:spPr>
        <p:txBody>
          <a:bodyPr rtlCol="0" anchor="ctr"/>
          <a:lstStyle/>
          <a:p>
            <a:pPr algn="ctr">
              <a:defRPr/>
            </a:pPr>
            <a:endParaRPr lang="en-US" kern="0" dirty="0">
              <a:solidFill>
                <a:srgbClr val="FFFFFF"/>
              </a:solidFill>
              <a:latin typeface="Calibri" panose="020F0502020204030204"/>
            </a:endParaRPr>
          </a:p>
        </p:txBody>
      </p:sp>
      <p:sp>
        <p:nvSpPr>
          <p:cNvPr id="8" name="Rectangle 7">
            <a:extLst>
              <a:ext uri="{FF2B5EF4-FFF2-40B4-BE49-F238E27FC236}">
                <a16:creationId xmlns:a16="http://schemas.microsoft.com/office/drawing/2014/main" id="{695A2CF0-BD59-E14A-349F-7D0D69A1FC36}"/>
              </a:ext>
            </a:extLst>
          </p:cNvPr>
          <p:cNvSpPr/>
          <p:nvPr/>
        </p:nvSpPr>
        <p:spPr>
          <a:xfrm>
            <a:off x="0" y="0"/>
            <a:ext cx="3412503" cy="6858000"/>
          </a:xfrm>
          <a:prstGeom prst="rect">
            <a:avLst/>
          </a:prstGeom>
          <a:solidFill>
            <a:srgbClr val="BB5226"/>
          </a:solidFill>
          <a:ln w="12700" cap="flat" cmpd="sng" algn="ctr">
            <a:solidFill>
              <a:srgbClr val="A5A5A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Open Sans"/>
              <a:ea typeface="+mn-ea"/>
              <a:cs typeface="+mn-cs"/>
            </a:endParaRPr>
          </a:p>
        </p:txBody>
      </p:sp>
      <p:sp>
        <p:nvSpPr>
          <p:cNvPr id="9" name="Text Placeholder 3">
            <a:extLst>
              <a:ext uri="{FF2B5EF4-FFF2-40B4-BE49-F238E27FC236}">
                <a16:creationId xmlns:a16="http://schemas.microsoft.com/office/drawing/2014/main" id="{F6B81B7E-71C2-B850-9F63-11BC919920A3}"/>
              </a:ext>
            </a:extLst>
          </p:cNvPr>
          <p:cNvSpPr txBox="1">
            <a:spLocks/>
          </p:cNvSpPr>
          <p:nvPr/>
        </p:nvSpPr>
        <p:spPr>
          <a:xfrm>
            <a:off x="221780" y="140038"/>
            <a:ext cx="4948934" cy="6577923"/>
          </a:xfrm>
          <a:prstGeom prst="rect">
            <a:avLst/>
          </a:prstGeom>
          <a:solidFill>
            <a:sysClr val="window" lastClr="FFFFFF"/>
          </a:solidFill>
          <a:ln w="12700" cap="flat" cmpd="sng" algn="ctr">
            <a:noFill/>
            <a:prstDash val="solid"/>
            <a:miter lim="800000"/>
          </a:ln>
          <a:effectLst/>
        </p:spPr>
        <p:txBody>
          <a:bodyPr/>
          <a:lstStyle>
            <a:lvl1pPr marL="228600" indent="-228600" algn="l" defTabSz="914400" rtl="0" eaLnBrk="1" latinLnBrk="0" hangingPunct="1">
              <a:lnSpc>
                <a:spcPct val="100000"/>
              </a:lnSpc>
              <a:spcBef>
                <a:spcPts val="1000"/>
              </a:spcBef>
              <a:buClr>
                <a:schemeClr val="accent5"/>
              </a:buClr>
              <a:buSzPct val="75000"/>
              <a:buFont typeface="Arial" panose="020B0604020202020204" pitchFamily="34" charset="0"/>
              <a:buChar char="•"/>
              <a:defRPr sz="2000" kern="1200" spc="-30">
                <a:solidFill>
                  <a:schemeClr val="tx1"/>
                </a:solidFill>
                <a:latin typeface="+mn-lt"/>
                <a:ea typeface="Open Sans" charset="0"/>
                <a:cs typeface="Open Sans" charset="0"/>
              </a:defRPr>
            </a:lvl1pPr>
            <a:lvl2pPr marL="6858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800" kern="1200" spc="-30">
                <a:solidFill>
                  <a:schemeClr val="tx1"/>
                </a:solidFill>
                <a:latin typeface="+mn-lt"/>
                <a:ea typeface="Open Sans" charset="0"/>
                <a:cs typeface="Open Sans" charset="0"/>
              </a:defRPr>
            </a:lvl2pPr>
            <a:lvl3pPr marL="11430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600" kern="1200" spc="-30">
                <a:solidFill>
                  <a:schemeClr val="tx1"/>
                </a:solidFill>
                <a:latin typeface="+mn-lt"/>
                <a:ea typeface="Open Sans" charset="0"/>
                <a:cs typeface="Open Sans" charset="0"/>
              </a:defRPr>
            </a:lvl3pPr>
            <a:lvl4pPr marL="16002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4pPr>
            <a:lvl5pPr marL="20574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marR="0" lvl="1" indent="0" algn="l" defTabSz="914400" rtl="0" eaLnBrk="1" fontAlgn="auto" latinLnBrk="0" hangingPunct="1">
              <a:lnSpc>
                <a:spcPct val="100000"/>
              </a:lnSpc>
              <a:spcBef>
                <a:spcPts val="500"/>
              </a:spcBef>
              <a:spcAft>
                <a:spcPts val="0"/>
              </a:spcAft>
              <a:buClr>
                <a:srgbClr val="787878"/>
              </a:buClr>
              <a:buSzPct val="75000"/>
              <a:buFont typeface="Arial" panose="020B0604020202020204" pitchFamily="34" charset="0"/>
              <a:buNone/>
              <a:tabLst/>
              <a:defRPr/>
            </a:pPr>
            <a:endParaRPr kumimoji="0" lang="en-US" sz="4600" b="0" i="0" u="none" strike="noStrike" kern="1200" cap="none" spc="-30" normalizeH="0" baseline="0" noProof="0" dirty="0">
              <a:ln>
                <a:noFill/>
              </a:ln>
              <a:solidFill>
                <a:srgbClr val="000000"/>
              </a:solidFill>
              <a:effectLst/>
              <a:uLnTx/>
              <a:uFillTx/>
              <a:latin typeface="Calibri" panose="020F0502020204030204"/>
              <a:ea typeface="Open Sans Light" panose="020B0306030504020204" pitchFamily="34" charset="0"/>
              <a:cs typeface="Open Sans Light" panose="020B0306030504020204" pitchFamily="34" charset="0"/>
            </a:endParaRPr>
          </a:p>
          <a:p>
            <a:pPr marL="457200" marR="0" lvl="1" indent="0" algn="l" defTabSz="914400" rtl="0" eaLnBrk="1" fontAlgn="auto" latinLnBrk="0" hangingPunct="1">
              <a:lnSpc>
                <a:spcPct val="100000"/>
              </a:lnSpc>
              <a:spcBef>
                <a:spcPts val="500"/>
              </a:spcBef>
              <a:spcAft>
                <a:spcPts val="0"/>
              </a:spcAft>
              <a:buClr>
                <a:srgbClr val="787878"/>
              </a:buClr>
              <a:buSzPct val="75000"/>
              <a:buFont typeface="Arial" panose="020B0604020202020204" pitchFamily="34" charset="0"/>
              <a:buNone/>
              <a:tabLst/>
              <a:defRPr/>
            </a:pPr>
            <a:endParaRPr kumimoji="0" lang="en-US" sz="4600" b="0" i="0" u="none" strike="noStrike" kern="1200" cap="none" spc="-30" normalizeH="0" baseline="0" noProof="0" dirty="0">
              <a:ln>
                <a:noFill/>
              </a:ln>
              <a:solidFill>
                <a:srgbClr val="000000"/>
              </a:solidFill>
              <a:effectLst/>
              <a:uLnTx/>
              <a:uFillTx/>
              <a:latin typeface="Calibri" panose="020F0502020204030204"/>
              <a:ea typeface="Open Sans Light" panose="020B0306030504020204" pitchFamily="34" charset="0"/>
              <a:cs typeface="Open Sans Light" panose="020B0306030504020204" pitchFamily="34" charset="0"/>
            </a:endParaRPr>
          </a:p>
          <a:p>
            <a:pPr marL="457200" marR="0" lvl="1" indent="0" algn="l" defTabSz="914400" rtl="0" eaLnBrk="1" fontAlgn="auto" latinLnBrk="0" hangingPunct="1">
              <a:lnSpc>
                <a:spcPct val="100000"/>
              </a:lnSpc>
              <a:spcBef>
                <a:spcPts val="500"/>
              </a:spcBef>
              <a:spcAft>
                <a:spcPts val="0"/>
              </a:spcAft>
              <a:buClr>
                <a:srgbClr val="787878"/>
              </a:buClr>
              <a:buSzPct val="75000"/>
              <a:buFont typeface="Arial" panose="020B0604020202020204" pitchFamily="34" charset="0"/>
              <a:buNone/>
              <a:tabLst/>
              <a:defRPr/>
            </a:pPr>
            <a:endParaRPr kumimoji="0" lang="en-US" sz="4600" b="0" i="0" u="none" strike="noStrike" kern="1200" cap="none" spc="-30" normalizeH="0" baseline="0" noProof="0" dirty="0">
              <a:ln>
                <a:noFill/>
              </a:ln>
              <a:solidFill>
                <a:srgbClr val="000000"/>
              </a:solidFill>
              <a:effectLst/>
              <a:uLnTx/>
              <a:uFillTx/>
              <a:latin typeface="Calibri" panose="020F0502020204030204"/>
              <a:ea typeface="Open Sans Light" panose="020B0306030504020204" pitchFamily="34" charset="0"/>
              <a:cs typeface="Open Sans Light" panose="020B0306030504020204" pitchFamily="34" charset="0"/>
            </a:endParaRPr>
          </a:p>
          <a:p>
            <a:pPr marL="457200" lvl="1" indent="0">
              <a:buClr>
                <a:srgbClr val="787878"/>
              </a:buClr>
              <a:buNone/>
              <a:defRPr/>
            </a:pPr>
            <a:r>
              <a:rPr kumimoji="0" lang="en-US" sz="4600" b="0" i="0" u="none" strike="noStrike" kern="1200" cap="none" spc="-30" normalizeH="0" baseline="0" noProof="0" dirty="0">
                <a:ln>
                  <a:noFill/>
                </a:ln>
                <a:solidFill>
                  <a:srgbClr val="000000"/>
                </a:solidFill>
                <a:effectLst/>
                <a:uLnTx/>
                <a:uFillTx/>
                <a:latin typeface="Calibri" panose="020F0502020204030204"/>
                <a:ea typeface="Open Sans Light" panose="020B0306030504020204" pitchFamily="34" charset="0"/>
                <a:cs typeface="Open Sans Light" panose="020B0306030504020204" pitchFamily="34" charset="0"/>
              </a:rPr>
              <a:t>Comparison of AI Deployment Options</a:t>
            </a:r>
          </a:p>
        </p:txBody>
      </p:sp>
    </p:spTree>
    <p:extLst>
      <p:ext uri="{BB962C8B-B14F-4D97-AF65-F5344CB8AC3E}">
        <p14:creationId xmlns:p14="http://schemas.microsoft.com/office/powerpoint/2010/main" val="40104829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56032"/>
            <a:ext cx="11155680" cy="438912"/>
          </a:xfrm>
          <a:prstGeom prst="rect">
            <a:avLst/>
          </a:prstGeom>
          <a:noFill/>
          <a:ln/>
        </p:spPr>
        <p:txBody>
          <a:bodyPr wrap="square" lIns="0" tIns="0" rIns="0" bIns="0" rtlCol="0" anchor="ctr"/>
          <a:lstStyle/>
          <a:p>
            <a:pPr marL="0" indent="0">
              <a:buNone/>
            </a:pPr>
            <a:r>
              <a:rPr lang="en-US" sz="2700" b="1" dirty="0">
                <a:solidFill>
                  <a:srgbClr val="1B4332"/>
                </a:solidFill>
                <a:latin typeface="Cambria" pitchFamily="34" charset="0"/>
                <a:ea typeface="Cambria" pitchFamily="34" charset="-122"/>
                <a:cs typeface="Cambria" pitchFamily="34" charset="-120"/>
              </a:rPr>
              <a:t>AI Based Breast Lesion Detection</a:t>
            </a:r>
            <a:endParaRPr lang="en-US" sz="2700" dirty="0"/>
          </a:p>
        </p:txBody>
      </p:sp>
      <p:graphicFrame>
        <p:nvGraphicFramePr>
          <p:cNvPr id="4" name="Table 0"/>
          <p:cNvGraphicFramePr>
            <a:graphicFrameLocks noGrp="1"/>
          </p:cNvGraphicFramePr>
          <p:nvPr/>
        </p:nvGraphicFramePr>
        <p:xfrm>
          <a:off x="518160" y="986074"/>
          <a:ext cx="11155680" cy="4687841"/>
        </p:xfrm>
        <a:graphic>
          <a:graphicData uri="http://schemas.openxmlformats.org/drawingml/2006/table">
            <a:tbl>
              <a:tblPr/>
              <a:tblGrid>
                <a:gridCol w="1371600">
                  <a:extLst>
                    <a:ext uri="{9D8B030D-6E8A-4147-A177-3AD203B41FA5}">
                      <a16:colId xmlns:a16="http://schemas.microsoft.com/office/drawing/2014/main" val="20000"/>
                    </a:ext>
                  </a:extLst>
                </a:gridCol>
                <a:gridCol w="2880360">
                  <a:extLst>
                    <a:ext uri="{9D8B030D-6E8A-4147-A177-3AD203B41FA5}">
                      <a16:colId xmlns:a16="http://schemas.microsoft.com/office/drawing/2014/main" val="20001"/>
                    </a:ext>
                  </a:extLst>
                </a:gridCol>
                <a:gridCol w="233172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tblGrid>
              <a:tr h="308031">
                <a:tc>
                  <a:txBody>
                    <a:bodyPr/>
                    <a:lstStyle/>
                    <a:p>
                      <a:pPr marL="0" indent="0">
                        <a:buNone/>
                      </a:pPr>
                      <a:endParaRPr lang="en-US" sz="1200" dirty="0">
                        <a:latin typeface="Calibri" charset="0"/>
                        <a:ea typeface="Calibri" charset="0"/>
                        <a:cs typeface="Calibri" charset="0"/>
                      </a:endParaRPr>
                    </a:p>
                  </a:txBody>
                  <a:tcPr marL="63500" marR="63500" marT="63500" marB="63500" anchor="ctr">
                    <a:lnL w="9525" cap="flat" cmpd="sng" algn="ctr">
                      <a:solidFill>
                        <a:srgbClr val="D3DED8"/>
                      </a:solidFill>
                      <a:prstDash val="solid"/>
                      <a:round/>
                      <a:headEnd type="none" w="med" len="med"/>
                      <a:tailEnd type="none" w="med" len="med"/>
                    </a:lnL>
                    <a:lnR w="9525" cap="flat" cmpd="sng" algn="ctr">
                      <a:solidFill>
                        <a:srgbClr val="D3DED8"/>
                      </a:solidFill>
                      <a:prstDash val="solid"/>
                      <a:round/>
                      <a:headEnd type="none" w="med" len="med"/>
                      <a:tailEnd type="none" w="med" len="med"/>
                    </a:lnR>
                    <a:lnT w="9525" cap="flat" cmpd="sng" algn="ctr">
                      <a:solidFill>
                        <a:srgbClr val="D3DED8"/>
                      </a:solidFill>
                      <a:prstDash val="solid"/>
                      <a:round/>
                      <a:headEnd type="none" w="med" len="med"/>
                      <a:tailEnd type="none" w="med" len="med"/>
                    </a:lnT>
                    <a:lnB w="9525" cap="flat" cmpd="sng" algn="ctr">
                      <a:solidFill>
                        <a:srgbClr val="D3DED8"/>
                      </a:solidFill>
                      <a:prstDash val="solid"/>
                      <a:round/>
                      <a:headEnd type="none" w="med" len="med"/>
                      <a:tailEnd type="none" w="med" len="med"/>
                    </a:lnB>
                    <a:solidFill>
                      <a:schemeClr val="accent6"/>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BIRADx / BDS - Coosa Technologies</a:t>
                      </a:r>
                      <a:endParaRPr lang="en-US" sz="1200" dirty="0">
                        <a:latin typeface="Calibri" charset="0"/>
                        <a:ea typeface="Calibri" charset="0"/>
                        <a:cs typeface="Calibri" charset="0"/>
                      </a:endParaRPr>
                    </a:p>
                  </a:txBody>
                  <a:tcPr marL="63500" marR="63500" marT="63500" marB="63500" anchor="ctr">
                    <a:lnL w="9525" cap="flat" cmpd="sng" algn="ctr">
                      <a:solidFill>
                        <a:srgbClr val="D3DED8"/>
                      </a:solidFill>
                      <a:prstDash val="solid"/>
                      <a:round/>
                      <a:headEnd type="none" w="med" len="med"/>
                      <a:tailEnd type="none" w="med" len="med"/>
                    </a:lnL>
                    <a:lnR w="9525" cap="flat" cmpd="sng" algn="ctr">
                      <a:solidFill>
                        <a:srgbClr val="D3DED8"/>
                      </a:solidFill>
                      <a:prstDash val="solid"/>
                      <a:round/>
                      <a:headEnd type="none" w="med" len="med"/>
                      <a:tailEnd type="none" w="med" len="med"/>
                    </a:lnR>
                    <a:lnT w="9525" cap="flat" cmpd="sng" algn="ctr">
                      <a:solidFill>
                        <a:srgbClr val="D3DED8"/>
                      </a:solidFill>
                      <a:prstDash val="solid"/>
                      <a:round/>
                      <a:headEnd type="none" w="med" len="med"/>
                      <a:tailEnd type="none" w="med" len="med"/>
                    </a:lnT>
                    <a:lnB w="9525" cap="flat" cmpd="sng" algn="ctr">
                      <a:solidFill>
                        <a:srgbClr val="D3DED8"/>
                      </a:solidFill>
                      <a:prstDash val="solid"/>
                      <a:round/>
                      <a:headEnd type="none" w="med" len="med"/>
                      <a:tailEnd type="none" w="med" len="med"/>
                    </a:lnB>
                    <a:solidFill>
                      <a:schemeClr val="accent6"/>
                    </a:solidFill>
                  </a:tcPr>
                </a:tc>
                <a:tc>
                  <a:txBody>
                    <a:bodyPr/>
                    <a:lstStyle/>
                    <a:p>
                      <a:pPr marL="0" indent="0">
                        <a:buNone/>
                      </a:pPr>
                      <a:r>
                        <a:rPr lang="en-US" sz="1200" b="1" dirty="0" err="1">
                          <a:solidFill>
                            <a:srgbClr val="FFFFFF"/>
                          </a:solidFill>
                          <a:latin typeface="Calibri" pitchFamily="34" charset="0"/>
                          <a:ea typeface="Calibri" pitchFamily="34" charset="-122"/>
                          <a:cs typeface="Calibri" pitchFamily="34" charset="-120"/>
                        </a:rPr>
                        <a:t>Thermalytix</a:t>
                      </a:r>
                      <a:r>
                        <a:rPr lang="en-US" sz="1200" b="1" dirty="0">
                          <a:solidFill>
                            <a:srgbClr val="FFFFFF"/>
                          </a:solidFill>
                          <a:latin typeface="Calibri" pitchFamily="34" charset="0"/>
                          <a:ea typeface="Calibri" pitchFamily="34" charset="-122"/>
                          <a:cs typeface="Calibri" pitchFamily="34" charset="-120"/>
                        </a:rPr>
                        <a:t> - </a:t>
                      </a:r>
                      <a:r>
                        <a:rPr lang="en-US" sz="1200" b="1" dirty="0" err="1">
                          <a:solidFill>
                            <a:srgbClr val="FFFFFF"/>
                          </a:solidFill>
                          <a:latin typeface="Calibri" pitchFamily="34" charset="0"/>
                          <a:ea typeface="Calibri" pitchFamily="34" charset="-122"/>
                          <a:cs typeface="Calibri" pitchFamily="34" charset="-120"/>
                        </a:rPr>
                        <a:t>Niramai</a:t>
                      </a:r>
                      <a:endParaRPr lang="en-US" sz="1200" dirty="0">
                        <a:latin typeface="Calibri" charset="0"/>
                        <a:ea typeface="Calibri" charset="0"/>
                        <a:cs typeface="Calibri" charset="0"/>
                      </a:endParaRPr>
                    </a:p>
                  </a:txBody>
                  <a:tcPr marL="63500" marR="63500" marT="63500" marB="63500" anchor="ctr">
                    <a:lnL w="9525" cap="flat" cmpd="sng" algn="ctr">
                      <a:solidFill>
                        <a:srgbClr val="D3DED8"/>
                      </a:solidFill>
                      <a:prstDash val="solid"/>
                      <a:round/>
                      <a:headEnd type="none" w="med" len="med"/>
                      <a:tailEnd type="none" w="med" len="med"/>
                    </a:lnL>
                    <a:lnR w="9525" cap="flat" cmpd="sng" algn="ctr">
                      <a:solidFill>
                        <a:srgbClr val="D3DED8"/>
                      </a:solidFill>
                      <a:prstDash val="solid"/>
                      <a:round/>
                      <a:headEnd type="none" w="med" len="med"/>
                      <a:tailEnd type="none" w="med" len="med"/>
                    </a:lnR>
                    <a:lnT w="9525" cap="flat" cmpd="sng" algn="ctr">
                      <a:solidFill>
                        <a:srgbClr val="D3DED8"/>
                      </a:solidFill>
                      <a:prstDash val="solid"/>
                      <a:round/>
                      <a:headEnd type="none" w="med" len="med"/>
                      <a:tailEnd type="none" w="med" len="med"/>
                    </a:lnT>
                    <a:lnB w="9525" cap="flat" cmpd="sng" algn="ctr">
                      <a:solidFill>
                        <a:srgbClr val="D3DED8"/>
                      </a:solidFill>
                      <a:prstDash val="solid"/>
                      <a:round/>
                      <a:headEnd type="none" w="med" len="med"/>
                      <a:tailEnd type="none" w="med" len="med"/>
                    </a:lnB>
                    <a:solidFill>
                      <a:schemeClr val="accent6"/>
                    </a:solidFill>
                  </a:tcPr>
                </a:tc>
                <a:tc>
                  <a:txBody>
                    <a:bodyPr/>
                    <a:lstStyle/>
                    <a:p>
                      <a:pPr marL="0" indent="0">
                        <a:buNone/>
                      </a:pPr>
                      <a:r>
                        <a:rPr lang="en-US" sz="1200" b="1" dirty="0" err="1">
                          <a:solidFill>
                            <a:srgbClr val="FFFFFF"/>
                          </a:solidFill>
                          <a:latin typeface="Calibri" pitchFamily="34" charset="0"/>
                          <a:ea typeface="Calibri" pitchFamily="34" charset="-122"/>
                          <a:cs typeface="Calibri" pitchFamily="34" charset="-120"/>
                        </a:rPr>
                        <a:t>iBreastExam</a:t>
                      </a:r>
                      <a:r>
                        <a:rPr lang="en-US" sz="1200" b="1" dirty="0">
                          <a:solidFill>
                            <a:srgbClr val="FFFFFF"/>
                          </a:solidFill>
                          <a:latin typeface="Calibri" pitchFamily="34" charset="0"/>
                          <a:ea typeface="Calibri" pitchFamily="34" charset="-122"/>
                          <a:cs typeface="Calibri" pitchFamily="34" charset="-120"/>
                        </a:rPr>
                        <a:t>  - UE LifeSciences</a:t>
                      </a:r>
                      <a:endParaRPr lang="en-US" sz="1200" dirty="0">
                        <a:latin typeface="Calibri" charset="0"/>
                        <a:ea typeface="Calibri" charset="0"/>
                        <a:cs typeface="Calibri" charset="0"/>
                      </a:endParaRPr>
                    </a:p>
                  </a:txBody>
                  <a:tcPr marL="63500" marR="63500" marT="63500" marB="63500" anchor="ctr">
                    <a:lnL w="9525" cap="flat" cmpd="sng" algn="ctr">
                      <a:solidFill>
                        <a:srgbClr val="D3DED8"/>
                      </a:solidFill>
                      <a:prstDash val="solid"/>
                      <a:round/>
                      <a:headEnd type="none" w="med" len="med"/>
                      <a:tailEnd type="none" w="med" len="med"/>
                    </a:lnL>
                    <a:lnR w="9525" cap="flat" cmpd="sng" algn="ctr">
                      <a:solidFill>
                        <a:srgbClr val="D3DED8"/>
                      </a:solidFill>
                      <a:prstDash val="solid"/>
                      <a:round/>
                      <a:headEnd type="none" w="med" len="med"/>
                      <a:tailEnd type="none" w="med" len="med"/>
                    </a:lnR>
                    <a:lnT w="9525" cap="flat" cmpd="sng" algn="ctr">
                      <a:solidFill>
                        <a:srgbClr val="D3DED8"/>
                      </a:solidFill>
                      <a:prstDash val="solid"/>
                      <a:round/>
                      <a:headEnd type="none" w="med" len="med"/>
                      <a:tailEnd type="none" w="med" len="med"/>
                    </a:lnT>
                    <a:lnB w="9525" cap="flat" cmpd="sng" algn="ctr">
                      <a:solidFill>
                        <a:srgbClr val="D3DED8"/>
                      </a:solidFill>
                      <a:prstDash val="solid"/>
                      <a:round/>
                      <a:headEnd type="none" w="med" len="med"/>
                      <a:tailEnd type="none" w="med" len="med"/>
                    </a:lnB>
                    <a:solidFill>
                      <a:schemeClr val="accent6"/>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Mammography + ultrasound  ·  standard of care</a:t>
                      </a:r>
                      <a:endParaRPr lang="en-US" sz="1200" dirty="0">
                        <a:latin typeface="Calibri" charset="0"/>
                        <a:ea typeface="Calibri" charset="0"/>
                        <a:cs typeface="Calibri" charset="0"/>
                      </a:endParaRPr>
                    </a:p>
                  </a:txBody>
                  <a:tcPr marL="63500" marR="63500" marT="63500" marB="63500" anchor="ctr">
                    <a:lnL w="9525" cap="flat" cmpd="sng" algn="ctr">
                      <a:solidFill>
                        <a:srgbClr val="D3DED8"/>
                      </a:solidFill>
                      <a:prstDash val="solid"/>
                      <a:round/>
                      <a:headEnd type="none" w="med" len="med"/>
                      <a:tailEnd type="none" w="med" len="med"/>
                    </a:lnL>
                    <a:lnR w="9525" cap="flat" cmpd="sng" algn="ctr">
                      <a:solidFill>
                        <a:srgbClr val="D3DED8"/>
                      </a:solidFill>
                      <a:prstDash val="solid"/>
                      <a:round/>
                      <a:headEnd type="none" w="med" len="med"/>
                      <a:tailEnd type="none" w="med" len="med"/>
                    </a:lnR>
                    <a:lnT w="9525" cap="flat" cmpd="sng" algn="ctr">
                      <a:solidFill>
                        <a:srgbClr val="D3DED8"/>
                      </a:solidFill>
                      <a:prstDash val="solid"/>
                      <a:round/>
                      <a:headEnd type="none" w="med" len="med"/>
                      <a:tailEnd type="none" w="med" len="med"/>
                    </a:lnT>
                    <a:lnB w="9525" cap="flat" cmpd="sng" algn="ctr">
                      <a:solidFill>
                        <a:srgbClr val="D3DED8"/>
                      </a:solidFill>
                      <a:prstDash val="solid"/>
                      <a:round/>
                      <a:headEnd type="none" w="med" len="med"/>
                      <a:tailEnd type="none" w="med" len="med"/>
                    </a:lnB>
                    <a:solidFill>
                      <a:schemeClr val="accent6"/>
                    </a:solidFill>
                  </a:tcPr>
                </a:tc>
                <a:extLst>
                  <a:ext uri="{0D108BD9-81ED-4DB2-BD59-A6C34878D82A}">
                    <a16:rowId xmlns:a16="http://schemas.microsoft.com/office/drawing/2014/main" val="10000"/>
                  </a:ext>
                </a:extLst>
              </a:tr>
              <a:tr h="841528">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What it actually is</a:t>
                      </a:r>
                      <a:endParaRPr lang="en-US" sz="1000" dirty="0">
                        <a:latin typeface="Calibri" charset="0"/>
                        <a:ea typeface="Calibri" charset="0"/>
                        <a:cs typeface="Calibri" charset="0"/>
                      </a:endParaRPr>
                    </a:p>
                  </a:txBody>
                  <a:tcPr marL="63500" marR="63500" marT="63500" marB="63500" anchor="ctr">
                    <a:lnL w="9525" cap="flat" cmpd="sng" algn="ctr">
                      <a:solidFill>
                        <a:srgbClr val="D3DED8"/>
                      </a:solidFill>
                      <a:prstDash val="solid"/>
                      <a:round/>
                      <a:headEnd type="none" w="med" len="med"/>
                      <a:tailEnd type="none" w="med" len="med"/>
                    </a:lnL>
                    <a:lnR w="9525" cap="flat" cmpd="sng" algn="ctr">
                      <a:solidFill>
                        <a:srgbClr val="D3DED8"/>
                      </a:solidFill>
                      <a:prstDash val="solid"/>
                      <a:round/>
                      <a:headEnd type="none" w="med" len="med"/>
                      <a:tailEnd type="none" w="med" len="med"/>
                    </a:lnR>
                    <a:lnT w="9525" cap="flat" cmpd="sng" algn="ctr">
                      <a:solidFill>
                        <a:srgbClr val="D3DED8"/>
                      </a:solidFill>
                      <a:prstDash val="solid"/>
                      <a:round/>
                      <a:headEnd type="none" w="med" len="med"/>
                      <a:tailEnd type="none" w="med" len="med"/>
                    </a:lnT>
                    <a:lnB w="9525" cap="flat" cmpd="sng" algn="ctr">
                      <a:solidFill>
                        <a:srgbClr val="D3DED8"/>
                      </a:solidFill>
                      <a:prstDash val="solid"/>
                      <a:round/>
                      <a:headEnd type="none" w="med" len="med"/>
                      <a:tailEnd type="none" w="med" len="med"/>
                    </a:lnB>
                    <a:solidFill>
                      <a:schemeClr val="accent6"/>
                    </a:solidFill>
                  </a:tcPr>
                </a:tc>
                <a:tc>
                  <a:txBody>
                    <a:bodyPr/>
                    <a:lstStyle/>
                    <a:p>
                      <a:pPr marL="0" indent="0">
                        <a:buNone/>
                      </a:pPr>
                      <a:r>
                        <a:rPr lang="en-US" sz="900" dirty="0">
                          <a:solidFill>
                            <a:srgbClr val="222B26"/>
                          </a:solidFill>
                          <a:latin typeface="Calibri" pitchFamily="34" charset="0"/>
                          <a:ea typeface="Calibri" pitchFamily="34" charset="-122"/>
                          <a:cs typeface="Calibri" pitchFamily="34" charset="-120"/>
                        </a:rPr>
                        <a:t>An impedance probe inserted into the breast under ultrasound guidance, removed after seconds, to grade BI-RADS 3 vs BI-RADS 4+ masses - described as minimally invasive, used during biopsy. </a:t>
                      </a:r>
                      <a:endParaRPr lang="en-US" sz="900" dirty="0">
                        <a:latin typeface="Calibri" charset="0"/>
                        <a:ea typeface="Calibri" charset="0"/>
                        <a:cs typeface="Calibri" charset="0"/>
                      </a:endParaRPr>
                    </a:p>
                  </a:txBody>
                  <a:tcPr marL="63500" marR="63500" marT="63500" marB="63500" anchor="ctr">
                    <a:lnL w="9525" cap="flat" cmpd="sng" algn="ctr">
                      <a:solidFill>
                        <a:srgbClr val="D3DED8"/>
                      </a:solidFill>
                      <a:prstDash val="solid"/>
                      <a:round/>
                      <a:headEnd type="none" w="med" len="med"/>
                      <a:tailEnd type="none" w="med" len="med"/>
                    </a:lnL>
                    <a:lnR w="9525" cap="flat" cmpd="sng" algn="ctr">
                      <a:solidFill>
                        <a:srgbClr val="D3DED8"/>
                      </a:solidFill>
                      <a:prstDash val="solid"/>
                      <a:round/>
                      <a:headEnd type="none" w="med" len="med"/>
                      <a:tailEnd type="none" w="med" len="med"/>
                    </a:lnR>
                    <a:lnT w="9525" cap="flat" cmpd="sng" algn="ctr">
                      <a:solidFill>
                        <a:srgbClr val="D3DED8"/>
                      </a:solidFill>
                      <a:prstDash val="solid"/>
                      <a:round/>
                      <a:headEnd type="none" w="med" len="med"/>
                      <a:tailEnd type="none" w="med" len="med"/>
                    </a:lnT>
                    <a:lnB w="9525" cap="flat" cmpd="sng" algn="ctr">
                      <a:solidFill>
                        <a:srgbClr val="D3DED8"/>
                      </a:solidFill>
                      <a:prstDash val="solid"/>
                      <a:round/>
                      <a:headEnd type="none" w="med" len="med"/>
                      <a:tailEnd type="none" w="med" len="med"/>
                    </a:lnB>
                    <a:noFill/>
                  </a:tcPr>
                </a:tc>
                <a:tc>
                  <a:txBody>
                    <a:bodyPr/>
                    <a:lstStyle/>
                    <a:p>
                      <a:pPr marL="0" indent="0">
                        <a:buNone/>
                      </a:pPr>
                      <a:r>
                        <a:rPr lang="en-US" sz="900" dirty="0">
                          <a:solidFill>
                            <a:srgbClr val="222B26"/>
                          </a:solidFill>
                          <a:latin typeface="Calibri" pitchFamily="34" charset="0"/>
                          <a:ea typeface="Calibri" pitchFamily="34" charset="-122"/>
                          <a:cs typeface="Calibri" pitchFamily="34" charset="-120"/>
                        </a:rPr>
                        <a:t>AI-scored thermal imaging. Reads a temperature map of the chest (not a thermal photo); no contact, no radiation.</a:t>
                      </a:r>
                      <a:endParaRPr lang="en-US" sz="900" dirty="0">
                        <a:latin typeface="Calibri" charset="0"/>
                        <a:ea typeface="Calibri" charset="0"/>
                        <a:cs typeface="Calibri" charset="0"/>
                      </a:endParaRPr>
                    </a:p>
                  </a:txBody>
                  <a:tcPr marL="63500" marR="63500" marT="63500" marB="63500" anchor="ctr">
                    <a:lnL w="9525" cap="flat" cmpd="sng" algn="ctr">
                      <a:solidFill>
                        <a:srgbClr val="D3DED8"/>
                      </a:solidFill>
                      <a:prstDash val="solid"/>
                      <a:round/>
                      <a:headEnd type="none" w="med" len="med"/>
                      <a:tailEnd type="none" w="med" len="med"/>
                    </a:lnL>
                    <a:lnR w="9525" cap="flat" cmpd="sng" algn="ctr">
                      <a:solidFill>
                        <a:srgbClr val="D3DED8"/>
                      </a:solidFill>
                      <a:prstDash val="solid"/>
                      <a:round/>
                      <a:headEnd type="none" w="med" len="med"/>
                      <a:tailEnd type="none" w="med" len="med"/>
                    </a:lnR>
                    <a:lnT w="9525" cap="flat" cmpd="sng" algn="ctr">
                      <a:solidFill>
                        <a:srgbClr val="D3DED8"/>
                      </a:solidFill>
                      <a:prstDash val="solid"/>
                      <a:round/>
                      <a:headEnd type="none" w="med" len="med"/>
                      <a:tailEnd type="none" w="med" len="med"/>
                    </a:lnT>
                    <a:lnB w="9525" cap="flat" cmpd="sng" algn="ctr">
                      <a:solidFill>
                        <a:srgbClr val="D3DED8"/>
                      </a:solidFill>
                      <a:prstDash val="solid"/>
                      <a:round/>
                      <a:headEnd type="none" w="med" len="med"/>
                      <a:tailEnd type="none" w="med" len="med"/>
                    </a:lnB>
                    <a:noFill/>
                  </a:tcPr>
                </a:tc>
                <a:tc>
                  <a:txBody>
                    <a:bodyPr/>
                    <a:lstStyle/>
                    <a:p>
                      <a:pPr marL="0" indent="0">
                        <a:buNone/>
                      </a:pPr>
                      <a:r>
                        <a:rPr lang="en-US" sz="900" dirty="0">
                          <a:solidFill>
                            <a:srgbClr val="222B26"/>
                          </a:solidFill>
                          <a:latin typeface="Calibri" pitchFamily="34" charset="0"/>
                          <a:ea typeface="Calibri" pitchFamily="34" charset="-122"/>
                          <a:cs typeface="Calibri" pitchFamily="34" charset="-120"/>
                        </a:rPr>
                        <a:t>Handheld tactile sensor that detects differences in tissue elasticity; radiation-free, no compression, palm-sized.</a:t>
                      </a:r>
                      <a:endParaRPr lang="en-US" sz="900" dirty="0">
                        <a:latin typeface="Calibri" charset="0"/>
                        <a:ea typeface="Calibri" charset="0"/>
                        <a:cs typeface="Calibri" charset="0"/>
                      </a:endParaRPr>
                    </a:p>
                  </a:txBody>
                  <a:tcPr marL="63500" marR="63500" marT="63500" marB="63500" anchor="ctr">
                    <a:lnL w="9525" cap="flat" cmpd="sng" algn="ctr">
                      <a:solidFill>
                        <a:srgbClr val="D3DED8"/>
                      </a:solidFill>
                      <a:prstDash val="solid"/>
                      <a:round/>
                      <a:headEnd type="none" w="med" len="med"/>
                      <a:tailEnd type="none" w="med" len="med"/>
                    </a:lnL>
                    <a:lnR w="9525" cap="flat" cmpd="sng" algn="ctr">
                      <a:solidFill>
                        <a:srgbClr val="D3DED8"/>
                      </a:solidFill>
                      <a:prstDash val="solid"/>
                      <a:round/>
                      <a:headEnd type="none" w="med" len="med"/>
                      <a:tailEnd type="none" w="med" len="med"/>
                    </a:lnR>
                    <a:lnT w="9525" cap="flat" cmpd="sng" algn="ctr">
                      <a:solidFill>
                        <a:srgbClr val="D3DED8"/>
                      </a:solidFill>
                      <a:prstDash val="solid"/>
                      <a:round/>
                      <a:headEnd type="none" w="med" len="med"/>
                      <a:tailEnd type="none" w="med" len="med"/>
                    </a:lnT>
                    <a:lnB w="9525" cap="flat" cmpd="sng" algn="ctr">
                      <a:solidFill>
                        <a:srgbClr val="D3DED8"/>
                      </a:solidFill>
                      <a:prstDash val="solid"/>
                      <a:round/>
                      <a:headEnd type="none" w="med" len="med"/>
                      <a:tailEnd type="none" w="med" len="med"/>
                    </a:lnB>
                    <a:noFill/>
                  </a:tcPr>
                </a:tc>
                <a:tc>
                  <a:txBody>
                    <a:bodyPr/>
                    <a:lstStyle/>
                    <a:p>
                      <a:pPr marL="0" indent="0">
                        <a:buNone/>
                      </a:pPr>
                      <a:r>
                        <a:rPr lang="en-US" sz="900" dirty="0">
                          <a:solidFill>
                            <a:srgbClr val="222B26"/>
                          </a:solidFill>
                          <a:latin typeface="Calibri" pitchFamily="34" charset="0"/>
                          <a:ea typeface="Calibri" pitchFamily="34" charset="-122"/>
                          <a:cs typeface="Calibri" pitchFamily="34" charset="-120"/>
                        </a:rPr>
                        <a:t>X-ray imaging (gold standard) with ultrasound as the dense-breast adjunct. Both radiologist-read.</a:t>
                      </a:r>
                      <a:endParaRPr lang="en-US" sz="900" dirty="0">
                        <a:latin typeface="Calibri" charset="0"/>
                        <a:ea typeface="Calibri" charset="0"/>
                        <a:cs typeface="Calibri" charset="0"/>
                      </a:endParaRPr>
                    </a:p>
                  </a:txBody>
                  <a:tcPr marL="63500" marR="63500" marT="63500" marB="63500" anchor="ctr">
                    <a:lnL w="9525" cap="flat" cmpd="sng" algn="ctr">
                      <a:solidFill>
                        <a:srgbClr val="D3DED8"/>
                      </a:solidFill>
                      <a:prstDash val="solid"/>
                      <a:round/>
                      <a:headEnd type="none" w="med" len="med"/>
                      <a:tailEnd type="none" w="med" len="med"/>
                    </a:lnL>
                    <a:lnR w="9525" cap="flat" cmpd="sng" algn="ctr">
                      <a:solidFill>
                        <a:srgbClr val="D3DED8"/>
                      </a:solidFill>
                      <a:prstDash val="solid"/>
                      <a:round/>
                      <a:headEnd type="none" w="med" len="med"/>
                      <a:tailEnd type="none" w="med" len="med"/>
                    </a:lnR>
                    <a:lnT w="9525" cap="flat" cmpd="sng" algn="ctr">
                      <a:solidFill>
                        <a:srgbClr val="D3DED8"/>
                      </a:solidFill>
                      <a:prstDash val="solid"/>
                      <a:round/>
                      <a:headEnd type="none" w="med" len="med"/>
                      <a:tailEnd type="none" w="med" len="med"/>
                    </a:lnT>
                    <a:lnB w="9525" cap="flat" cmpd="sng" algn="ctr">
                      <a:solidFill>
                        <a:srgbClr val="D3DED8"/>
                      </a:solidFill>
                      <a:prstDash val="solid"/>
                      <a:round/>
                      <a:headEnd type="none" w="med" len="med"/>
                      <a:tailEnd type="none" w="med" len="med"/>
                    </a:lnB>
                    <a:noFill/>
                  </a:tcPr>
                </a:tc>
                <a:extLst>
                  <a:ext uri="{0D108BD9-81ED-4DB2-BD59-A6C34878D82A}">
                    <a16:rowId xmlns:a16="http://schemas.microsoft.com/office/drawing/2014/main" val="10001"/>
                  </a:ext>
                </a:extLst>
              </a:tr>
              <a:tr h="555726">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Reported performance</a:t>
                      </a:r>
                      <a:endParaRPr lang="en-US" sz="1000" dirty="0">
                        <a:latin typeface="Calibri" charset="0"/>
                        <a:ea typeface="Calibri" charset="0"/>
                        <a:cs typeface="Calibri" charset="0"/>
                      </a:endParaRPr>
                    </a:p>
                  </a:txBody>
                  <a:tcPr marL="63500" marR="63500" marT="63500" marB="63500" anchor="ctr">
                    <a:lnL w="9525" cap="flat" cmpd="sng" algn="ctr">
                      <a:solidFill>
                        <a:srgbClr val="D3DED8"/>
                      </a:solidFill>
                      <a:prstDash val="solid"/>
                      <a:round/>
                      <a:headEnd type="none" w="med" len="med"/>
                      <a:tailEnd type="none" w="med" len="med"/>
                    </a:lnL>
                    <a:lnR w="9525" cap="flat" cmpd="sng" algn="ctr">
                      <a:solidFill>
                        <a:srgbClr val="D3DED8"/>
                      </a:solidFill>
                      <a:prstDash val="solid"/>
                      <a:round/>
                      <a:headEnd type="none" w="med" len="med"/>
                      <a:tailEnd type="none" w="med" len="med"/>
                    </a:lnR>
                    <a:lnT w="9525" cap="flat" cmpd="sng" algn="ctr">
                      <a:solidFill>
                        <a:srgbClr val="D3DED8"/>
                      </a:solidFill>
                      <a:prstDash val="solid"/>
                      <a:round/>
                      <a:headEnd type="none" w="med" len="med"/>
                      <a:tailEnd type="none" w="med" len="med"/>
                    </a:lnT>
                    <a:lnB w="9525" cap="flat" cmpd="sng" algn="ctr">
                      <a:solidFill>
                        <a:srgbClr val="D3DED8"/>
                      </a:solidFill>
                      <a:prstDash val="solid"/>
                      <a:round/>
                      <a:headEnd type="none" w="med" len="med"/>
                      <a:tailEnd type="none" w="med" len="med"/>
                    </a:lnB>
                    <a:solidFill>
                      <a:schemeClr val="accent6"/>
                    </a:solidFill>
                  </a:tcPr>
                </a:tc>
                <a:tc>
                  <a:txBody>
                    <a:bodyPr/>
                    <a:lstStyle/>
                    <a:p>
                      <a:pPr marL="0" indent="0">
                        <a:buNone/>
                      </a:pPr>
                      <a:r>
                        <a:rPr lang="en-US" sz="900" dirty="0">
                          <a:solidFill>
                            <a:srgbClr val="222B26"/>
                          </a:solidFill>
                          <a:latin typeface="Calibri" pitchFamily="34" charset="0"/>
                          <a:ea typeface="Calibri" pitchFamily="34" charset="-122"/>
                          <a:cs typeface="Calibri" pitchFamily="34" charset="-120"/>
                        </a:rPr>
                        <a:t>95% sensitivity, 89% specificity - from a single study of 138 breast masses. </a:t>
                      </a:r>
                      <a:endParaRPr lang="en-US" sz="900" dirty="0">
                        <a:latin typeface="Calibri" charset="0"/>
                        <a:ea typeface="Calibri" charset="0"/>
                        <a:cs typeface="Calibri" charset="0"/>
                      </a:endParaRPr>
                    </a:p>
                  </a:txBody>
                  <a:tcPr marL="63500" marR="63500" marT="63500" marB="63500" anchor="ctr">
                    <a:lnL w="9525" cap="flat" cmpd="sng" algn="ctr">
                      <a:solidFill>
                        <a:srgbClr val="D3DED8"/>
                      </a:solidFill>
                      <a:prstDash val="solid"/>
                      <a:round/>
                      <a:headEnd type="none" w="med" len="med"/>
                      <a:tailEnd type="none" w="med" len="med"/>
                    </a:lnL>
                    <a:lnR w="9525" cap="flat" cmpd="sng" algn="ctr">
                      <a:solidFill>
                        <a:srgbClr val="D3DED8"/>
                      </a:solidFill>
                      <a:prstDash val="solid"/>
                      <a:round/>
                      <a:headEnd type="none" w="med" len="med"/>
                      <a:tailEnd type="none" w="med" len="med"/>
                    </a:lnR>
                    <a:lnT w="9525" cap="flat" cmpd="sng" algn="ctr">
                      <a:solidFill>
                        <a:srgbClr val="D3DED8"/>
                      </a:solidFill>
                      <a:prstDash val="solid"/>
                      <a:round/>
                      <a:headEnd type="none" w="med" len="med"/>
                      <a:tailEnd type="none" w="med" len="med"/>
                    </a:lnT>
                    <a:lnB w="9525" cap="flat" cmpd="sng" algn="ctr">
                      <a:solidFill>
                        <a:srgbClr val="D3DED8"/>
                      </a:solidFill>
                      <a:prstDash val="solid"/>
                      <a:round/>
                      <a:headEnd type="none" w="med" len="med"/>
                      <a:tailEnd type="none" w="med" len="med"/>
                    </a:lnB>
                    <a:noFill/>
                  </a:tcPr>
                </a:tc>
                <a:tc>
                  <a:txBody>
                    <a:bodyPr/>
                    <a:lstStyle/>
                    <a:p>
                      <a:pPr marL="0" indent="0">
                        <a:buNone/>
                      </a:pPr>
                      <a:r>
                        <a:rPr lang="en-US" sz="900" dirty="0">
                          <a:solidFill>
                            <a:srgbClr val="222B26"/>
                          </a:solidFill>
                          <a:latin typeface="Calibri" pitchFamily="34" charset="0"/>
                          <a:ea typeface="Calibri" pitchFamily="34" charset="-122"/>
                          <a:cs typeface="Calibri" pitchFamily="34" charset="-120"/>
                        </a:rPr>
                        <a:t>95.2% sens / 88.6% spec vs mammography (459 women, Frontiers); pooled 88.3% / 84.7% across 1,187 women; 82.5% / 80.5% in the 258-woman BMJ Open multicentre study.</a:t>
                      </a:r>
                      <a:endParaRPr lang="en-US" sz="900" dirty="0">
                        <a:latin typeface="Calibri" charset="0"/>
                        <a:ea typeface="Calibri" charset="0"/>
                        <a:cs typeface="Calibri" charset="0"/>
                      </a:endParaRPr>
                    </a:p>
                  </a:txBody>
                  <a:tcPr marL="63500" marR="63500" marT="63500" marB="63500" anchor="ctr">
                    <a:lnL w="9525" cap="flat" cmpd="sng" algn="ctr">
                      <a:solidFill>
                        <a:srgbClr val="D3DED8"/>
                      </a:solidFill>
                      <a:prstDash val="solid"/>
                      <a:round/>
                      <a:headEnd type="none" w="med" len="med"/>
                      <a:tailEnd type="none" w="med" len="med"/>
                    </a:lnL>
                    <a:lnR w="9525" cap="flat" cmpd="sng" algn="ctr">
                      <a:solidFill>
                        <a:srgbClr val="D3DED8"/>
                      </a:solidFill>
                      <a:prstDash val="solid"/>
                      <a:round/>
                      <a:headEnd type="none" w="med" len="med"/>
                      <a:tailEnd type="none" w="med" len="med"/>
                    </a:lnR>
                    <a:lnT w="9525" cap="flat" cmpd="sng" algn="ctr">
                      <a:solidFill>
                        <a:srgbClr val="D3DED8"/>
                      </a:solidFill>
                      <a:prstDash val="solid"/>
                      <a:round/>
                      <a:headEnd type="none" w="med" len="med"/>
                      <a:tailEnd type="none" w="med" len="med"/>
                    </a:lnT>
                    <a:lnB w="9525" cap="flat" cmpd="sng" algn="ctr">
                      <a:solidFill>
                        <a:srgbClr val="D3DED8"/>
                      </a:solidFill>
                      <a:prstDash val="solid"/>
                      <a:round/>
                      <a:headEnd type="none" w="med" len="med"/>
                      <a:tailEnd type="none" w="med" len="med"/>
                    </a:lnB>
                    <a:noFill/>
                  </a:tcPr>
                </a:tc>
                <a:tc>
                  <a:txBody>
                    <a:bodyPr/>
                    <a:lstStyle/>
                    <a:p>
                      <a:pPr marL="0" indent="0">
                        <a:buNone/>
                      </a:pPr>
                      <a:r>
                        <a:rPr lang="en-US" sz="900" dirty="0">
                          <a:solidFill>
                            <a:srgbClr val="222B26"/>
                          </a:solidFill>
                          <a:latin typeface="Calibri" pitchFamily="34" charset="0"/>
                          <a:ea typeface="Calibri" pitchFamily="34" charset="-122"/>
                          <a:cs typeface="Calibri" pitchFamily="34" charset="-120"/>
                        </a:rPr>
                        <a:t>88.0% sens / 93.8% spec in one Indian validation. An independent systematic review (11 studies, 16,052 breasts) found sensitivity ranging 34.3–86% and specificity 59–94%.</a:t>
                      </a:r>
                      <a:endParaRPr lang="en-US" sz="900" dirty="0">
                        <a:latin typeface="Calibri" charset="0"/>
                        <a:ea typeface="Calibri" charset="0"/>
                        <a:cs typeface="Calibri" charset="0"/>
                      </a:endParaRPr>
                    </a:p>
                  </a:txBody>
                  <a:tcPr marL="63500" marR="63500" marT="63500" marB="63500" anchor="ctr">
                    <a:lnL w="9525" cap="flat" cmpd="sng" algn="ctr">
                      <a:solidFill>
                        <a:srgbClr val="D3DED8"/>
                      </a:solidFill>
                      <a:prstDash val="solid"/>
                      <a:round/>
                      <a:headEnd type="none" w="med" len="med"/>
                      <a:tailEnd type="none" w="med" len="med"/>
                    </a:lnL>
                    <a:lnR w="9525" cap="flat" cmpd="sng" algn="ctr">
                      <a:solidFill>
                        <a:srgbClr val="D3DED8"/>
                      </a:solidFill>
                      <a:prstDash val="solid"/>
                      <a:round/>
                      <a:headEnd type="none" w="med" len="med"/>
                      <a:tailEnd type="none" w="med" len="med"/>
                    </a:lnR>
                    <a:lnT w="9525" cap="flat" cmpd="sng" algn="ctr">
                      <a:solidFill>
                        <a:srgbClr val="D3DED8"/>
                      </a:solidFill>
                      <a:prstDash val="solid"/>
                      <a:round/>
                      <a:headEnd type="none" w="med" len="med"/>
                      <a:tailEnd type="none" w="med" len="med"/>
                    </a:lnT>
                    <a:lnB w="9525" cap="flat" cmpd="sng" algn="ctr">
                      <a:solidFill>
                        <a:srgbClr val="D3DED8"/>
                      </a:solidFill>
                      <a:prstDash val="solid"/>
                      <a:round/>
                      <a:headEnd type="none" w="med" len="med"/>
                      <a:tailEnd type="none" w="med" len="med"/>
                    </a:lnB>
                    <a:noFill/>
                  </a:tcPr>
                </a:tc>
                <a:tc>
                  <a:txBody>
                    <a:bodyPr/>
                    <a:lstStyle/>
                    <a:p>
                      <a:pPr marL="0" indent="0">
                        <a:buNone/>
                      </a:pPr>
                      <a:r>
                        <a:rPr lang="en-US" sz="900" dirty="0">
                          <a:solidFill>
                            <a:srgbClr val="222B26"/>
                          </a:solidFill>
                          <a:latin typeface="Calibri" pitchFamily="34" charset="0"/>
                          <a:ea typeface="Calibri" pitchFamily="34" charset="-122"/>
                          <a:cs typeface="Calibri" pitchFamily="34" charset="-120"/>
                        </a:rPr>
                        <a:t>In dense breasts, mammography sens 61.8% vs ultrasound 85.3% (240 patients); mammography falls to ~43.8% in extremely dense breasts. Sens ~76.5% under age 40.</a:t>
                      </a:r>
                      <a:endParaRPr lang="en-US" sz="900" dirty="0">
                        <a:latin typeface="Calibri" charset="0"/>
                        <a:ea typeface="Calibri" charset="0"/>
                        <a:cs typeface="Calibri" charset="0"/>
                      </a:endParaRPr>
                    </a:p>
                  </a:txBody>
                  <a:tcPr marL="63500" marR="63500" marT="63500" marB="63500" anchor="ctr">
                    <a:lnL w="9525" cap="flat" cmpd="sng" algn="ctr">
                      <a:solidFill>
                        <a:srgbClr val="D3DED8"/>
                      </a:solidFill>
                      <a:prstDash val="solid"/>
                      <a:round/>
                      <a:headEnd type="none" w="med" len="med"/>
                      <a:tailEnd type="none" w="med" len="med"/>
                    </a:lnL>
                    <a:lnR w="9525" cap="flat" cmpd="sng" algn="ctr">
                      <a:solidFill>
                        <a:srgbClr val="D3DED8"/>
                      </a:solidFill>
                      <a:prstDash val="solid"/>
                      <a:round/>
                      <a:headEnd type="none" w="med" len="med"/>
                      <a:tailEnd type="none" w="med" len="med"/>
                    </a:lnR>
                    <a:lnT w="9525" cap="flat" cmpd="sng" algn="ctr">
                      <a:solidFill>
                        <a:srgbClr val="D3DED8"/>
                      </a:solidFill>
                      <a:prstDash val="solid"/>
                      <a:round/>
                      <a:headEnd type="none" w="med" len="med"/>
                      <a:tailEnd type="none" w="med" len="med"/>
                    </a:lnT>
                    <a:lnB w="9525" cap="flat" cmpd="sng" algn="ctr">
                      <a:solidFill>
                        <a:srgbClr val="D3DED8"/>
                      </a:solidFill>
                      <a:prstDash val="solid"/>
                      <a:round/>
                      <a:headEnd type="none" w="med" len="med"/>
                      <a:tailEnd type="none" w="med" len="med"/>
                    </a:lnB>
                    <a:noFill/>
                  </a:tcPr>
                </a:tc>
                <a:extLst>
                  <a:ext uri="{0D108BD9-81ED-4DB2-BD59-A6C34878D82A}">
                    <a16:rowId xmlns:a16="http://schemas.microsoft.com/office/drawing/2014/main" val="10002"/>
                  </a:ext>
                </a:extLst>
              </a:tr>
              <a:tr h="460459">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Independent evidence</a:t>
                      </a:r>
                      <a:endParaRPr lang="en-US" sz="1000" dirty="0">
                        <a:latin typeface="Calibri" charset="0"/>
                        <a:ea typeface="Calibri" charset="0"/>
                        <a:cs typeface="Calibri" charset="0"/>
                      </a:endParaRPr>
                    </a:p>
                  </a:txBody>
                  <a:tcPr marL="63500" marR="63500" marT="63500" marB="63500" anchor="ctr">
                    <a:lnL w="9525" cap="flat" cmpd="sng" algn="ctr">
                      <a:solidFill>
                        <a:srgbClr val="D3DED8"/>
                      </a:solidFill>
                      <a:prstDash val="solid"/>
                      <a:round/>
                      <a:headEnd type="none" w="med" len="med"/>
                      <a:tailEnd type="none" w="med" len="med"/>
                    </a:lnL>
                    <a:lnR w="9525" cap="flat" cmpd="sng" algn="ctr">
                      <a:solidFill>
                        <a:srgbClr val="D3DED8"/>
                      </a:solidFill>
                      <a:prstDash val="solid"/>
                      <a:round/>
                      <a:headEnd type="none" w="med" len="med"/>
                      <a:tailEnd type="none" w="med" len="med"/>
                    </a:lnR>
                    <a:lnT w="9525" cap="flat" cmpd="sng" algn="ctr">
                      <a:solidFill>
                        <a:srgbClr val="D3DED8"/>
                      </a:solidFill>
                      <a:prstDash val="solid"/>
                      <a:round/>
                      <a:headEnd type="none" w="med" len="med"/>
                      <a:tailEnd type="none" w="med" len="med"/>
                    </a:lnT>
                    <a:lnB w="9525" cap="flat" cmpd="sng" algn="ctr">
                      <a:solidFill>
                        <a:srgbClr val="D3DED8"/>
                      </a:solidFill>
                      <a:prstDash val="solid"/>
                      <a:round/>
                      <a:headEnd type="none" w="med" len="med"/>
                      <a:tailEnd type="none" w="med" len="med"/>
                    </a:lnB>
                    <a:solidFill>
                      <a:schemeClr val="accent6"/>
                    </a:solidFill>
                  </a:tcPr>
                </a:tc>
                <a:tc>
                  <a:txBody>
                    <a:bodyPr/>
                    <a:lstStyle/>
                    <a:p>
                      <a:pPr marL="0" indent="0">
                        <a:buNone/>
                      </a:pPr>
                      <a:r>
                        <a:rPr lang="en-US" sz="900" dirty="0">
                          <a:solidFill>
                            <a:srgbClr val="222B26"/>
                          </a:solidFill>
                          <a:latin typeface="Calibri" pitchFamily="34" charset="0"/>
                          <a:ea typeface="Calibri" pitchFamily="34" charset="-122"/>
                          <a:cs typeface="Calibri" pitchFamily="34" charset="-120"/>
                        </a:rPr>
                        <a:t>No peer-reviewed literature located under this device name. The letter names AIIMS, NCI Jhajjar, HCG, Max and </a:t>
                      </a:r>
                      <a:r>
                        <a:rPr lang="en-US" sz="900" dirty="0" err="1">
                          <a:solidFill>
                            <a:srgbClr val="222B26"/>
                          </a:solidFill>
                          <a:latin typeface="Calibri" pitchFamily="34" charset="0"/>
                          <a:ea typeface="Calibri" pitchFamily="34" charset="-122"/>
                          <a:cs typeface="Calibri" pitchFamily="34" charset="-120"/>
                        </a:rPr>
                        <a:t>Medanta</a:t>
                      </a:r>
                      <a:r>
                        <a:rPr lang="en-US" sz="900" dirty="0">
                          <a:solidFill>
                            <a:srgbClr val="222B26"/>
                          </a:solidFill>
                          <a:latin typeface="Calibri" pitchFamily="34" charset="0"/>
                          <a:ea typeface="Calibri" pitchFamily="34" charset="-122"/>
                          <a:cs typeface="Calibri" pitchFamily="34" charset="-120"/>
                        </a:rPr>
                        <a:t> - institutional use is not the same as published validation.</a:t>
                      </a:r>
                      <a:endParaRPr lang="en-US" sz="900" dirty="0">
                        <a:latin typeface="Calibri" charset="0"/>
                        <a:ea typeface="Calibri" charset="0"/>
                        <a:cs typeface="Calibri" charset="0"/>
                      </a:endParaRPr>
                    </a:p>
                  </a:txBody>
                  <a:tcPr marL="63500" marR="63500" marT="63500" marB="63500" anchor="ctr">
                    <a:lnL w="9525" cap="flat" cmpd="sng" algn="ctr">
                      <a:solidFill>
                        <a:srgbClr val="D3DED8"/>
                      </a:solidFill>
                      <a:prstDash val="solid"/>
                      <a:round/>
                      <a:headEnd type="none" w="med" len="med"/>
                      <a:tailEnd type="none" w="med" len="med"/>
                    </a:lnL>
                    <a:lnR w="9525" cap="flat" cmpd="sng" algn="ctr">
                      <a:solidFill>
                        <a:srgbClr val="D3DED8"/>
                      </a:solidFill>
                      <a:prstDash val="solid"/>
                      <a:round/>
                      <a:headEnd type="none" w="med" len="med"/>
                      <a:tailEnd type="none" w="med" len="med"/>
                    </a:lnR>
                    <a:lnT w="9525" cap="flat" cmpd="sng" algn="ctr">
                      <a:solidFill>
                        <a:srgbClr val="D3DED8"/>
                      </a:solidFill>
                      <a:prstDash val="solid"/>
                      <a:round/>
                      <a:headEnd type="none" w="med" len="med"/>
                      <a:tailEnd type="none" w="med" len="med"/>
                    </a:lnT>
                    <a:lnB w="9525" cap="flat" cmpd="sng" algn="ctr">
                      <a:solidFill>
                        <a:srgbClr val="D3DED8"/>
                      </a:solidFill>
                      <a:prstDash val="solid"/>
                      <a:round/>
                      <a:headEnd type="none" w="med" len="med"/>
                      <a:tailEnd type="none" w="med" len="med"/>
                    </a:lnB>
                    <a:noFill/>
                  </a:tcPr>
                </a:tc>
                <a:tc>
                  <a:txBody>
                    <a:bodyPr/>
                    <a:lstStyle/>
                    <a:p>
                      <a:pPr marL="0" indent="0">
                        <a:buNone/>
                      </a:pPr>
                      <a:r>
                        <a:rPr lang="en-US" sz="900" dirty="0">
                          <a:solidFill>
                            <a:srgbClr val="222B26"/>
                          </a:solidFill>
                          <a:latin typeface="Calibri" pitchFamily="34" charset="0"/>
                          <a:ea typeface="Calibri" pitchFamily="34" charset="-122"/>
                          <a:cs typeface="Calibri" pitchFamily="34" charset="-120"/>
                        </a:rPr>
                        <a:t>Vendor cites 42 peer-reviewed publications. The pivotal studies are Niramai-funded with employee co-authors and declared conflicts of interest.</a:t>
                      </a:r>
                      <a:endParaRPr lang="en-US" sz="900" dirty="0">
                        <a:latin typeface="Calibri" charset="0"/>
                        <a:ea typeface="Calibri" charset="0"/>
                        <a:cs typeface="Calibri" charset="0"/>
                      </a:endParaRPr>
                    </a:p>
                  </a:txBody>
                  <a:tcPr marL="63500" marR="63500" marT="63500" marB="63500" anchor="ctr">
                    <a:lnL w="9525" cap="flat" cmpd="sng" algn="ctr">
                      <a:solidFill>
                        <a:srgbClr val="D3DED8"/>
                      </a:solidFill>
                      <a:prstDash val="solid"/>
                      <a:round/>
                      <a:headEnd type="none" w="med" len="med"/>
                      <a:tailEnd type="none" w="med" len="med"/>
                    </a:lnL>
                    <a:lnR w="9525" cap="flat" cmpd="sng" algn="ctr">
                      <a:solidFill>
                        <a:srgbClr val="D3DED8"/>
                      </a:solidFill>
                      <a:prstDash val="solid"/>
                      <a:round/>
                      <a:headEnd type="none" w="med" len="med"/>
                      <a:tailEnd type="none" w="med" len="med"/>
                    </a:lnR>
                    <a:lnT w="9525" cap="flat" cmpd="sng" algn="ctr">
                      <a:solidFill>
                        <a:srgbClr val="D3DED8"/>
                      </a:solidFill>
                      <a:prstDash val="solid"/>
                      <a:round/>
                      <a:headEnd type="none" w="med" len="med"/>
                      <a:tailEnd type="none" w="med" len="med"/>
                    </a:lnT>
                    <a:lnB w="9525" cap="flat" cmpd="sng" algn="ctr">
                      <a:solidFill>
                        <a:srgbClr val="D3DED8"/>
                      </a:solidFill>
                      <a:prstDash val="solid"/>
                      <a:round/>
                      <a:headEnd type="none" w="med" len="med"/>
                      <a:tailEnd type="none" w="med" len="med"/>
                    </a:lnB>
                    <a:noFill/>
                  </a:tcPr>
                </a:tc>
                <a:tc>
                  <a:txBody>
                    <a:bodyPr/>
                    <a:lstStyle/>
                    <a:p>
                      <a:pPr marL="0" indent="0">
                        <a:buNone/>
                      </a:pPr>
                      <a:r>
                        <a:rPr lang="en-US" sz="900" dirty="0">
                          <a:solidFill>
                            <a:srgbClr val="222B26"/>
                          </a:solidFill>
                          <a:latin typeface="Calibri" pitchFamily="34" charset="0"/>
                          <a:ea typeface="Calibri" pitchFamily="34" charset="-122"/>
                          <a:cs typeface="Calibri" pitchFamily="34" charset="-120"/>
                        </a:rPr>
                        <a:t>Multiple Indian peer-reviewed studies plus an independent systematic review. The wide performance spread across sites is the honest caveat.</a:t>
                      </a:r>
                      <a:endParaRPr lang="en-US" sz="900" dirty="0">
                        <a:latin typeface="Calibri" charset="0"/>
                        <a:ea typeface="Calibri" charset="0"/>
                        <a:cs typeface="Calibri" charset="0"/>
                      </a:endParaRPr>
                    </a:p>
                  </a:txBody>
                  <a:tcPr marL="63500" marR="63500" marT="63500" marB="63500" anchor="ctr">
                    <a:lnL w="9525" cap="flat" cmpd="sng" algn="ctr">
                      <a:solidFill>
                        <a:srgbClr val="D3DED8"/>
                      </a:solidFill>
                      <a:prstDash val="solid"/>
                      <a:round/>
                      <a:headEnd type="none" w="med" len="med"/>
                      <a:tailEnd type="none" w="med" len="med"/>
                    </a:lnL>
                    <a:lnR w="9525" cap="flat" cmpd="sng" algn="ctr">
                      <a:solidFill>
                        <a:srgbClr val="D3DED8"/>
                      </a:solidFill>
                      <a:prstDash val="solid"/>
                      <a:round/>
                      <a:headEnd type="none" w="med" len="med"/>
                      <a:tailEnd type="none" w="med" len="med"/>
                    </a:lnR>
                    <a:lnT w="9525" cap="flat" cmpd="sng" algn="ctr">
                      <a:solidFill>
                        <a:srgbClr val="D3DED8"/>
                      </a:solidFill>
                      <a:prstDash val="solid"/>
                      <a:round/>
                      <a:headEnd type="none" w="med" len="med"/>
                      <a:tailEnd type="none" w="med" len="med"/>
                    </a:lnT>
                    <a:lnB w="9525" cap="flat" cmpd="sng" algn="ctr">
                      <a:solidFill>
                        <a:srgbClr val="D3DED8"/>
                      </a:solidFill>
                      <a:prstDash val="solid"/>
                      <a:round/>
                      <a:headEnd type="none" w="med" len="med"/>
                      <a:tailEnd type="none" w="med" len="med"/>
                    </a:lnB>
                    <a:noFill/>
                  </a:tcPr>
                </a:tc>
                <a:tc>
                  <a:txBody>
                    <a:bodyPr/>
                    <a:lstStyle/>
                    <a:p>
                      <a:pPr marL="0" indent="0">
                        <a:buNone/>
                      </a:pPr>
                      <a:r>
                        <a:rPr lang="en-US" sz="900" dirty="0">
                          <a:solidFill>
                            <a:srgbClr val="222B26"/>
                          </a:solidFill>
                          <a:latin typeface="Calibri" pitchFamily="34" charset="0"/>
                          <a:ea typeface="Calibri" pitchFamily="34" charset="-122"/>
                          <a:cs typeface="Calibri" pitchFamily="34" charset="-120"/>
                        </a:rPr>
                        <a:t>Decades of randomised trial evidence. The limitations are known, quantified and openly published.</a:t>
                      </a:r>
                      <a:endParaRPr lang="en-US" sz="900" dirty="0">
                        <a:latin typeface="Calibri" charset="0"/>
                        <a:ea typeface="Calibri" charset="0"/>
                        <a:cs typeface="Calibri" charset="0"/>
                      </a:endParaRPr>
                    </a:p>
                  </a:txBody>
                  <a:tcPr marL="63500" marR="63500" marT="63500" marB="63500" anchor="ctr">
                    <a:lnL w="9525" cap="flat" cmpd="sng" algn="ctr">
                      <a:solidFill>
                        <a:srgbClr val="D3DED8"/>
                      </a:solidFill>
                      <a:prstDash val="solid"/>
                      <a:round/>
                      <a:headEnd type="none" w="med" len="med"/>
                      <a:tailEnd type="none" w="med" len="med"/>
                    </a:lnL>
                    <a:lnR w="9525" cap="flat" cmpd="sng" algn="ctr">
                      <a:solidFill>
                        <a:srgbClr val="D3DED8"/>
                      </a:solidFill>
                      <a:prstDash val="solid"/>
                      <a:round/>
                      <a:headEnd type="none" w="med" len="med"/>
                      <a:tailEnd type="none" w="med" len="med"/>
                    </a:lnR>
                    <a:lnT w="9525" cap="flat" cmpd="sng" algn="ctr">
                      <a:solidFill>
                        <a:srgbClr val="D3DED8"/>
                      </a:solidFill>
                      <a:prstDash val="solid"/>
                      <a:round/>
                      <a:headEnd type="none" w="med" len="med"/>
                      <a:tailEnd type="none" w="med" len="med"/>
                    </a:lnT>
                    <a:lnB w="9525" cap="flat" cmpd="sng" algn="ctr">
                      <a:solidFill>
                        <a:srgbClr val="D3DED8"/>
                      </a:solidFill>
                      <a:prstDash val="solid"/>
                      <a:round/>
                      <a:headEnd type="none" w="med" len="med"/>
                      <a:tailEnd type="none" w="med" len="med"/>
                    </a:lnB>
                    <a:noFill/>
                  </a:tcPr>
                </a:tc>
                <a:extLst>
                  <a:ext uri="{0D108BD9-81ED-4DB2-BD59-A6C34878D82A}">
                    <a16:rowId xmlns:a16="http://schemas.microsoft.com/office/drawing/2014/main" val="10003"/>
                  </a:ext>
                </a:extLst>
              </a:tr>
              <a:tr h="650993">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Operator and setting</a:t>
                      </a:r>
                      <a:endParaRPr lang="en-US" sz="1000" dirty="0">
                        <a:latin typeface="Calibri" charset="0"/>
                        <a:ea typeface="Calibri" charset="0"/>
                        <a:cs typeface="Calibri" charset="0"/>
                      </a:endParaRPr>
                    </a:p>
                  </a:txBody>
                  <a:tcPr marL="63500" marR="63500" marT="63500" marB="63500" anchor="ctr">
                    <a:lnL w="9525" cap="flat" cmpd="sng" algn="ctr">
                      <a:solidFill>
                        <a:srgbClr val="D3DED8"/>
                      </a:solidFill>
                      <a:prstDash val="solid"/>
                      <a:round/>
                      <a:headEnd type="none" w="med" len="med"/>
                      <a:tailEnd type="none" w="med" len="med"/>
                    </a:lnL>
                    <a:lnR w="9525" cap="flat" cmpd="sng" algn="ctr">
                      <a:solidFill>
                        <a:srgbClr val="D3DED8"/>
                      </a:solidFill>
                      <a:prstDash val="solid"/>
                      <a:round/>
                      <a:headEnd type="none" w="med" len="med"/>
                      <a:tailEnd type="none" w="med" len="med"/>
                    </a:lnR>
                    <a:lnT w="9525" cap="flat" cmpd="sng" algn="ctr">
                      <a:solidFill>
                        <a:srgbClr val="D3DED8"/>
                      </a:solidFill>
                      <a:prstDash val="solid"/>
                      <a:round/>
                      <a:headEnd type="none" w="med" len="med"/>
                      <a:tailEnd type="none" w="med" len="med"/>
                    </a:lnT>
                    <a:lnB w="9525" cap="flat" cmpd="sng" algn="ctr">
                      <a:solidFill>
                        <a:srgbClr val="D3DED8"/>
                      </a:solidFill>
                      <a:prstDash val="solid"/>
                      <a:round/>
                      <a:headEnd type="none" w="med" len="med"/>
                      <a:tailEnd type="none" w="med" len="med"/>
                    </a:lnB>
                    <a:solidFill>
                      <a:schemeClr val="accent6"/>
                    </a:solidFill>
                  </a:tcPr>
                </a:tc>
                <a:tc>
                  <a:txBody>
                    <a:bodyPr/>
                    <a:lstStyle/>
                    <a:p>
                      <a:pPr marL="0" indent="0">
                        <a:buNone/>
                      </a:pPr>
                      <a:r>
                        <a:rPr lang="en-US" sz="900" dirty="0">
                          <a:solidFill>
                            <a:srgbClr val="222B26"/>
                          </a:solidFill>
                          <a:latin typeface="Calibri" pitchFamily="34" charset="0"/>
                          <a:ea typeface="Calibri" pitchFamily="34" charset="-122"/>
                          <a:cs typeface="Calibri" pitchFamily="34" charset="-120"/>
                        </a:rPr>
                        <a:t>Per the vendor page, a radiologist or surgeon operating under ultrasound guidance - a procedure room, not a screening camp. </a:t>
                      </a:r>
                      <a:endParaRPr lang="en-US" sz="900" dirty="0">
                        <a:latin typeface="Calibri" charset="0"/>
                        <a:ea typeface="Calibri" charset="0"/>
                        <a:cs typeface="Calibri" charset="0"/>
                      </a:endParaRPr>
                    </a:p>
                  </a:txBody>
                  <a:tcPr marL="63500" marR="63500" marT="63500" marB="63500" anchor="ctr">
                    <a:lnL w="9525" cap="flat" cmpd="sng" algn="ctr">
                      <a:solidFill>
                        <a:srgbClr val="D3DED8"/>
                      </a:solidFill>
                      <a:prstDash val="solid"/>
                      <a:round/>
                      <a:headEnd type="none" w="med" len="med"/>
                      <a:tailEnd type="none" w="med" len="med"/>
                    </a:lnL>
                    <a:lnR w="9525" cap="flat" cmpd="sng" algn="ctr">
                      <a:solidFill>
                        <a:srgbClr val="D3DED8"/>
                      </a:solidFill>
                      <a:prstDash val="solid"/>
                      <a:round/>
                      <a:headEnd type="none" w="med" len="med"/>
                      <a:tailEnd type="none" w="med" len="med"/>
                    </a:lnR>
                    <a:lnT w="9525" cap="flat" cmpd="sng" algn="ctr">
                      <a:solidFill>
                        <a:srgbClr val="D3DED8"/>
                      </a:solidFill>
                      <a:prstDash val="solid"/>
                      <a:round/>
                      <a:headEnd type="none" w="med" len="med"/>
                      <a:tailEnd type="none" w="med" len="med"/>
                    </a:lnT>
                    <a:lnB w="9525" cap="flat" cmpd="sng" algn="ctr">
                      <a:solidFill>
                        <a:srgbClr val="D3DED8"/>
                      </a:solidFill>
                      <a:prstDash val="solid"/>
                      <a:round/>
                      <a:headEnd type="none" w="med" len="med"/>
                      <a:tailEnd type="none" w="med" len="med"/>
                    </a:lnB>
                    <a:noFill/>
                  </a:tcPr>
                </a:tc>
                <a:tc>
                  <a:txBody>
                    <a:bodyPr/>
                    <a:lstStyle/>
                    <a:p>
                      <a:pPr marL="0" indent="0">
                        <a:buNone/>
                      </a:pPr>
                      <a:r>
                        <a:rPr lang="en-US" sz="900" dirty="0">
                          <a:solidFill>
                            <a:srgbClr val="222B26"/>
                          </a:solidFill>
                          <a:latin typeface="Calibri" pitchFamily="34" charset="0"/>
                          <a:ea typeface="Calibri" pitchFamily="34" charset="-122"/>
                          <a:cs typeface="Calibri" pitchFamily="34" charset="-120"/>
                        </a:rPr>
                        <a:t>Trained technician; requires a temperature-controlled room and acclimatisation before capture. Reports reviewed by a radiologist.</a:t>
                      </a:r>
                      <a:endParaRPr lang="en-US" sz="900" dirty="0">
                        <a:latin typeface="Calibri" charset="0"/>
                        <a:ea typeface="Calibri" charset="0"/>
                        <a:cs typeface="Calibri" charset="0"/>
                      </a:endParaRPr>
                    </a:p>
                  </a:txBody>
                  <a:tcPr marL="63500" marR="63500" marT="63500" marB="63500" anchor="ctr">
                    <a:lnL w="9525" cap="flat" cmpd="sng" algn="ctr">
                      <a:solidFill>
                        <a:srgbClr val="D3DED8"/>
                      </a:solidFill>
                      <a:prstDash val="solid"/>
                      <a:round/>
                      <a:headEnd type="none" w="med" len="med"/>
                      <a:tailEnd type="none" w="med" len="med"/>
                    </a:lnL>
                    <a:lnR w="9525" cap="flat" cmpd="sng" algn="ctr">
                      <a:solidFill>
                        <a:srgbClr val="D3DED8"/>
                      </a:solidFill>
                      <a:prstDash val="solid"/>
                      <a:round/>
                      <a:headEnd type="none" w="med" len="med"/>
                      <a:tailEnd type="none" w="med" len="med"/>
                    </a:lnR>
                    <a:lnT w="9525" cap="flat" cmpd="sng" algn="ctr">
                      <a:solidFill>
                        <a:srgbClr val="D3DED8"/>
                      </a:solidFill>
                      <a:prstDash val="solid"/>
                      <a:round/>
                      <a:headEnd type="none" w="med" len="med"/>
                      <a:tailEnd type="none" w="med" len="med"/>
                    </a:lnT>
                    <a:lnB w="9525" cap="flat" cmpd="sng" algn="ctr">
                      <a:solidFill>
                        <a:srgbClr val="D3DED8"/>
                      </a:solidFill>
                      <a:prstDash val="solid"/>
                      <a:round/>
                      <a:headEnd type="none" w="med" len="med"/>
                      <a:tailEnd type="none" w="med" len="med"/>
                    </a:lnB>
                    <a:noFill/>
                  </a:tcPr>
                </a:tc>
                <a:tc>
                  <a:txBody>
                    <a:bodyPr/>
                    <a:lstStyle/>
                    <a:p>
                      <a:pPr marL="0" indent="0">
                        <a:buNone/>
                      </a:pPr>
                      <a:r>
                        <a:rPr lang="en-US" sz="900" dirty="0">
                          <a:solidFill>
                            <a:srgbClr val="222B26"/>
                          </a:solidFill>
                          <a:latin typeface="Calibri" pitchFamily="34" charset="0"/>
                          <a:ea typeface="Calibri" pitchFamily="34" charset="-122"/>
                          <a:cs typeface="Calibri" pitchFamily="34" charset="-120"/>
                        </a:rPr>
                        <a:t>ASHA and ANM operable at the doorstep; result delivered to the woman at the end of the scan, in under five to seven minutes.</a:t>
                      </a:r>
                      <a:endParaRPr lang="en-US" sz="900" dirty="0">
                        <a:latin typeface="Calibri" charset="0"/>
                        <a:ea typeface="Calibri" charset="0"/>
                        <a:cs typeface="Calibri" charset="0"/>
                      </a:endParaRPr>
                    </a:p>
                  </a:txBody>
                  <a:tcPr marL="63500" marR="63500" marT="63500" marB="63500" anchor="ctr">
                    <a:lnL w="9525" cap="flat" cmpd="sng" algn="ctr">
                      <a:solidFill>
                        <a:srgbClr val="D3DED8"/>
                      </a:solidFill>
                      <a:prstDash val="solid"/>
                      <a:round/>
                      <a:headEnd type="none" w="med" len="med"/>
                      <a:tailEnd type="none" w="med" len="med"/>
                    </a:lnL>
                    <a:lnR w="9525" cap="flat" cmpd="sng" algn="ctr">
                      <a:solidFill>
                        <a:srgbClr val="D3DED8"/>
                      </a:solidFill>
                      <a:prstDash val="solid"/>
                      <a:round/>
                      <a:headEnd type="none" w="med" len="med"/>
                      <a:tailEnd type="none" w="med" len="med"/>
                    </a:lnR>
                    <a:lnT w="9525" cap="flat" cmpd="sng" algn="ctr">
                      <a:solidFill>
                        <a:srgbClr val="D3DED8"/>
                      </a:solidFill>
                      <a:prstDash val="solid"/>
                      <a:round/>
                      <a:headEnd type="none" w="med" len="med"/>
                      <a:tailEnd type="none" w="med" len="med"/>
                    </a:lnT>
                    <a:lnB w="9525" cap="flat" cmpd="sng" algn="ctr">
                      <a:solidFill>
                        <a:srgbClr val="D3DED8"/>
                      </a:solidFill>
                      <a:prstDash val="solid"/>
                      <a:round/>
                      <a:headEnd type="none" w="med" len="med"/>
                      <a:tailEnd type="none" w="med" len="med"/>
                    </a:lnB>
                    <a:noFill/>
                  </a:tcPr>
                </a:tc>
                <a:tc>
                  <a:txBody>
                    <a:bodyPr/>
                    <a:lstStyle/>
                    <a:p>
                      <a:pPr marL="0" indent="0">
                        <a:buNone/>
                      </a:pPr>
                      <a:r>
                        <a:rPr lang="en-US" sz="900" dirty="0">
                          <a:solidFill>
                            <a:srgbClr val="222B26"/>
                          </a:solidFill>
                          <a:latin typeface="Calibri" pitchFamily="34" charset="0"/>
                          <a:ea typeface="Calibri" pitchFamily="34" charset="-122"/>
                          <a:cs typeface="Calibri" pitchFamily="34" charset="-120"/>
                        </a:rPr>
                        <a:t>Radiographer plus reporting radiologist. India has roughly one radiologist per 100,000 people - this is the binding constraint.</a:t>
                      </a:r>
                      <a:endParaRPr lang="en-US" sz="900" dirty="0">
                        <a:latin typeface="Calibri" charset="0"/>
                        <a:ea typeface="Calibri" charset="0"/>
                        <a:cs typeface="Calibri" charset="0"/>
                      </a:endParaRPr>
                    </a:p>
                  </a:txBody>
                  <a:tcPr marL="63500" marR="63500" marT="63500" marB="63500" anchor="ctr">
                    <a:lnL w="9525" cap="flat" cmpd="sng" algn="ctr">
                      <a:solidFill>
                        <a:srgbClr val="D3DED8"/>
                      </a:solidFill>
                      <a:prstDash val="solid"/>
                      <a:round/>
                      <a:headEnd type="none" w="med" len="med"/>
                      <a:tailEnd type="none" w="med" len="med"/>
                    </a:lnL>
                    <a:lnR w="9525" cap="flat" cmpd="sng" algn="ctr">
                      <a:solidFill>
                        <a:srgbClr val="D3DED8"/>
                      </a:solidFill>
                      <a:prstDash val="solid"/>
                      <a:round/>
                      <a:headEnd type="none" w="med" len="med"/>
                      <a:tailEnd type="none" w="med" len="med"/>
                    </a:lnR>
                    <a:lnT w="9525" cap="flat" cmpd="sng" algn="ctr">
                      <a:solidFill>
                        <a:srgbClr val="D3DED8"/>
                      </a:solidFill>
                      <a:prstDash val="solid"/>
                      <a:round/>
                      <a:headEnd type="none" w="med" len="med"/>
                      <a:tailEnd type="none" w="med" len="med"/>
                    </a:lnT>
                    <a:lnB w="9525" cap="flat" cmpd="sng" algn="ctr">
                      <a:solidFill>
                        <a:srgbClr val="D3DED8"/>
                      </a:solidFill>
                      <a:prstDash val="solid"/>
                      <a:round/>
                      <a:headEnd type="none" w="med" len="med"/>
                      <a:tailEnd type="none" w="med" len="med"/>
                    </a:lnB>
                    <a:noFill/>
                  </a:tcPr>
                </a:tc>
                <a:extLst>
                  <a:ext uri="{0D108BD9-81ED-4DB2-BD59-A6C34878D82A}">
                    <a16:rowId xmlns:a16="http://schemas.microsoft.com/office/drawing/2014/main" val="10004"/>
                  </a:ext>
                </a:extLst>
              </a:tr>
              <a:tr h="460459">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Role in the pathway</a:t>
                      </a:r>
                      <a:endParaRPr lang="en-US" sz="1000" dirty="0">
                        <a:latin typeface="Calibri" charset="0"/>
                        <a:ea typeface="Calibri" charset="0"/>
                        <a:cs typeface="Calibri" charset="0"/>
                      </a:endParaRPr>
                    </a:p>
                  </a:txBody>
                  <a:tcPr marL="63500" marR="63500" marT="63500" marB="63500" anchor="ctr">
                    <a:lnL w="9525" cap="flat" cmpd="sng" algn="ctr">
                      <a:solidFill>
                        <a:srgbClr val="D3DED8"/>
                      </a:solidFill>
                      <a:prstDash val="solid"/>
                      <a:round/>
                      <a:headEnd type="none" w="med" len="med"/>
                      <a:tailEnd type="none" w="med" len="med"/>
                    </a:lnL>
                    <a:lnR w="9525" cap="flat" cmpd="sng" algn="ctr">
                      <a:solidFill>
                        <a:srgbClr val="D3DED8"/>
                      </a:solidFill>
                      <a:prstDash val="solid"/>
                      <a:round/>
                      <a:headEnd type="none" w="med" len="med"/>
                      <a:tailEnd type="none" w="med" len="med"/>
                    </a:lnR>
                    <a:lnT w="9525" cap="flat" cmpd="sng" algn="ctr">
                      <a:solidFill>
                        <a:srgbClr val="D3DED8"/>
                      </a:solidFill>
                      <a:prstDash val="solid"/>
                      <a:round/>
                      <a:headEnd type="none" w="med" len="med"/>
                      <a:tailEnd type="none" w="med" len="med"/>
                    </a:lnT>
                    <a:lnB w="9525" cap="flat" cmpd="sng" algn="ctr">
                      <a:solidFill>
                        <a:srgbClr val="D3DED8"/>
                      </a:solidFill>
                      <a:prstDash val="solid"/>
                      <a:round/>
                      <a:headEnd type="none" w="med" len="med"/>
                      <a:tailEnd type="none" w="med" len="med"/>
                    </a:lnB>
                    <a:solidFill>
                      <a:schemeClr val="accent6"/>
                    </a:solidFill>
                  </a:tcPr>
                </a:tc>
                <a:tc>
                  <a:txBody>
                    <a:bodyPr/>
                    <a:lstStyle/>
                    <a:p>
                      <a:pPr marL="0" indent="0">
                        <a:buNone/>
                      </a:pPr>
                      <a:r>
                        <a:rPr lang="en-US" sz="900" dirty="0">
                          <a:solidFill>
                            <a:srgbClr val="222B26"/>
                          </a:solidFill>
                          <a:latin typeface="Calibri" pitchFamily="34" charset="0"/>
                          <a:ea typeface="Calibri" pitchFamily="34" charset="-122"/>
                          <a:cs typeface="Calibri" pitchFamily="34" charset="-120"/>
                        </a:rPr>
                        <a:t>As the vendor describes it, a biopsy-decision aid: it sharpens which BI-RADS 3 lesions need excision. Genuinely useful - but that is a tertiary-care tool, not a district screening layer.</a:t>
                      </a:r>
                      <a:endParaRPr lang="en-US" sz="900" dirty="0">
                        <a:latin typeface="Calibri" charset="0"/>
                        <a:ea typeface="Calibri" charset="0"/>
                        <a:cs typeface="Calibri" charset="0"/>
                      </a:endParaRPr>
                    </a:p>
                  </a:txBody>
                  <a:tcPr marL="63500" marR="63500" marT="63500" marB="63500" anchor="ctr">
                    <a:lnL w="9525" cap="flat" cmpd="sng" algn="ctr">
                      <a:solidFill>
                        <a:srgbClr val="D3DED8"/>
                      </a:solidFill>
                      <a:prstDash val="solid"/>
                      <a:round/>
                      <a:headEnd type="none" w="med" len="med"/>
                      <a:tailEnd type="none" w="med" len="med"/>
                    </a:lnL>
                    <a:lnR w="9525" cap="flat" cmpd="sng" algn="ctr">
                      <a:solidFill>
                        <a:srgbClr val="D3DED8"/>
                      </a:solidFill>
                      <a:prstDash val="solid"/>
                      <a:round/>
                      <a:headEnd type="none" w="med" len="med"/>
                      <a:tailEnd type="none" w="med" len="med"/>
                    </a:lnR>
                    <a:lnT w="9525" cap="flat" cmpd="sng" algn="ctr">
                      <a:solidFill>
                        <a:srgbClr val="D3DED8"/>
                      </a:solidFill>
                      <a:prstDash val="solid"/>
                      <a:round/>
                      <a:headEnd type="none" w="med" len="med"/>
                      <a:tailEnd type="none" w="med" len="med"/>
                    </a:lnT>
                    <a:lnB w="9525" cap="flat" cmpd="sng" algn="ctr">
                      <a:solidFill>
                        <a:srgbClr val="D3DED8"/>
                      </a:solidFill>
                      <a:prstDash val="solid"/>
                      <a:round/>
                      <a:headEnd type="none" w="med" len="med"/>
                      <a:tailEnd type="none" w="med" len="med"/>
                    </a:lnB>
                    <a:noFill/>
                  </a:tcPr>
                </a:tc>
                <a:tc>
                  <a:txBody>
                    <a:bodyPr/>
                    <a:lstStyle/>
                    <a:p>
                      <a:pPr marL="0" indent="0">
                        <a:buNone/>
                      </a:pPr>
                      <a:r>
                        <a:rPr lang="en-US" sz="900" dirty="0">
                          <a:solidFill>
                            <a:srgbClr val="222B26"/>
                          </a:solidFill>
                          <a:latin typeface="Calibri" pitchFamily="34" charset="0"/>
                          <a:ea typeface="Calibri" pitchFamily="34" charset="-122"/>
                          <a:cs typeface="Calibri" pitchFamily="34" charset="-120"/>
                        </a:rPr>
                        <a:t>Population triage; positives referred onward for mammography, ultrasound or MRI.</a:t>
                      </a:r>
                      <a:endParaRPr lang="en-US" sz="900" dirty="0">
                        <a:latin typeface="Calibri" charset="0"/>
                        <a:ea typeface="Calibri" charset="0"/>
                        <a:cs typeface="Calibri" charset="0"/>
                      </a:endParaRPr>
                    </a:p>
                  </a:txBody>
                  <a:tcPr marL="63500" marR="63500" marT="63500" marB="63500" anchor="ctr">
                    <a:lnL w="9525" cap="flat" cmpd="sng" algn="ctr">
                      <a:solidFill>
                        <a:srgbClr val="D3DED8"/>
                      </a:solidFill>
                      <a:prstDash val="solid"/>
                      <a:round/>
                      <a:headEnd type="none" w="med" len="med"/>
                      <a:tailEnd type="none" w="med" len="med"/>
                    </a:lnL>
                    <a:lnR w="9525" cap="flat" cmpd="sng" algn="ctr">
                      <a:solidFill>
                        <a:srgbClr val="D3DED8"/>
                      </a:solidFill>
                      <a:prstDash val="solid"/>
                      <a:round/>
                      <a:headEnd type="none" w="med" len="med"/>
                      <a:tailEnd type="none" w="med" len="med"/>
                    </a:lnR>
                    <a:lnT w="9525" cap="flat" cmpd="sng" algn="ctr">
                      <a:solidFill>
                        <a:srgbClr val="D3DED8"/>
                      </a:solidFill>
                      <a:prstDash val="solid"/>
                      <a:round/>
                      <a:headEnd type="none" w="med" len="med"/>
                      <a:tailEnd type="none" w="med" len="med"/>
                    </a:lnT>
                    <a:lnB w="9525" cap="flat" cmpd="sng" algn="ctr">
                      <a:solidFill>
                        <a:srgbClr val="D3DED8"/>
                      </a:solidFill>
                      <a:prstDash val="solid"/>
                      <a:round/>
                      <a:headEnd type="none" w="med" len="med"/>
                      <a:tailEnd type="none" w="med" len="med"/>
                    </a:lnB>
                    <a:noFill/>
                  </a:tcPr>
                </a:tc>
                <a:tc>
                  <a:txBody>
                    <a:bodyPr/>
                    <a:lstStyle/>
                    <a:p>
                      <a:pPr marL="0" indent="0">
                        <a:buNone/>
                      </a:pPr>
                      <a:r>
                        <a:rPr lang="en-US" sz="900" dirty="0">
                          <a:solidFill>
                            <a:srgbClr val="222B26"/>
                          </a:solidFill>
                          <a:latin typeface="Calibri" pitchFamily="34" charset="0"/>
                          <a:ea typeface="Calibri" pitchFamily="34" charset="-122"/>
                          <a:cs typeface="Calibri" pitchFamily="34" charset="-120"/>
                        </a:rPr>
                        <a:t>Population triage under NP-NCD, standing in for clinical breast examination.</a:t>
                      </a:r>
                      <a:endParaRPr lang="en-US" sz="900" dirty="0">
                        <a:latin typeface="Calibri" charset="0"/>
                        <a:ea typeface="Calibri" charset="0"/>
                        <a:cs typeface="Calibri" charset="0"/>
                      </a:endParaRPr>
                    </a:p>
                  </a:txBody>
                  <a:tcPr marL="63500" marR="63500" marT="63500" marB="63500" anchor="ctr">
                    <a:lnL w="9525" cap="flat" cmpd="sng" algn="ctr">
                      <a:solidFill>
                        <a:srgbClr val="D3DED8"/>
                      </a:solidFill>
                      <a:prstDash val="solid"/>
                      <a:round/>
                      <a:headEnd type="none" w="med" len="med"/>
                      <a:tailEnd type="none" w="med" len="med"/>
                    </a:lnL>
                    <a:lnR w="9525" cap="flat" cmpd="sng" algn="ctr">
                      <a:solidFill>
                        <a:srgbClr val="D3DED8"/>
                      </a:solidFill>
                      <a:prstDash val="solid"/>
                      <a:round/>
                      <a:headEnd type="none" w="med" len="med"/>
                      <a:tailEnd type="none" w="med" len="med"/>
                    </a:lnR>
                    <a:lnT w="9525" cap="flat" cmpd="sng" algn="ctr">
                      <a:solidFill>
                        <a:srgbClr val="D3DED8"/>
                      </a:solidFill>
                      <a:prstDash val="solid"/>
                      <a:round/>
                      <a:headEnd type="none" w="med" len="med"/>
                      <a:tailEnd type="none" w="med" len="med"/>
                    </a:lnT>
                    <a:lnB w="9525" cap="flat" cmpd="sng" algn="ctr">
                      <a:solidFill>
                        <a:srgbClr val="D3DED8"/>
                      </a:solidFill>
                      <a:prstDash val="solid"/>
                      <a:round/>
                      <a:headEnd type="none" w="med" len="med"/>
                      <a:tailEnd type="none" w="med" len="med"/>
                    </a:lnB>
                    <a:noFill/>
                  </a:tcPr>
                </a:tc>
                <a:tc>
                  <a:txBody>
                    <a:bodyPr/>
                    <a:lstStyle/>
                    <a:p>
                      <a:pPr marL="0" indent="0">
                        <a:buNone/>
                      </a:pPr>
                      <a:r>
                        <a:rPr lang="en-US" sz="900" dirty="0">
                          <a:solidFill>
                            <a:srgbClr val="222B26"/>
                          </a:solidFill>
                          <a:latin typeface="Calibri" pitchFamily="34" charset="0"/>
                          <a:ea typeface="Calibri" pitchFamily="34" charset="-122"/>
                          <a:cs typeface="Calibri" pitchFamily="34" charset="-120"/>
                        </a:rPr>
                        <a:t>Confirmatory diagnosis. India's NP-NCD uses clinical breast examination, not mammography, for population screening.</a:t>
                      </a:r>
                      <a:endParaRPr lang="en-US" sz="900" dirty="0">
                        <a:latin typeface="Calibri" charset="0"/>
                        <a:ea typeface="Calibri" charset="0"/>
                        <a:cs typeface="Calibri" charset="0"/>
                      </a:endParaRPr>
                    </a:p>
                  </a:txBody>
                  <a:tcPr marL="63500" marR="63500" marT="63500" marB="63500" anchor="ctr">
                    <a:lnL w="9525" cap="flat" cmpd="sng" algn="ctr">
                      <a:solidFill>
                        <a:srgbClr val="D3DED8"/>
                      </a:solidFill>
                      <a:prstDash val="solid"/>
                      <a:round/>
                      <a:headEnd type="none" w="med" len="med"/>
                      <a:tailEnd type="none" w="med" len="med"/>
                    </a:lnL>
                    <a:lnR w="9525" cap="flat" cmpd="sng" algn="ctr">
                      <a:solidFill>
                        <a:srgbClr val="D3DED8"/>
                      </a:solidFill>
                      <a:prstDash val="solid"/>
                      <a:round/>
                      <a:headEnd type="none" w="med" len="med"/>
                      <a:tailEnd type="none" w="med" len="med"/>
                    </a:lnR>
                    <a:lnT w="9525" cap="flat" cmpd="sng" algn="ctr">
                      <a:solidFill>
                        <a:srgbClr val="D3DED8"/>
                      </a:solidFill>
                      <a:prstDash val="solid"/>
                      <a:round/>
                      <a:headEnd type="none" w="med" len="med"/>
                      <a:tailEnd type="none" w="med" len="med"/>
                    </a:lnT>
                    <a:lnB w="9525" cap="flat" cmpd="sng" algn="ctr">
                      <a:solidFill>
                        <a:srgbClr val="D3DED8"/>
                      </a:solidFill>
                      <a:prstDash val="solid"/>
                      <a:round/>
                      <a:headEnd type="none" w="med" len="med"/>
                      <a:tailEnd type="none" w="med" len="med"/>
                    </a:lnB>
                    <a:noFill/>
                  </a:tcPr>
                </a:tc>
                <a:extLst>
                  <a:ext uri="{0D108BD9-81ED-4DB2-BD59-A6C34878D82A}">
                    <a16:rowId xmlns:a16="http://schemas.microsoft.com/office/drawing/2014/main" val="10005"/>
                  </a:ext>
                </a:extLst>
              </a:tr>
              <a:tr h="460459">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India deployment record</a:t>
                      </a:r>
                      <a:endParaRPr lang="en-US" sz="1000" dirty="0">
                        <a:latin typeface="Calibri" charset="0"/>
                        <a:ea typeface="Calibri" charset="0"/>
                        <a:cs typeface="Calibri" charset="0"/>
                      </a:endParaRPr>
                    </a:p>
                  </a:txBody>
                  <a:tcPr marL="63500" marR="63500" marT="63500" marB="63500" anchor="ctr">
                    <a:lnL w="9525" cap="flat" cmpd="sng" algn="ctr">
                      <a:solidFill>
                        <a:srgbClr val="D3DED8"/>
                      </a:solidFill>
                      <a:prstDash val="solid"/>
                      <a:round/>
                      <a:headEnd type="none" w="med" len="med"/>
                      <a:tailEnd type="none" w="med" len="med"/>
                    </a:lnL>
                    <a:lnR w="9525" cap="flat" cmpd="sng" algn="ctr">
                      <a:solidFill>
                        <a:srgbClr val="D3DED8"/>
                      </a:solidFill>
                      <a:prstDash val="solid"/>
                      <a:round/>
                      <a:headEnd type="none" w="med" len="med"/>
                      <a:tailEnd type="none" w="med" len="med"/>
                    </a:lnR>
                    <a:lnT w="9525" cap="flat" cmpd="sng" algn="ctr">
                      <a:solidFill>
                        <a:srgbClr val="D3DED8"/>
                      </a:solidFill>
                      <a:prstDash val="solid"/>
                      <a:round/>
                      <a:headEnd type="none" w="med" len="med"/>
                      <a:tailEnd type="none" w="med" len="med"/>
                    </a:lnT>
                    <a:lnB w="9525" cap="flat" cmpd="sng" algn="ctr">
                      <a:solidFill>
                        <a:srgbClr val="D3DED8"/>
                      </a:solidFill>
                      <a:prstDash val="solid"/>
                      <a:round/>
                      <a:headEnd type="none" w="med" len="med"/>
                      <a:tailEnd type="none" w="med" len="med"/>
                    </a:lnB>
                    <a:solidFill>
                      <a:schemeClr val="accent6"/>
                    </a:solidFill>
                  </a:tcPr>
                </a:tc>
                <a:tc>
                  <a:txBody>
                    <a:bodyPr/>
                    <a:lstStyle/>
                    <a:p>
                      <a:pPr marL="0" indent="0">
                        <a:buNone/>
                      </a:pPr>
                      <a:r>
                        <a:rPr lang="en-US" sz="900" dirty="0">
                          <a:solidFill>
                            <a:srgbClr val="222B26"/>
                          </a:solidFill>
                          <a:latin typeface="Calibri" pitchFamily="34" charset="0"/>
                          <a:ea typeface="Calibri" pitchFamily="34" charset="-122"/>
                          <a:cs typeface="Calibri" pitchFamily="34" charset="-120"/>
                        </a:rPr>
                        <a:t>No State-scale deployment cited anywhere.</a:t>
                      </a:r>
                      <a:endParaRPr lang="en-US" sz="900" dirty="0">
                        <a:latin typeface="Calibri" charset="0"/>
                        <a:ea typeface="Calibri" charset="0"/>
                        <a:cs typeface="Calibri" charset="0"/>
                      </a:endParaRPr>
                    </a:p>
                  </a:txBody>
                  <a:tcPr marL="63500" marR="63500" marT="63500" marB="63500" anchor="ctr">
                    <a:lnL w="9525" cap="flat" cmpd="sng" algn="ctr">
                      <a:solidFill>
                        <a:srgbClr val="D3DED8"/>
                      </a:solidFill>
                      <a:prstDash val="solid"/>
                      <a:round/>
                      <a:headEnd type="none" w="med" len="med"/>
                      <a:tailEnd type="none" w="med" len="med"/>
                    </a:lnL>
                    <a:lnR w="9525" cap="flat" cmpd="sng" algn="ctr">
                      <a:solidFill>
                        <a:srgbClr val="D3DED8"/>
                      </a:solidFill>
                      <a:prstDash val="solid"/>
                      <a:round/>
                      <a:headEnd type="none" w="med" len="med"/>
                      <a:tailEnd type="none" w="med" len="med"/>
                    </a:lnR>
                    <a:lnT w="9525" cap="flat" cmpd="sng" algn="ctr">
                      <a:solidFill>
                        <a:srgbClr val="D3DED8"/>
                      </a:solidFill>
                      <a:prstDash val="solid"/>
                      <a:round/>
                      <a:headEnd type="none" w="med" len="med"/>
                      <a:tailEnd type="none" w="med" len="med"/>
                    </a:lnT>
                    <a:lnB w="9525" cap="flat" cmpd="sng" algn="ctr">
                      <a:solidFill>
                        <a:srgbClr val="D3DED8"/>
                      </a:solidFill>
                      <a:prstDash val="solid"/>
                      <a:round/>
                      <a:headEnd type="none" w="med" len="med"/>
                      <a:tailEnd type="none" w="med" len="med"/>
                    </a:lnB>
                    <a:noFill/>
                  </a:tcPr>
                </a:tc>
                <a:tc>
                  <a:txBody>
                    <a:bodyPr/>
                    <a:lstStyle/>
                    <a:p>
                      <a:pPr marL="0" indent="0">
                        <a:buNone/>
                      </a:pPr>
                      <a:r>
                        <a:rPr lang="en-US" sz="900" dirty="0">
                          <a:solidFill>
                            <a:srgbClr val="222B26"/>
                          </a:solidFill>
                          <a:latin typeface="Calibri" pitchFamily="34" charset="0"/>
                          <a:ea typeface="Calibri" pitchFamily="34" charset="-122"/>
                          <a:cs typeface="Calibri" pitchFamily="34" charset="-120"/>
                        </a:rPr>
                        <a:t>Cleared in India, EU, UAE and Kenya (not US FDA for Thermalytix). ~15,069 women screened in a Punjab State programme; 100,000+ screened overall.</a:t>
                      </a:r>
                      <a:endParaRPr lang="en-US" sz="900" dirty="0">
                        <a:latin typeface="Calibri" charset="0"/>
                        <a:ea typeface="Calibri" charset="0"/>
                        <a:cs typeface="Calibri" charset="0"/>
                      </a:endParaRPr>
                    </a:p>
                  </a:txBody>
                  <a:tcPr marL="63500" marR="63500" marT="63500" marB="63500" anchor="ctr">
                    <a:lnL w="9525" cap="flat" cmpd="sng" algn="ctr">
                      <a:solidFill>
                        <a:srgbClr val="D3DED8"/>
                      </a:solidFill>
                      <a:prstDash val="solid"/>
                      <a:round/>
                      <a:headEnd type="none" w="med" len="med"/>
                      <a:tailEnd type="none" w="med" len="med"/>
                    </a:lnL>
                    <a:lnR w="9525" cap="flat" cmpd="sng" algn="ctr">
                      <a:solidFill>
                        <a:srgbClr val="D3DED8"/>
                      </a:solidFill>
                      <a:prstDash val="solid"/>
                      <a:round/>
                      <a:headEnd type="none" w="med" len="med"/>
                      <a:tailEnd type="none" w="med" len="med"/>
                    </a:lnR>
                    <a:lnT w="9525" cap="flat" cmpd="sng" algn="ctr">
                      <a:solidFill>
                        <a:srgbClr val="D3DED8"/>
                      </a:solidFill>
                      <a:prstDash val="solid"/>
                      <a:round/>
                      <a:headEnd type="none" w="med" len="med"/>
                      <a:tailEnd type="none" w="med" len="med"/>
                    </a:lnT>
                    <a:lnB w="9525" cap="flat" cmpd="sng" algn="ctr">
                      <a:solidFill>
                        <a:srgbClr val="D3DED8"/>
                      </a:solidFill>
                      <a:prstDash val="solid"/>
                      <a:round/>
                      <a:headEnd type="none" w="med" len="med"/>
                      <a:tailEnd type="none" w="med" len="med"/>
                    </a:lnB>
                    <a:noFill/>
                  </a:tcPr>
                </a:tc>
                <a:tc>
                  <a:txBody>
                    <a:bodyPr/>
                    <a:lstStyle/>
                    <a:p>
                      <a:pPr marL="0" indent="0">
                        <a:buNone/>
                      </a:pPr>
                      <a:r>
                        <a:rPr lang="en-US" sz="900" dirty="0">
                          <a:solidFill>
                            <a:srgbClr val="222B26"/>
                          </a:solidFill>
                          <a:latin typeface="Calibri" pitchFamily="34" charset="0"/>
                          <a:ea typeface="Calibri" pitchFamily="34" charset="-122"/>
                          <a:cs typeface="Calibri" pitchFamily="34" charset="-120"/>
                        </a:rPr>
                        <a:t>US FDA cleared and made in India. Over 25 lakh scans since 2016, across Maharashtra government hospitals and the Goa State programme.</a:t>
                      </a:r>
                      <a:endParaRPr lang="en-US" sz="900" dirty="0">
                        <a:latin typeface="Calibri" charset="0"/>
                        <a:ea typeface="Calibri" charset="0"/>
                        <a:cs typeface="Calibri" charset="0"/>
                      </a:endParaRPr>
                    </a:p>
                  </a:txBody>
                  <a:tcPr marL="63500" marR="63500" marT="63500" marB="63500" anchor="ctr">
                    <a:lnL w="9525" cap="flat" cmpd="sng" algn="ctr">
                      <a:solidFill>
                        <a:srgbClr val="D3DED8"/>
                      </a:solidFill>
                      <a:prstDash val="solid"/>
                      <a:round/>
                      <a:headEnd type="none" w="med" len="med"/>
                      <a:tailEnd type="none" w="med" len="med"/>
                    </a:lnL>
                    <a:lnR w="9525" cap="flat" cmpd="sng" algn="ctr">
                      <a:solidFill>
                        <a:srgbClr val="D3DED8"/>
                      </a:solidFill>
                      <a:prstDash val="solid"/>
                      <a:round/>
                      <a:headEnd type="none" w="med" len="med"/>
                      <a:tailEnd type="none" w="med" len="med"/>
                    </a:lnR>
                    <a:lnT w="9525" cap="flat" cmpd="sng" algn="ctr">
                      <a:solidFill>
                        <a:srgbClr val="D3DED8"/>
                      </a:solidFill>
                      <a:prstDash val="solid"/>
                      <a:round/>
                      <a:headEnd type="none" w="med" len="med"/>
                      <a:tailEnd type="none" w="med" len="med"/>
                    </a:lnT>
                    <a:lnB w="9525" cap="flat" cmpd="sng" algn="ctr">
                      <a:solidFill>
                        <a:srgbClr val="D3DED8"/>
                      </a:solidFill>
                      <a:prstDash val="solid"/>
                      <a:round/>
                      <a:headEnd type="none" w="med" len="med"/>
                      <a:tailEnd type="none" w="med" len="med"/>
                    </a:lnB>
                    <a:noFill/>
                  </a:tcPr>
                </a:tc>
                <a:tc>
                  <a:txBody>
                    <a:bodyPr/>
                    <a:lstStyle/>
                    <a:p>
                      <a:pPr marL="0" indent="0">
                        <a:buNone/>
                      </a:pPr>
                      <a:r>
                        <a:rPr lang="en-US" sz="900" dirty="0">
                          <a:solidFill>
                            <a:srgbClr val="222B26"/>
                          </a:solidFill>
                          <a:latin typeface="Calibri" pitchFamily="34" charset="0"/>
                          <a:ea typeface="Calibri" pitchFamily="34" charset="-122"/>
                          <a:cs typeface="Calibri" pitchFamily="34" charset="-120"/>
                        </a:rPr>
                        <a:t>Universally available in tertiary centres; capex-heavy and fixed-site, which is why coverage stays under 2% of eligible women.</a:t>
                      </a:r>
                      <a:endParaRPr lang="en-US" sz="900" dirty="0">
                        <a:latin typeface="Calibri" charset="0"/>
                        <a:ea typeface="Calibri" charset="0"/>
                        <a:cs typeface="Calibri" charset="0"/>
                      </a:endParaRPr>
                    </a:p>
                  </a:txBody>
                  <a:tcPr marL="63500" marR="63500" marT="63500" marB="63500" anchor="ctr">
                    <a:lnL w="9525" cap="flat" cmpd="sng" algn="ctr">
                      <a:solidFill>
                        <a:srgbClr val="D3DED8"/>
                      </a:solidFill>
                      <a:prstDash val="solid"/>
                      <a:round/>
                      <a:headEnd type="none" w="med" len="med"/>
                      <a:tailEnd type="none" w="med" len="med"/>
                    </a:lnL>
                    <a:lnR w="9525" cap="flat" cmpd="sng" algn="ctr">
                      <a:solidFill>
                        <a:srgbClr val="D3DED8"/>
                      </a:solidFill>
                      <a:prstDash val="solid"/>
                      <a:round/>
                      <a:headEnd type="none" w="med" len="med"/>
                      <a:tailEnd type="none" w="med" len="med"/>
                    </a:lnR>
                    <a:lnT w="9525" cap="flat" cmpd="sng" algn="ctr">
                      <a:solidFill>
                        <a:srgbClr val="D3DED8"/>
                      </a:solidFill>
                      <a:prstDash val="solid"/>
                      <a:round/>
                      <a:headEnd type="none" w="med" len="med"/>
                      <a:tailEnd type="none" w="med" len="med"/>
                    </a:lnT>
                    <a:lnB w="9525" cap="flat" cmpd="sng" algn="ctr">
                      <a:solidFill>
                        <a:srgbClr val="D3DED8"/>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sp>
        <p:nvSpPr>
          <p:cNvPr id="5" name="Shape 2"/>
          <p:cNvSpPr/>
          <p:nvPr/>
        </p:nvSpPr>
        <p:spPr>
          <a:xfrm>
            <a:off x="502920" y="5961729"/>
            <a:ext cx="11155680" cy="512064"/>
          </a:xfrm>
          <a:prstGeom prst="rect">
            <a:avLst/>
          </a:prstGeom>
          <a:solidFill>
            <a:schemeClr val="accent6">
              <a:lumMod val="20000"/>
              <a:lumOff val="80000"/>
            </a:schemeClr>
          </a:solidFill>
          <a:ln w="12700">
            <a:noFill/>
            <a:prstDash val="solid"/>
          </a:ln>
        </p:spPr>
        <p:txBody>
          <a:bodyPr/>
          <a:lstStyle/>
          <a:p>
            <a:endParaRPr lang="en-IN"/>
          </a:p>
        </p:txBody>
      </p:sp>
      <p:sp>
        <p:nvSpPr>
          <p:cNvPr id="6" name="Text 3"/>
          <p:cNvSpPr/>
          <p:nvPr/>
        </p:nvSpPr>
        <p:spPr>
          <a:xfrm>
            <a:off x="640080" y="6019833"/>
            <a:ext cx="10881360" cy="475488"/>
          </a:xfrm>
          <a:prstGeom prst="rect">
            <a:avLst/>
          </a:prstGeom>
          <a:noFill/>
          <a:ln/>
        </p:spPr>
        <p:txBody>
          <a:bodyPr wrap="square" lIns="0" tIns="0" rIns="0" bIns="0" rtlCol="0" anchor="ctr"/>
          <a:lstStyle/>
          <a:p>
            <a:pPr marL="0" indent="0">
              <a:buNone/>
            </a:pPr>
            <a:r>
              <a:rPr lang="en-US" sz="1050" b="1" dirty="0">
                <a:latin typeface="Calibri" pitchFamily="34" charset="0"/>
                <a:ea typeface="Calibri" pitchFamily="34" charset="-122"/>
                <a:cs typeface="Calibri" pitchFamily="34" charset="-120"/>
              </a:rPr>
              <a:t>SETTLE THIS BEFORE ANY PILOT   </a:t>
            </a:r>
            <a:r>
              <a:rPr lang="en-US" sz="950" dirty="0">
                <a:latin typeface="Calibri" pitchFamily="34" charset="0"/>
                <a:ea typeface="Calibri" pitchFamily="34" charset="-122"/>
                <a:cs typeface="Calibri" pitchFamily="34" charset="-120"/>
              </a:rPr>
              <a:t>Coosa's product page and this letter describe two different devices - an ultrasound-guided biopsy probe versus an ANM-operated surface screener. Ask for the 138-mass study, the CDSCO licence copy, and named investigators at AIIMS and NCI Jhajjar. Then benchmark against iBreastExam and Thermalytix, both of which already carry State-scale Indian deployments and external peer-reviewed evidence that BIRADx does not yet have in the public record.</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A04AE-0107-3692-8CB0-C7746D978D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F40B24-5739-3343-A9E5-C26335D68657}"/>
              </a:ext>
            </a:extLst>
          </p:cNvPr>
          <p:cNvSpPr txBox="1">
            <a:spLocks/>
          </p:cNvSpPr>
          <p:nvPr/>
        </p:nvSpPr>
        <p:spPr>
          <a:xfrm>
            <a:off x="473642" y="257967"/>
            <a:ext cx="11120259" cy="594360"/>
          </a:xfrm>
          <a:prstGeom prst="rect">
            <a:avLst/>
          </a:prstGeom>
        </p:spPr>
        <p:txBody>
          <a:bodyPr vert="horz" lIns="0" tIns="45720" rIns="0" bIns="0" rtlCol="0" anchor="b" anchorCtr="0">
            <a:noAutofit/>
          </a:bodyPr>
          <a:lstStyle>
            <a:lvl1pPr algn="l" defTabSz="914400" rtl="0" eaLnBrk="1" latinLnBrk="0" hangingPunct="1">
              <a:lnSpc>
                <a:spcPct val="80000"/>
              </a:lnSpc>
              <a:spcBef>
                <a:spcPct val="0"/>
              </a:spcBef>
              <a:buNone/>
              <a:defRPr lang="en-US" sz="3600" b="0" i="0" kern="1200" cap="none" spc="-75" baseline="0" dirty="0">
                <a:solidFill>
                  <a:schemeClr val="tx1"/>
                </a:solidFill>
                <a:latin typeface="+mj-lt"/>
                <a:ea typeface="Bebas Neue" charset="0"/>
                <a:cs typeface="Chronicle Display Black"/>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lang="it-IT" sz="3200" dirty="0">
                <a:solidFill>
                  <a:srgbClr val="000000"/>
                </a:solidFill>
                <a:latin typeface="Calibri" panose="020F0502020204030204" pitchFamily="34" charset="0"/>
                <a:cs typeface="Calibri" panose="020F0502020204030204" pitchFamily="34" charset="0"/>
              </a:rPr>
              <a:t>Comparison of different approaches for sustainable AI deployments</a:t>
            </a:r>
          </a:p>
        </p:txBody>
      </p:sp>
      <p:sp>
        <p:nvSpPr>
          <p:cNvPr id="4" name="Shape 2">
            <a:extLst>
              <a:ext uri="{FF2B5EF4-FFF2-40B4-BE49-F238E27FC236}">
                <a16:creationId xmlns:a16="http://schemas.microsoft.com/office/drawing/2014/main" id="{DE497F7A-CBF5-BC4D-C90D-C82897696286}"/>
              </a:ext>
            </a:extLst>
          </p:cNvPr>
          <p:cNvSpPr/>
          <p:nvPr/>
        </p:nvSpPr>
        <p:spPr>
          <a:xfrm>
            <a:off x="474503" y="1426464"/>
            <a:ext cx="5532120" cy="678616"/>
          </a:xfrm>
          <a:prstGeom prst="rect">
            <a:avLst/>
          </a:prstGeom>
          <a:solidFill>
            <a:srgbClr val="FFFFFF"/>
          </a:solidFill>
          <a:ln w="13970">
            <a:solidFill>
              <a:schemeClr val="bg1">
                <a:lumMod val="50000"/>
              </a:schemeClr>
            </a:solidFill>
            <a:prstDash val="solid"/>
          </a:ln>
        </p:spPr>
        <p:txBody>
          <a:bodyPr/>
          <a:lstStyle/>
          <a:p>
            <a:endParaRPr lang="en-IN" sz="2000"/>
          </a:p>
        </p:txBody>
      </p:sp>
      <p:sp>
        <p:nvSpPr>
          <p:cNvPr id="7" name="Text 5">
            <a:extLst>
              <a:ext uri="{FF2B5EF4-FFF2-40B4-BE49-F238E27FC236}">
                <a16:creationId xmlns:a16="http://schemas.microsoft.com/office/drawing/2014/main" id="{A62FA3C7-4ECC-AA54-1B22-66EC5F9770C6}"/>
              </a:ext>
            </a:extLst>
          </p:cNvPr>
          <p:cNvSpPr/>
          <p:nvPr/>
        </p:nvSpPr>
        <p:spPr>
          <a:xfrm>
            <a:off x="910133" y="1426464"/>
            <a:ext cx="4709160" cy="678616"/>
          </a:xfrm>
          <a:prstGeom prst="rect">
            <a:avLst/>
          </a:prstGeom>
          <a:noFill/>
          <a:ln/>
        </p:spPr>
        <p:txBody>
          <a:bodyPr wrap="square" lIns="0" tIns="0" rIns="0" bIns="0" rtlCol="0" anchor="ctr"/>
          <a:lstStyle/>
          <a:p>
            <a:r>
              <a:rPr lang="en-US" sz="1200" dirty="0">
                <a:solidFill>
                  <a:srgbClr val="1A1A2E"/>
                </a:solidFill>
                <a:ea typeface="Calibri" pitchFamily="34" charset="-122"/>
                <a:cs typeface="Calibri" pitchFamily="34" charset="-120"/>
              </a:rPr>
              <a:t>Forest AI Stack</a:t>
            </a:r>
            <a:endParaRPr lang="en-US" sz="1200" dirty="0"/>
          </a:p>
        </p:txBody>
      </p:sp>
      <p:sp>
        <p:nvSpPr>
          <p:cNvPr id="8" name="Shape 6">
            <a:extLst>
              <a:ext uri="{FF2B5EF4-FFF2-40B4-BE49-F238E27FC236}">
                <a16:creationId xmlns:a16="http://schemas.microsoft.com/office/drawing/2014/main" id="{BB717651-BCA7-63E7-AC6B-60A740F36645}"/>
              </a:ext>
            </a:extLst>
          </p:cNvPr>
          <p:cNvSpPr/>
          <p:nvPr/>
        </p:nvSpPr>
        <p:spPr>
          <a:xfrm>
            <a:off x="474503" y="2200971"/>
            <a:ext cx="5532120" cy="678616"/>
          </a:xfrm>
          <a:prstGeom prst="rect">
            <a:avLst/>
          </a:prstGeom>
          <a:solidFill>
            <a:srgbClr val="FFFFFF"/>
          </a:solidFill>
          <a:ln w="13970">
            <a:solidFill>
              <a:schemeClr val="bg1">
                <a:lumMod val="50000"/>
              </a:schemeClr>
            </a:solidFill>
            <a:prstDash val="solid"/>
          </a:ln>
        </p:spPr>
        <p:txBody>
          <a:bodyPr/>
          <a:lstStyle/>
          <a:p>
            <a:endParaRPr lang="en-IN" sz="2000"/>
          </a:p>
        </p:txBody>
      </p:sp>
      <p:sp>
        <p:nvSpPr>
          <p:cNvPr id="11" name="Text 9">
            <a:extLst>
              <a:ext uri="{FF2B5EF4-FFF2-40B4-BE49-F238E27FC236}">
                <a16:creationId xmlns:a16="http://schemas.microsoft.com/office/drawing/2014/main" id="{DCB61EDC-278F-A2B6-F269-663FFC4FC9E9}"/>
              </a:ext>
            </a:extLst>
          </p:cNvPr>
          <p:cNvSpPr/>
          <p:nvPr/>
        </p:nvSpPr>
        <p:spPr>
          <a:xfrm>
            <a:off x="910133" y="2200971"/>
            <a:ext cx="4709160" cy="678616"/>
          </a:xfrm>
          <a:prstGeom prst="rect">
            <a:avLst/>
          </a:prstGeom>
          <a:noFill/>
          <a:ln/>
        </p:spPr>
        <p:txBody>
          <a:bodyPr wrap="square" lIns="0" tIns="0" rIns="0" bIns="0" rtlCol="0" anchor="ctr"/>
          <a:lstStyle/>
          <a:p>
            <a:r>
              <a:rPr lang="en-US" sz="1200" dirty="0">
                <a:solidFill>
                  <a:srgbClr val="1A1A2E"/>
                </a:solidFill>
                <a:ea typeface="Calibri" pitchFamily="34" charset="-122"/>
                <a:cs typeface="Calibri" pitchFamily="34" charset="-120"/>
              </a:rPr>
              <a:t>Enterprise AI Platform only</a:t>
            </a:r>
            <a:endParaRPr lang="en-US" sz="1200" dirty="0"/>
          </a:p>
        </p:txBody>
      </p:sp>
      <p:sp>
        <p:nvSpPr>
          <p:cNvPr id="12" name="Shape 10">
            <a:extLst>
              <a:ext uri="{FF2B5EF4-FFF2-40B4-BE49-F238E27FC236}">
                <a16:creationId xmlns:a16="http://schemas.microsoft.com/office/drawing/2014/main" id="{80C70B77-45BE-1011-F2D0-2C68B587281E}"/>
              </a:ext>
            </a:extLst>
          </p:cNvPr>
          <p:cNvSpPr/>
          <p:nvPr/>
        </p:nvSpPr>
        <p:spPr>
          <a:xfrm>
            <a:off x="474503" y="2975479"/>
            <a:ext cx="5532120" cy="678616"/>
          </a:xfrm>
          <a:prstGeom prst="rect">
            <a:avLst/>
          </a:prstGeom>
          <a:solidFill>
            <a:srgbClr val="FFFFFF"/>
          </a:solidFill>
          <a:ln w="13970">
            <a:solidFill>
              <a:schemeClr val="bg1">
                <a:lumMod val="50000"/>
              </a:schemeClr>
            </a:solidFill>
            <a:prstDash val="solid"/>
          </a:ln>
        </p:spPr>
        <p:txBody>
          <a:bodyPr/>
          <a:lstStyle/>
          <a:p>
            <a:endParaRPr lang="en-IN" sz="2000" dirty="0"/>
          </a:p>
        </p:txBody>
      </p:sp>
      <p:sp>
        <p:nvSpPr>
          <p:cNvPr id="15" name="Text 13">
            <a:extLst>
              <a:ext uri="{FF2B5EF4-FFF2-40B4-BE49-F238E27FC236}">
                <a16:creationId xmlns:a16="http://schemas.microsoft.com/office/drawing/2014/main" id="{2AB1A42A-4FEC-E1D8-1DB7-5D9DCDA4620C}"/>
              </a:ext>
            </a:extLst>
          </p:cNvPr>
          <p:cNvSpPr/>
          <p:nvPr/>
        </p:nvSpPr>
        <p:spPr>
          <a:xfrm>
            <a:off x="910133" y="2975479"/>
            <a:ext cx="4709160" cy="678616"/>
          </a:xfrm>
          <a:prstGeom prst="rect">
            <a:avLst/>
          </a:prstGeom>
          <a:noFill/>
          <a:ln/>
        </p:spPr>
        <p:txBody>
          <a:bodyPr wrap="square" lIns="0" tIns="0" rIns="0" bIns="0" rtlCol="0" anchor="ctr"/>
          <a:lstStyle/>
          <a:p>
            <a:pPr marL="0" indent="0">
              <a:buNone/>
            </a:pPr>
            <a:r>
              <a:rPr lang="en-US" sz="1200" dirty="0">
                <a:solidFill>
                  <a:srgbClr val="1A1A2E"/>
                </a:solidFill>
                <a:ea typeface="Calibri" pitchFamily="34" charset="-122"/>
                <a:cs typeface="Calibri" pitchFamily="34" charset="-120"/>
              </a:rPr>
              <a:t>State Data Exchange Platform (Telangana TGDeX-style)</a:t>
            </a:r>
            <a:endParaRPr lang="en-US" sz="1200" dirty="0"/>
          </a:p>
        </p:txBody>
      </p:sp>
      <p:sp>
        <p:nvSpPr>
          <p:cNvPr id="16" name="Shape 14">
            <a:extLst>
              <a:ext uri="{FF2B5EF4-FFF2-40B4-BE49-F238E27FC236}">
                <a16:creationId xmlns:a16="http://schemas.microsoft.com/office/drawing/2014/main" id="{70BC2958-BA8D-ECDC-D765-A43BAD75F149}"/>
              </a:ext>
            </a:extLst>
          </p:cNvPr>
          <p:cNvSpPr/>
          <p:nvPr/>
        </p:nvSpPr>
        <p:spPr>
          <a:xfrm>
            <a:off x="474503" y="3749986"/>
            <a:ext cx="5532120" cy="678616"/>
          </a:xfrm>
          <a:prstGeom prst="rect">
            <a:avLst/>
          </a:prstGeom>
          <a:solidFill>
            <a:srgbClr val="FFFFFF"/>
          </a:solidFill>
          <a:ln w="13970">
            <a:solidFill>
              <a:schemeClr val="bg1">
                <a:lumMod val="50000"/>
              </a:schemeClr>
            </a:solidFill>
            <a:prstDash val="solid"/>
          </a:ln>
        </p:spPr>
        <p:txBody>
          <a:bodyPr/>
          <a:lstStyle/>
          <a:p>
            <a:endParaRPr lang="en-IN" sz="2000"/>
          </a:p>
        </p:txBody>
      </p:sp>
      <p:sp>
        <p:nvSpPr>
          <p:cNvPr id="19" name="Text 17">
            <a:extLst>
              <a:ext uri="{FF2B5EF4-FFF2-40B4-BE49-F238E27FC236}">
                <a16:creationId xmlns:a16="http://schemas.microsoft.com/office/drawing/2014/main" id="{726CEC6A-C37A-3EAE-003D-F02C920C1F1D}"/>
              </a:ext>
            </a:extLst>
          </p:cNvPr>
          <p:cNvSpPr/>
          <p:nvPr/>
        </p:nvSpPr>
        <p:spPr>
          <a:xfrm>
            <a:off x="910133" y="3749986"/>
            <a:ext cx="4709160" cy="678616"/>
          </a:xfrm>
          <a:prstGeom prst="rect">
            <a:avLst/>
          </a:prstGeom>
          <a:noFill/>
          <a:ln/>
        </p:spPr>
        <p:txBody>
          <a:bodyPr wrap="square" lIns="0" tIns="0" rIns="0" bIns="0" rtlCol="0" anchor="ctr"/>
          <a:lstStyle/>
          <a:p>
            <a:pPr marL="0" indent="0">
              <a:buNone/>
            </a:pPr>
            <a:r>
              <a:rPr lang="en-US" sz="1200" dirty="0">
                <a:solidFill>
                  <a:srgbClr val="1A1A2E"/>
                </a:solidFill>
                <a:ea typeface="Calibri" pitchFamily="34" charset="-122"/>
                <a:cs typeface="Calibri" pitchFamily="34" charset="-120"/>
              </a:rPr>
              <a:t>Government Officer Productivity Platform (Enterprise Copilot)</a:t>
            </a:r>
            <a:endParaRPr lang="en-US" sz="1200" dirty="0"/>
          </a:p>
        </p:txBody>
      </p:sp>
      <p:sp>
        <p:nvSpPr>
          <p:cNvPr id="20" name="Shape 18">
            <a:extLst>
              <a:ext uri="{FF2B5EF4-FFF2-40B4-BE49-F238E27FC236}">
                <a16:creationId xmlns:a16="http://schemas.microsoft.com/office/drawing/2014/main" id="{885D3351-45EB-6B97-048D-7BA7D7A8928C}"/>
              </a:ext>
            </a:extLst>
          </p:cNvPr>
          <p:cNvSpPr/>
          <p:nvPr/>
        </p:nvSpPr>
        <p:spPr>
          <a:xfrm>
            <a:off x="474503" y="4524493"/>
            <a:ext cx="5532120" cy="678616"/>
          </a:xfrm>
          <a:prstGeom prst="rect">
            <a:avLst/>
          </a:prstGeom>
          <a:solidFill>
            <a:srgbClr val="FFFFFF"/>
          </a:solidFill>
          <a:ln w="13970">
            <a:solidFill>
              <a:schemeClr val="bg1">
                <a:lumMod val="50000"/>
              </a:schemeClr>
            </a:solidFill>
            <a:prstDash val="solid"/>
          </a:ln>
        </p:spPr>
        <p:txBody>
          <a:bodyPr/>
          <a:lstStyle/>
          <a:p>
            <a:endParaRPr lang="en-IN" sz="2000"/>
          </a:p>
        </p:txBody>
      </p:sp>
      <p:sp>
        <p:nvSpPr>
          <p:cNvPr id="23" name="Text 21">
            <a:extLst>
              <a:ext uri="{FF2B5EF4-FFF2-40B4-BE49-F238E27FC236}">
                <a16:creationId xmlns:a16="http://schemas.microsoft.com/office/drawing/2014/main" id="{1EB4E95A-1F80-2FC8-A55A-4118A506D78C}"/>
              </a:ext>
            </a:extLst>
          </p:cNvPr>
          <p:cNvSpPr/>
          <p:nvPr/>
        </p:nvSpPr>
        <p:spPr>
          <a:xfrm>
            <a:off x="910133" y="4524493"/>
            <a:ext cx="4709160" cy="678616"/>
          </a:xfrm>
          <a:prstGeom prst="rect">
            <a:avLst/>
          </a:prstGeom>
          <a:noFill/>
          <a:ln/>
        </p:spPr>
        <p:txBody>
          <a:bodyPr wrap="square" lIns="0" tIns="0" rIns="0" bIns="0" rtlCol="0" anchor="ctr"/>
          <a:lstStyle/>
          <a:p>
            <a:pPr marL="0" indent="0">
              <a:buNone/>
            </a:pPr>
            <a:r>
              <a:rPr lang="en-US" sz="1200" dirty="0">
                <a:solidFill>
                  <a:srgbClr val="1A1A2E"/>
                </a:solidFill>
                <a:ea typeface="Calibri" pitchFamily="34" charset="-122"/>
                <a:cs typeface="Calibri" pitchFamily="34" charset="-120"/>
              </a:rPr>
              <a:t>Use Cases specific Agentic </a:t>
            </a:r>
            <a:r>
              <a:rPr lang="en-US" sz="1200">
                <a:solidFill>
                  <a:srgbClr val="1A1A2E"/>
                </a:solidFill>
                <a:ea typeface="Calibri" pitchFamily="34" charset="-122"/>
                <a:cs typeface="Calibri" pitchFamily="34" charset="-120"/>
              </a:rPr>
              <a:t>AI Platform</a:t>
            </a:r>
            <a:endParaRPr lang="en-US" sz="1200" dirty="0"/>
          </a:p>
        </p:txBody>
      </p:sp>
      <p:sp>
        <p:nvSpPr>
          <p:cNvPr id="24" name="Shape 22">
            <a:extLst>
              <a:ext uri="{FF2B5EF4-FFF2-40B4-BE49-F238E27FC236}">
                <a16:creationId xmlns:a16="http://schemas.microsoft.com/office/drawing/2014/main" id="{0CD04B71-D7A8-1529-E75A-6BAF17894F66}"/>
              </a:ext>
            </a:extLst>
          </p:cNvPr>
          <p:cNvSpPr/>
          <p:nvPr/>
        </p:nvSpPr>
        <p:spPr>
          <a:xfrm>
            <a:off x="6235223" y="1426464"/>
            <a:ext cx="5532120" cy="678616"/>
          </a:xfrm>
          <a:prstGeom prst="rect">
            <a:avLst/>
          </a:prstGeom>
          <a:solidFill>
            <a:srgbClr val="FFFFFF"/>
          </a:solidFill>
          <a:ln w="13970">
            <a:solidFill>
              <a:schemeClr val="bg1">
                <a:lumMod val="50000"/>
              </a:schemeClr>
            </a:solidFill>
            <a:prstDash val="solid"/>
          </a:ln>
        </p:spPr>
        <p:txBody>
          <a:bodyPr/>
          <a:lstStyle/>
          <a:p>
            <a:endParaRPr lang="en-IN" sz="2000"/>
          </a:p>
        </p:txBody>
      </p:sp>
      <p:sp>
        <p:nvSpPr>
          <p:cNvPr id="27" name="Text 25">
            <a:extLst>
              <a:ext uri="{FF2B5EF4-FFF2-40B4-BE49-F238E27FC236}">
                <a16:creationId xmlns:a16="http://schemas.microsoft.com/office/drawing/2014/main" id="{E0D7DA10-A69D-8CCC-D7D0-8FBE7DF82A77}"/>
              </a:ext>
            </a:extLst>
          </p:cNvPr>
          <p:cNvSpPr/>
          <p:nvPr/>
        </p:nvSpPr>
        <p:spPr>
          <a:xfrm>
            <a:off x="6670853" y="1426464"/>
            <a:ext cx="4709160" cy="678616"/>
          </a:xfrm>
          <a:prstGeom prst="rect">
            <a:avLst/>
          </a:prstGeom>
          <a:noFill/>
          <a:ln/>
        </p:spPr>
        <p:txBody>
          <a:bodyPr wrap="square" lIns="0" tIns="0" rIns="0" bIns="0" rtlCol="0" anchor="ctr"/>
          <a:lstStyle/>
          <a:p>
            <a:pPr marL="0" indent="0">
              <a:buNone/>
            </a:pPr>
            <a:r>
              <a:rPr lang="en-US" sz="1200" dirty="0">
                <a:solidFill>
                  <a:srgbClr val="1A1A2E"/>
                </a:solidFill>
                <a:ea typeface="Calibri" pitchFamily="34" charset="-122"/>
                <a:cs typeface="Calibri" pitchFamily="34" charset="-120"/>
              </a:rPr>
              <a:t>Agentic AI Marketplace (CHiPS does empanelment for Agentic AI transformation)</a:t>
            </a:r>
            <a:endParaRPr lang="en-US" sz="1200" dirty="0"/>
          </a:p>
        </p:txBody>
      </p:sp>
      <p:sp>
        <p:nvSpPr>
          <p:cNvPr id="28" name="Shape 26">
            <a:extLst>
              <a:ext uri="{FF2B5EF4-FFF2-40B4-BE49-F238E27FC236}">
                <a16:creationId xmlns:a16="http://schemas.microsoft.com/office/drawing/2014/main" id="{F4EC57DF-320E-8015-F489-FBDFAF9A667E}"/>
              </a:ext>
            </a:extLst>
          </p:cNvPr>
          <p:cNvSpPr/>
          <p:nvPr/>
        </p:nvSpPr>
        <p:spPr>
          <a:xfrm>
            <a:off x="6235223" y="2200971"/>
            <a:ext cx="5532120" cy="678616"/>
          </a:xfrm>
          <a:prstGeom prst="rect">
            <a:avLst/>
          </a:prstGeom>
          <a:solidFill>
            <a:srgbClr val="FFFFFF"/>
          </a:solidFill>
          <a:ln w="13970">
            <a:solidFill>
              <a:schemeClr val="bg1">
                <a:lumMod val="50000"/>
              </a:schemeClr>
            </a:solidFill>
            <a:prstDash val="solid"/>
          </a:ln>
        </p:spPr>
        <p:txBody>
          <a:bodyPr/>
          <a:lstStyle/>
          <a:p>
            <a:endParaRPr lang="en-IN" sz="2000"/>
          </a:p>
        </p:txBody>
      </p:sp>
      <p:sp>
        <p:nvSpPr>
          <p:cNvPr id="31" name="Text 29">
            <a:extLst>
              <a:ext uri="{FF2B5EF4-FFF2-40B4-BE49-F238E27FC236}">
                <a16:creationId xmlns:a16="http://schemas.microsoft.com/office/drawing/2014/main" id="{793C2215-5D7B-DD87-D772-7B79A2FF6347}"/>
              </a:ext>
            </a:extLst>
          </p:cNvPr>
          <p:cNvSpPr/>
          <p:nvPr/>
        </p:nvSpPr>
        <p:spPr>
          <a:xfrm>
            <a:off x="6670853" y="2200971"/>
            <a:ext cx="4709160" cy="678616"/>
          </a:xfrm>
          <a:prstGeom prst="rect">
            <a:avLst/>
          </a:prstGeom>
          <a:noFill/>
          <a:ln/>
        </p:spPr>
        <p:txBody>
          <a:bodyPr wrap="square" lIns="0" tIns="0" rIns="0" bIns="0" rtlCol="0" anchor="ctr"/>
          <a:lstStyle/>
          <a:p>
            <a:pPr marL="0" indent="0">
              <a:buNone/>
            </a:pPr>
            <a:r>
              <a:rPr lang="en-US" sz="1200" dirty="0">
                <a:solidFill>
                  <a:srgbClr val="1A1A2E"/>
                </a:solidFill>
                <a:ea typeface="Calibri" pitchFamily="34" charset="-122"/>
                <a:cs typeface="Calibri" pitchFamily="34" charset="-120"/>
              </a:rPr>
              <a:t>Department-Specific AI (SI implementing AI use cases from different departments)</a:t>
            </a:r>
            <a:endParaRPr lang="en-US" sz="1200" dirty="0"/>
          </a:p>
        </p:txBody>
      </p:sp>
      <p:sp>
        <p:nvSpPr>
          <p:cNvPr id="32" name="Shape 30">
            <a:extLst>
              <a:ext uri="{FF2B5EF4-FFF2-40B4-BE49-F238E27FC236}">
                <a16:creationId xmlns:a16="http://schemas.microsoft.com/office/drawing/2014/main" id="{FF7938FF-31A8-21BB-2D0F-F293277CEAA8}"/>
              </a:ext>
            </a:extLst>
          </p:cNvPr>
          <p:cNvSpPr/>
          <p:nvPr/>
        </p:nvSpPr>
        <p:spPr>
          <a:xfrm>
            <a:off x="6235223" y="2975479"/>
            <a:ext cx="5532120" cy="678616"/>
          </a:xfrm>
          <a:prstGeom prst="rect">
            <a:avLst/>
          </a:prstGeom>
          <a:solidFill>
            <a:srgbClr val="FFFFFF"/>
          </a:solidFill>
          <a:ln w="13970">
            <a:solidFill>
              <a:schemeClr val="bg1">
                <a:lumMod val="50000"/>
              </a:schemeClr>
            </a:solidFill>
            <a:prstDash val="solid"/>
          </a:ln>
        </p:spPr>
        <p:txBody>
          <a:bodyPr/>
          <a:lstStyle/>
          <a:p>
            <a:endParaRPr lang="en-IN" sz="2000"/>
          </a:p>
        </p:txBody>
      </p:sp>
      <p:sp>
        <p:nvSpPr>
          <p:cNvPr id="35" name="Text 33">
            <a:extLst>
              <a:ext uri="{FF2B5EF4-FFF2-40B4-BE49-F238E27FC236}">
                <a16:creationId xmlns:a16="http://schemas.microsoft.com/office/drawing/2014/main" id="{F61C374C-98BF-5DD2-C90A-E204334FD2D1}"/>
              </a:ext>
            </a:extLst>
          </p:cNvPr>
          <p:cNvSpPr/>
          <p:nvPr/>
        </p:nvSpPr>
        <p:spPr>
          <a:xfrm>
            <a:off x="6670853" y="2975479"/>
            <a:ext cx="4709160" cy="678616"/>
          </a:xfrm>
          <a:prstGeom prst="rect">
            <a:avLst/>
          </a:prstGeom>
          <a:noFill/>
          <a:ln/>
        </p:spPr>
        <p:txBody>
          <a:bodyPr wrap="square" lIns="0" tIns="0" rIns="0" bIns="0" rtlCol="0" anchor="ctr"/>
          <a:lstStyle/>
          <a:p>
            <a:r>
              <a:rPr lang="en-US" sz="1200" dirty="0">
                <a:solidFill>
                  <a:srgbClr val="1A1A2E"/>
                </a:solidFill>
                <a:ea typeface="Calibri" pitchFamily="34" charset="-122"/>
                <a:cs typeface="Calibri" pitchFamily="34" charset="-120"/>
              </a:rPr>
              <a:t>Chhattisgarh’s </a:t>
            </a:r>
            <a:r>
              <a:rPr lang="en-US" sz="1200" dirty="0" err="1">
                <a:solidFill>
                  <a:srgbClr val="1A1A2E"/>
                </a:solidFill>
                <a:ea typeface="Calibri" pitchFamily="34" charset="-122"/>
                <a:cs typeface="Calibri" pitchFamily="34" charset="-120"/>
              </a:rPr>
              <a:t>AIKosh</a:t>
            </a:r>
            <a:endParaRPr lang="en-US" sz="1200" dirty="0"/>
          </a:p>
        </p:txBody>
      </p:sp>
      <p:sp>
        <p:nvSpPr>
          <p:cNvPr id="36" name="Shape 34">
            <a:extLst>
              <a:ext uri="{FF2B5EF4-FFF2-40B4-BE49-F238E27FC236}">
                <a16:creationId xmlns:a16="http://schemas.microsoft.com/office/drawing/2014/main" id="{B30D7601-ADFC-938B-0290-630208A56E42}"/>
              </a:ext>
            </a:extLst>
          </p:cNvPr>
          <p:cNvSpPr/>
          <p:nvPr/>
        </p:nvSpPr>
        <p:spPr>
          <a:xfrm>
            <a:off x="6235223" y="3749986"/>
            <a:ext cx="5532120" cy="678616"/>
          </a:xfrm>
          <a:prstGeom prst="rect">
            <a:avLst/>
          </a:prstGeom>
          <a:solidFill>
            <a:srgbClr val="FFFFFF"/>
          </a:solidFill>
          <a:ln w="13970">
            <a:solidFill>
              <a:schemeClr val="bg1">
                <a:lumMod val="50000"/>
              </a:schemeClr>
            </a:solidFill>
            <a:prstDash val="solid"/>
          </a:ln>
        </p:spPr>
        <p:txBody>
          <a:bodyPr/>
          <a:lstStyle/>
          <a:p>
            <a:endParaRPr lang="en-IN" sz="2000"/>
          </a:p>
        </p:txBody>
      </p:sp>
      <p:sp>
        <p:nvSpPr>
          <p:cNvPr id="39" name="Text 37">
            <a:extLst>
              <a:ext uri="{FF2B5EF4-FFF2-40B4-BE49-F238E27FC236}">
                <a16:creationId xmlns:a16="http://schemas.microsoft.com/office/drawing/2014/main" id="{48CF76FA-79FC-B797-40C1-6124FA4DB569}"/>
              </a:ext>
            </a:extLst>
          </p:cNvPr>
          <p:cNvSpPr/>
          <p:nvPr/>
        </p:nvSpPr>
        <p:spPr>
          <a:xfrm>
            <a:off x="6670853" y="3749986"/>
            <a:ext cx="4709160" cy="678616"/>
          </a:xfrm>
          <a:prstGeom prst="rect">
            <a:avLst/>
          </a:prstGeom>
          <a:noFill/>
          <a:ln/>
        </p:spPr>
        <p:txBody>
          <a:bodyPr wrap="square" lIns="0" tIns="0" rIns="0" bIns="0" rtlCol="0" anchor="ctr"/>
          <a:lstStyle/>
          <a:p>
            <a:r>
              <a:rPr lang="en-US" sz="1200" dirty="0">
                <a:solidFill>
                  <a:srgbClr val="1A1A2E"/>
                </a:solidFill>
                <a:ea typeface="Calibri" pitchFamily="34" charset="-122"/>
                <a:cs typeface="Calibri" pitchFamily="34" charset="-120"/>
              </a:rPr>
              <a:t>State Small Language Model</a:t>
            </a:r>
            <a:endParaRPr lang="en-US" sz="1200" dirty="0"/>
          </a:p>
        </p:txBody>
      </p:sp>
      <p:sp>
        <p:nvSpPr>
          <p:cNvPr id="40" name="Shape 38">
            <a:extLst>
              <a:ext uri="{FF2B5EF4-FFF2-40B4-BE49-F238E27FC236}">
                <a16:creationId xmlns:a16="http://schemas.microsoft.com/office/drawing/2014/main" id="{B8B4FB96-D7EF-BC97-2730-CC9768952DC5}"/>
              </a:ext>
            </a:extLst>
          </p:cNvPr>
          <p:cNvSpPr/>
          <p:nvPr/>
        </p:nvSpPr>
        <p:spPr>
          <a:xfrm>
            <a:off x="6235223" y="4524493"/>
            <a:ext cx="5532120" cy="678616"/>
          </a:xfrm>
          <a:prstGeom prst="rect">
            <a:avLst/>
          </a:prstGeom>
          <a:solidFill>
            <a:srgbClr val="FFFFFF"/>
          </a:solidFill>
          <a:ln w="13970">
            <a:solidFill>
              <a:schemeClr val="bg1">
                <a:lumMod val="50000"/>
              </a:schemeClr>
            </a:solidFill>
            <a:prstDash val="solid"/>
          </a:ln>
        </p:spPr>
        <p:txBody>
          <a:bodyPr/>
          <a:lstStyle/>
          <a:p>
            <a:endParaRPr lang="en-IN" sz="2000" dirty="0"/>
          </a:p>
        </p:txBody>
      </p:sp>
      <p:sp>
        <p:nvSpPr>
          <p:cNvPr id="43" name="Text 41">
            <a:extLst>
              <a:ext uri="{FF2B5EF4-FFF2-40B4-BE49-F238E27FC236}">
                <a16:creationId xmlns:a16="http://schemas.microsoft.com/office/drawing/2014/main" id="{D9664760-BC9E-06BE-39DD-5A53FA65A5AB}"/>
              </a:ext>
            </a:extLst>
          </p:cNvPr>
          <p:cNvSpPr/>
          <p:nvPr/>
        </p:nvSpPr>
        <p:spPr>
          <a:xfrm>
            <a:off x="6670853" y="4524493"/>
            <a:ext cx="4709160" cy="678616"/>
          </a:xfrm>
          <a:prstGeom prst="rect">
            <a:avLst/>
          </a:prstGeom>
          <a:noFill/>
          <a:ln/>
        </p:spPr>
        <p:txBody>
          <a:bodyPr wrap="square" lIns="0" tIns="0" rIns="0" bIns="0" rtlCol="0" anchor="ctr"/>
          <a:lstStyle/>
          <a:p>
            <a:pPr marL="0" indent="0">
              <a:buNone/>
            </a:pPr>
            <a:r>
              <a:rPr lang="en-US" sz="1200" dirty="0">
                <a:solidFill>
                  <a:srgbClr val="1A1A2E"/>
                </a:solidFill>
                <a:ea typeface="Calibri" pitchFamily="34" charset="-122"/>
                <a:cs typeface="Calibri" pitchFamily="34" charset="-120"/>
              </a:rPr>
              <a:t>State AI Stack (the full reusable enterprise architecture)</a:t>
            </a:r>
            <a:endParaRPr lang="en-US" sz="1200" dirty="0"/>
          </a:p>
        </p:txBody>
      </p:sp>
      <p:sp>
        <p:nvSpPr>
          <p:cNvPr id="56" name="Shape 3">
            <a:extLst>
              <a:ext uri="{FF2B5EF4-FFF2-40B4-BE49-F238E27FC236}">
                <a16:creationId xmlns:a16="http://schemas.microsoft.com/office/drawing/2014/main" id="{D1DB6B0C-33F4-10BD-6A26-10D6F435EEB2}"/>
              </a:ext>
            </a:extLst>
          </p:cNvPr>
          <p:cNvSpPr/>
          <p:nvPr/>
        </p:nvSpPr>
        <p:spPr>
          <a:xfrm>
            <a:off x="473642" y="1442604"/>
            <a:ext cx="324000" cy="261364"/>
          </a:xfrm>
          <a:prstGeom prst="ellipse">
            <a:avLst/>
          </a:prstGeom>
          <a:solidFill>
            <a:schemeClr val="accent3"/>
          </a:solidFill>
          <a:ln/>
        </p:spPr>
        <p:txBody>
          <a:bodyPr/>
          <a:lstStyle/>
          <a:p>
            <a:endParaRPr lang="en-IN"/>
          </a:p>
        </p:txBody>
      </p:sp>
      <p:sp>
        <p:nvSpPr>
          <p:cNvPr id="57" name="Text 4">
            <a:extLst>
              <a:ext uri="{FF2B5EF4-FFF2-40B4-BE49-F238E27FC236}">
                <a16:creationId xmlns:a16="http://schemas.microsoft.com/office/drawing/2014/main" id="{447A8203-C3C2-705A-23A4-6EB5F336EA33}"/>
              </a:ext>
            </a:extLst>
          </p:cNvPr>
          <p:cNvSpPr/>
          <p:nvPr/>
        </p:nvSpPr>
        <p:spPr>
          <a:xfrm>
            <a:off x="473642" y="1442604"/>
            <a:ext cx="324000" cy="261364"/>
          </a:xfrm>
          <a:prstGeom prst="rect">
            <a:avLst/>
          </a:prstGeom>
          <a:solidFill>
            <a:schemeClr val="accent3"/>
          </a:solid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58" name="Shape 7">
            <a:extLst>
              <a:ext uri="{FF2B5EF4-FFF2-40B4-BE49-F238E27FC236}">
                <a16:creationId xmlns:a16="http://schemas.microsoft.com/office/drawing/2014/main" id="{69F4D4DC-3853-DFDC-16A5-C871EA858AC8}"/>
              </a:ext>
            </a:extLst>
          </p:cNvPr>
          <p:cNvSpPr/>
          <p:nvPr/>
        </p:nvSpPr>
        <p:spPr>
          <a:xfrm>
            <a:off x="473642" y="2217111"/>
            <a:ext cx="324000" cy="261364"/>
          </a:xfrm>
          <a:prstGeom prst="ellipse">
            <a:avLst/>
          </a:prstGeom>
          <a:solidFill>
            <a:schemeClr val="accent3"/>
          </a:solidFill>
          <a:ln/>
        </p:spPr>
        <p:txBody>
          <a:bodyPr/>
          <a:lstStyle/>
          <a:p>
            <a:endParaRPr lang="en-IN"/>
          </a:p>
        </p:txBody>
      </p:sp>
      <p:sp>
        <p:nvSpPr>
          <p:cNvPr id="59" name="Text 8">
            <a:extLst>
              <a:ext uri="{FF2B5EF4-FFF2-40B4-BE49-F238E27FC236}">
                <a16:creationId xmlns:a16="http://schemas.microsoft.com/office/drawing/2014/main" id="{24592D5C-F6C1-7330-E95A-0D20E0A8297E}"/>
              </a:ext>
            </a:extLst>
          </p:cNvPr>
          <p:cNvSpPr/>
          <p:nvPr/>
        </p:nvSpPr>
        <p:spPr>
          <a:xfrm>
            <a:off x="473642" y="2217111"/>
            <a:ext cx="324000" cy="261364"/>
          </a:xfrm>
          <a:prstGeom prst="rect">
            <a:avLst/>
          </a:prstGeom>
          <a:solidFill>
            <a:schemeClr val="accent3"/>
          </a:solid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60" name="Shape 11">
            <a:extLst>
              <a:ext uri="{FF2B5EF4-FFF2-40B4-BE49-F238E27FC236}">
                <a16:creationId xmlns:a16="http://schemas.microsoft.com/office/drawing/2014/main" id="{E8CA37FA-E310-CDB4-FD21-AF11F5C84BB8}"/>
              </a:ext>
            </a:extLst>
          </p:cNvPr>
          <p:cNvSpPr/>
          <p:nvPr/>
        </p:nvSpPr>
        <p:spPr>
          <a:xfrm>
            <a:off x="473642" y="2991619"/>
            <a:ext cx="324000" cy="261364"/>
          </a:xfrm>
          <a:prstGeom prst="ellipse">
            <a:avLst/>
          </a:prstGeom>
          <a:solidFill>
            <a:schemeClr val="accent3"/>
          </a:solidFill>
          <a:ln/>
        </p:spPr>
        <p:txBody>
          <a:bodyPr/>
          <a:lstStyle/>
          <a:p>
            <a:endParaRPr lang="en-IN"/>
          </a:p>
        </p:txBody>
      </p:sp>
      <p:sp>
        <p:nvSpPr>
          <p:cNvPr id="61" name="Text 12">
            <a:extLst>
              <a:ext uri="{FF2B5EF4-FFF2-40B4-BE49-F238E27FC236}">
                <a16:creationId xmlns:a16="http://schemas.microsoft.com/office/drawing/2014/main" id="{414A5604-EB80-C21A-73AE-E04E7D277798}"/>
              </a:ext>
            </a:extLst>
          </p:cNvPr>
          <p:cNvSpPr/>
          <p:nvPr/>
        </p:nvSpPr>
        <p:spPr>
          <a:xfrm>
            <a:off x="473642" y="2991619"/>
            <a:ext cx="324000" cy="261364"/>
          </a:xfrm>
          <a:prstGeom prst="rect">
            <a:avLst/>
          </a:prstGeom>
          <a:solidFill>
            <a:schemeClr val="accent3"/>
          </a:solid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62" name="Shape 15">
            <a:extLst>
              <a:ext uri="{FF2B5EF4-FFF2-40B4-BE49-F238E27FC236}">
                <a16:creationId xmlns:a16="http://schemas.microsoft.com/office/drawing/2014/main" id="{AFD80AD4-F945-017F-F30D-33005F3B363A}"/>
              </a:ext>
            </a:extLst>
          </p:cNvPr>
          <p:cNvSpPr/>
          <p:nvPr/>
        </p:nvSpPr>
        <p:spPr>
          <a:xfrm>
            <a:off x="473642" y="3766126"/>
            <a:ext cx="324000" cy="261364"/>
          </a:xfrm>
          <a:prstGeom prst="ellipse">
            <a:avLst/>
          </a:prstGeom>
          <a:solidFill>
            <a:schemeClr val="accent3"/>
          </a:solidFill>
          <a:ln/>
        </p:spPr>
        <p:txBody>
          <a:bodyPr/>
          <a:lstStyle/>
          <a:p>
            <a:endParaRPr lang="en-IN"/>
          </a:p>
        </p:txBody>
      </p:sp>
      <p:sp>
        <p:nvSpPr>
          <p:cNvPr id="63" name="Text 16">
            <a:extLst>
              <a:ext uri="{FF2B5EF4-FFF2-40B4-BE49-F238E27FC236}">
                <a16:creationId xmlns:a16="http://schemas.microsoft.com/office/drawing/2014/main" id="{5AAD4751-1ED4-351B-8061-624860196CAD}"/>
              </a:ext>
            </a:extLst>
          </p:cNvPr>
          <p:cNvSpPr/>
          <p:nvPr/>
        </p:nvSpPr>
        <p:spPr>
          <a:xfrm>
            <a:off x="473642" y="3766126"/>
            <a:ext cx="324000" cy="261364"/>
          </a:xfrm>
          <a:prstGeom prst="rect">
            <a:avLst/>
          </a:prstGeom>
          <a:solidFill>
            <a:schemeClr val="accent3"/>
          </a:solid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64" name="Shape 19">
            <a:extLst>
              <a:ext uri="{FF2B5EF4-FFF2-40B4-BE49-F238E27FC236}">
                <a16:creationId xmlns:a16="http://schemas.microsoft.com/office/drawing/2014/main" id="{EAFC6035-17BB-B8DA-42A9-CAE0D9FEF416}"/>
              </a:ext>
            </a:extLst>
          </p:cNvPr>
          <p:cNvSpPr/>
          <p:nvPr/>
        </p:nvSpPr>
        <p:spPr>
          <a:xfrm>
            <a:off x="473642" y="4540633"/>
            <a:ext cx="324000" cy="261364"/>
          </a:xfrm>
          <a:prstGeom prst="ellipse">
            <a:avLst/>
          </a:prstGeom>
          <a:solidFill>
            <a:schemeClr val="accent3"/>
          </a:solidFill>
          <a:ln/>
        </p:spPr>
        <p:txBody>
          <a:bodyPr/>
          <a:lstStyle/>
          <a:p>
            <a:endParaRPr lang="en-IN"/>
          </a:p>
        </p:txBody>
      </p:sp>
      <p:sp>
        <p:nvSpPr>
          <p:cNvPr id="65" name="Text 20">
            <a:extLst>
              <a:ext uri="{FF2B5EF4-FFF2-40B4-BE49-F238E27FC236}">
                <a16:creationId xmlns:a16="http://schemas.microsoft.com/office/drawing/2014/main" id="{D5423B14-4CB5-39E6-192D-C71E65B9ADF1}"/>
              </a:ext>
            </a:extLst>
          </p:cNvPr>
          <p:cNvSpPr/>
          <p:nvPr/>
        </p:nvSpPr>
        <p:spPr>
          <a:xfrm>
            <a:off x="473642" y="4540633"/>
            <a:ext cx="324000" cy="261364"/>
          </a:xfrm>
          <a:prstGeom prst="rect">
            <a:avLst/>
          </a:prstGeom>
          <a:solidFill>
            <a:schemeClr val="accent3"/>
          </a:solid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66" name="Shape 3">
            <a:extLst>
              <a:ext uri="{FF2B5EF4-FFF2-40B4-BE49-F238E27FC236}">
                <a16:creationId xmlns:a16="http://schemas.microsoft.com/office/drawing/2014/main" id="{E6884C91-1E1B-8F8F-73DF-B094C69F155C}"/>
              </a:ext>
            </a:extLst>
          </p:cNvPr>
          <p:cNvSpPr/>
          <p:nvPr/>
        </p:nvSpPr>
        <p:spPr>
          <a:xfrm>
            <a:off x="6232553" y="1448593"/>
            <a:ext cx="324000" cy="261364"/>
          </a:xfrm>
          <a:prstGeom prst="ellipse">
            <a:avLst/>
          </a:prstGeom>
          <a:solidFill>
            <a:schemeClr val="accent3"/>
          </a:solidFill>
          <a:ln/>
        </p:spPr>
        <p:txBody>
          <a:bodyPr/>
          <a:lstStyle/>
          <a:p>
            <a:endParaRPr lang="en-IN"/>
          </a:p>
        </p:txBody>
      </p:sp>
      <p:sp>
        <p:nvSpPr>
          <p:cNvPr id="67" name="Text 4">
            <a:extLst>
              <a:ext uri="{FF2B5EF4-FFF2-40B4-BE49-F238E27FC236}">
                <a16:creationId xmlns:a16="http://schemas.microsoft.com/office/drawing/2014/main" id="{9C9B2690-307E-D9C2-AAD2-58E3CD5D8E6B}"/>
              </a:ext>
            </a:extLst>
          </p:cNvPr>
          <p:cNvSpPr/>
          <p:nvPr/>
        </p:nvSpPr>
        <p:spPr>
          <a:xfrm>
            <a:off x="6232553" y="1448593"/>
            <a:ext cx="324000" cy="261364"/>
          </a:xfrm>
          <a:prstGeom prst="rect">
            <a:avLst/>
          </a:prstGeom>
          <a:solidFill>
            <a:schemeClr val="accent3"/>
          </a:solidFill>
          <a:ln/>
        </p:spPr>
        <p:txBody>
          <a:bodyPr wrap="square" lIns="0" tIns="0" rIns="0" bIns="0" rtlCol="0" anchor="ctr"/>
          <a:lstStyle/>
          <a:p>
            <a:pPr algn="ctr"/>
            <a:r>
              <a:rPr lang="en-US" sz="1500" b="1" dirty="0">
                <a:solidFill>
                  <a:srgbClr val="FFFFFF"/>
                </a:solidFill>
                <a:latin typeface="Cambria" pitchFamily="34" charset="0"/>
                <a:ea typeface="Cambria" pitchFamily="34" charset="-122"/>
              </a:rPr>
              <a:t>7</a:t>
            </a:r>
          </a:p>
        </p:txBody>
      </p:sp>
      <p:sp>
        <p:nvSpPr>
          <p:cNvPr id="68" name="Shape 7">
            <a:extLst>
              <a:ext uri="{FF2B5EF4-FFF2-40B4-BE49-F238E27FC236}">
                <a16:creationId xmlns:a16="http://schemas.microsoft.com/office/drawing/2014/main" id="{06AA358F-50B5-86A7-5058-FCAC00E95541}"/>
              </a:ext>
            </a:extLst>
          </p:cNvPr>
          <p:cNvSpPr/>
          <p:nvPr/>
        </p:nvSpPr>
        <p:spPr>
          <a:xfrm>
            <a:off x="6232553" y="2223100"/>
            <a:ext cx="324000" cy="261364"/>
          </a:xfrm>
          <a:prstGeom prst="ellipse">
            <a:avLst/>
          </a:prstGeom>
          <a:solidFill>
            <a:schemeClr val="accent3"/>
          </a:solidFill>
          <a:ln/>
        </p:spPr>
        <p:txBody>
          <a:bodyPr/>
          <a:lstStyle/>
          <a:p>
            <a:endParaRPr lang="en-IN"/>
          </a:p>
        </p:txBody>
      </p:sp>
      <p:sp>
        <p:nvSpPr>
          <p:cNvPr id="69" name="Text 8">
            <a:extLst>
              <a:ext uri="{FF2B5EF4-FFF2-40B4-BE49-F238E27FC236}">
                <a16:creationId xmlns:a16="http://schemas.microsoft.com/office/drawing/2014/main" id="{56243F19-F29F-35FE-A67B-B3D5E13203B0}"/>
              </a:ext>
            </a:extLst>
          </p:cNvPr>
          <p:cNvSpPr/>
          <p:nvPr/>
        </p:nvSpPr>
        <p:spPr>
          <a:xfrm>
            <a:off x="6232553" y="2223100"/>
            <a:ext cx="324000" cy="261364"/>
          </a:xfrm>
          <a:prstGeom prst="rect">
            <a:avLst/>
          </a:prstGeom>
          <a:solidFill>
            <a:schemeClr val="accent3"/>
          </a:solid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8</a:t>
            </a:r>
            <a:endParaRPr lang="en-US" sz="1500" dirty="0"/>
          </a:p>
        </p:txBody>
      </p:sp>
      <p:sp>
        <p:nvSpPr>
          <p:cNvPr id="70" name="Shape 11">
            <a:extLst>
              <a:ext uri="{FF2B5EF4-FFF2-40B4-BE49-F238E27FC236}">
                <a16:creationId xmlns:a16="http://schemas.microsoft.com/office/drawing/2014/main" id="{4B88DA11-2E97-6C9F-BF96-C5F4FD73CAFA}"/>
              </a:ext>
            </a:extLst>
          </p:cNvPr>
          <p:cNvSpPr/>
          <p:nvPr/>
        </p:nvSpPr>
        <p:spPr>
          <a:xfrm>
            <a:off x="6232553" y="2997607"/>
            <a:ext cx="324000" cy="261364"/>
          </a:xfrm>
          <a:prstGeom prst="ellipse">
            <a:avLst/>
          </a:prstGeom>
          <a:solidFill>
            <a:schemeClr val="accent3"/>
          </a:solidFill>
          <a:ln/>
        </p:spPr>
        <p:txBody>
          <a:bodyPr/>
          <a:lstStyle/>
          <a:p>
            <a:endParaRPr lang="en-IN"/>
          </a:p>
        </p:txBody>
      </p:sp>
      <p:sp>
        <p:nvSpPr>
          <p:cNvPr id="71" name="Text 12">
            <a:extLst>
              <a:ext uri="{FF2B5EF4-FFF2-40B4-BE49-F238E27FC236}">
                <a16:creationId xmlns:a16="http://schemas.microsoft.com/office/drawing/2014/main" id="{A94C9396-37FC-D9D6-AE57-82D3A1F24B99}"/>
              </a:ext>
            </a:extLst>
          </p:cNvPr>
          <p:cNvSpPr/>
          <p:nvPr/>
        </p:nvSpPr>
        <p:spPr>
          <a:xfrm>
            <a:off x="6232553" y="2997607"/>
            <a:ext cx="324000" cy="261364"/>
          </a:xfrm>
          <a:prstGeom prst="rect">
            <a:avLst/>
          </a:prstGeom>
          <a:solidFill>
            <a:schemeClr val="accent3"/>
          </a:solid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9</a:t>
            </a:r>
            <a:endParaRPr lang="en-US" sz="1500" dirty="0"/>
          </a:p>
        </p:txBody>
      </p:sp>
      <p:sp>
        <p:nvSpPr>
          <p:cNvPr id="72" name="Shape 15">
            <a:extLst>
              <a:ext uri="{FF2B5EF4-FFF2-40B4-BE49-F238E27FC236}">
                <a16:creationId xmlns:a16="http://schemas.microsoft.com/office/drawing/2014/main" id="{0694FB6B-2275-E919-C7A1-7C136CE87621}"/>
              </a:ext>
            </a:extLst>
          </p:cNvPr>
          <p:cNvSpPr/>
          <p:nvPr/>
        </p:nvSpPr>
        <p:spPr>
          <a:xfrm>
            <a:off x="6232553" y="3772115"/>
            <a:ext cx="324000" cy="261364"/>
          </a:xfrm>
          <a:prstGeom prst="ellipse">
            <a:avLst/>
          </a:prstGeom>
          <a:solidFill>
            <a:schemeClr val="accent3"/>
          </a:solidFill>
          <a:ln/>
        </p:spPr>
        <p:txBody>
          <a:bodyPr/>
          <a:lstStyle/>
          <a:p>
            <a:endParaRPr lang="en-IN"/>
          </a:p>
        </p:txBody>
      </p:sp>
      <p:sp>
        <p:nvSpPr>
          <p:cNvPr id="73" name="Text 16">
            <a:extLst>
              <a:ext uri="{FF2B5EF4-FFF2-40B4-BE49-F238E27FC236}">
                <a16:creationId xmlns:a16="http://schemas.microsoft.com/office/drawing/2014/main" id="{43FB720C-EFD1-A191-E410-D890A6881AA2}"/>
              </a:ext>
            </a:extLst>
          </p:cNvPr>
          <p:cNvSpPr/>
          <p:nvPr/>
        </p:nvSpPr>
        <p:spPr>
          <a:xfrm>
            <a:off x="6232553" y="3772115"/>
            <a:ext cx="324000" cy="261364"/>
          </a:xfrm>
          <a:prstGeom prst="rect">
            <a:avLst/>
          </a:prstGeom>
          <a:solidFill>
            <a:schemeClr val="accent3"/>
          </a:solid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10</a:t>
            </a:r>
            <a:endParaRPr lang="en-US" sz="1500" dirty="0"/>
          </a:p>
        </p:txBody>
      </p:sp>
      <p:sp>
        <p:nvSpPr>
          <p:cNvPr id="74" name="Shape 19">
            <a:extLst>
              <a:ext uri="{FF2B5EF4-FFF2-40B4-BE49-F238E27FC236}">
                <a16:creationId xmlns:a16="http://schemas.microsoft.com/office/drawing/2014/main" id="{81BBEA9F-BF99-0009-E290-F05AF952D045}"/>
              </a:ext>
            </a:extLst>
          </p:cNvPr>
          <p:cNvSpPr/>
          <p:nvPr/>
        </p:nvSpPr>
        <p:spPr>
          <a:xfrm>
            <a:off x="6232553" y="4546622"/>
            <a:ext cx="324000" cy="261364"/>
          </a:xfrm>
          <a:prstGeom prst="ellipse">
            <a:avLst/>
          </a:prstGeom>
          <a:solidFill>
            <a:schemeClr val="accent3"/>
          </a:solidFill>
          <a:ln/>
        </p:spPr>
        <p:txBody>
          <a:bodyPr/>
          <a:lstStyle/>
          <a:p>
            <a:endParaRPr lang="en-IN"/>
          </a:p>
        </p:txBody>
      </p:sp>
      <p:sp>
        <p:nvSpPr>
          <p:cNvPr id="75" name="Text 20">
            <a:extLst>
              <a:ext uri="{FF2B5EF4-FFF2-40B4-BE49-F238E27FC236}">
                <a16:creationId xmlns:a16="http://schemas.microsoft.com/office/drawing/2014/main" id="{C5BFAF37-7377-F6EE-D99A-30D324BF0C9F}"/>
              </a:ext>
            </a:extLst>
          </p:cNvPr>
          <p:cNvSpPr/>
          <p:nvPr/>
        </p:nvSpPr>
        <p:spPr>
          <a:xfrm>
            <a:off x="6232553" y="4546622"/>
            <a:ext cx="324000" cy="261364"/>
          </a:xfrm>
          <a:prstGeom prst="rect">
            <a:avLst/>
          </a:prstGeom>
          <a:solidFill>
            <a:schemeClr val="accent3"/>
          </a:solid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11</a:t>
            </a:r>
            <a:endParaRPr lang="en-US" sz="1500" dirty="0"/>
          </a:p>
        </p:txBody>
      </p:sp>
      <p:sp>
        <p:nvSpPr>
          <p:cNvPr id="5" name="Shape 2">
            <a:extLst>
              <a:ext uri="{FF2B5EF4-FFF2-40B4-BE49-F238E27FC236}">
                <a16:creationId xmlns:a16="http://schemas.microsoft.com/office/drawing/2014/main" id="{7441062A-B839-91B9-AD94-AAA516664FE1}"/>
              </a:ext>
            </a:extLst>
          </p:cNvPr>
          <p:cNvSpPr/>
          <p:nvPr/>
        </p:nvSpPr>
        <p:spPr>
          <a:xfrm>
            <a:off x="474504" y="5299000"/>
            <a:ext cx="5532120" cy="678616"/>
          </a:xfrm>
          <a:prstGeom prst="rect">
            <a:avLst/>
          </a:prstGeom>
          <a:noFill/>
          <a:ln w="13970">
            <a:solidFill>
              <a:schemeClr val="bg1">
                <a:lumMod val="50000"/>
              </a:schemeClr>
            </a:solidFill>
            <a:prstDash val="solid"/>
          </a:ln>
        </p:spPr>
        <p:txBody>
          <a:bodyPr/>
          <a:lstStyle/>
          <a:p>
            <a:endParaRPr lang="en-IN" sz="2000"/>
          </a:p>
        </p:txBody>
      </p:sp>
      <p:sp>
        <p:nvSpPr>
          <p:cNvPr id="6" name="Text 5">
            <a:extLst>
              <a:ext uri="{FF2B5EF4-FFF2-40B4-BE49-F238E27FC236}">
                <a16:creationId xmlns:a16="http://schemas.microsoft.com/office/drawing/2014/main" id="{03ADC9B4-1C43-1D25-1F20-E945FC75F076}"/>
              </a:ext>
            </a:extLst>
          </p:cNvPr>
          <p:cNvSpPr/>
          <p:nvPr/>
        </p:nvSpPr>
        <p:spPr>
          <a:xfrm>
            <a:off x="910133" y="5299000"/>
            <a:ext cx="4402531" cy="678616"/>
          </a:xfrm>
          <a:prstGeom prst="rect">
            <a:avLst/>
          </a:prstGeom>
          <a:noFill/>
          <a:ln/>
        </p:spPr>
        <p:txBody>
          <a:bodyPr wrap="square" lIns="0" tIns="0" rIns="0" bIns="0" rtlCol="0" anchor="ctr"/>
          <a:lstStyle/>
          <a:p>
            <a:pPr marL="0" indent="0">
              <a:buNone/>
            </a:pPr>
            <a:r>
              <a:rPr lang="en-US" sz="1200" dirty="0">
                <a:solidFill>
                  <a:srgbClr val="1A1A2E"/>
                </a:solidFill>
                <a:ea typeface="Calibri" pitchFamily="34" charset="-122"/>
                <a:cs typeface="Calibri" pitchFamily="34" charset="-120"/>
              </a:rPr>
              <a:t>Reusable Services/Horizontal Services </a:t>
            </a:r>
            <a:r>
              <a:rPr lang="en-US" sz="1200" b="1" dirty="0">
                <a:solidFill>
                  <a:srgbClr val="1A1A2E"/>
                </a:solidFill>
                <a:ea typeface="Calibri" pitchFamily="34" charset="-122"/>
                <a:cs typeface="Calibri" pitchFamily="34" charset="-120"/>
              </a:rPr>
              <a:t>with Enterprise AI Platform as the foundation layer  </a:t>
            </a:r>
            <a:endParaRPr lang="en-US" sz="1200" b="1" dirty="0"/>
          </a:p>
        </p:txBody>
      </p:sp>
      <p:sp>
        <p:nvSpPr>
          <p:cNvPr id="9" name="Text 4">
            <a:extLst>
              <a:ext uri="{FF2B5EF4-FFF2-40B4-BE49-F238E27FC236}">
                <a16:creationId xmlns:a16="http://schemas.microsoft.com/office/drawing/2014/main" id="{9FAE798F-7B3C-562B-196E-C1333E841189}"/>
              </a:ext>
            </a:extLst>
          </p:cNvPr>
          <p:cNvSpPr/>
          <p:nvPr/>
        </p:nvSpPr>
        <p:spPr>
          <a:xfrm>
            <a:off x="473642" y="5315140"/>
            <a:ext cx="324000" cy="261364"/>
          </a:xfrm>
          <a:prstGeom prst="rect">
            <a:avLst/>
          </a:prstGeom>
          <a:solidFill>
            <a:schemeClr val="accent3"/>
          </a:solid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Tree>
    <p:extLst>
      <p:ext uri="{BB962C8B-B14F-4D97-AF65-F5344CB8AC3E}">
        <p14:creationId xmlns:p14="http://schemas.microsoft.com/office/powerpoint/2010/main" val="18092095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314CA-CC22-956D-B9DC-6C680903BF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2D18B0-8D3D-94C3-6FE9-F5EF3CAA745C}"/>
              </a:ext>
            </a:extLst>
          </p:cNvPr>
          <p:cNvSpPr txBox="1">
            <a:spLocks/>
          </p:cNvSpPr>
          <p:nvPr/>
        </p:nvSpPr>
        <p:spPr>
          <a:xfrm>
            <a:off x="473642" y="257967"/>
            <a:ext cx="11120259" cy="594360"/>
          </a:xfrm>
          <a:prstGeom prst="rect">
            <a:avLst/>
          </a:prstGeom>
        </p:spPr>
        <p:txBody>
          <a:bodyPr vert="horz" lIns="0" tIns="45720" rIns="0" bIns="0" rtlCol="0" anchor="b" anchorCtr="0">
            <a:noAutofit/>
          </a:bodyPr>
          <a:lstStyle>
            <a:lvl1pPr algn="l" defTabSz="914400" rtl="0" eaLnBrk="1" latinLnBrk="0" hangingPunct="1">
              <a:lnSpc>
                <a:spcPct val="80000"/>
              </a:lnSpc>
              <a:spcBef>
                <a:spcPct val="0"/>
              </a:spcBef>
              <a:buNone/>
              <a:defRPr lang="en-US" sz="3600" b="0" i="0" kern="1200" cap="none" spc="-75" baseline="0" dirty="0">
                <a:solidFill>
                  <a:schemeClr val="tx1"/>
                </a:solidFill>
                <a:latin typeface="+mj-lt"/>
                <a:ea typeface="Bebas Neue" charset="0"/>
                <a:cs typeface="Chronicle Display Black"/>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lang="it-IT" sz="3200" dirty="0">
                <a:solidFill>
                  <a:srgbClr val="000000"/>
                </a:solidFill>
                <a:latin typeface="Calibri" panose="020F0502020204030204" pitchFamily="34" charset="0"/>
                <a:cs typeface="Calibri" panose="020F0502020204030204" pitchFamily="34" charset="0"/>
              </a:rPr>
              <a:t>Forest AI Stack</a:t>
            </a:r>
          </a:p>
        </p:txBody>
      </p:sp>
      <p:sp>
        <p:nvSpPr>
          <p:cNvPr id="3" name="Text 2">
            <a:extLst>
              <a:ext uri="{FF2B5EF4-FFF2-40B4-BE49-F238E27FC236}">
                <a16:creationId xmlns:a16="http://schemas.microsoft.com/office/drawing/2014/main" id="{1B2AFBB2-9FE4-7F7D-3889-A02086B15362}"/>
              </a:ext>
            </a:extLst>
          </p:cNvPr>
          <p:cNvSpPr/>
          <p:nvPr/>
        </p:nvSpPr>
        <p:spPr>
          <a:xfrm>
            <a:off x="457200" y="1023786"/>
            <a:ext cx="11247120" cy="274320"/>
          </a:xfrm>
          <a:prstGeom prst="rect">
            <a:avLst/>
          </a:prstGeom>
          <a:noFill/>
          <a:ln/>
        </p:spPr>
        <p:txBody>
          <a:bodyPr wrap="square" lIns="0" tIns="0" rIns="0" bIns="0" rtlCol="0" anchor="ctr"/>
          <a:lstStyle/>
          <a:p>
            <a:r>
              <a:rPr lang="en-IN" sz="1200" dirty="0">
                <a:solidFill>
                  <a:schemeClr val="bg1">
                    <a:lumMod val="50000"/>
                  </a:schemeClr>
                </a:solidFill>
              </a:rPr>
              <a:t>A dedicated AI stack purpose-built for the Forest Department, leveraging forest datasets </a:t>
            </a:r>
            <a:r>
              <a:rPr lang="en-US" sz="1200" dirty="0">
                <a:solidFill>
                  <a:schemeClr val="bg1">
                    <a:lumMod val="50000"/>
                  </a:schemeClr>
                </a:solidFill>
              </a:rPr>
              <a:t>(subject to availability) geospatial, satellite, drone, and field data to improve forest governance and conservation.</a:t>
            </a:r>
          </a:p>
        </p:txBody>
      </p:sp>
      <p:sp>
        <p:nvSpPr>
          <p:cNvPr id="5" name="Text 3">
            <a:extLst>
              <a:ext uri="{FF2B5EF4-FFF2-40B4-BE49-F238E27FC236}">
                <a16:creationId xmlns:a16="http://schemas.microsoft.com/office/drawing/2014/main" id="{F8C736A7-79E4-4F27-715C-EC92357AE692}"/>
              </a:ext>
            </a:extLst>
          </p:cNvPr>
          <p:cNvSpPr/>
          <p:nvPr/>
        </p:nvSpPr>
        <p:spPr>
          <a:xfrm>
            <a:off x="457200" y="1330197"/>
            <a:ext cx="5120640" cy="256032"/>
          </a:xfrm>
          <a:prstGeom prst="rect">
            <a:avLst/>
          </a:prstGeom>
          <a:noFill/>
          <a:ln/>
        </p:spPr>
        <p:txBody>
          <a:bodyPr wrap="square" lIns="0" tIns="0" rIns="0" bIns="0" rtlCol="0" anchor="ctr"/>
          <a:lstStyle/>
          <a:p>
            <a:pPr marL="0" indent="0">
              <a:buNone/>
            </a:pPr>
            <a:r>
              <a:rPr lang="en-US" sz="1200" b="1" kern="0" spc="100" dirty="0">
                <a:solidFill>
                  <a:srgbClr val="F2B705"/>
                </a:solidFill>
                <a:ea typeface="Calibri" pitchFamily="34" charset="-122"/>
                <a:cs typeface="Calibri" pitchFamily="34" charset="-120"/>
              </a:rPr>
              <a:t>Features</a:t>
            </a:r>
            <a:endParaRPr lang="en-US" sz="1200" dirty="0"/>
          </a:p>
        </p:txBody>
      </p:sp>
      <p:sp>
        <p:nvSpPr>
          <p:cNvPr id="6" name="Text 4">
            <a:extLst>
              <a:ext uri="{FF2B5EF4-FFF2-40B4-BE49-F238E27FC236}">
                <a16:creationId xmlns:a16="http://schemas.microsoft.com/office/drawing/2014/main" id="{C959C824-DB6A-C73A-3E68-3404AC6B8B39}"/>
              </a:ext>
            </a:extLst>
          </p:cNvPr>
          <p:cNvSpPr/>
          <p:nvPr/>
        </p:nvSpPr>
        <p:spPr>
          <a:xfrm>
            <a:off x="457200" y="1586229"/>
            <a:ext cx="5120640" cy="1417320"/>
          </a:xfrm>
          <a:prstGeom prst="rect">
            <a:avLst/>
          </a:prstGeom>
          <a:noFill/>
          <a:ln/>
        </p:spPr>
        <p:txBody>
          <a:bodyPr wrap="square" lIns="0" tIns="0" rIns="0" bIns="0" rtlCol="0" anchor="t"/>
          <a:lstStyle/>
          <a:p>
            <a:pPr marL="171450" indent="-171450">
              <a:buFont typeface="Arial" panose="020B0604020202020204" pitchFamily="34" charset="0"/>
              <a:buChar char="•"/>
            </a:pPr>
            <a:r>
              <a:rPr lang="en-IN" sz="1200" dirty="0"/>
              <a:t>Satellite/remote-sensing based forest cover change detection</a:t>
            </a:r>
          </a:p>
          <a:p>
            <a:pPr marL="171450" indent="-171450">
              <a:buFont typeface="Arial" panose="020B0604020202020204" pitchFamily="34" charset="0"/>
              <a:buChar char="•"/>
            </a:pPr>
            <a:r>
              <a:rPr lang="en-IN" sz="1200" dirty="0"/>
              <a:t>AI-based forest fire prediction and early warning</a:t>
            </a:r>
          </a:p>
          <a:p>
            <a:pPr marL="171450" indent="-171450">
              <a:buFont typeface="Arial" panose="020B0604020202020204" pitchFamily="34" charset="0"/>
              <a:buChar char="•"/>
            </a:pPr>
            <a:r>
              <a:rPr lang="en-IN" sz="1200" dirty="0"/>
              <a:t>Wildlife movement and human-animal conflict prediction</a:t>
            </a:r>
          </a:p>
          <a:p>
            <a:pPr marL="171450" indent="-171450">
              <a:buFont typeface="Arial" panose="020B0604020202020204" pitchFamily="34" charset="0"/>
              <a:buChar char="•"/>
            </a:pPr>
            <a:r>
              <a:rPr lang="en-IN" sz="1200" dirty="0"/>
              <a:t>Illegal logging and encroachment detection via drone/satellite imagery</a:t>
            </a:r>
          </a:p>
          <a:p>
            <a:pPr marL="171450" indent="-171450">
              <a:buFont typeface="Arial" panose="020B0604020202020204" pitchFamily="34" charset="0"/>
              <a:buChar char="•"/>
            </a:pPr>
            <a:r>
              <a:rPr lang="en-IN" sz="1200" dirty="0"/>
              <a:t>Biodiversity and carbon-stock estimation models</a:t>
            </a:r>
          </a:p>
          <a:p>
            <a:pPr marL="171450" indent="-171450">
              <a:buFont typeface="Arial" panose="020B0604020202020204" pitchFamily="34" charset="0"/>
              <a:buChar char="•"/>
            </a:pPr>
            <a:r>
              <a:rPr lang="en-IN" sz="1200" dirty="0"/>
              <a:t>Field mobile app with offline AI inference for frontline staff</a:t>
            </a:r>
          </a:p>
          <a:p>
            <a:pPr marL="171450" indent="-171450">
              <a:buFont typeface="Arial" panose="020B0604020202020204" pitchFamily="34" charset="0"/>
              <a:buChar char="•"/>
            </a:pPr>
            <a:r>
              <a:rPr lang="en-IN" sz="1200" dirty="0"/>
              <a:t>GIS integration with compartment-level forest working plans</a:t>
            </a:r>
          </a:p>
          <a:p>
            <a:pPr marL="171450" indent="-171450">
              <a:buFont typeface="Arial" panose="020B0604020202020204" pitchFamily="34" charset="0"/>
              <a:buChar char="•"/>
            </a:pPr>
            <a:r>
              <a:rPr lang="en-IN" sz="1200" dirty="0"/>
              <a:t>Dashboard for monitoring and alerts</a:t>
            </a:r>
          </a:p>
        </p:txBody>
      </p:sp>
      <p:sp>
        <p:nvSpPr>
          <p:cNvPr id="13" name="Shape 7">
            <a:extLst>
              <a:ext uri="{FF2B5EF4-FFF2-40B4-BE49-F238E27FC236}">
                <a16:creationId xmlns:a16="http://schemas.microsoft.com/office/drawing/2014/main" id="{9A1CA109-54E7-6B71-0A9E-4C3C6EB68A53}"/>
              </a:ext>
            </a:extLst>
          </p:cNvPr>
          <p:cNvSpPr/>
          <p:nvPr/>
        </p:nvSpPr>
        <p:spPr>
          <a:xfrm>
            <a:off x="5715000" y="1407835"/>
            <a:ext cx="2788920" cy="2384543"/>
          </a:xfrm>
          <a:prstGeom prst="rect">
            <a:avLst/>
          </a:prstGeom>
          <a:solidFill>
            <a:schemeClr val="bg1">
              <a:lumMod val="95000"/>
            </a:schemeClr>
          </a:solidFill>
          <a:ln w="12700">
            <a:solidFill>
              <a:schemeClr val="bg1">
                <a:lumMod val="95000"/>
              </a:schemeClr>
            </a:solidFill>
            <a:prstDash val="solid"/>
          </a:ln>
        </p:spPr>
        <p:txBody>
          <a:bodyPr/>
          <a:lstStyle/>
          <a:p>
            <a:endParaRPr lang="en-IN"/>
          </a:p>
        </p:txBody>
      </p:sp>
      <p:sp>
        <p:nvSpPr>
          <p:cNvPr id="14" name="Text 8">
            <a:extLst>
              <a:ext uri="{FF2B5EF4-FFF2-40B4-BE49-F238E27FC236}">
                <a16:creationId xmlns:a16="http://schemas.microsoft.com/office/drawing/2014/main" id="{CC0AC44B-4158-DFE5-54EA-746939F8931E}"/>
              </a:ext>
            </a:extLst>
          </p:cNvPr>
          <p:cNvSpPr/>
          <p:nvPr/>
        </p:nvSpPr>
        <p:spPr>
          <a:xfrm>
            <a:off x="5897880" y="1517562"/>
            <a:ext cx="2468880" cy="256032"/>
          </a:xfrm>
          <a:prstGeom prst="rect">
            <a:avLst/>
          </a:prstGeom>
          <a:noFill/>
          <a:ln/>
        </p:spPr>
        <p:txBody>
          <a:bodyPr wrap="square" lIns="0" tIns="0" rIns="0" bIns="0" rtlCol="0" anchor="ctr"/>
          <a:lstStyle/>
          <a:p>
            <a:pPr marL="0" indent="0">
              <a:buNone/>
            </a:pPr>
            <a:r>
              <a:rPr lang="en-US" sz="1100" b="1" kern="0" spc="100" dirty="0">
                <a:solidFill>
                  <a:srgbClr val="4C9F70"/>
                </a:solidFill>
                <a:ea typeface="Calibri" pitchFamily="34" charset="-122"/>
                <a:cs typeface="Calibri" pitchFamily="34" charset="-120"/>
              </a:rPr>
              <a:t>Advantages</a:t>
            </a:r>
            <a:endParaRPr lang="en-US" sz="1100" dirty="0"/>
          </a:p>
        </p:txBody>
      </p:sp>
      <p:sp>
        <p:nvSpPr>
          <p:cNvPr id="17" name="Text 9">
            <a:extLst>
              <a:ext uri="{FF2B5EF4-FFF2-40B4-BE49-F238E27FC236}">
                <a16:creationId xmlns:a16="http://schemas.microsoft.com/office/drawing/2014/main" id="{7E27C09F-7762-D9B6-09C0-3E1E57310927}"/>
              </a:ext>
            </a:extLst>
          </p:cNvPr>
          <p:cNvSpPr/>
          <p:nvPr/>
        </p:nvSpPr>
        <p:spPr>
          <a:xfrm>
            <a:off x="5897880" y="1791882"/>
            <a:ext cx="2468880" cy="2834640"/>
          </a:xfrm>
          <a:prstGeom prst="rect">
            <a:avLst/>
          </a:prstGeom>
          <a:noFill/>
          <a:ln/>
        </p:spPr>
        <p:txBody>
          <a:bodyPr wrap="square" lIns="0" tIns="0" rIns="0" bIns="0" rtlCol="0" anchor="t"/>
          <a:lstStyle/>
          <a:p>
            <a:pPr marL="177800" indent="-177800">
              <a:buSzPct val="100000"/>
              <a:buChar char="▪"/>
            </a:pPr>
            <a:r>
              <a:rPr lang="en-US" sz="1080" dirty="0">
                <a:solidFill>
                  <a:srgbClr val="1A1A2E"/>
                </a:solidFill>
                <a:ea typeface="Calibri" pitchFamily="34" charset="-122"/>
                <a:cs typeface="Calibri" pitchFamily="34" charset="-120"/>
              </a:rPr>
              <a:t>Potential of procuring funding from donor agencies if positioned as a DPI. First of its kind implementation in the country</a:t>
            </a:r>
          </a:p>
          <a:p>
            <a:pPr marL="177800" indent="-177800">
              <a:buSzPct val="100000"/>
              <a:buChar char="▪"/>
            </a:pPr>
            <a:r>
              <a:rPr lang="en-US" sz="1080" dirty="0">
                <a:solidFill>
                  <a:srgbClr val="1A1A2E"/>
                </a:solidFill>
                <a:ea typeface="Calibri" pitchFamily="34" charset="-122"/>
                <a:cs typeface="Calibri" pitchFamily="34" charset="-120"/>
              </a:rPr>
              <a:t>Purpose-built for forest domain data</a:t>
            </a:r>
          </a:p>
          <a:p>
            <a:pPr marL="177800" indent="-177800">
              <a:buSzPct val="100000"/>
              <a:buChar char="▪"/>
            </a:pPr>
            <a:r>
              <a:rPr lang="en-US" sz="1080" dirty="0">
                <a:solidFill>
                  <a:srgbClr val="1A1A2E"/>
                </a:solidFill>
                <a:ea typeface="Calibri" pitchFamily="34" charset="-122"/>
                <a:cs typeface="Calibri" pitchFamily="34" charset="-120"/>
              </a:rPr>
              <a:t>Enables early detection of forest fires, encroachments, and illegal activities.</a:t>
            </a:r>
          </a:p>
          <a:p>
            <a:pPr marL="177800" indent="-177800">
              <a:buSzPct val="100000"/>
              <a:buChar char="▪"/>
            </a:pPr>
            <a:r>
              <a:rPr lang="en-US" sz="1080" dirty="0">
                <a:solidFill>
                  <a:srgbClr val="1A1A2E"/>
                </a:solidFill>
                <a:ea typeface="Calibri" pitchFamily="34" charset="-122"/>
                <a:cs typeface="Calibri" pitchFamily="34" charset="-120"/>
              </a:rPr>
              <a:t>High visibility, high impact use case that showcases state AI capability</a:t>
            </a:r>
          </a:p>
          <a:p>
            <a:pPr marL="177800" indent="-177800">
              <a:buSzPct val="100000"/>
              <a:buChar char="▪"/>
            </a:pPr>
            <a:r>
              <a:rPr lang="en-US" sz="1080" dirty="0">
                <a:solidFill>
                  <a:srgbClr val="1A1A2E"/>
                </a:solidFill>
                <a:ea typeface="Calibri" pitchFamily="34" charset="-122"/>
                <a:cs typeface="Calibri" pitchFamily="34" charset="-120"/>
              </a:rPr>
              <a:t>Builds reusable geospatial-AI competency extendable to other relevant use cases</a:t>
            </a:r>
          </a:p>
        </p:txBody>
      </p:sp>
      <p:sp>
        <p:nvSpPr>
          <p:cNvPr id="18" name="Shape 10">
            <a:extLst>
              <a:ext uri="{FF2B5EF4-FFF2-40B4-BE49-F238E27FC236}">
                <a16:creationId xmlns:a16="http://schemas.microsoft.com/office/drawing/2014/main" id="{6BAB519A-1FF3-9605-9F65-8E09BD12B2BE}"/>
              </a:ext>
            </a:extLst>
          </p:cNvPr>
          <p:cNvSpPr/>
          <p:nvPr/>
        </p:nvSpPr>
        <p:spPr>
          <a:xfrm>
            <a:off x="8641080" y="1407835"/>
            <a:ext cx="3090672" cy="2384543"/>
          </a:xfrm>
          <a:prstGeom prst="rect">
            <a:avLst/>
          </a:prstGeom>
          <a:solidFill>
            <a:schemeClr val="bg1">
              <a:lumMod val="95000"/>
            </a:schemeClr>
          </a:solidFill>
          <a:ln w="12700">
            <a:solidFill>
              <a:schemeClr val="bg1">
                <a:lumMod val="95000"/>
              </a:schemeClr>
            </a:solidFill>
            <a:prstDash val="solid"/>
          </a:ln>
        </p:spPr>
        <p:txBody>
          <a:bodyPr/>
          <a:lstStyle/>
          <a:p>
            <a:endParaRPr lang="en-IN"/>
          </a:p>
        </p:txBody>
      </p:sp>
      <p:sp>
        <p:nvSpPr>
          <p:cNvPr id="21" name="Text 11">
            <a:extLst>
              <a:ext uri="{FF2B5EF4-FFF2-40B4-BE49-F238E27FC236}">
                <a16:creationId xmlns:a16="http://schemas.microsoft.com/office/drawing/2014/main" id="{F4212DD7-AD8A-9830-4E3E-02328C0E4F12}"/>
              </a:ext>
            </a:extLst>
          </p:cNvPr>
          <p:cNvSpPr/>
          <p:nvPr/>
        </p:nvSpPr>
        <p:spPr>
          <a:xfrm>
            <a:off x="8823960" y="1517562"/>
            <a:ext cx="2743200" cy="256032"/>
          </a:xfrm>
          <a:prstGeom prst="rect">
            <a:avLst/>
          </a:prstGeom>
          <a:noFill/>
          <a:ln/>
        </p:spPr>
        <p:txBody>
          <a:bodyPr wrap="square" lIns="0" tIns="0" rIns="0" bIns="0" rtlCol="0" anchor="ctr"/>
          <a:lstStyle/>
          <a:p>
            <a:pPr marL="0" indent="0">
              <a:buNone/>
            </a:pPr>
            <a:r>
              <a:rPr lang="en-US" sz="1100" b="1" kern="0" spc="100" dirty="0">
                <a:solidFill>
                  <a:srgbClr val="B23A48"/>
                </a:solidFill>
                <a:ea typeface="Calibri" pitchFamily="34" charset="-122"/>
                <a:cs typeface="Calibri" pitchFamily="34" charset="-120"/>
              </a:rPr>
              <a:t>Challenges</a:t>
            </a:r>
            <a:endParaRPr lang="en-US" sz="1100" dirty="0"/>
          </a:p>
        </p:txBody>
      </p:sp>
      <p:sp>
        <p:nvSpPr>
          <p:cNvPr id="22" name="Text 12">
            <a:extLst>
              <a:ext uri="{FF2B5EF4-FFF2-40B4-BE49-F238E27FC236}">
                <a16:creationId xmlns:a16="http://schemas.microsoft.com/office/drawing/2014/main" id="{55635C4F-7B7D-CE70-E40F-6504AE3DB6D4}"/>
              </a:ext>
            </a:extLst>
          </p:cNvPr>
          <p:cNvSpPr/>
          <p:nvPr/>
        </p:nvSpPr>
        <p:spPr>
          <a:xfrm>
            <a:off x="8823960" y="1791882"/>
            <a:ext cx="2743200" cy="2161474"/>
          </a:xfrm>
          <a:prstGeom prst="rect">
            <a:avLst/>
          </a:prstGeom>
          <a:noFill/>
          <a:ln/>
        </p:spPr>
        <p:txBody>
          <a:bodyPr wrap="square" lIns="0" tIns="0" rIns="0" bIns="0" rtlCol="0" anchor="t"/>
          <a:lstStyle/>
          <a:p>
            <a:pPr marL="177800" indent="-177800">
              <a:buSzPct val="100000"/>
              <a:buChar char="▪"/>
            </a:pPr>
            <a:r>
              <a:rPr lang="en-US" sz="1080" dirty="0">
                <a:solidFill>
                  <a:srgbClr val="1A1A2E"/>
                </a:solidFill>
                <a:ea typeface="Calibri" pitchFamily="34" charset="-122"/>
                <a:cs typeface="Calibri" pitchFamily="34" charset="-120"/>
              </a:rPr>
              <a:t>Ground-truthing and field data collection needed for compartment-level accuracy</a:t>
            </a:r>
          </a:p>
          <a:p>
            <a:pPr marL="177800" indent="-177800">
              <a:buSzPct val="100000"/>
              <a:buChar char="▪"/>
            </a:pPr>
            <a:r>
              <a:rPr lang="en-US" sz="1080" dirty="0">
                <a:solidFill>
                  <a:srgbClr val="1A1A2E"/>
                </a:solidFill>
                <a:ea typeface="Calibri" pitchFamily="34" charset="-122"/>
                <a:cs typeface="Calibri" pitchFamily="34" charset="-120"/>
              </a:rPr>
              <a:t>Connectivity gaps in forest/remote areas may limit real-time field usage</a:t>
            </a:r>
          </a:p>
          <a:p>
            <a:pPr marL="177800" indent="-177800">
              <a:buSzPct val="100000"/>
              <a:buFontTx/>
              <a:buChar char="▪"/>
            </a:pPr>
            <a:r>
              <a:rPr lang="en-US" sz="1080" dirty="0">
                <a:solidFill>
                  <a:srgbClr val="1A1A2E"/>
                </a:solidFill>
                <a:ea typeface="Calibri" pitchFamily="34" charset="-122"/>
                <a:cs typeface="Calibri" pitchFamily="34" charset="-120"/>
              </a:rPr>
              <a:t>May need high-resolution satellite/drone imagery, which can be costly and license-dependent</a:t>
            </a:r>
          </a:p>
          <a:p>
            <a:pPr marL="177800" indent="-177800">
              <a:buSzPct val="100000"/>
              <a:buFontTx/>
              <a:buChar char="▪"/>
            </a:pPr>
            <a:r>
              <a:rPr lang="en-US" sz="1080" dirty="0">
                <a:solidFill>
                  <a:srgbClr val="1A1A2E"/>
                </a:solidFill>
                <a:ea typeface="Calibri" pitchFamily="34" charset="-122"/>
                <a:cs typeface="Calibri" pitchFamily="34" charset="-120"/>
              </a:rPr>
              <a:t>Requires specialized geospatial-AI skills</a:t>
            </a:r>
          </a:p>
        </p:txBody>
      </p:sp>
      <p:sp>
        <p:nvSpPr>
          <p:cNvPr id="46" name="Shape 25">
            <a:extLst>
              <a:ext uri="{FF2B5EF4-FFF2-40B4-BE49-F238E27FC236}">
                <a16:creationId xmlns:a16="http://schemas.microsoft.com/office/drawing/2014/main" id="{D26A0AC4-C019-C359-77AB-75F600EEBCBC}"/>
              </a:ext>
            </a:extLst>
          </p:cNvPr>
          <p:cNvSpPr/>
          <p:nvPr/>
        </p:nvSpPr>
        <p:spPr>
          <a:xfrm>
            <a:off x="457200" y="5943600"/>
            <a:ext cx="11247120" cy="566928"/>
          </a:xfrm>
          <a:prstGeom prst="roundRect">
            <a:avLst>
              <a:gd name="adj" fmla="val 9677"/>
            </a:avLst>
          </a:prstGeom>
          <a:solidFill>
            <a:schemeClr val="accent3"/>
          </a:solidFill>
          <a:ln/>
        </p:spPr>
        <p:txBody>
          <a:bodyPr/>
          <a:lstStyle/>
          <a:p>
            <a:endParaRPr lang="en-IN"/>
          </a:p>
        </p:txBody>
      </p:sp>
      <p:sp>
        <p:nvSpPr>
          <p:cNvPr id="47" name="Text 26">
            <a:extLst>
              <a:ext uri="{FF2B5EF4-FFF2-40B4-BE49-F238E27FC236}">
                <a16:creationId xmlns:a16="http://schemas.microsoft.com/office/drawing/2014/main" id="{1A7C70AD-BA3E-3237-E96D-2F9B7F696B0B}"/>
              </a:ext>
            </a:extLst>
          </p:cNvPr>
          <p:cNvSpPr/>
          <p:nvPr/>
        </p:nvSpPr>
        <p:spPr>
          <a:xfrm>
            <a:off x="640080" y="5943600"/>
            <a:ext cx="10881360" cy="566928"/>
          </a:xfrm>
          <a:prstGeom prst="rect">
            <a:avLst/>
          </a:prstGeom>
          <a:noFill/>
          <a:ln/>
        </p:spPr>
        <p:txBody>
          <a:bodyPr wrap="square" lIns="0" tIns="0" rIns="0" bIns="0" rtlCol="0" anchor="ctr"/>
          <a:lstStyle/>
          <a:p>
            <a:pPr marL="0" indent="0">
              <a:buNone/>
            </a:pPr>
            <a:r>
              <a:rPr lang="en-US" sz="1150" b="1" dirty="0">
                <a:solidFill>
                  <a:srgbClr val="F2B705"/>
                </a:solidFill>
                <a:ea typeface="Calibri" pitchFamily="34" charset="-122"/>
                <a:cs typeface="Calibri" pitchFamily="34" charset="-120"/>
              </a:rPr>
              <a:t>Recommendation:  </a:t>
            </a:r>
            <a:r>
              <a:rPr lang="en-US" sz="1200" b="1" dirty="0">
                <a:solidFill>
                  <a:schemeClr val="bg1"/>
                </a:solidFill>
                <a:ea typeface="Calibri" pitchFamily="34" charset="-122"/>
                <a:cs typeface="Calibri" pitchFamily="34" charset="-120"/>
              </a:rPr>
              <a:t>Pilot in 2-3 divisions on </a:t>
            </a:r>
            <a:r>
              <a:rPr lang="en-US" sz="1200" b="1" dirty="0" err="1">
                <a:solidFill>
                  <a:schemeClr val="bg1"/>
                </a:solidFill>
                <a:ea typeface="Calibri" pitchFamily="34" charset="-122"/>
                <a:cs typeface="Calibri" pitchFamily="34" charset="-120"/>
              </a:rPr>
              <a:t>OpenNetwork</a:t>
            </a:r>
            <a:r>
              <a:rPr lang="en-US" sz="1200" b="1" dirty="0">
                <a:solidFill>
                  <a:schemeClr val="bg1"/>
                </a:solidFill>
                <a:ea typeface="Calibri" pitchFamily="34" charset="-122"/>
                <a:cs typeface="Calibri" pitchFamily="34" charset="-120"/>
              </a:rPr>
              <a:t> before state-wide rollout</a:t>
            </a:r>
            <a:endParaRPr lang="en-US" sz="1200" dirty="0">
              <a:solidFill>
                <a:schemeClr val="bg1"/>
              </a:solidFill>
            </a:endParaRPr>
          </a:p>
        </p:txBody>
      </p:sp>
      <p:sp>
        <p:nvSpPr>
          <p:cNvPr id="51" name="Text 3">
            <a:extLst>
              <a:ext uri="{FF2B5EF4-FFF2-40B4-BE49-F238E27FC236}">
                <a16:creationId xmlns:a16="http://schemas.microsoft.com/office/drawing/2014/main" id="{F4E7501E-448C-2C0E-784B-F0CD1C3440B8}"/>
              </a:ext>
            </a:extLst>
          </p:cNvPr>
          <p:cNvSpPr/>
          <p:nvPr/>
        </p:nvSpPr>
        <p:spPr>
          <a:xfrm>
            <a:off x="432054" y="3507806"/>
            <a:ext cx="5120640" cy="256032"/>
          </a:xfrm>
          <a:prstGeom prst="rect">
            <a:avLst/>
          </a:prstGeom>
          <a:noFill/>
          <a:ln/>
        </p:spPr>
        <p:txBody>
          <a:bodyPr wrap="square" lIns="0" tIns="0" rIns="0" bIns="0" rtlCol="0" anchor="ctr"/>
          <a:lstStyle/>
          <a:p>
            <a:pPr marL="0" indent="0">
              <a:buNone/>
            </a:pPr>
            <a:r>
              <a:rPr lang="en-US" sz="1200" b="1" kern="0" spc="100" dirty="0">
                <a:solidFill>
                  <a:srgbClr val="F2B705"/>
                </a:solidFill>
                <a:ea typeface="Calibri" pitchFamily="34" charset="-122"/>
                <a:cs typeface="Calibri" pitchFamily="34" charset="-120"/>
              </a:rPr>
              <a:t>Approach for Implementation</a:t>
            </a:r>
            <a:endParaRPr lang="en-US" sz="1200" b="1" dirty="0"/>
          </a:p>
        </p:txBody>
      </p:sp>
      <p:sp>
        <p:nvSpPr>
          <p:cNvPr id="52" name="Text 4">
            <a:extLst>
              <a:ext uri="{FF2B5EF4-FFF2-40B4-BE49-F238E27FC236}">
                <a16:creationId xmlns:a16="http://schemas.microsoft.com/office/drawing/2014/main" id="{4A92243A-213C-1567-C772-95BAD2901914}"/>
              </a:ext>
            </a:extLst>
          </p:cNvPr>
          <p:cNvSpPr/>
          <p:nvPr/>
        </p:nvSpPr>
        <p:spPr>
          <a:xfrm>
            <a:off x="427482" y="3797740"/>
            <a:ext cx="5120640" cy="1417320"/>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200" dirty="0"/>
              <a:t>Consultation with Forest Department to prioritize use cases (fire, encroachment, conflict)</a:t>
            </a:r>
          </a:p>
          <a:p>
            <a:pPr marL="171450" indent="-171450">
              <a:buFont typeface="Arial" panose="020B0604020202020204" pitchFamily="34" charset="0"/>
              <a:buChar char="•"/>
            </a:pPr>
            <a:r>
              <a:rPr lang="en-US" sz="1200" dirty="0"/>
              <a:t>Assess data sources - ISRO Bhuvan, Survey of India etc.</a:t>
            </a:r>
          </a:p>
          <a:p>
            <a:pPr marL="171450" indent="-171450">
              <a:buFont typeface="Arial" panose="020B0604020202020204" pitchFamily="34" charset="0"/>
              <a:buChar char="•"/>
            </a:pPr>
            <a:r>
              <a:rPr lang="en-US" sz="1200" dirty="0"/>
              <a:t>Consultation with donor agencies working in DPIs for funding/engagement of the project – Gates Foundation/</a:t>
            </a:r>
            <a:r>
              <a:rPr lang="en-US" sz="1200" dirty="0" err="1"/>
              <a:t>EkStep</a:t>
            </a:r>
            <a:r>
              <a:rPr lang="en-US" sz="1200" dirty="0"/>
              <a:t> foundation/World Bank etc.</a:t>
            </a:r>
          </a:p>
          <a:p>
            <a:pPr marL="171450" indent="-171450">
              <a:buFont typeface="Arial" panose="020B0604020202020204" pitchFamily="34" charset="0"/>
              <a:buChar char="•"/>
            </a:pPr>
            <a:r>
              <a:rPr lang="en-US" sz="1200" dirty="0"/>
              <a:t>Request support from donor agencies to support pilot in 2-3 divisions on </a:t>
            </a:r>
            <a:r>
              <a:rPr lang="en-US" sz="1200" dirty="0" err="1"/>
              <a:t>OpenNetwork</a:t>
            </a:r>
            <a:r>
              <a:rPr lang="en-US" sz="1200" dirty="0"/>
              <a:t> before state-wide rollout</a:t>
            </a:r>
          </a:p>
          <a:p>
            <a:pPr marL="171450" indent="-171450">
              <a:buFont typeface="Arial" panose="020B0604020202020204" pitchFamily="34" charset="0"/>
              <a:buChar char="•"/>
            </a:pPr>
            <a:r>
              <a:rPr lang="en-US" sz="1200" dirty="0"/>
              <a:t>Prepare SOP for mobilization of ecosystem players involved in Forest AI Stack</a:t>
            </a:r>
          </a:p>
          <a:p>
            <a:pPr marL="171450" indent="-171450">
              <a:buFont typeface="Arial" panose="020B0604020202020204" pitchFamily="34" charset="0"/>
              <a:buChar char="•"/>
            </a:pPr>
            <a:r>
              <a:rPr lang="en-US" sz="1200" dirty="0"/>
              <a:t>Prepare RFP for SI for state-wide rollout of Forest AI Stack</a:t>
            </a:r>
          </a:p>
        </p:txBody>
      </p:sp>
      <p:grpSp>
        <p:nvGrpSpPr>
          <p:cNvPr id="53" name="Group 52">
            <a:extLst>
              <a:ext uri="{FF2B5EF4-FFF2-40B4-BE49-F238E27FC236}">
                <a16:creationId xmlns:a16="http://schemas.microsoft.com/office/drawing/2014/main" id="{C45B069C-AA13-2367-AA36-BDB8CAA53945}"/>
              </a:ext>
            </a:extLst>
          </p:cNvPr>
          <p:cNvGrpSpPr/>
          <p:nvPr/>
        </p:nvGrpSpPr>
        <p:grpSpPr>
          <a:xfrm>
            <a:off x="5897882" y="4297100"/>
            <a:ext cx="5669278" cy="1537282"/>
            <a:chOff x="976805" y="2236053"/>
            <a:chExt cx="4732331" cy="1765305"/>
          </a:xfrm>
        </p:grpSpPr>
        <p:sp>
          <p:nvSpPr>
            <p:cNvPr id="81" name="Pentagon 10">
              <a:extLst>
                <a:ext uri="{FF2B5EF4-FFF2-40B4-BE49-F238E27FC236}">
                  <a16:creationId xmlns:a16="http://schemas.microsoft.com/office/drawing/2014/main" id="{1E43F788-6C8E-98E1-C4D7-F571222CE4FD}"/>
                </a:ext>
              </a:extLst>
            </p:cNvPr>
            <p:cNvSpPr/>
            <p:nvPr/>
          </p:nvSpPr>
          <p:spPr>
            <a:xfrm>
              <a:off x="1517208" y="3370218"/>
              <a:ext cx="4191928" cy="487810"/>
            </a:xfrm>
            <a:prstGeom prst="homePlat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r>
                <a:rPr lang="en-US" sz="1050" dirty="0">
                  <a:solidFill>
                    <a:schemeClr val="tx1"/>
                  </a:solidFill>
                </a:rPr>
                <a:t>What is the status of availability of high-resolution satellite/drone imagery for Forest AI use cases? Will ISRO/national agencies (FSI, NRSC) be partners, or will stack components be fully vendor-built?</a:t>
              </a:r>
            </a:p>
          </p:txBody>
        </p:sp>
        <p:sp>
          <p:nvSpPr>
            <p:cNvPr id="82" name="Pentagon 9">
              <a:extLst>
                <a:ext uri="{FF2B5EF4-FFF2-40B4-BE49-F238E27FC236}">
                  <a16:creationId xmlns:a16="http://schemas.microsoft.com/office/drawing/2014/main" id="{9FF897E6-E211-E593-4D41-34224972BA2A}"/>
                </a:ext>
              </a:extLst>
            </p:cNvPr>
            <p:cNvSpPr/>
            <p:nvPr/>
          </p:nvSpPr>
          <p:spPr>
            <a:xfrm>
              <a:off x="1517208" y="2236053"/>
              <a:ext cx="4191928" cy="487810"/>
            </a:xfrm>
            <a:prstGeom prst="homePlat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r>
                <a:rPr lang="en-US" sz="1050" dirty="0">
                  <a:solidFill>
                    <a:schemeClr val="tx1"/>
                  </a:solidFill>
                </a:rPr>
                <a:t>Is there any budget already allocated for Forest AI Stack implementation?</a:t>
              </a:r>
            </a:p>
          </p:txBody>
        </p:sp>
        <p:sp>
          <p:nvSpPr>
            <p:cNvPr id="83" name="Pentagon 11">
              <a:extLst>
                <a:ext uri="{FF2B5EF4-FFF2-40B4-BE49-F238E27FC236}">
                  <a16:creationId xmlns:a16="http://schemas.microsoft.com/office/drawing/2014/main" id="{0D62C031-EDA2-374F-7CA4-50E427B23520}"/>
                </a:ext>
              </a:extLst>
            </p:cNvPr>
            <p:cNvSpPr/>
            <p:nvPr/>
          </p:nvSpPr>
          <p:spPr>
            <a:xfrm>
              <a:off x="1517208" y="2788275"/>
              <a:ext cx="4191928" cy="487549"/>
            </a:xfrm>
            <a:prstGeom prst="homePlat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r>
                <a:rPr lang="en-US" sz="1050" dirty="0">
                  <a:solidFill>
                    <a:schemeClr val="tx1"/>
                  </a:solidFill>
                </a:rPr>
                <a:t>Would it be okay to position Chhattisgarh Forest AI Stack as DPI so that discussions with donor agencies can be done?</a:t>
              </a:r>
            </a:p>
          </p:txBody>
        </p:sp>
        <p:sp>
          <p:nvSpPr>
            <p:cNvPr id="89" name="Pentagon 23">
              <a:extLst>
                <a:ext uri="{FF2B5EF4-FFF2-40B4-BE49-F238E27FC236}">
                  <a16:creationId xmlns:a16="http://schemas.microsoft.com/office/drawing/2014/main" id="{5F63253C-B9C9-2989-C759-EE02B370B556}"/>
                </a:ext>
              </a:extLst>
            </p:cNvPr>
            <p:cNvSpPr/>
            <p:nvPr/>
          </p:nvSpPr>
          <p:spPr>
            <a:xfrm rot="16200000" flipH="1">
              <a:off x="283118" y="2929742"/>
              <a:ext cx="1765303" cy="377930"/>
            </a:xfrm>
            <a:prstGeom prst="homePlate">
              <a:avLst>
                <a:gd name="adj" fmla="val 25643"/>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Key Decision Points</a:t>
              </a:r>
            </a:p>
          </p:txBody>
        </p:sp>
      </p:grpSp>
    </p:spTree>
    <p:extLst>
      <p:ext uri="{BB962C8B-B14F-4D97-AF65-F5344CB8AC3E}">
        <p14:creationId xmlns:p14="http://schemas.microsoft.com/office/powerpoint/2010/main" val="32128461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EADE13-7FBB-FC04-72E7-8D93951969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0557C0-DB19-5AFA-45D6-A9EFD54EC6B5}"/>
              </a:ext>
            </a:extLst>
          </p:cNvPr>
          <p:cNvSpPr txBox="1">
            <a:spLocks/>
          </p:cNvSpPr>
          <p:nvPr/>
        </p:nvSpPr>
        <p:spPr>
          <a:xfrm>
            <a:off x="473642" y="257967"/>
            <a:ext cx="11120259" cy="594360"/>
          </a:xfrm>
          <a:prstGeom prst="rect">
            <a:avLst/>
          </a:prstGeom>
        </p:spPr>
        <p:txBody>
          <a:bodyPr vert="horz" lIns="0" tIns="45720" rIns="0" bIns="0" rtlCol="0" anchor="b" anchorCtr="0">
            <a:noAutofit/>
          </a:bodyPr>
          <a:lstStyle>
            <a:lvl1pPr algn="l" defTabSz="914400" rtl="0" eaLnBrk="1" latinLnBrk="0" hangingPunct="1">
              <a:lnSpc>
                <a:spcPct val="80000"/>
              </a:lnSpc>
              <a:spcBef>
                <a:spcPct val="0"/>
              </a:spcBef>
              <a:buNone/>
              <a:defRPr lang="en-US" sz="3600" b="0" i="0" kern="1200" cap="none" spc="-75" baseline="0" dirty="0">
                <a:solidFill>
                  <a:schemeClr val="tx1"/>
                </a:solidFill>
                <a:latin typeface="+mj-lt"/>
                <a:ea typeface="Bebas Neue" charset="0"/>
                <a:cs typeface="Chronicle Display Black"/>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lang="it-IT" sz="3200" dirty="0">
                <a:solidFill>
                  <a:srgbClr val="000000"/>
                </a:solidFill>
                <a:latin typeface="Calibri" panose="020F0502020204030204" pitchFamily="34" charset="0"/>
                <a:cs typeface="Calibri" panose="020F0502020204030204" pitchFamily="34" charset="0"/>
              </a:rPr>
              <a:t>Enterprise AI Platform</a:t>
            </a:r>
          </a:p>
        </p:txBody>
      </p:sp>
      <p:sp>
        <p:nvSpPr>
          <p:cNvPr id="3" name="Text 2">
            <a:extLst>
              <a:ext uri="{FF2B5EF4-FFF2-40B4-BE49-F238E27FC236}">
                <a16:creationId xmlns:a16="http://schemas.microsoft.com/office/drawing/2014/main" id="{6F2B0560-EAA6-BA78-6129-4237B557C46A}"/>
              </a:ext>
            </a:extLst>
          </p:cNvPr>
          <p:cNvSpPr/>
          <p:nvPr/>
        </p:nvSpPr>
        <p:spPr>
          <a:xfrm>
            <a:off x="457200" y="1023786"/>
            <a:ext cx="11247120" cy="274320"/>
          </a:xfrm>
          <a:prstGeom prst="rect">
            <a:avLst/>
          </a:prstGeom>
          <a:noFill/>
          <a:ln/>
        </p:spPr>
        <p:txBody>
          <a:bodyPr wrap="square" lIns="0" tIns="0" rIns="0" bIns="0" rtlCol="0" anchor="ctr"/>
          <a:lstStyle/>
          <a:p>
            <a:r>
              <a:rPr lang="en-IN" sz="1200" dirty="0">
                <a:solidFill>
                  <a:schemeClr val="bg1">
                    <a:lumMod val="50000"/>
                  </a:schemeClr>
                </a:solidFill>
              </a:rPr>
              <a:t>A centralized AI platform that provides reusable AI infrastructure, foundation models, and shared AI services for all government departments.</a:t>
            </a:r>
            <a:endParaRPr lang="en-US" sz="1200" dirty="0">
              <a:solidFill>
                <a:schemeClr val="bg1">
                  <a:lumMod val="50000"/>
                </a:schemeClr>
              </a:solidFill>
            </a:endParaRPr>
          </a:p>
        </p:txBody>
      </p:sp>
      <p:sp>
        <p:nvSpPr>
          <p:cNvPr id="5" name="Text 3">
            <a:extLst>
              <a:ext uri="{FF2B5EF4-FFF2-40B4-BE49-F238E27FC236}">
                <a16:creationId xmlns:a16="http://schemas.microsoft.com/office/drawing/2014/main" id="{1479D350-97B3-3D14-2C85-1239E26CC6BF}"/>
              </a:ext>
            </a:extLst>
          </p:cNvPr>
          <p:cNvSpPr/>
          <p:nvPr/>
        </p:nvSpPr>
        <p:spPr>
          <a:xfrm>
            <a:off x="457200" y="1330197"/>
            <a:ext cx="5120640" cy="256032"/>
          </a:xfrm>
          <a:prstGeom prst="rect">
            <a:avLst/>
          </a:prstGeom>
          <a:noFill/>
          <a:ln/>
        </p:spPr>
        <p:txBody>
          <a:bodyPr wrap="square" lIns="0" tIns="0" rIns="0" bIns="0" rtlCol="0" anchor="ctr"/>
          <a:lstStyle/>
          <a:p>
            <a:pPr marL="0" indent="0">
              <a:buNone/>
            </a:pPr>
            <a:r>
              <a:rPr lang="en-US" sz="1200" b="1" kern="0" spc="100" dirty="0">
                <a:solidFill>
                  <a:srgbClr val="F2B705"/>
                </a:solidFill>
                <a:ea typeface="Calibri" pitchFamily="34" charset="-122"/>
                <a:cs typeface="Calibri" pitchFamily="34" charset="-120"/>
              </a:rPr>
              <a:t>Features</a:t>
            </a:r>
            <a:endParaRPr lang="en-US" sz="1200" dirty="0"/>
          </a:p>
        </p:txBody>
      </p:sp>
      <p:sp>
        <p:nvSpPr>
          <p:cNvPr id="6" name="Text 4">
            <a:extLst>
              <a:ext uri="{FF2B5EF4-FFF2-40B4-BE49-F238E27FC236}">
                <a16:creationId xmlns:a16="http://schemas.microsoft.com/office/drawing/2014/main" id="{D839213D-C3F8-FE6E-EE25-7B4F0E3E3ADC}"/>
              </a:ext>
            </a:extLst>
          </p:cNvPr>
          <p:cNvSpPr/>
          <p:nvPr/>
        </p:nvSpPr>
        <p:spPr>
          <a:xfrm>
            <a:off x="457200" y="1586229"/>
            <a:ext cx="5120640" cy="1417320"/>
          </a:xfrm>
          <a:prstGeom prst="rect">
            <a:avLst/>
          </a:prstGeom>
          <a:noFill/>
          <a:ln/>
        </p:spPr>
        <p:txBody>
          <a:bodyPr wrap="square" lIns="0" tIns="0" rIns="0" bIns="0" rtlCol="0" anchor="t"/>
          <a:lstStyle/>
          <a:p>
            <a:pPr marL="171450" indent="-171450">
              <a:buFont typeface="Arial" panose="020B0604020202020204" pitchFamily="34" charset="0"/>
              <a:buChar char="•"/>
            </a:pPr>
            <a:r>
              <a:rPr lang="en-IN" sz="1200" dirty="0"/>
              <a:t>LLM orchestration and multi-LLM access</a:t>
            </a:r>
          </a:p>
          <a:p>
            <a:pPr marL="171450" indent="-171450">
              <a:buFont typeface="Arial" panose="020B0604020202020204" pitchFamily="34" charset="0"/>
              <a:buChar char="•"/>
            </a:pPr>
            <a:r>
              <a:rPr lang="en-IN" sz="1200" dirty="0"/>
              <a:t>API Gateway for AI services </a:t>
            </a:r>
          </a:p>
          <a:p>
            <a:pPr marL="171450" indent="-171450">
              <a:buFont typeface="Arial" panose="020B0604020202020204" pitchFamily="34" charset="0"/>
              <a:buChar char="•"/>
            </a:pPr>
            <a:r>
              <a:rPr lang="en-IN" sz="1200" dirty="0"/>
              <a:t>GPU-as-a-Service (subject to discussion)</a:t>
            </a:r>
          </a:p>
          <a:p>
            <a:pPr marL="171450" indent="-171450">
              <a:buFont typeface="Arial" panose="020B0604020202020204" pitchFamily="34" charset="0"/>
              <a:buChar char="•"/>
            </a:pPr>
            <a:r>
              <a:rPr lang="en-IN" sz="1200" dirty="0"/>
              <a:t>Enterprise vector database </a:t>
            </a:r>
          </a:p>
          <a:p>
            <a:pPr marL="171450" indent="-171450">
              <a:buFont typeface="Arial" panose="020B0604020202020204" pitchFamily="34" charset="0"/>
              <a:buChar char="•"/>
            </a:pPr>
            <a:r>
              <a:rPr lang="en-IN" sz="1200" dirty="0"/>
              <a:t>Prompt management and reusable prompt library </a:t>
            </a:r>
          </a:p>
          <a:p>
            <a:pPr marL="171450" indent="-171450">
              <a:buFont typeface="Arial" panose="020B0604020202020204" pitchFamily="34" charset="0"/>
              <a:buChar char="•"/>
            </a:pPr>
            <a:r>
              <a:rPr lang="en-IN" sz="1200" dirty="0"/>
              <a:t>Model registry and lifecycle management </a:t>
            </a:r>
          </a:p>
          <a:p>
            <a:pPr marL="171450" indent="-171450">
              <a:buFont typeface="Arial" panose="020B0604020202020204" pitchFamily="34" charset="0"/>
              <a:buChar char="•"/>
            </a:pPr>
            <a:r>
              <a:rPr lang="en-IN" sz="1200" dirty="0"/>
              <a:t>Role based access</a:t>
            </a:r>
          </a:p>
          <a:p>
            <a:pPr marL="171450" indent="-171450">
              <a:buFont typeface="Arial" panose="020B0604020202020204" pitchFamily="34" charset="0"/>
              <a:buChar char="•"/>
            </a:pPr>
            <a:r>
              <a:rPr lang="en-IN" sz="1200" dirty="0"/>
              <a:t>Usage analytics and </a:t>
            </a:r>
            <a:r>
              <a:rPr lang="en-IN" sz="1080" dirty="0">
                <a:solidFill>
                  <a:srgbClr val="1A1A2E"/>
                </a:solidFill>
                <a:ea typeface="Calibri" pitchFamily="34" charset="-122"/>
                <a:cs typeface="Calibri" pitchFamily="34" charset="-120"/>
              </a:rPr>
              <a:t>cost</a:t>
            </a:r>
            <a:r>
              <a:rPr lang="en-IN" sz="1200" dirty="0"/>
              <a:t> monitoring </a:t>
            </a:r>
          </a:p>
          <a:p>
            <a:pPr marL="171450" indent="-171450">
              <a:buFont typeface="Arial" panose="020B0604020202020204" pitchFamily="34" charset="0"/>
              <a:buChar char="•"/>
            </a:pPr>
            <a:r>
              <a:rPr lang="en-IN" sz="1200" dirty="0"/>
              <a:t>Responsible AI guardrails and audit logging </a:t>
            </a:r>
          </a:p>
          <a:p>
            <a:pPr marL="171450" indent="-171450">
              <a:buFont typeface="Arial" panose="020B0604020202020204" pitchFamily="34" charset="0"/>
              <a:buChar char="•"/>
            </a:pPr>
            <a:r>
              <a:rPr lang="en-IN" sz="1200" dirty="0"/>
              <a:t>SDKs and low-code/No-code development</a:t>
            </a:r>
          </a:p>
        </p:txBody>
      </p:sp>
      <p:sp>
        <p:nvSpPr>
          <p:cNvPr id="13" name="Shape 7">
            <a:extLst>
              <a:ext uri="{FF2B5EF4-FFF2-40B4-BE49-F238E27FC236}">
                <a16:creationId xmlns:a16="http://schemas.microsoft.com/office/drawing/2014/main" id="{385233B4-3DBE-2681-8CE7-CE567BD0A65F}"/>
              </a:ext>
            </a:extLst>
          </p:cNvPr>
          <p:cNvSpPr/>
          <p:nvPr/>
        </p:nvSpPr>
        <p:spPr>
          <a:xfrm>
            <a:off x="5715000" y="1407835"/>
            <a:ext cx="2788920" cy="2384543"/>
          </a:xfrm>
          <a:prstGeom prst="rect">
            <a:avLst/>
          </a:prstGeom>
          <a:solidFill>
            <a:schemeClr val="bg1">
              <a:lumMod val="95000"/>
            </a:schemeClr>
          </a:solidFill>
          <a:ln w="12700">
            <a:solidFill>
              <a:schemeClr val="bg1">
                <a:lumMod val="95000"/>
              </a:schemeClr>
            </a:solidFill>
            <a:prstDash val="solid"/>
          </a:ln>
        </p:spPr>
        <p:txBody>
          <a:bodyPr/>
          <a:lstStyle/>
          <a:p>
            <a:endParaRPr lang="en-IN"/>
          </a:p>
        </p:txBody>
      </p:sp>
      <p:sp>
        <p:nvSpPr>
          <p:cNvPr id="14" name="Text 8">
            <a:extLst>
              <a:ext uri="{FF2B5EF4-FFF2-40B4-BE49-F238E27FC236}">
                <a16:creationId xmlns:a16="http://schemas.microsoft.com/office/drawing/2014/main" id="{7B6D1B23-A8D3-FE35-3832-0A37C1F8BD89}"/>
              </a:ext>
            </a:extLst>
          </p:cNvPr>
          <p:cNvSpPr/>
          <p:nvPr/>
        </p:nvSpPr>
        <p:spPr>
          <a:xfrm>
            <a:off x="5897880" y="1517562"/>
            <a:ext cx="2468880" cy="256032"/>
          </a:xfrm>
          <a:prstGeom prst="rect">
            <a:avLst/>
          </a:prstGeom>
          <a:noFill/>
          <a:ln/>
        </p:spPr>
        <p:txBody>
          <a:bodyPr wrap="square" lIns="0" tIns="0" rIns="0" bIns="0" rtlCol="0" anchor="ctr"/>
          <a:lstStyle/>
          <a:p>
            <a:pPr marL="0" indent="0">
              <a:buNone/>
            </a:pPr>
            <a:r>
              <a:rPr lang="en-US" sz="1100" b="1" kern="0" spc="100" dirty="0">
                <a:solidFill>
                  <a:srgbClr val="4C9F70"/>
                </a:solidFill>
                <a:ea typeface="Calibri" pitchFamily="34" charset="-122"/>
                <a:cs typeface="Calibri" pitchFamily="34" charset="-120"/>
              </a:rPr>
              <a:t>Advantages</a:t>
            </a:r>
            <a:endParaRPr lang="en-US" sz="1100" dirty="0"/>
          </a:p>
        </p:txBody>
      </p:sp>
      <p:sp>
        <p:nvSpPr>
          <p:cNvPr id="17" name="Text 9">
            <a:extLst>
              <a:ext uri="{FF2B5EF4-FFF2-40B4-BE49-F238E27FC236}">
                <a16:creationId xmlns:a16="http://schemas.microsoft.com/office/drawing/2014/main" id="{FDB470CA-1081-AAAE-2710-C547F8521D08}"/>
              </a:ext>
            </a:extLst>
          </p:cNvPr>
          <p:cNvSpPr/>
          <p:nvPr/>
        </p:nvSpPr>
        <p:spPr>
          <a:xfrm>
            <a:off x="5897880" y="1791882"/>
            <a:ext cx="2468880" cy="2834640"/>
          </a:xfrm>
          <a:prstGeom prst="rect">
            <a:avLst/>
          </a:prstGeom>
          <a:noFill/>
          <a:ln/>
        </p:spPr>
        <p:txBody>
          <a:bodyPr wrap="square" lIns="0" tIns="0" rIns="0" bIns="0" rtlCol="0" anchor="t"/>
          <a:lstStyle/>
          <a:p>
            <a:pPr marL="177800" indent="-177800">
              <a:buSzPct val="100000"/>
              <a:buChar char="▪"/>
            </a:pPr>
            <a:r>
              <a:rPr lang="en-US" sz="1080" dirty="0">
                <a:solidFill>
                  <a:srgbClr val="1A1A2E"/>
                </a:solidFill>
                <a:ea typeface="Calibri" pitchFamily="34" charset="-122"/>
                <a:cs typeface="Calibri" pitchFamily="34" charset="-120"/>
              </a:rPr>
              <a:t>Creates a common AI foundation that can be reused across all departments, reducing duplication.</a:t>
            </a:r>
          </a:p>
          <a:p>
            <a:pPr marL="177800" indent="-177800">
              <a:buSzPct val="100000"/>
              <a:buChar char="▪"/>
            </a:pPr>
            <a:r>
              <a:rPr lang="en-US" sz="1080" dirty="0">
                <a:solidFill>
                  <a:srgbClr val="1A1A2E"/>
                </a:solidFill>
                <a:ea typeface="Calibri" pitchFamily="34" charset="-122"/>
                <a:cs typeface="Calibri" pitchFamily="34" charset="-120"/>
              </a:rPr>
              <a:t>Consistent governance, security and audit.</a:t>
            </a:r>
            <a:endParaRPr lang="en-US" sz="1080" dirty="0"/>
          </a:p>
          <a:p>
            <a:pPr marL="177800" indent="-177800">
              <a:buSzPct val="100000"/>
              <a:buChar char="▪"/>
            </a:pPr>
            <a:r>
              <a:rPr lang="en-US" sz="1080" dirty="0">
                <a:solidFill>
                  <a:srgbClr val="1A1A2E"/>
                </a:solidFill>
                <a:ea typeface="Calibri" pitchFamily="34" charset="-122"/>
                <a:cs typeface="Calibri" pitchFamily="34" charset="-120"/>
              </a:rPr>
              <a:t>Removes duplicate GPU procurement</a:t>
            </a:r>
          </a:p>
          <a:p>
            <a:pPr marL="177800" marR="0" lvl="0" indent="-177800" fontAlgn="auto">
              <a:lnSpc>
                <a:spcPct val="100000"/>
              </a:lnSpc>
              <a:spcBef>
                <a:spcPts val="0"/>
              </a:spcBef>
              <a:buClrTx/>
              <a:buSzPct val="100000"/>
              <a:buFontTx/>
              <a:buChar char="▪"/>
              <a:tabLst/>
              <a:defRPr/>
            </a:pPr>
            <a:r>
              <a:rPr lang="en-IN" sz="1080" dirty="0">
                <a:solidFill>
                  <a:srgbClr val="1A1A2E"/>
                </a:solidFill>
                <a:ea typeface="Calibri" pitchFamily="34" charset="-122"/>
                <a:cs typeface="Calibri" pitchFamily="34" charset="-120"/>
              </a:rPr>
              <a:t>Accelerates deployment of new AI applications using reusable platform services. </a:t>
            </a:r>
          </a:p>
          <a:p>
            <a:pPr marL="177800" marR="0" lvl="0" indent="-177800" fontAlgn="auto">
              <a:lnSpc>
                <a:spcPct val="100000"/>
              </a:lnSpc>
              <a:spcBef>
                <a:spcPts val="0"/>
              </a:spcBef>
              <a:buClrTx/>
              <a:buSzPct val="100000"/>
              <a:buFontTx/>
              <a:buChar char="▪"/>
              <a:tabLst/>
              <a:defRPr/>
            </a:pPr>
            <a:r>
              <a:rPr lang="en-IN" sz="1080" dirty="0">
                <a:solidFill>
                  <a:srgbClr val="1A1A2E"/>
                </a:solidFill>
                <a:ea typeface="Calibri" pitchFamily="34" charset="-122"/>
                <a:cs typeface="Calibri" pitchFamily="34" charset="-120"/>
              </a:rPr>
              <a:t>Simplifies monitoring of AI usage, performance, and costs across departments. </a:t>
            </a:r>
            <a:endParaRPr lang="en-US" sz="1080" dirty="0"/>
          </a:p>
        </p:txBody>
      </p:sp>
      <p:sp>
        <p:nvSpPr>
          <p:cNvPr id="18" name="Shape 10">
            <a:extLst>
              <a:ext uri="{FF2B5EF4-FFF2-40B4-BE49-F238E27FC236}">
                <a16:creationId xmlns:a16="http://schemas.microsoft.com/office/drawing/2014/main" id="{B7888422-68A8-C4C8-E138-7F772996981D}"/>
              </a:ext>
            </a:extLst>
          </p:cNvPr>
          <p:cNvSpPr/>
          <p:nvPr/>
        </p:nvSpPr>
        <p:spPr>
          <a:xfrm>
            <a:off x="8641080" y="1407835"/>
            <a:ext cx="3090672" cy="2384543"/>
          </a:xfrm>
          <a:prstGeom prst="rect">
            <a:avLst/>
          </a:prstGeom>
          <a:solidFill>
            <a:schemeClr val="bg1">
              <a:lumMod val="95000"/>
            </a:schemeClr>
          </a:solidFill>
          <a:ln w="12700">
            <a:solidFill>
              <a:schemeClr val="bg1">
                <a:lumMod val="95000"/>
              </a:schemeClr>
            </a:solidFill>
            <a:prstDash val="solid"/>
          </a:ln>
        </p:spPr>
        <p:txBody>
          <a:bodyPr/>
          <a:lstStyle/>
          <a:p>
            <a:endParaRPr lang="en-IN"/>
          </a:p>
        </p:txBody>
      </p:sp>
      <p:sp>
        <p:nvSpPr>
          <p:cNvPr id="21" name="Text 11">
            <a:extLst>
              <a:ext uri="{FF2B5EF4-FFF2-40B4-BE49-F238E27FC236}">
                <a16:creationId xmlns:a16="http://schemas.microsoft.com/office/drawing/2014/main" id="{E3E72F1B-1569-ED3B-8A51-FB5E0ABCF527}"/>
              </a:ext>
            </a:extLst>
          </p:cNvPr>
          <p:cNvSpPr/>
          <p:nvPr/>
        </p:nvSpPr>
        <p:spPr>
          <a:xfrm>
            <a:off x="8823960" y="1517562"/>
            <a:ext cx="2743200" cy="256032"/>
          </a:xfrm>
          <a:prstGeom prst="rect">
            <a:avLst/>
          </a:prstGeom>
          <a:noFill/>
          <a:ln/>
        </p:spPr>
        <p:txBody>
          <a:bodyPr wrap="square" lIns="0" tIns="0" rIns="0" bIns="0" rtlCol="0" anchor="ctr"/>
          <a:lstStyle/>
          <a:p>
            <a:pPr marL="0" indent="0">
              <a:buNone/>
            </a:pPr>
            <a:r>
              <a:rPr lang="en-US" sz="1100" b="1" kern="0" spc="100" dirty="0">
                <a:solidFill>
                  <a:srgbClr val="B23A48"/>
                </a:solidFill>
                <a:ea typeface="Calibri" pitchFamily="34" charset="-122"/>
                <a:cs typeface="Calibri" pitchFamily="34" charset="-120"/>
              </a:rPr>
              <a:t>Challenges</a:t>
            </a:r>
            <a:endParaRPr lang="en-US" sz="1100" dirty="0"/>
          </a:p>
        </p:txBody>
      </p:sp>
      <p:sp>
        <p:nvSpPr>
          <p:cNvPr id="22" name="Text 12">
            <a:extLst>
              <a:ext uri="{FF2B5EF4-FFF2-40B4-BE49-F238E27FC236}">
                <a16:creationId xmlns:a16="http://schemas.microsoft.com/office/drawing/2014/main" id="{D5B14060-D91D-F04E-224B-B96FF2C8A707}"/>
              </a:ext>
            </a:extLst>
          </p:cNvPr>
          <p:cNvSpPr/>
          <p:nvPr/>
        </p:nvSpPr>
        <p:spPr>
          <a:xfrm>
            <a:off x="8823960" y="1791882"/>
            <a:ext cx="2743200" cy="2161474"/>
          </a:xfrm>
          <a:prstGeom prst="rect">
            <a:avLst/>
          </a:prstGeom>
          <a:noFill/>
          <a:ln/>
        </p:spPr>
        <p:txBody>
          <a:bodyPr wrap="square" lIns="0" tIns="0" rIns="0" bIns="0" rtlCol="0" anchor="t"/>
          <a:lstStyle/>
          <a:p>
            <a:pPr marL="177800" indent="-177800">
              <a:buSzPct val="100000"/>
              <a:buChar char="▪"/>
            </a:pPr>
            <a:r>
              <a:rPr lang="en-US" sz="1080" dirty="0">
                <a:solidFill>
                  <a:srgbClr val="1A1A2E"/>
                </a:solidFill>
                <a:ea typeface="Calibri" pitchFamily="34" charset="-122"/>
                <a:cs typeface="Calibri" pitchFamily="34" charset="-120"/>
              </a:rPr>
              <a:t>Success of Platform investment depends upon Departments adoption/utilization of platform services which requires extensive training, support and monitoring.</a:t>
            </a:r>
          </a:p>
          <a:p>
            <a:pPr marL="177800" indent="-177800">
              <a:buSzPct val="100000"/>
              <a:buChar char="▪"/>
            </a:pPr>
            <a:r>
              <a:rPr lang="en-US" sz="1080" dirty="0">
                <a:solidFill>
                  <a:srgbClr val="1A1A2E"/>
                </a:solidFill>
                <a:ea typeface="Calibri" pitchFamily="34" charset="-122"/>
                <a:cs typeface="Calibri" pitchFamily="34" charset="-120"/>
              </a:rPr>
              <a:t>Needs a dedicated platform engineering and </a:t>
            </a:r>
            <a:r>
              <a:rPr lang="en-US" sz="1080" dirty="0" err="1">
                <a:solidFill>
                  <a:srgbClr val="1A1A2E"/>
                </a:solidFill>
                <a:ea typeface="Calibri" pitchFamily="34" charset="-122"/>
                <a:cs typeface="Calibri" pitchFamily="34" charset="-120"/>
              </a:rPr>
              <a:t>MLOps</a:t>
            </a:r>
            <a:r>
              <a:rPr lang="en-US" sz="1080" dirty="0">
                <a:solidFill>
                  <a:srgbClr val="1A1A2E"/>
                </a:solidFill>
                <a:ea typeface="Calibri" pitchFamily="34" charset="-122"/>
                <a:cs typeface="Calibri" pitchFamily="34" charset="-120"/>
              </a:rPr>
              <a:t> team for ongoing operations. </a:t>
            </a:r>
          </a:p>
          <a:p>
            <a:pPr marL="177800" indent="-177800">
              <a:buSzPct val="100000"/>
              <a:buChar char="▪"/>
            </a:pPr>
            <a:r>
              <a:rPr lang="en-US" sz="1080" dirty="0">
                <a:solidFill>
                  <a:srgbClr val="1A1A2E"/>
                </a:solidFill>
                <a:ea typeface="Calibri" pitchFamily="34" charset="-122"/>
                <a:cs typeface="Calibri" pitchFamily="34" charset="-120"/>
              </a:rPr>
              <a:t>Needs multi-tenant cost allocation model</a:t>
            </a:r>
            <a:endParaRPr lang="en-US" sz="1080" dirty="0"/>
          </a:p>
          <a:p>
            <a:pPr marL="177800" indent="-177800">
              <a:buSzPct val="100000"/>
              <a:buChar char="▪"/>
            </a:pPr>
            <a:r>
              <a:rPr lang="en-US" sz="1080" dirty="0">
                <a:solidFill>
                  <a:srgbClr val="1A1A2E"/>
                </a:solidFill>
                <a:ea typeface="Calibri" pitchFamily="34" charset="-122"/>
                <a:cs typeface="Calibri" pitchFamily="34" charset="-120"/>
              </a:rPr>
              <a:t>Technology upgrades will be required as AI models and tools evolve.</a:t>
            </a:r>
          </a:p>
        </p:txBody>
      </p:sp>
      <p:sp>
        <p:nvSpPr>
          <p:cNvPr id="46" name="Shape 25">
            <a:extLst>
              <a:ext uri="{FF2B5EF4-FFF2-40B4-BE49-F238E27FC236}">
                <a16:creationId xmlns:a16="http://schemas.microsoft.com/office/drawing/2014/main" id="{FB119985-9B84-19A1-8104-AE7BF8C8C76C}"/>
              </a:ext>
            </a:extLst>
          </p:cNvPr>
          <p:cNvSpPr/>
          <p:nvPr/>
        </p:nvSpPr>
        <p:spPr>
          <a:xfrm>
            <a:off x="457200" y="5943600"/>
            <a:ext cx="11247120" cy="566928"/>
          </a:xfrm>
          <a:prstGeom prst="roundRect">
            <a:avLst>
              <a:gd name="adj" fmla="val 9677"/>
            </a:avLst>
          </a:prstGeom>
          <a:solidFill>
            <a:schemeClr val="accent3"/>
          </a:solidFill>
          <a:ln/>
        </p:spPr>
        <p:txBody>
          <a:bodyPr/>
          <a:lstStyle/>
          <a:p>
            <a:endParaRPr lang="en-IN"/>
          </a:p>
        </p:txBody>
      </p:sp>
      <p:sp>
        <p:nvSpPr>
          <p:cNvPr id="47" name="Text 26">
            <a:extLst>
              <a:ext uri="{FF2B5EF4-FFF2-40B4-BE49-F238E27FC236}">
                <a16:creationId xmlns:a16="http://schemas.microsoft.com/office/drawing/2014/main" id="{FBABC7A7-B972-EADD-12CF-6E0284D865F4}"/>
              </a:ext>
            </a:extLst>
          </p:cNvPr>
          <p:cNvSpPr/>
          <p:nvPr/>
        </p:nvSpPr>
        <p:spPr>
          <a:xfrm>
            <a:off x="640080" y="5943600"/>
            <a:ext cx="10881360" cy="566928"/>
          </a:xfrm>
          <a:prstGeom prst="rect">
            <a:avLst/>
          </a:prstGeom>
          <a:noFill/>
          <a:ln/>
        </p:spPr>
        <p:txBody>
          <a:bodyPr wrap="square" lIns="0" tIns="0" rIns="0" bIns="0" rtlCol="0" anchor="ctr"/>
          <a:lstStyle/>
          <a:p>
            <a:pPr marL="0" indent="0">
              <a:buNone/>
            </a:pPr>
            <a:r>
              <a:rPr lang="en-US" sz="1150" b="1" dirty="0">
                <a:solidFill>
                  <a:srgbClr val="F2B705"/>
                </a:solidFill>
                <a:ea typeface="Calibri" pitchFamily="34" charset="-122"/>
                <a:cs typeface="Calibri" pitchFamily="34" charset="-120"/>
              </a:rPr>
              <a:t>Recommendation:  </a:t>
            </a:r>
            <a:r>
              <a:rPr lang="en-US" sz="1200" dirty="0">
                <a:solidFill>
                  <a:schemeClr val="bg1"/>
                </a:solidFill>
              </a:rPr>
              <a:t>Recommended along with development of AI use cases through SI. Just procurement of Enterprise AI Platform will lead to delays in seeing the impact of AI Implementation because separate process to onboard SI for Implementation will be required</a:t>
            </a:r>
          </a:p>
        </p:txBody>
      </p:sp>
      <p:sp>
        <p:nvSpPr>
          <p:cNvPr id="51" name="Text 3">
            <a:extLst>
              <a:ext uri="{FF2B5EF4-FFF2-40B4-BE49-F238E27FC236}">
                <a16:creationId xmlns:a16="http://schemas.microsoft.com/office/drawing/2014/main" id="{BE1F8184-754D-0F81-9042-4DC0BBDD25FA}"/>
              </a:ext>
            </a:extLst>
          </p:cNvPr>
          <p:cNvSpPr/>
          <p:nvPr/>
        </p:nvSpPr>
        <p:spPr>
          <a:xfrm>
            <a:off x="432054" y="3507806"/>
            <a:ext cx="5120640" cy="256032"/>
          </a:xfrm>
          <a:prstGeom prst="rect">
            <a:avLst/>
          </a:prstGeom>
          <a:noFill/>
          <a:ln/>
        </p:spPr>
        <p:txBody>
          <a:bodyPr wrap="square" lIns="0" tIns="0" rIns="0" bIns="0" rtlCol="0" anchor="ctr"/>
          <a:lstStyle/>
          <a:p>
            <a:pPr marL="0" indent="0">
              <a:buNone/>
            </a:pPr>
            <a:r>
              <a:rPr lang="en-US" sz="1200" b="1" kern="0" spc="100" dirty="0">
                <a:solidFill>
                  <a:srgbClr val="F2B705"/>
                </a:solidFill>
                <a:ea typeface="Calibri" pitchFamily="34" charset="-122"/>
                <a:cs typeface="Calibri" pitchFamily="34" charset="-120"/>
              </a:rPr>
              <a:t>Approach for Implementation</a:t>
            </a:r>
            <a:endParaRPr lang="en-US" sz="1200" b="1" dirty="0"/>
          </a:p>
        </p:txBody>
      </p:sp>
      <p:sp>
        <p:nvSpPr>
          <p:cNvPr id="52" name="Text 4">
            <a:extLst>
              <a:ext uri="{FF2B5EF4-FFF2-40B4-BE49-F238E27FC236}">
                <a16:creationId xmlns:a16="http://schemas.microsoft.com/office/drawing/2014/main" id="{271A2D88-7779-7C35-4536-2CAD1E92E4A9}"/>
              </a:ext>
            </a:extLst>
          </p:cNvPr>
          <p:cNvSpPr/>
          <p:nvPr/>
        </p:nvSpPr>
        <p:spPr>
          <a:xfrm>
            <a:off x="427482" y="3797740"/>
            <a:ext cx="5120640" cy="1417320"/>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200" dirty="0"/>
              <a:t>Consultation with the departments to obtain priority use cases to be implemented through platform and assess AI readiness</a:t>
            </a:r>
          </a:p>
          <a:p>
            <a:pPr marL="171450" indent="-171450">
              <a:buFont typeface="Arial" panose="020B0604020202020204" pitchFamily="34" charset="0"/>
              <a:buChar char="•"/>
            </a:pPr>
            <a:r>
              <a:rPr lang="en-US" sz="1200" dirty="0"/>
              <a:t>Industry consultation for comparing architecture components-cost for the same - Consultation with Players like IBM, Salesforce, AWS, Google, Microsoft, Teradata, Oracle, Sarvam, </a:t>
            </a:r>
            <a:r>
              <a:rPr lang="en-US" sz="1200" dirty="0" err="1"/>
              <a:t>BharatGen</a:t>
            </a:r>
            <a:r>
              <a:rPr lang="en-US" sz="1200" dirty="0"/>
              <a:t> etc.</a:t>
            </a:r>
          </a:p>
          <a:p>
            <a:pPr marL="171450" indent="-171450">
              <a:buFont typeface="Arial" panose="020B0604020202020204" pitchFamily="34" charset="0"/>
              <a:buChar char="•"/>
            </a:pPr>
            <a:r>
              <a:rPr lang="en-IN" sz="1200" dirty="0"/>
              <a:t>Prepare proposal along with architecture diagram such that it has feasible components and minimum vendor lock-in capabilities</a:t>
            </a:r>
          </a:p>
          <a:p>
            <a:pPr marL="171450" indent="-171450">
              <a:buFont typeface="Arial" panose="020B0604020202020204" pitchFamily="34" charset="0"/>
              <a:buChar char="•"/>
            </a:pPr>
            <a:r>
              <a:rPr lang="en-IN" sz="1200" dirty="0"/>
              <a:t>Prepare RFP and perform bid process management</a:t>
            </a:r>
          </a:p>
          <a:p>
            <a:pPr marL="171450" indent="-171450">
              <a:buFont typeface="Arial" panose="020B0604020202020204" pitchFamily="34" charset="0"/>
              <a:buChar char="•"/>
            </a:pPr>
            <a:r>
              <a:rPr lang="en-IN" sz="1200" dirty="0"/>
              <a:t>Vendor onboarding</a:t>
            </a:r>
          </a:p>
          <a:p>
            <a:pPr marL="171450" indent="-171450">
              <a:buFont typeface="Arial" panose="020B0604020202020204" pitchFamily="34" charset="0"/>
              <a:buChar char="•"/>
            </a:pPr>
            <a:r>
              <a:rPr lang="en-IN" sz="1200" dirty="0"/>
              <a:t>Training of departments on the platform and support to vendor for implementation</a:t>
            </a:r>
          </a:p>
        </p:txBody>
      </p:sp>
      <p:grpSp>
        <p:nvGrpSpPr>
          <p:cNvPr id="53" name="Group 52">
            <a:extLst>
              <a:ext uri="{FF2B5EF4-FFF2-40B4-BE49-F238E27FC236}">
                <a16:creationId xmlns:a16="http://schemas.microsoft.com/office/drawing/2014/main" id="{A4ED7FD4-087B-023A-1088-792C3D39C9EE}"/>
              </a:ext>
            </a:extLst>
          </p:cNvPr>
          <p:cNvGrpSpPr/>
          <p:nvPr/>
        </p:nvGrpSpPr>
        <p:grpSpPr>
          <a:xfrm>
            <a:off x="5897881" y="4012430"/>
            <a:ext cx="5669279" cy="1850230"/>
            <a:chOff x="976804" y="1909159"/>
            <a:chExt cx="4732332" cy="2124673"/>
          </a:xfrm>
        </p:grpSpPr>
        <p:sp>
          <p:nvSpPr>
            <p:cNvPr id="81" name="Pentagon 10">
              <a:extLst>
                <a:ext uri="{FF2B5EF4-FFF2-40B4-BE49-F238E27FC236}">
                  <a16:creationId xmlns:a16="http://schemas.microsoft.com/office/drawing/2014/main" id="{0BE5D52D-C45F-10E7-FF86-3885A33BE436}"/>
                </a:ext>
              </a:extLst>
            </p:cNvPr>
            <p:cNvSpPr/>
            <p:nvPr/>
          </p:nvSpPr>
          <p:spPr>
            <a:xfrm>
              <a:off x="1517208" y="2993796"/>
              <a:ext cx="4191928" cy="487810"/>
            </a:xfrm>
            <a:prstGeom prst="homePlat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r>
                <a:rPr lang="en-US" sz="1050" dirty="0">
                  <a:solidFill>
                    <a:schemeClr val="tx1"/>
                  </a:solidFill>
                </a:rPr>
                <a:t>What is the budget kept for this in case this approach needs to be adopted? What is the implementation timeline provided for this? Can closed source LLMs be supported or only Open Source/Open-Weight LLMs?</a:t>
              </a:r>
            </a:p>
          </p:txBody>
        </p:sp>
        <p:sp>
          <p:nvSpPr>
            <p:cNvPr id="82" name="Pentagon 9">
              <a:extLst>
                <a:ext uri="{FF2B5EF4-FFF2-40B4-BE49-F238E27FC236}">
                  <a16:creationId xmlns:a16="http://schemas.microsoft.com/office/drawing/2014/main" id="{F1900547-6586-728F-DA2B-0C9523E3D111}"/>
                </a:ext>
              </a:extLst>
            </p:cNvPr>
            <p:cNvSpPr/>
            <p:nvPr/>
          </p:nvSpPr>
          <p:spPr>
            <a:xfrm>
              <a:off x="1517208" y="1909159"/>
              <a:ext cx="4191928" cy="487810"/>
            </a:xfrm>
            <a:prstGeom prst="homePlat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r>
                <a:rPr lang="en-US" sz="1050" dirty="0">
                  <a:solidFill>
                    <a:schemeClr val="tx1"/>
                  </a:solidFill>
                </a:rPr>
                <a:t>Is the SI expected to provide the Platform and implement the AI use cases or just implement the Platform and AI use cases to be implemented by the departments?</a:t>
              </a:r>
            </a:p>
          </p:txBody>
        </p:sp>
        <p:sp>
          <p:nvSpPr>
            <p:cNvPr id="83" name="Pentagon 11">
              <a:extLst>
                <a:ext uri="{FF2B5EF4-FFF2-40B4-BE49-F238E27FC236}">
                  <a16:creationId xmlns:a16="http://schemas.microsoft.com/office/drawing/2014/main" id="{6ECB5238-27BC-5532-8963-242DEB814626}"/>
                </a:ext>
              </a:extLst>
            </p:cNvPr>
            <p:cNvSpPr/>
            <p:nvPr/>
          </p:nvSpPr>
          <p:spPr>
            <a:xfrm>
              <a:off x="1517208" y="2461381"/>
              <a:ext cx="4191928" cy="487549"/>
            </a:xfrm>
            <a:prstGeom prst="homePlat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r>
                <a:rPr lang="en-US" sz="1050" dirty="0">
                  <a:solidFill>
                    <a:schemeClr val="tx1"/>
                  </a:solidFill>
                </a:rPr>
                <a:t>Is it expected that the SI to provide GPU as a Service as part of the proposal itself?   </a:t>
              </a:r>
            </a:p>
          </p:txBody>
        </p:sp>
        <p:sp>
          <p:nvSpPr>
            <p:cNvPr id="84" name="Pentagon 12">
              <a:extLst>
                <a:ext uri="{FF2B5EF4-FFF2-40B4-BE49-F238E27FC236}">
                  <a16:creationId xmlns:a16="http://schemas.microsoft.com/office/drawing/2014/main" id="{2986FB85-3FF5-584B-B7B7-5D10A48F6844}"/>
                </a:ext>
              </a:extLst>
            </p:cNvPr>
            <p:cNvSpPr/>
            <p:nvPr/>
          </p:nvSpPr>
          <p:spPr>
            <a:xfrm>
              <a:off x="1517208" y="3546022"/>
              <a:ext cx="4191928" cy="487810"/>
            </a:xfrm>
            <a:prstGeom prst="homePlat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r>
                <a:rPr lang="en-US" sz="1050" dirty="0">
                  <a:solidFill>
                    <a:schemeClr val="tx1"/>
                  </a:solidFill>
                </a:rPr>
                <a:t>Is there a requirement that entire technology stack be Open Source? Is there an expectation that Vision LLMs be also made available as part of Platform?</a:t>
              </a:r>
            </a:p>
          </p:txBody>
        </p:sp>
        <p:sp>
          <p:nvSpPr>
            <p:cNvPr id="89" name="Pentagon 23">
              <a:extLst>
                <a:ext uri="{FF2B5EF4-FFF2-40B4-BE49-F238E27FC236}">
                  <a16:creationId xmlns:a16="http://schemas.microsoft.com/office/drawing/2014/main" id="{3D675291-7748-6665-8578-45BC202D1E06}"/>
                </a:ext>
              </a:extLst>
            </p:cNvPr>
            <p:cNvSpPr/>
            <p:nvPr/>
          </p:nvSpPr>
          <p:spPr>
            <a:xfrm rot="16200000" flipH="1">
              <a:off x="119672" y="2766295"/>
              <a:ext cx="2092194" cy="377930"/>
            </a:xfrm>
            <a:prstGeom prst="homePlate">
              <a:avLst>
                <a:gd name="adj" fmla="val 25643"/>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Key Decision Points</a:t>
              </a:r>
            </a:p>
          </p:txBody>
        </p:sp>
      </p:grpSp>
    </p:spTree>
    <p:extLst>
      <p:ext uri="{BB962C8B-B14F-4D97-AF65-F5344CB8AC3E}">
        <p14:creationId xmlns:p14="http://schemas.microsoft.com/office/powerpoint/2010/main" val="14635677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314CA-CC22-956D-B9DC-6C680903BF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2D18B0-8D3D-94C3-6FE9-F5EF3CAA745C}"/>
              </a:ext>
            </a:extLst>
          </p:cNvPr>
          <p:cNvSpPr txBox="1">
            <a:spLocks/>
          </p:cNvSpPr>
          <p:nvPr/>
        </p:nvSpPr>
        <p:spPr>
          <a:xfrm>
            <a:off x="473642" y="257967"/>
            <a:ext cx="11120259" cy="594360"/>
          </a:xfrm>
          <a:prstGeom prst="rect">
            <a:avLst/>
          </a:prstGeom>
        </p:spPr>
        <p:txBody>
          <a:bodyPr vert="horz" lIns="0" tIns="45720" rIns="0" bIns="0" rtlCol="0" anchor="b" anchorCtr="0">
            <a:noAutofit/>
          </a:bodyPr>
          <a:lstStyle>
            <a:lvl1pPr algn="l" defTabSz="914400" rtl="0" eaLnBrk="1" latinLnBrk="0" hangingPunct="1">
              <a:lnSpc>
                <a:spcPct val="80000"/>
              </a:lnSpc>
              <a:spcBef>
                <a:spcPct val="0"/>
              </a:spcBef>
              <a:buNone/>
              <a:defRPr lang="en-US" sz="3600" b="0" i="0" kern="1200" cap="none" spc="-75" baseline="0" dirty="0">
                <a:solidFill>
                  <a:schemeClr val="tx1"/>
                </a:solidFill>
                <a:latin typeface="+mj-lt"/>
                <a:ea typeface="Bebas Neue" charset="0"/>
                <a:cs typeface="Chronicle Display Black"/>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lang="it-IT" sz="3200" dirty="0">
                <a:solidFill>
                  <a:srgbClr val="000000"/>
                </a:solidFill>
                <a:latin typeface="Calibri" panose="020F0502020204030204" pitchFamily="34" charset="0"/>
                <a:cs typeface="Calibri" panose="020F0502020204030204" pitchFamily="34" charset="0"/>
              </a:rPr>
              <a:t>State Data Exchange Platform</a:t>
            </a:r>
          </a:p>
        </p:txBody>
      </p:sp>
      <p:sp>
        <p:nvSpPr>
          <p:cNvPr id="3" name="Text 2">
            <a:extLst>
              <a:ext uri="{FF2B5EF4-FFF2-40B4-BE49-F238E27FC236}">
                <a16:creationId xmlns:a16="http://schemas.microsoft.com/office/drawing/2014/main" id="{1B2AFBB2-9FE4-7F7D-3889-A02086B15362}"/>
              </a:ext>
            </a:extLst>
          </p:cNvPr>
          <p:cNvSpPr/>
          <p:nvPr/>
        </p:nvSpPr>
        <p:spPr>
          <a:xfrm>
            <a:off x="457200" y="1023786"/>
            <a:ext cx="11247120" cy="274320"/>
          </a:xfrm>
          <a:prstGeom prst="rect">
            <a:avLst/>
          </a:prstGeom>
          <a:noFill/>
          <a:ln/>
        </p:spPr>
        <p:txBody>
          <a:bodyPr wrap="square" lIns="0" tIns="0" rIns="0" bIns="0" rtlCol="0" anchor="ctr"/>
          <a:lstStyle/>
          <a:p>
            <a:r>
              <a:rPr lang="en-IN" sz="1200" dirty="0">
                <a:solidFill>
                  <a:schemeClr val="bg1">
                    <a:lumMod val="50000"/>
                  </a:schemeClr>
                </a:solidFill>
              </a:rPr>
              <a:t>A secure, state-wide data exchange layer enabling consented, API-based data sharing across departments, modelled on Telangana's </a:t>
            </a:r>
            <a:r>
              <a:rPr lang="en-IN" sz="1200" dirty="0" err="1">
                <a:solidFill>
                  <a:schemeClr val="bg1">
                    <a:lumMod val="50000"/>
                  </a:schemeClr>
                </a:solidFill>
              </a:rPr>
              <a:t>TGDeX</a:t>
            </a:r>
            <a:r>
              <a:rPr lang="en-IN" sz="1200" dirty="0">
                <a:solidFill>
                  <a:schemeClr val="bg1">
                    <a:lumMod val="50000"/>
                  </a:schemeClr>
                </a:solidFill>
              </a:rPr>
              <a:t> with pillars as </a:t>
            </a:r>
            <a:r>
              <a:rPr lang="en-US" sz="1200" dirty="0">
                <a:solidFill>
                  <a:schemeClr val="bg1">
                    <a:lumMod val="50000"/>
                  </a:schemeClr>
                </a:solidFill>
              </a:rPr>
              <a:t>Data Banks, AI Models, Use Cases, and Sandbox IDE.</a:t>
            </a:r>
          </a:p>
        </p:txBody>
      </p:sp>
      <p:sp>
        <p:nvSpPr>
          <p:cNvPr id="5" name="Text 3">
            <a:extLst>
              <a:ext uri="{FF2B5EF4-FFF2-40B4-BE49-F238E27FC236}">
                <a16:creationId xmlns:a16="http://schemas.microsoft.com/office/drawing/2014/main" id="{F8C736A7-79E4-4F27-715C-EC92357AE692}"/>
              </a:ext>
            </a:extLst>
          </p:cNvPr>
          <p:cNvSpPr/>
          <p:nvPr/>
        </p:nvSpPr>
        <p:spPr>
          <a:xfrm>
            <a:off x="457200" y="1330197"/>
            <a:ext cx="5120640" cy="256032"/>
          </a:xfrm>
          <a:prstGeom prst="rect">
            <a:avLst/>
          </a:prstGeom>
          <a:noFill/>
          <a:ln/>
        </p:spPr>
        <p:txBody>
          <a:bodyPr wrap="square" lIns="0" tIns="0" rIns="0" bIns="0" rtlCol="0" anchor="ctr"/>
          <a:lstStyle/>
          <a:p>
            <a:pPr marL="0" indent="0">
              <a:buNone/>
            </a:pPr>
            <a:r>
              <a:rPr lang="en-US" sz="1200" b="1" kern="0" spc="100" dirty="0">
                <a:solidFill>
                  <a:srgbClr val="F2B705"/>
                </a:solidFill>
                <a:ea typeface="Calibri" pitchFamily="34" charset="-122"/>
                <a:cs typeface="Calibri" pitchFamily="34" charset="-120"/>
              </a:rPr>
              <a:t>Features</a:t>
            </a:r>
            <a:endParaRPr lang="en-US" sz="1200" dirty="0"/>
          </a:p>
        </p:txBody>
      </p:sp>
      <p:sp>
        <p:nvSpPr>
          <p:cNvPr id="6" name="Text 4">
            <a:extLst>
              <a:ext uri="{FF2B5EF4-FFF2-40B4-BE49-F238E27FC236}">
                <a16:creationId xmlns:a16="http://schemas.microsoft.com/office/drawing/2014/main" id="{C959C824-DB6A-C73A-3E68-3404AC6B8B39}"/>
              </a:ext>
            </a:extLst>
          </p:cNvPr>
          <p:cNvSpPr/>
          <p:nvPr/>
        </p:nvSpPr>
        <p:spPr>
          <a:xfrm>
            <a:off x="457200" y="1586229"/>
            <a:ext cx="5120640" cy="1417320"/>
          </a:xfrm>
          <a:prstGeom prst="rect">
            <a:avLst/>
          </a:prstGeom>
          <a:noFill/>
          <a:ln/>
        </p:spPr>
        <p:txBody>
          <a:bodyPr wrap="square" lIns="0" tIns="0" rIns="0" bIns="0" rtlCol="0" anchor="t"/>
          <a:lstStyle/>
          <a:p>
            <a:pPr marL="171450" indent="-171450">
              <a:buFont typeface="Arial" panose="020B0604020202020204" pitchFamily="34" charset="0"/>
              <a:buChar char="•"/>
            </a:pPr>
            <a:r>
              <a:rPr lang="en-IN" sz="1200" dirty="0"/>
              <a:t>Consent-based data exchange APIs across department databases</a:t>
            </a:r>
          </a:p>
          <a:p>
            <a:pPr marL="171450" indent="-171450">
              <a:buFont typeface="Arial" panose="020B0604020202020204" pitchFamily="34" charset="0"/>
              <a:buChar char="•"/>
            </a:pPr>
            <a:r>
              <a:rPr lang="en-IN" sz="1200" dirty="0"/>
              <a:t>Data schema/registry and metadata catalogue</a:t>
            </a:r>
          </a:p>
          <a:p>
            <a:pPr marL="171450" indent="-171450">
              <a:buFont typeface="Arial" panose="020B0604020202020204" pitchFamily="34" charset="0"/>
              <a:buChar char="•"/>
            </a:pPr>
            <a:r>
              <a:rPr lang="en-IN" sz="1200" dirty="0"/>
              <a:t>API gateway with authentication, rate-limiting and audit trail</a:t>
            </a:r>
          </a:p>
          <a:p>
            <a:pPr marL="171450" indent="-171450">
              <a:buFont typeface="Arial" panose="020B0604020202020204" pitchFamily="34" charset="0"/>
              <a:buChar char="•"/>
            </a:pPr>
            <a:r>
              <a:rPr lang="en-IN" sz="1200" dirty="0"/>
              <a:t>Data quality and de-duplication services</a:t>
            </a:r>
          </a:p>
          <a:p>
            <a:pPr marL="171450" indent="-171450">
              <a:buFont typeface="Arial" panose="020B0604020202020204" pitchFamily="34" charset="0"/>
              <a:buChar char="•"/>
            </a:pPr>
            <a:r>
              <a:rPr lang="en-IN" sz="1200" dirty="0"/>
              <a:t>Integration with Aadhaar/DigiLocker/state SSO for identity verification</a:t>
            </a:r>
          </a:p>
          <a:p>
            <a:pPr marL="171450" indent="-171450">
              <a:buFont typeface="Arial" panose="020B0604020202020204" pitchFamily="34" charset="0"/>
              <a:buChar char="•"/>
            </a:pPr>
            <a:r>
              <a:rPr lang="en-IN" sz="1200" dirty="0"/>
              <a:t>Real-time and batch data exchange modes</a:t>
            </a:r>
          </a:p>
          <a:p>
            <a:pPr marL="171450" indent="-171450">
              <a:buFont typeface="Arial" panose="020B0604020202020204" pitchFamily="34" charset="0"/>
              <a:buChar char="•"/>
            </a:pPr>
            <a:r>
              <a:rPr lang="en-IN" sz="1200" dirty="0"/>
              <a:t>Dashboards for data-sharing requests and approvals</a:t>
            </a:r>
          </a:p>
          <a:p>
            <a:pPr marL="171450" indent="-171450">
              <a:buFont typeface="Arial" panose="020B0604020202020204" pitchFamily="34" charset="0"/>
              <a:buChar char="•"/>
            </a:pPr>
            <a:r>
              <a:rPr lang="en-IN" sz="1200" dirty="0"/>
              <a:t>Grievance and consent-withdrawal management</a:t>
            </a:r>
          </a:p>
        </p:txBody>
      </p:sp>
      <p:sp>
        <p:nvSpPr>
          <p:cNvPr id="13" name="Shape 7">
            <a:extLst>
              <a:ext uri="{FF2B5EF4-FFF2-40B4-BE49-F238E27FC236}">
                <a16:creationId xmlns:a16="http://schemas.microsoft.com/office/drawing/2014/main" id="{9A1CA109-54E7-6B71-0A9E-4C3C6EB68A53}"/>
              </a:ext>
            </a:extLst>
          </p:cNvPr>
          <p:cNvSpPr/>
          <p:nvPr/>
        </p:nvSpPr>
        <p:spPr>
          <a:xfrm>
            <a:off x="5715000" y="1407835"/>
            <a:ext cx="2788920" cy="2384543"/>
          </a:xfrm>
          <a:prstGeom prst="rect">
            <a:avLst/>
          </a:prstGeom>
          <a:solidFill>
            <a:schemeClr val="bg1">
              <a:lumMod val="95000"/>
            </a:schemeClr>
          </a:solidFill>
          <a:ln w="12700">
            <a:solidFill>
              <a:schemeClr val="bg1">
                <a:lumMod val="95000"/>
              </a:schemeClr>
            </a:solidFill>
            <a:prstDash val="solid"/>
          </a:ln>
        </p:spPr>
        <p:txBody>
          <a:bodyPr/>
          <a:lstStyle/>
          <a:p>
            <a:endParaRPr lang="en-IN"/>
          </a:p>
        </p:txBody>
      </p:sp>
      <p:sp>
        <p:nvSpPr>
          <p:cNvPr id="14" name="Text 8">
            <a:extLst>
              <a:ext uri="{FF2B5EF4-FFF2-40B4-BE49-F238E27FC236}">
                <a16:creationId xmlns:a16="http://schemas.microsoft.com/office/drawing/2014/main" id="{CC0AC44B-4158-DFE5-54EA-746939F8931E}"/>
              </a:ext>
            </a:extLst>
          </p:cNvPr>
          <p:cNvSpPr/>
          <p:nvPr/>
        </p:nvSpPr>
        <p:spPr>
          <a:xfrm>
            <a:off x="5897880" y="1517562"/>
            <a:ext cx="2468880" cy="256032"/>
          </a:xfrm>
          <a:prstGeom prst="rect">
            <a:avLst/>
          </a:prstGeom>
          <a:noFill/>
          <a:ln/>
        </p:spPr>
        <p:txBody>
          <a:bodyPr wrap="square" lIns="0" tIns="0" rIns="0" bIns="0" rtlCol="0" anchor="ctr"/>
          <a:lstStyle/>
          <a:p>
            <a:pPr marL="0" indent="0">
              <a:buNone/>
            </a:pPr>
            <a:r>
              <a:rPr lang="en-US" sz="1100" b="1" kern="0" spc="100" dirty="0">
                <a:solidFill>
                  <a:srgbClr val="4C9F70"/>
                </a:solidFill>
                <a:ea typeface="Calibri" pitchFamily="34" charset="-122"/>
                <a:cs typeface="Calibri" pitchFamily="34" charset="-120"/>
              </a:rPr>
              <a:t>Advantages</a:t>
            </a:r>
            <a:endParaRPr lang="en-US" sz="1100" dirty="0"/>
          </a:p>
        </p:txBody>
      </p:sp>
      <p:sp>
        <p:nvSpPr>
          <p:cNvPr id="17" name="Text 9">
            <a:extLst>
              <a:ext uri="{FF2B5EF4-FFF2-40B4-BE49-F238E27FC236}">
                <a16:creationId xmlns:a16="http://schemas.microsoft.com/office/drawing/2014/main" id="{7E27C09F-7762-D9B6-09C0-3E1E57310927}"/>
              </a:ext>
            </a:extLst>
          </p:cNvPr>
          <p:cNvSpPr/>
          <p:nvPr/>
        </p:nvSpPr>
        <p:spPr>
          <a:xfrm>
            <a:off x="5897880" y="1791882"/>
            <a:ext cx="2468880" cy="2834640"/>
          </a:xfrm>
          <a:prstGeom prst="rect">
            <a:avLst/>
          </a:prstGeom>
          <a:noFill/>
          <a:ln/>
        </p:spPr>
        <p:txBody>
          <a:bodyPr wrap="square" lIns="0" tIns="0" rIns="0" bIns="0" rtlCol="0" anchor="t"/>
          <a:lstStyle/>
          <a:p>
            <a:pPr marL="177800" indent="-177800">
              <a:buSzPct val="100000"/>
              <a:buChar char="▪"/>
            </a:pPr>
            <a:r>
              <a:rPr lang="en-US" sz="1080" dirty="0">
                <a:solidFill>
                  <a:srgbClr val="1A1A2E"/>
                </a:solidFill>
                <a:ea typeface="Calibri" pitchFamily="34" charset="-122"/>
                <a:cs typeface="Calibri" pitchFamily="34" charset="-120"/>
              </a:rPr>
              <a:t>Removes the need for departments to build one-off point-to-point integrations</a:t>
            </a:r>
          </a:p>
          <a:p>
            <a:pPr marL="177800" indent="-177800">
              <a:buSzPct val="100000"/>
              <a:buChar char="▪"/>
            </a:pPr>
            <a:r>
              <a:rPr lang="en-US" sz="1080" dirty="0">
                <a:solidFill>
                  <a:srgbClr val="1A1A2E"/>
                </a:solidFill>
                <a:ea typeface="Calibri" pitchFamily="34" charset="-122"/>
                <a:cs typeface="Calibri" pitchFamily="34" charset="-120"/>
              </a:rPr>
              <a:t>Improves data quality and reduces citizen re-submission of documents</a:t>
            </a:r>
          </a:p>
          <a:p>
            <a:pPr marL="177800" indent="-177800">
              <a:buSzPct val="100000"/>
              <a:buChar char="▪"/>
            </a:pPr>
            <a:r>
              <a:rPr lang="en-US" sz="1080" dirty="0">
                <a:solidFill>
                  <a:srgbClr val="1A1A2E"/>
                </a:solidFill>
                <a:ea typeface="Calibri" pitchFamily="34" charset="-122"/>
                <a:cs typeface="Calibri" pitchFamily="34" charset="-120"/>
              </a:rPr>
              <a:t>To provide ease in implementation of cross-sector AI use cases</a:t>
            </a:r>
          </a:p>
          <a:p>
            <a:pPr marL="177800" indent="-177800">
              <a:buSzPct val="100000"/>
              <a:buChar char="▪"/>
            </a:pPr>
            <a:r>
              <a:rPr lang="en-US" sz="1080" dirty="0">
                <a:solidFill>
                  <a:srgbClr val="1A1A2E"/>
                </a:solidFill>
                <a:ea typeface="Calibri" pitchFamily="34" charset="-122"/>
                <a:cs typeface="Calibri" pitchFamily="34" charset="-120"/>
              </a:rPr>
              <a:t>If built as a DPI on lines of </a:t>
            </a:r>
            <a:r>
              <a:rPr lang="en-US" sz="1080" dirty="0" err="1">
                <a:solidFill>
                  <a:srgbClr val="1A1A2E"/>
                </a:solidFill>
                <a:ea typeface="Calibri" pitchFamily="34" charset="-122"/>
                <a:cs typeface="Calibri" pitchFamily="34" charset="-120"/>
              </a:rPr>
              <a:t>TGDeX</a:t>
            </a:r>
            <a:r>
              <a:rPr lang="en-US" sz="1080" dirty="0">
                <a:solidFill>
                  <a:srgbClr val="1A1A2E"/>
                </a:solidFill>
                <a:ea typeface="Calibri" pitchFamily="34" charset="-122"/>
                <a:cs typeface="Calibri" pitchFamily="34" charset="-120"/>
              </a:rPr>
              <a:t>, would enable involvement of larger AI ecosystem players in AI implementation</a:t>
            </a:r>
          </a:p>
        </p:txBody>
      </p:sp>
      <p:sp>
        <p:nvSpPr>
          <p:cNvPr id="18" name="Shape 10">
            <a:extLst>
              <a:ext uri="{FF2B5EF4-FFF2-40B4-BE49-F238E27FC236}">
                <a16:creationId xmlns:a16="http://schemas.microsoft.com/office/drawing/2014/main" id="{6BAB519A-1FF3-9605-9F65-8E09BD12B2BE}"/>
              </a:ext>
            </a:extLst>
          </p:cNvPr>
          <p:cNvSpPr/>
          <p:nvPr/>
        </p:nvSpPr>
        <p:spPr>
          <a:xfrm>
            <a:off x="8641080" y="1407835"/>
            <a:ext cx="3090672" cy="2384543"/>
          </a:xfrm>
          <a:prstGeom prst="rect">
            <a:avLst/>
          </a:prstGeom>
          <a:solidFill>
            <a:schemeClr val="bg1">
              <a:lumMod val="95000"/>
            </a:schemeClr>
          </a:solidFill>
          <a:ln w="12700">
            <a:solidFill>
              <a:schemeClr val="bg1">
                <a:lumMod val="95000"/>
              </a:schemeClr>
            </a:solidFill>
            <a:prstDash val="solid"/>
          </a:ln>
        </p:spPr>
        <p:txBody>
          <a:bodyPr/>
          <a:lstStyle/>
          <a:p>
            <a:endParaRPr lang="en-IN"/>
          </a:p>
        </p:txBody>
      </p:sp>
      <p:sp>
        <p:nvSpPr>
          <p:cNvPr id="21" name="Text 11">
            <a:extLst>
              <a:ext uri="{FF2B5EF4-FFF2-40B4-BE49-F238E27FC236}">
                <a16:creationId xmlns:a16="http://schemas.microsoft.com/office/drawing/2014/main" id="{F4212DD7-AD8A-9830-4E3E-02328C0E4F12}"/>
              </a:ext>
            </a:extLst>
          </p:cNvPr>
          <p:cNvSpPr/>
          <p:nvPr/>
        </p:nvSpPr>
        <p:spPr>
          <a:xfrm>
            <a:off x="8823960" y="1517562"/>
            <a:ext cx="2743200" cy="256032"/>
          </a:xfrm>
          <a:prstGeom prst="rect">
            <a:avLst/>
          </a:prstGeom>
          <a:noFill/>
          <a:ln/>
        </p:spPr>
        <p:txBody>
          <a:bodyPr wrap="square" lIns="0" tIns="0" rIns="0" bIns="0" rtlCol="0" anchor="ctr"/>
          <a:lstStyle/>
          <a:p>
            <a:pPr marL="0" indent="0">
              <a:buNone/>
            </a:pPr>
            <a:r>
              <a:rPr lang="en-US" sz="1100" b="1" kern="0" spc="100" dirty="0">
                <a:solidFill>
                  <a:srgbClr val="B23A48"/>
                </a:solidFill>
                <a:ea typeface="Calibri" pitchFamily="34" charset="-122"/>
                <a:cs typeface="Calibri" pitchFamily="34" charset="-120"/>
              </a:rPr>
              <a:t>Challenges</a:t>
            </a:r>
            <a:endParaRPr lang="en-US" sz="1100" dirty="0"/>
          </a:p>
        </p:txBody>
      </p:sp>
      <p:sp>
        <p:nvSpPr>
          <p:cNvPr id="22" name="Text 12">
            <a:extLst>
              <a:ext uri="{FF2B5EF4-FFF2-40B4-BE49-F238E27FC236}">
                <a16:creationId xmlns:a16="http://schemas.microsoft.com/office/drawing/2014/main" id="{55635C4F-7B7D-CE70-E40F-6504AE3DB6D4}"/>
              </a:ext>
            </a:extLst>
          </p:cNvPr>
          <p:cNvSpPr/>
          <p:nvPr/>
        </p:nvSpPr>
        <p:spPr>
          <a:xfrm>
            <a:off x="8823960" y="1791882"/>
            <a:ext cx="2743200" cy="2161474"/>
          </a:xfrm>
          <a:prstGeom prst="rect">
            <a:avLst/>
          </a:prstGeom>
          <a:noFill/>
          <a:ln/>
        </p:spPr>
        <p:txBody>
          <a:bodyPr wrap="square" lIns="0" tIns="0" rIns="0" bIns="0" rtlCol="0" anchor="t"/>
          <a:lstStyle/>
          <a:p>
            <a:pPr marL="177800" indent="-177800">
              <a:buSzPct val="100000"/>
              <a:buChar char="▪"/>
            </a:pPr>
            <a:r>
              <a:rPr lang="en-US" sz="1080" dirty="0">
                <a:solidFill>
                  <a:srgbClr val="1A1A2E"/>
                </a:solidFill>
                <a:ea typeface="Calibri" pitchFamily="34" charset="-122"/>
                <a:cs typeface="Calibri" pitchFamily="34" charset="-120"/>
              </a:rPr>
              <a:t>Needs a strong legal/consent framework and data-sharing MoUs across departments</a:t>
            </a:r>
          </a:p>
          <a:p>
            <a:pPr marL="177800" indent="-177800">
              <a:buSzPct val="100000"/>
              <a:buChar char="▪"/>
            </a:pPr>
            <a:r>
              <a:rPr lang="en-US" sz="1080" dirty="0">
                <a:solidFill>
                  <a:srgbClr val="1A1A2E"/>
                </a:solidFill>
                <a:ea typeface="Calibri" pitchFamily="34" charset="-122"/>
                <a:cs typeface="Calibri" pitchFamily="34" charset="-120"/>
              </a:rPr>
              <a:t>Significant change management - departments must open up siloed databases</a:t>
            </a:r>
          </a:p>
          <a:p>
            <a:pPr marL="177800" indent="-177800">
              <a:buSzPct val="100000"/>
              <a:buChar char="▪"/>
            </a:pPr>
            <a:r>
              <a:rPr lang="en-US" sz="1080" dirty="0">
                <a:solidFill>
                  <a:srgbClr val="1A1A2E"/>
                </a:solidFill>
                <a:ea typeface="Calibri" pitchFamily="34" charset="-122"/>
                <a:cs typeface="Calibri" pitchFamily="34" charset="-120"/>
              </a:rPr>
              <a:t>Data quality issues in legacy departmental systems need fixing before exchange</a:t>
            </a:r>
          </a:p>
          <a:p>
            <a:pPr marL="177800" indent="-177800">
              <a:buSzPct val="100000"/>
              <a:buChar char="▪"/>
            </a:pPr>
            <a:r>
              <a:rPr lang="en-US" sz="1080" dirty="0">
                <a:solidFill>
                  <a:srgbClr val="1A1A2E"/>
                </a:solidFill>
                <a:ea typeface="Calibri" pitchFamily="34" charset="-122"/>
                <a:cs typeface="Calibri" pitchFamily="34" charset="-120"/>
              </a:rPr>
              <a:t>Long gestation period before visible citizen-facing benefit</a:t>
            </a:r>
          </a:p>
        </p:txBody>
      </p:sp>
      <p:sp>
        <p:nvSpPr>
          <p:cNvPr id="46" name="Shape 25">
            <a:extLst>
              <a:ext uri="{FF2B5EF4-FFF2-40B4-BE49-F238E27FC236}">
                <a16:creationId xmlns:a16="http://schemas.microsoft.com/office/drawing/2014/main" id="{D26A0AC4-C019-C359-77AB-75F600EEBCBC}"/>
              </a:ext>
            </a:extLst>
          </p:cNvPr>
          <p:cNvSpPr/>
          <p:nvPr/>
        </p:nvSpPr>
        <p:spPr>
          <a:xfrm>
            <a:off x="457200" y="5943600"/>
            <a:ext cx="11247120" cy="566928"/>
          </a:xfrm>
          <a:prstGeom prst="roundRect">
            <a:avLst>
              <a:gd name="adj" fmla="val 9677"/>
            </a:avLst>
          </a:prstGeom>
          <a:solidFill>
            <a:schemeClr val="accent3"/>
          </a:solidFill>
          <a:ln/>
        </p:spPr>
        <p:txBody>
          <a:bodyPr/>
          <a:lstStyle/>
          <a:p>
            <a:endParaRPr lang="en-IN"/>
          </a:p>
        </p:txBody>
      </p:sp>
      <p:sp>
        <p:nvSpPr>
          <p:cNvPr id="47" name="Text 26">
            <a:extLst>
              <a:ext uri="{FF2B5EF4-FFF2-40B4-BE49-F238E27FC236}">
                <a16:creationId xmlns:a16="http://schemas.microsoft.com/office/drawing/2014/main" id="{1A7C70AD-BA3E-3237-E96D-2F9B7F696B0B}"/>
              </a:ext>
            </a:extLst>
          </p:cNvPr>
          <p:cNvSpPr/>
          <p:nvPr/>
        </p:nvSpPr>
        <p:spPr>
          <a:xfrm>
            <a:off x="640080" y="5943600"/>
            <a:ext cx="10881360" cy="566928"/>
          </a:xfrm>
          <a:prstGeom prst="rect">
            <a:avLst/>
          </a:prstGeom>
          <a:noFill/>
          <a:ln/>
        </p:spPr>
        <p:txBody>
          <a:bodyPr wrap="square" lIns="0" tIns="0" rIns="0" bIns="0" rtlCol="0" anchor="ctr"/>
          <a:lstStyle/>
          <a:p>
            <a:pPr marL="0" indent="0">
              <a:buNone/>
            </a:pPr>
            <a:r>
              <a:rPr lang="en-US" sz="1150" b="1" dirty="0">
                <a:solidFill>
                  <a:srgbClr val="F2B705"/>
                </a:solidFill>
                <a:ea typeface="Calibri" pitchFamily="34" charset="-122"/>
                <a:cs typeface="Calibri" pitchFamily="34" charset="-120"/>
              </a:rPr>
              <a:t>Recommendation: </a:t>
            </a:r>
            <a:r>
              <a:rPr lang="en-US" sz="1150" dirty="0">
                <a:solidFill>
                  <a:schemeClr val="bg1"/>
                </a:solidFill>
                <a:ea typeface="Calibri" pitchFamily="34" charset="-122"/>
                <a:cs typeface="Calibri" pitchFamily="34" charset="-120"/>
              </a:rPr>
              <a:t>Successful implementation of this project will require mandate and rigorous monitoring at Chief Minister’s or Chief Secretary’s level to ensure getting datasets and subsequently adequate repository of AI use cases. It has long period before witnessing large scale AI impact. Hence, </a:t>
            </a:r>
            <a:r>
              <a:rPr lang="en-US" sz="1150" u="sng" dirty="0">
                <a:solidFill>
                  <a:schemeClr val="bg1"/>
                </a:solidFill>
                <a:ea typeface="Calibri" pitchFamily="34" charset="-122"/>
                <a:cs typeface="Calibri" pitchFamily="34" charset="-120"/>
              </a:rPr>
              <a:t>not recommended </a:t>
            </a:r>
            <a:r>
              <a:rPr lang="en-US" sz="1150" dirty="0">
                <a:solidFill>
                  <a:schemeClr val="bg1"/>
                </a:solidFill>
                <a:ea typeface="Calibri" pitchFamily="34" charset="-122"/>
                <a:cs typeface="Calibri" pitchFamily="34" charset="-120"/>
              </a:rPr>
              <a:t>at initial stage wherein priority is for quick wins for large scale AI deployment and impact.</a:t>
            </a:r>
            <a:endParaRPr lang="en-US" sz="1200" dirty="0">
              <a:solidFill>
                <a:schemeClr val="bg1"/>
              </a:solidFill>
            </a:endParaRPr>
          </a:p>
        </p:txBody>
      </p:sp>
      <p:sp>
        <p:nvSpPr>
          <p:cNvPr id="51" name="Text 3">
            <a:extLst>
              <a:ext uri="{FF2B5EF4-FFF2-40B4-BE49-F238E27FC236}">
                <a16:creationId xmlns:a16="http://schemas.microsoft.com/office/drawing/2014/main" id="{F4E7501E-448C-2C0E-784B-F0CD1C3440B8}"/>
              </a:ext>
            </a:extLst>
          </p:cNvPr>
          <p:cNvSpPr/>
          <p:nvPr/>
        </p:nvSpPr>
        <p:spPr>
          <a:xfrm>
            <a:off x="432054" y="3507806"/>
            <a:ext cx="5120640" cy="256032"/>
          </a:xfrm>
          <a:prstGeom prst="rect">
            <a:avLst/>
          </a:prstGeom>
          <a:noFill/>
          <a:ln/>
        </p:spPr>
        <p:txBody>
          <a:bodyPr wrap="square" lIns="0" tIns="0" rIns="0" bIns="0" rtlCol="0" anchor="ctr"/>
          <a:lstStyle/>
          <a:p>
            <a:pPr marL="0" indent="0">
              <a:buNone/>
            </a:pPr>
            <a:r>
              <a:rPr lang="en-US" sz="1200" b="1" kern="0" spc="100" dirty="0">
                <a:solidFill>
                  <a:srgbClr val="F2B705"/>
                </a:solidFill>
                <a:ea typeface="Calibri" pitchFamily="34" charset="-122"/>
                <a:cs typeface="Calibri" pitchFamily="34" charset="-120"/>
              </a:rPr>
              <a:t>Approach for Implementation</a:t>
            </a:r>
            <a:endParaRPr lang="en-US" sz="1200" b="1" dirty="0"/>
          </a:p>
        </p:txBody>
      </p:sp>
      <p:sp>
        <p:nvSpPr>
          <p:cNvPr id="52" name="Text 4">
            <a:extLst>
              <a:ext uri="{FF2B5EF4-FFF2-40B4-BE49-F238E27FC236}">
                <a16:creationId xmlns:a16="http://schemas.microsoft.com/office/drawing/2014/main" id="{4A92243A-213C-1567-C772-95BAD2901914}"/>
              </a:ext>
            </a:extLst>
          </p:cNvPr>
          <p:cNvSpPr/>
          <p:nvPr/>
        </p:nvSpPr>
        <p:spPr>
          <a:xfrm>
            <a:off x="427482" y="3797740"/>
            <a:ext cx="5120640" cy="1417320"/>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200" dirty="0"/>
              <a:t>Study the </a:t>
            </a:r>
            <a:r>
              <a:rPr lang="en-US" sz="1200" dirty="0" err="1"/>
              <a:t>TGDeX</a:t>
            </a:r>
            <a:r>
              <a:rPr lang="en-US" sz="1200" dirty="0"/>
              <a:t> reference architecture</a:t>
            </a:r>
          </a:p>
          <a:p>
            <a:pPr marL="171450" indent="-171450">
              <a:buFont typeface="Arial" panose="020B0604020202020204" pitchFamily="34" charset="0"/>
              <a:buChar char="•"/>
            </a:pPr>
            <a:r>
              <a:rPr lang="en-US" sz="1200" dirty="0"/>
              <a:t>Identify 4-5 high value data sources (land records, ration card, caste certificate, etc.) for initial roll out</a:t>
            </a:r>
          </a:p>
          <a:p>
            <a:pPr marL="171450" indent="-171450">
              <a:buFont typeface="Arial" panose="020B0604020202020204" pitchFamily="34" charset="0"/>
              <a:buChar char="•"/>
            </a:pPr>
            <a:r>
              <a:rPr lang="en-US" sz="1200" dirty="0"/>
              <a:t>Draft data-sharing policy, consent framework, and inter-department MoUs</a:t>
            </a:r>
          </a:p>
          <a:p>
            <a:pPr marL="171450" indent="-171450">
              <a:buFont typeface="Arial" panose="020B0604020202020204" pitchFamily="34" charset="0"/>
              <a:buChar char="•"/>
            </a:pPr>
            <a:r>
              <a:rPr lang="en-US" sz="1200" dirty="0"/>
              <a:t>Prepare RFP to build/procure the exchange platform - API gateway, catalogue, consent manager</a:t>
            </a:r>
          </a:p>
          <a:p>
            <a:pPr marL="171450" indent="-171450">
              <a:buFont typeface="Arial" panose="020B0604020202020204" pitchFamily="34" charset="0"/>
              <a:buChar char="•"/>
            </a:pPr>
            <a:r>
              <a:rPr lang="en-US" sz="1200" dirty="0"/>
              <a:t>Onboard departments in phases with dedicated change-management support</a:t>
            </a:r>
          </a:p>
        </p:txBody>
      </p:sp>
      <p:grpSp>
        <p:nvGrpSpPr>
          <p:cNvPr id="53" name="Group 52">
            <a:extLst>
              <a:ext uri="{FF2B5EF4-FFF2-40B4-BE49-F238E27FC236}">
                <a16:creationId xmlns:a16="http://schemas.microsoft.com/office/drawing/2014/main" id="{C45B069C-AA13-2367-AA36-BDB8CAA53945}"/>
              </a:ext>
            </a:extLst>
          </p:cNvPr>
          <p:cNvGrpSpPr/>
          <p:nvPr/>
        </p:nvGrpSpPr>
        <p:grpSpPr>
          <a:xfrm>
            <a:off x="5897881" y="4012430"/>
            <a:ext cx="5669279" cy="1821950"/>
            <a:chOff x="976804" y="1909159"/>
            <a:chExt cx="4732332" cy="2092198"/>
          </a:xfrm>
        </p:grpSpPr>
        <p:sp>
          <p:nvSpPr>
            <p:cNvPr id="81" name="Pentagon 10">
              <a:extLst>
                <a:ext uri="{FF2B5EF4-FFF2-40B4-BE49-F238E27FC236}">
                  <a16:creationId xmlns:a16="http://schemas.microsoft.com/office/drawing/2014/main" id="{1E43F788-6C8E-98E1-C4D7-F571222CE4FD}"/>
                </a:ext>
              </a:extLst>
            </p:cNvPr>
            <p:cNvSpPr/>
            <p:nvPr/>
          </p:nvSpPr>
          <p:spPr>
            <a:xfrm>
              <a:off x="1517208" y="2993796"/>
              <a:ext cx="4191928" cy="487810"/>
            </a:xfrm>
            <a:prstGeom prst="homePlat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r>
                <a:rPr lang="en-US" sz="1050" dirty="0">
                  <a:solidFill>
                    <a:schemeClr val="tx1"/>
                  </a:solidFill>
                </a:rPr>
                <a:t>What would be Chhattisgarh department’s AI readiness to share the datasets? </a:t>
              </a:r>
            </a:p>
          </p:txBody>
        </p:sp>
        <p:sp>
          <p:nvSpPr>
            <p:cNvPr id="82" name="Pentagon 9">
              <a:extLst>
                <a:ext uri="{FF2B5EF4-FFF2-40B4-BE49-F238E27FC236}">
                  <a16:creationId xmlns:a16="http://schemas.microsoft.com/office/drawing/2014/main" id="{9FF897E6-E211-E593-4D41-34224972BA2A}"/>
                </a:ext>
              </a:extLst>
            </p:cNvPr>
            <p:cNvSpPr/>
            <p:nvPr/>
          </p:nvSpPr>
          <p:spPr>
            <a:xfrm>
              <a:off x="1517208" y="1909159"/>
              <a:ext cx="4191928" cy="487810"/>
            </a:xfrm>
            <a:prstGeom prst="homePlat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r>
                <a:rPr lang="en-US" sz="1050" dirty="0">
                  <a:solidFill>
                    <a:schemeClr val="tx1"/>
                  </a:solidFill>
                </a:rPr>
                <a:t>Should CHiPS build this in-house, adopt completely open-source stack or engage an SI?</a:t>
              </a:r>
            </a:p>
          </p:txBody>
        </p:sp>
        <p:sp>
          <p:nvSpPr>
            <p:cNvPr id="83" name="Pentagon 11">
              <a:extLst>
                <a:ext uri="{FF2B5EF4-FFF2-40B4-BE49-F238E27FC236}">
                  <a16:creationId xmlns:a16="http://schemas.microsoft.com/office/drawing/2014/main" id="{0D62C031-EDA2-374F-7CA4-50E427B23520}"/>
                </a:ext>
              </a:extLst>
            </p:cNvPr>
            <p:cNvSpPr/>
            <p:nvPr/>
          </p:nvSpPr>
          <p:spPr>
            <a:xfrm>
              <a:off x="1517208" y="2461381"/>
              <a:ext cx="4191928" cy="487549"/>
            </a:xfrm>
            <a:prstGeom prst="homePlat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r>
                <a:rPr lang="en-US" sz="1050" dirty="0">
                  <a:solidFill>
                    <a:schemeClr val="tx1"/>
                  </a:solidFill>
                </a:rPr>
                <a:t>Is there any existing Data Lake or Lakehouse that can be leveraged as foundation for Enterprise AI Platform?</a:t>
              </a:r>
            </a:p>
          </p:txBody>
        </p:sp>
        <p:sp>
          <p:nvSpPr>
            <p:cNvPr id="89" name="Pentagon 23">
              <a:extLst>
                <a:ext uri="{FF2B5EF4-FFF2-40B4-BE49-F238E27FC236}">
                  <a16:creationId xmlns:a16="http://schemas.microsoft.com/office/drawing/2014/main" id="{5F63253C-B9C9-2989-C759-EE02B370B556}"/>
                </a:ext>
              </a:extLst>
            </p:cNvPr>
            <p:cNvSpPr/>
            <p:nvPr/>
          </p:nvSpPr>
          <p:spPr>
            <a:xfrm rot="16200000" flipH="1">
              <a:off x="119672" y="2766295"/>
              <a:ext cx="2092194" cy="377930"/>
            </a:xfrm>
            <a:prstGeom prst="homePlate">
              <a:avLst>
                <a:gd name="adj" fmla="val 25643"/>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Key Decision Points</a:t>
              </a:r>
            </a:p>
          </p:txBody>
        </p:sp>
      </p:grpSp>
    </p:spTree>
    <p:extLst>
      <p:ext uri="{BB962C8B-B14F-4D97-AF65-F5344CB8AC3E}">
        <p14:creationId xmlns:p14="http://schemas.microsoft.com/office/powerpoint/2010/main" val="4884316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314CA-CC22-956D-B9DC-6C680903BF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2D18B0-8D3D-94C3-6FE9-F5EF3CAA745C}"/>
              </a:ext>
            </a:extLst>
          </p:cNvPr>
          <p:cNvSpPr txBox="1">
            <a:spLocks/>
          </p:cNvSpPr>
          <p:nvPr/>
        </p:nvSpPr>
        <p:spPr>
          <a:xfrm>
            <a:off x="473642" y="257967"/>
            <a:ext cx="11120259" cy="594360"/>
          </a:xfrm>
          <a:prstGeom prst="rect">
            <a:avLst/>
          </a:prstGeom>
        </p:spPr>
        <p:txBody>
          <a:bodyPr vert="horz" lIns="0" tIns="45720" rIns="0" bIns="0" rtlCol="0" anchor="b" anchorCtr="0">
            <a:noAutofit/>
          </a:bodyPr>
          <a:lstStyle>
            <a:lvl1pPr algn="l" defTabSz="914400" rtl="0" eaLnBrk="1" latinLnBrk="0" hangingPunct="1">
              <a:lnSpc>
                <a:spcPct val="80000"/>
              </a:lnSpc>
              <a:spcBef>
                <a:spcPct val="0"/>
              </a:spcBef>
              <a:buNone/>
              <a:defRPr lang="en-US" sz="3600" b="0" i="0" kern="1200" cap="none" spc="-75" baseline="0" dirty="0">
                <a:solidFill>
                  <a:schemeClr val="tx1"/>
                </a:solidFill>
                <a:latin typeface="+mj-lt"/>
                <a:ea typeface="Bebas Neue" charset="0"/>
                <a:cs typeface="Chronicle Display Black"/>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lang="it-IT" sz="3200" dirty="0">
                <a:solidFill>
                  <a:srgbClr val="000000"/>
                </a:solidFill>
                <a:latin typeface="Calibri" panose="020F0502020204030204" pitchFamily="34" charset="0"/>
                <a:cs typeface="Calibri" panose="020F0502020204030204" pitchFamily="34" charset="0"/>
              </a:rPr>
              <a:t>Government Officer Productivity Solution</a:t>
            </a:r>
          </a:p>
        </p:txBody>
      </p:sp>
      <p:sp>
        <p:nvSpPr>
          <p:cNvPr id="3" name="Text 2">
            <a:extLst>
              <a:ext uri="{FF2B5EF4-FFF2-40B4-BE49-F238E27FC236}">
                <a16:creationId xmlns:a16="http://schemas.microsoft.com/office/drawing/2014/main" id="{1B2AFBB2-9FE4-7F7D-3889-A02086B15362}"/>
              </a:ext>
            </a:extLst>
          </p:cNvPr>
          <p:cNvSpPr/>
          <p:nvPr/>
        </p:nvSpPr>
        <p:spPr>
          <a:xfrm>
            <a:off x="457200" y="1023786"/>
            <a:ext cx="11247120" cy="274320"/>
          </a:xfrm>
          <a:prstGeom prst="rect">
            <a:avLst/>
          </a:prstGeom>
          <a:noFill/>
          <a:ln/>
        </p:spPr>
        <p:txBody>
          <a:bodyPr wrap="square" lIns="0" tIns="0" rIns="0" bIns="0" rtlCol="0" anchor="ctr"/>
          <a:lstStyle/>
          <a:p>
            <a:r>
              <a:rPr lang="en-IN" sz="1200" dirty="0">
                <a:solidFill>
                  <a:schemeClr val="bg1">
                    <a:lumMod val="50000"/>
                  </a:schemeClr>
                </a:solidFill>
              </a:rPr>
              <a:t>An internal AI copilot for government officers - drafting notes, summarising files, searching circulars/GRs, and automating routine office work.</a:t>
            </a:r>
            <a:endParaRPr lang="en-US" sz="1200" dirty="0">
              <a:solidFill>
                <a:schemeClr val="bg1">
                  <a:lumMod val="50000"/>
                </a:schemeClr>
              </a:solidFill>
            </a:endParaRPr>
          </a:p>
        </p:txBody>
      </p:sp>
      <p:sp>
        <p:nvSpPr>
          <p:cNvPr id="5" name="Text 3">
            <a:extLst>
              <a:ext uri="{FF2B5EF4-FFF2-40B4-BE49-F238E27FC236}">
                <a16:creationId xmlns:a16="http://schemas.microsoft.com/office/drawing/2014/main" id="{F8C736A7-79E4-4F27-715C-EC92357AE692}"/>
              </a:ext>
            </a:extLst>
          </p:cNvPr>
          <p:cNvSpPr/>
          <p:nvPr/>
        </p:nvSpPr>
        <p:spPr>
          <a:xfrm>
            <a:off x="457200" y="1330197"/>
            <a:ext cx="5120640" cy="256032"/>
          </a:xfrm>
          <a:prstGeom prst="rect">
            <a:avLst/>
          </a:prstGeom>
          <a:noFill/>
          <a:ln/>
        </p:spPr>
        <p:txBody>
          <a:bodyPr wrap="square" lIns="0" tIns="0" rIns="0" bIns="0" rtlCol="0" anchor="ctr"/>
          <a:lstStyle/>
          <a:p>
            <a:pPr marL="0" indent="0">
              <a:buNone/>
            </a:pPr>
            <a:r>
              <a:rPr lang="en-US" sz="1200" b="1" kern="0" spc="100" dirty="0">
                <a:solidFill>
                  <a:srgbClr val="F2B705"/>
                </a:solidFill>
                <a:ea typeface="Calibri" pitchFamily="34" charset="-122"/>
                <a:cs typeface="Calibri" pitchFamily="34" charset="-120"/>
              </a:rPr>
              <a:t>Features</a:t>
            </a:r>
            <a:endParaRPr lang="en-US" sz="1200" dirty="0"/>
          </a:p>
        </p:txBody>
      </p:sp>
      <p:sp>
        <p:nvSpPr>
          <p:cNvPr id="6" name="Text 4">
            <a:extLst>
              <a:ext uri="{FF2B5EF4-FFF2-40B4-BE49-F238E27FC236}">
                <a16:creationId xmlns:a16="http://schemas.microsoft.com/office/drawing/2014/main" id="{C959C824-DB6A-C73A-3E68-3404AC6B8B39}"/>
              </a:ext>
            </a:extLst>
          </p:cNvPr>
          <p:cNvSpPr/>
          <p:nvPr/>
        </p:nvSpPr>
        <p:spPr>
          <a:xfrm>
            <a:off x="457200" y="1586229"/>
            <a:ext cx="5120640" cy="1417320"/>
          </a:xfrm>
          <a:prstGeom prst="rect">
            <a:avLst/>
          </a:prstGeom>
          <a:noFill/>
          <a:ln/>
        </p:spPr>
        <p:txBody>
          <a:bodyPr wrap="square" lIns="0" tIns="0" rIns="0" bIns="0" rtlCol="0" anchor="t"/>
          <a:lstStyle/>
          <a:p>
            <a:pPr marL="171450" indent="-171450">
              <a:buFont typeface="Arial" panose="020B0604020202020204" pitchFamily="34" charset="0"/>
              <a:buChar char="•"/>
            </a:pPr>
            <a:r>
              <a:rPr lang="en-IN" sz="1200" dirty="0"/>
              <a:t>NLP based search over circulars, government orders etc.</a:t>
            </a:r>
          </a:p>
          <a:p>
            <a:pPr marL="171450" indent="-171450">
              <a:buFont typeface="Arial" panose="020B0604020202020204" pitchFamily="34" charset="0"/>
              <a:buChar char="•"/>
            </a:pPr>
            <a:r>
              <a:rPr lang="en-IN" sz="1200" dirty="0"/>
              <a:t>File-noting and draft-reply generation assistant</a:t>
            </a:r>
          </a:p>
          <a:p>
            <a:pPr marL="171450" indent="-171450">
              <a:buFont typeface="Arial" panose="020B0604020202020204" pitchFamily="34" charset="0"/>
              <a:buChar char="•"/>
            </a:pPr>
            <a:r>
              <a:rPr lang="en-IN" sz="1200" dirty="0"/>
              <a:t>Multilingual support (Hindi/English)</a:t>
            </a:r>
          </a:p>
          <a:p>
            <a:pPr marL="171450" indent="-171450">
              <a:buFont typeface="Arial" panose="020B0604020202020204" pitchFamily="34" charset="0"/>
              <a:buChar char="•"/>
            </a:pPr>
            <a:r>
              <a:rPr lang="en-IN" sz="1200" dirty="0"/>
              <a:t>Integration with e-Office and department document repositories</a:t>
            </a:r>
          </a:p>
          <a:p>
            <a:pPr marL="171450" indent="-171450">
              <a:buFont typeface="Arial" panose="020B0604020202020204" pitchFamily="34" charset="0"/>
              <a:buChar char="•"/>
            </a:pPr>
            <a:r>
              <a:rPr lang="en-IN" sz="1200" dirty="0"/>
              <a:t>Voice-to-text for note dictation</a:t>
            </a:r>
          </a:p>
          <a:p>
            <a:pPr marL="171450" indent="-171450">
              <a:buFont typeface="Arial" panose="020B0604020202020204" pitchFamily="34" charset="0"/>
              <a:buChar char="•"/>
            </a:pPr>
            <a:r>
              <a:rPr lang="en-IN" sz="1200" dirty="0"/>
              <a:t>Role-based access aligned to department hierarchy</a:t>
            </a:r>
          </a:p>
          <a:p>
            <a:pPr marL="171450" indent="-171450">
              <a:buFont typeface="Arial" panose="020B0604020202020204" pitchFamily="34" charset="0"/>
              <a:buChar char="•"/>
            </a:pPr>
            <a:r>
              <a:rPr lang="en-IN" sz="1200" dirty="0"/>
              <a:t>Usage analytics for adoption tracking</a:t>
            </a:r>
          </a:p>
        </p:txBody>
      </p:sp>
      <p:sp>
        <p:nvSpPr>
          <p:cNvPr id="13" name="Shape 7">
            <a:extLst>
              <a:ext uri="{FF2B5EF4-FFF2-40B4-BE49-F238E27FC236}">
                <a16:creationId xmlns:a16="http://schemas.microsoft.com/office/drawing/2014/main" id="{9A1CA109-54E7-6B71-0A9E-4C3C6EB68A53}"/>
              </a:ext>
            </a:extLst>
          </p:cNvPr>
          <p:cNvSpPr/>
          <p:nvPr/>
        </p:nvSpPr>
        <p:spPr>
          <a:xfrm>
            <a:off x="5715000" y="1407835"/>
            <a:ext cx="2788920" cy="2384543"/>
          </a:xfrm>
          <a:prstGeom prst="rect">
            <a:avLst/>
          </a:prstGeom>
          <a:solidFill>
            <a:schemeClr val="bg1">
              <a:lumMod val="95000"/>
            </a:schemeClr>
          </a:solidFill>
          <a:ln w="12700">
            <a:solidFill>
              <a:schemeClr val="bg1">
                <a:lumMod val="95000"/>
              </a:schemeClr>
            </a:solidFill>
            <a:prstDash val="solid"/>
          </a:ln>
        </p:spPr>
        <p:txBody>
          <a:bodyPr/>
          <a:lstStyle/>
          <a:p>
            <a:endParaRPr lang="en-IN"/>
          </a:p>
        </p:txBody>
      </p:sp>
      <p:sp>
        <p:nvSpPr>
          <p:cNvPr id="14" name="Text 8">
            <a:extLst>
              <a:ext uri="{FF2B5EF4-FFF2-40B4-BE49-F238E27FC236}">
                <a16:creationId xmlns:a16="http://schemas.microsoft.com/office/drawing/2014/main" id="{CC0AC44B-4158-DFE5-54EA-746939F8931E}"/>
              </a:ext>
            </a:extLst>
          </p:cNvPr>
          <p:cNvSpPr/>
          <p:nvPr/>
        </p:nvSpPr>
        <p:spPr>
          <a:xfrm>
            <a:off x="5897880" y="1517562"/>
            <a:ext cx="2468880" cy="256032"/>
          </a:xfrm>
          <a:prstGeom prst="rect">
            <a:avLst/>
          </a:prstGeom>
          <a:noFill/>
          <a:ln/>
        </p:spPr>
        <p:txBody>
          <a:bodyPr wrap="square" lIns="0" tIns="0" rIns="0" bIns="0" rtlCol="0" anchor="ctr"/>
          <a:lstStyle/>
          <a:p>
            <a:pPr marL="0" indent="0">
              <a:buNone/>
            </a:pPr>
            <a:r>
              <a:rPr lang="en-US" sz="1100" b="1" kern="0" spc="100" dirty="0">
                <a:solidFill>
                  <a:srgbClr val="4C9F70"/>
                </a:solidFill>
                <a:ea typeface="Calibri" pitchFamily="34" charset="-122"/>
                <a:cs typeface="Calibri" pitchFamily="34" charset="-120"/>
              </a:rPr>
              <a:t>Advantages</a:t>
            </a:r>
            <a:endParaRPr lang="en-US" sz="1100" dirty="0"/>
          </a:p>
        </p:txBody>
      </p:sp>
      <p:sp>
        <p:nvSpPr>
          <p:cNvPr id="17" name="Text 9">
            <a:extLst>
              <a:ext uri="{FF2B5EF4-FFF2-40B4-BE49-F238E27FC236}">
                <a16:creationId xmlns:a16="http://schemas.microsoft.com/office/drawing/2014/main" id="{7E27C09F-7762-D9B6-09C0-3E1E57310927}"/>
              </a:ext>
            </a:extLst>
          </p:cNvPr>
          <p:cNvSpPr/>
          <p:nvPr/>
        </p:nvSpPr>
        <p:spPr>
          <a:xfrm>
            <a:off x="5897880" y="1791882"/>
            <a:ext cx="2468880" cy="2834640"/>
          </a:xfrm>
          <a:prstGeom prst="rect">
            <a:avLst/>
          </a:prstGeom>
          <a:noFill/>
          <a:ln/>
        </p:spPr>
        <p:txBody>
          <a:bodyPr wrap="square" lIns="0" tIns="0" rIns="0" bIns="0" rtlCol="0" anchor="t"/>
          <a:lstStyle/>
          <a:p>
            <a:pPr marL="177800" indent="-177800">
              <a:buSzPct val="100000"/>
              <a:buChar char="▪"/>
            </a:pPr>
            <a:r>
              <a:rPr lang="en-US" sz="1080" dirty="0">
                <a:solidFill>
                  <a:srgbClr val="1A1A2E"/>
                </a:solidFill>
                <a:ea typeface="Calibri" pitchFamily="34" charset="-122"/>
                <a:cs typeface="Calibri" pitchFamily="34" charset="-120"/>
              </a:rPr>
              <a:t>High employee-facing impact and quick, demonstrable productivity gains</a:t>
            </a:r>
          </a:p>
          <a:p>
            <a:pPr marL="177800" indent="-177800">
              <a:buSzPct val="100000"/>
              <a:buChar char="▪"/>
            </a:pPr>
            <a:r>
              <a:rPr lang="en-US" sz="1080" dirty="0">
                <a:solidFill>
                  <a:srgbClr val="1A1A2E"/>
                </a:solidFill>
                <a:ea typeface="Calibri" pitchFamily="34" charset="-122"/>
                <a:cs typeface="Calibri" pitchFamily="34" charset="-120"/>
              </a:rPr>
              <a:t>Lower technical complexity than a full enterprise AI platform - faster time to value</a:t>
            </a:r>
          </a:p>
          <a:p>
            <a:pPr marL="177800" indent="-177800">
              <a:buSzPct val="100000"/>
              <a:buChar char="▪"/>
            </a:pPr>
            <a:r>
              <a:rPr lang="en-US" sz="1080" dirty="0">
                <a:solidFill>
                  <a:srgbClr val="1A1A2E"/>
                </a:solidFill>
                <a:ea typeface="Calibri" pitchFamily="34" charset="-122"/>
                <a:cs typeface="Calibri" pitchFamily="34" charset="-120"/>
              </a:rPr>
              <a:t>Quick win for large scale AI Implementation – Andhra Government has done this using Gemini models for some of these features</a:t>
            </a:r>
          </a:p>
        </p:txBody>
      </p:sp>
      <p:sp>
        <p:nvSpPr>
          <p:cNvPr id="18" name="Shape 10">
            <a:extLst>
              <a:ext uri="{FF2B5EF4-FFF2-40B4-BE49-F238E27FC236}">
                <a16:creationId xmlns:a16="http://schemas.microsoft.com/office/drawing/2014/main" id="{6BAB519A-1FF3-9605-9F65-8E09BD12B2BE}"/>
              </a:ext>
            </a:extLst>
          </p:cNvPr>
          <p:cNvSpPr/>
          <p:nvPr/>
        </p:nvSpPr>
        <p:spPr>
          <a:xfrm>
            <a:off x="8641080" y="1407835"/>
            <a:ext cx="3090672" cy="2384543"/>
          </a:xfrm>
          <a:prstGeom prst="rect">
            <a:avLst/>
          </a:prstGeom>
          <a:solidFill>
            <a:schemeClr val="bg1">
              <a:lumMod val="95000"/>
            </a:schemeClr>
          </a:solidFill>
          <a:ln w="12700">
            <a:solidFill>
              <a:schemeClr val="bg1">
                <a:lumMod val="95000"/>
              </a:schemeClr>
            </a:solidFill>
            <a:prstDash val="solid"/>
          </a:ln>
        </p:spPr>
        <p:txBody>
          <a:bodyPr/>
          <a:lstStyle/>
          <a:p>
            <a:endParaRPr lang="en-IN"/>
          </a:p>
        </p:txBody>
      </p:sp>
      <p:sp>
        <p:nvSpPr>
          <p:cNvPr id="21" name="Text 11">
            <a:extLst>
              <a:ext uri="{FF2B5EF4-FFF2-40B4-BE49-F238E27FC236}">
                <a16:creationId xmlns:a16="http://schemas.microsoft.com/office/drawing/2014/main" id="{F4212DD7-AD8A-9830-4E3E-02328C0E4F12}"/>
              </a:ext>
            </a:extLst>
          </p:cNvPr>
          <p:cNvSpPr/>
          <p:nvPr/>
        </p:nvSpPr>
        <p:spPr>
          <a:xfrm>
            <a:off x="8823960" y="1517562"/>
            <a:ext cx="2743200" cy="256032"/>
          </a:xfrm>
          <a:prstGeom prst="rect">
            <a:avLst/>
          </a:prstGeom>
          <a:noFill/>
          <a:ln/>
        </p:spPr>
        <p:txBody>
          <a:bodyPr wrap="square" lIns="0" tIns="0" rIns="0" bIns="0" rtlCol="0" anchor="ctr"/>
          <a:lstStyle/>
          <a:p>
            <a:pPr marL="0" indent="0">
              <a:buNone/>
            </a:pPr>
            <a:r>
              <a:rPr lang="en-US" sz="1100" b="1" kern="0" spc="100" dirty="0">
                <a:solidFill>
                  <a:srgbClr val="B23A48"/>
                </a:solidFill>
                <a:ea typeface="Calibri" pitchFamily="34" charset="-122"/>
                <a:cs typeface="Calibri" pitchFamily="34" charset="-120"/>
              </a:rPr>
              <a:t>Challenges</a:t>
            </a:r>
            <a:endParaRPr lang="en-US" sz="1100" dirty="0"/>
          </a:p>
        </p:txBody>
      </p:sp>
      <p:sp>
        <p:nvSpPr>
          <p:cNvPr id="22" name="Text 12">
            <a:extLst>
              <a:ext uri="{FF2B5EF4-FFF2-40B4-BE49-F238E27FC236}">
                <a16:creationId xmlns:a16="http://schemas.microsoft.com/office/drawing/2014/main" id="{55635C4F-7B7D-CE70-E40F-6504AE3DB6D4}"/>
              </a:ext>
            </a:extLst>
          </p:cNvPr>
          <p:cNvSpPr/>
          <p:nvPr/>
        </p:nvSpPr>
        <p:spPr>
          <a:xfrm>
            <a:off x="8823960" y="1791882"/>
            <a:ext cx="2743200" cy="2161474"/>
          </a:xfrm>
          <a:prstGeom prst="rect">
            <a:avLst/>
          </a:prstGeom>
          <a:noFill/>
          <a:ln/>
        </p:spPr>
        <p:txBody>
          <a:bodyPr wrap="square" lIns="0" tIns="0" rIns="0" bIns="0" rtlCol="0" anchor="t"/>
          <a:lstStyle/>
          <a:p>
            <a:pPr marL="177800" indent="-177800">
              <a:buSzPct val="100000"/>
              <a:buChar char="▪"/>
            </a:pPr>
            <a:r>
              <a:rPr lang="en-US" sz="1080" dirty="0">
                <a:solidFill>
                  <a:srgbClr val="1A1A2E"/>
                </a:solidFill>
                <a:ea typeface="Calibri" pitchFamily="34" charset="-122"/>
                <a:cs typeface="Calibri" pitchFamily="34" charset="-120"/>
              </a:rPr>
              <a:t>Needs required document, integration with e-Office/legacy document systems</a:t>
            </a:r>
          </a:p>
          <a:p>
            <a:pPr marL="177800" indent="-177800">
              <a:buSzPct val="100000"/>
              <a:buChar char="▪"/>
            </a:pPr>
            <a:r>
              <a:rPr lang="en-US" sz="1080" dirty="0">
                <a:solidFill>
                  <a:srgbClr val="1A1A2E"/>
                </a:solidFill>
                <a:ea typeface="Calibri" pitchFamily="34" charset="-122"/>
                <a:cs typeface="Calibri" pitchFamily="34" charset="-120"/>
              </a:rPr>
              <a:t>Requires guardrails so AI-drafted notes/orders are reviewed</a:t>
            </a:r>
          </a:p>
          <a:p>
            <a:pPr marL="177800" indent="-177800">
              <a:buSzPct val="100000"/>
              <a:buChar char="▪"/>
            </a:pPr>
            <a:r>
              <a:rPr lang="en-US" sz="1080" dirty="0">
                <a:solidFill>
                  <a:srgbClr val="1A1A2E"/>
                </a:solidFill>
                <a:ea typeface="Calibri" pitchFamily="34" charset="-122"/>
                <a:cs typeface="Calibri" pitchFamily="34" charset="-120"/>
              </a:rPr>
              <a:t>Data privacy for sensitive government files to be managed</a:t>
            </a:r>
          </a:p>
          <a:p>
            <a:pPr marL="177800" indent="-177800">
              <a:buSzPct val="100000"/>
              <a:buChar char="▪"/>
            </a:pPr>
            <a:r>
              <a:rPr lang="en-US" sz="1080" dirty="0">
                <a:solidFill>
                  <a:srgbClr val="1A1A2E"/>
                </a:solidFill>
                <a:ea typeface="Calibri" pitchFamily="34" charset="-122"/>
                <a:cs typeface="Calibri" pitchFamily="34" charset="-120"/>
              </a:rPr>
              <a:t>Adoption depends on engagement of different departments in sharing </a:t>
            </a:r>
            <a:r>
              <a:rPr lang="en-US" sz="1080">
                <a:solidFill>
                  <a:srgbClr val="1A1A2E"/>
                </a:solidFill>
                <a:ea typeface="Calibri" pitchFamily="34" charset="-122"/>
                <a:cs typeface="Calibri" pitchFamily="34" charset="-120"/>
              </a:rPr>
              <a:t>these documents</a:t>
            </a:r>
            <a:endParaRPr lang="en-US" sz="1080" dirty="0">
              <a:solidFill>
                <a:srgbClr val="1A1A2E"/>
              </a:solidFill>
              <a:ea typeface="Calibri" pitchFamily="34" charset="-122"/>
              <a:cs typeface="Calibri" pitchFamily="34" charset="-120"/>
            </a:endParaRPr>
          </a:p>
        </p:txBody>
      </p:sp>
      <p:sp>
        <p:nvSpPr>
          <p:cNvPr id="46" name="Shape 25">
            <a:extLst>
              <a:ext uri="{FF2B5EF4-FFF2-40B4-BE49-F238E27FC236}">
                <a16:creationId xmlns:a16="http://schemas.microsoft.com/office/drawing/2014/main" id="{D26A0AC4-C019-C359-77AB-75F600EEBCBC}"/>
              </a:ext>
            </a:extLst>
          </p:cNvPr>
          <p:cNvSpPr/>
          <p:nvPr/>
        </p:nvSpPr>
        <p:spPr>
          <a:xfrm>
            <a:off x="457200" y="5943600"/>
            <a:ext cx="11247120" cy="566928"/>
          </a:xfrm>
          <a:prstGeom prst="roundRect">
            <a:avLst>
              <a:gd name="adj" fmla="val 9677"/>
            </a:avLst>
          </a:prstGeom>
          <a:solidFill>
            <a:schemeClr val="accent3"/>
          </a:solidFill>
          <a:ln/>
        </p:spPr>
        <p:txBody>
          <a:bodyPr/>
          <a:lstStyle/>
          <a:p>
            <a:endParaRPr lang="en-IN"/>
          </a:p>
        </p:txBody>
      </p:sp>
      <p:sp>
        <p:nvSpPr>
          <p:cNvPr id="47" name="Text 26">
            <a:extLst>
              <a:ext uri="{FF2B5EF4-FFF2-40B4-BE49-F238E27FC236}">
                <a16:creationId xmlns:a16="http://schemas.microsoft.com/office/drawing/2014/main" id="{1A7C70AD-BA3E-3237-E96D-2F9B7F696B0B}"/>
              </a:ext>
            </a:extLst>
          </p:cNvPr>
          <p:cNvSpPr/>
          <p:nvPr/>
        </p:nvSpPr>
        <p:spPr>
          <a:xfrm>
            <a:off x="640080" y="5943600"/>
            <a:ext cx="10881360" cy="566928"/>
          </a:xfrm>
          <a:prstGeom prst="rect">
            <a:avLst/>
          </a:prstGeom>
          <a:noFill/>
          <a:ln/>
        </p:spPr>
        <p:txBody>
          <a:bodyPr wrap="square" lIns="0" tIns="0" rIns="0" bIns="0" rtlCol="0" anchor="ctr"/>
          <a:lstStyle/>
          <a:p>
            <a:pPr marL="0" indent="0">
              <a:buNone/>
            </a:pPr>
            <a:r>
              <a:rPr lang="en-US" sz="1150" b="1" dirty="0">
                <a:solidFill>
                  <a:srgbClr val="F2B705"/>
                </a:solidFill>
                <a:ea typeface="Calibri" pitchFamily="34" charset="-122"/>
                <a:cs typeface="Calibri" pitchFamily="34" charset="-120"/>
              </a:rPr>
              <a:t>Recommendation:  </a:t>
            </a:r>
            <a:r>
              <a:rPr lang="en-US" sz="1200" u="sng" dirty="0">
                <a:solidFill>
                  <a:schemeClr val="bg1"/>
                </a:solidFill>
              </a:rPr>
              <a:t>Not recommended </a:t>
            </a:r>
            <a:r>
              <a:rPr lang="en-US" sz="1200" dirty="0">
                <a:solidFill>
                  <a:schemeClr val="bg1"/>
                </a:solidFill>
              </a:rPr>
              <a:t>as the architecture components would not be reusable for other large scale AI implementation</a:t>
            </a:r>
          </a:p>
        </p:txBody>
      </p:sp>
      <p:sp>
        <p:nvSpPr>
          <p:cNvPr id="51" name="Text 3">
            <a:extLst>
              <a:ext uri="{FF2B5EF4-FFF2-40B4-BE49-F238E27FC236}">
                <a16:creationId xmlns:a16="http://schemas.microsoft.com/office/drawing/2014/main" id="{F4E7501E-448C-2C0E-784B-F0CD1C3440B8}"/>
              </a:ext>
            </a:extLst>
          </p:cNvPr>
          <p:cNvSpPr/>
          <p:nvPr/>
        </p:nvSpPr>
        <p:spPr>
          <a:xfrm>
            <a:off x="432054" y="3507806"/>
            <a:ext cx="5120640" cy="256032"/>
          </a:xfrm>
          <a:prstGeom prst="rect">
            <a:avLst/>
          </a:prstGeom>
          <a:noFill/>
          <a:ln/>
        </p:spPr>
        <p:txBody>
          <a:bodyPr wrap="square" lIns="0" tIns="0" rIns="0" bIns="0" rtlCol="0" anchor="ctr"/>
          <a:lstStyle/>
          <a:p>
            <a:pPr marL="0" indent="0">
              <a:buNone/>
            </a:pPr>
            <a:r>
              <a:rPr lang="en-US" sz="1200" b="1" kern="0" spc="100" dirty="0">
                <a:solidFill>
                  <a:srgbClr val="F2B705"/>
                </a:solidFill>
                <a:ea typeface="Calibri" pitchFamily="34" charset="-122"/>
                <a:cs typeface="Calibri" pitchFamily="34" charset="-120"/>
              </a:rPr>
              <a:t>Approach for Implementation</a:t>
            </a:r>
            <a:endParaRPr lang="en-US" sz="1200" b="1" dirty="0"/>
          </a:p>
        </p:txBody>
      </p:sp>
      <p:sp>
        <p:nvSpPr>
          <p:cNvPr id="52" name="Text 4">
            <a:extLst>
              <a:ext uri="{FF2B5EF4-FFF2-40B4-BE49-F238E27FC236}">
                <a16:creationId xmlns:a16="http://schemas.microsoft.com/office/drawing/2014/main" id="{4A92243A-213C-1567-C772-95BAD2901914}"/>
              </a:ext>
            </a:extLst>
          </p:cNvPr>
          <p:cNvSpPr/>
          <p:nvPr/>
        </p:nvSpPr>
        <p:spPr>
          <a:xfrm>
            <a:off x="427482" y="3797740"/>
            <a:ext cx="5120640" cy="1417320"/>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200" dirty="0"/>
              <a:t>Assess document repository integration feasibility and data residency requirements</a:t>
            </a:r>
          </a:p>
          <a:p>
            <a:pPr marL="171450" indent="-171450">
              <a:buFont typeface="Arial" panose="020B0604020202020204" pitchFamily="34" charset="0"/>
              <a:buChar char="•"/>
            </a:pPr>
            <a:r>
              <a:rPr lang="en-US" sz="1200" dirty="0"/>
              <a:t>Industry consultation to get estimate on budget</a:t>
            </a:r>
          </a:p>
          <a:p>
            <a:pPr marL="171450" indent="-171450">
              <a:buFont typeface="Arial" panose="020B0604020202020204" pitchFamily="34" charset="0"/>
              <a:buChar char="•"/>
            </a:pPr>
            <a:r>
              <a:rPr lang="en-US" sz="1200" dirty="0"/>
              <a:t>Prepare proposal, RFP and bid management for vendor onboarding</a:t>
            </a:r>
          </a:p>
        </p:txBody>
      </p:sp>
      <p:grpSp>
        <p:nvGrpSpPr>
          <p:cNvPr id="53" name="Group 52">
            <a:extLst>
              <a:ext uri="{FF2B5EF4-FFF2-40B4-BE49-F238E27FC236}">
                <a16:creationId xmlns:a16="http://schemas.microsoft.com/office/drawing/2014/main" id="{C45B069C-AA13-2367-AA36-BDB8CAA53945}"/>
              </a:ext>
            </a:extLst>
          </p:cNvPr>
          <p:cNvGrpSpPr/>
          <p:nvPr/>
        </p:nvGrpSpPr>
        <p:grpSpPr>
          <a:xfrm>
            <a:off x="5897881" y="4012430"/>
            <a:ext cx="5669279" cy="1850230"/>
            <a:chOff x="976804" y="1909159"/>
            <a:chExt cx="4732332" cy="2124673"/>
          </a:xfrm>
        </p:grpSpPr>
        <p:sp>
          <p:nvSpPr>
            <p:cNvPr id="81" name="Pentagon 10">
              <a:extLst>
                <a:ext uri="{FF2B5EF4-FFF2-40B4-BE49-F238E27FC236}">
                  <a16:creationId xmlns:a16="http://schemas.microsoft.com/office/drawing/2014/main" id="{1E43F788-6C8E-98E1-C4D7-F571222CE4FD}"/>
                </a:ext>
              </a:extLst>
            </p:cNvPr>
            <p:cNvSpPr/>
            <p:nvPr/>
          </p:nvSpPr>
          <p:spPr>
            <a:xfrm>
              <a:off x="1517208" y="2993796"/>
              <a:ext cx="4191928" cy="487810"/>
            </a:xfrm>
            <a:prstGeom prst="homePlat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r>
                <a:rPr lang="en-US" sz="1050" dirty="0">
                  <a:solidFill>
                    <a:schemeClr val="tx1"/>
                  </a:solidFill>
                </a:rPr>
                <a:t>How would it be ensured that Departments participate actively in fetching the required documents?</a:t>
              </a:r>
            </a:p>
          </p:txBody>
        </p:sp>
        <p:sp>
          <p:nvSpPr>
            <p:cNvPr id="82" name="Pentagon 9">
              <a:extLst>
                <a:ext uri="{FF2B5EF4-FFF2-40B4-BE49-F238E27FC236}">
                  <a16:creationId xmlns:a16="http://schemas.microsoft.com/office/drawing/2014/main" id="{9FF897E6-E211-E593-4D41-34224972BA2A}"/>
                </a:ext>
              </a:extLst>
            </p:cNvPr>
            <p:cNvSpPr/>
            <p:nvPr/>
          </p:nvSpPr>
          <p:spPr>
            <a:xfrm>
              <a:off x="1517208" y="1909159"/>
              <a:ext cx="4191928" cy="487810"/>
            </a:xfrm>
            <a:prstGeom prst="homePlat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r>
                <a:rPr lang="en-US" sz="1050" dirty="0">
                  <a:solidFill>
                    <a:schemeClr val="tx1"/>
                  </a:solidFill>
                </a:rPr>
                <a:t>Should this run on closed-source (cloud) LLMs or open-weight model for data sovereignty?</a:t>
              </a:r>
            </a:p>
          </p:txBody>
        </p:sp>
        <p:sp>
          <p:nvSpPr>
            <p:cNvPr id="83" name="Pentagon 11">
              <a:extLst>
                <a:ext uri="{FF2B5EF4-FFF2-40B4-BE49-F238E27FC236}">
                  <a16:creationId xmlns:a16="http://schemas.microsoft.com/office/drawing/2014/main" id="{0D62C031-EDA2-374F-7CA4-50E427B23520}"/>
                </a:ext>
              </a:extLst>
            </p:cNvPr>
            <p:cNvSpPr/>
            <p:nvPr/>
          </p:nvSpPr>
          <p:spPr>
            <a:xfrm>
              <a:off x="1517208" y="2461381"/>
              <a:ext cx="4191928" cy="487549"/>
            </a:xfrm>
            <a:prstGeom prst="homePlat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r>
                <a:rPr lang="en-US" sz="1050" dirty="0">
                  <a:solidFill>
                    <a:schemeClr val="tx1"/>
                  </a:solidFill>
                </a:rPr>
                <a:t>Which of the mentioned features can be dropped as that will impact the price estimate also?</a:t>
              </a:r>
            </a:p>
          </p:txBody>
        </p:sp>
        <p:sp>
          <p:nvSpPr>
            <p:cNvPr id="84" name="Pentagon 12">
              <a:extLst>
                <a:ext uri="{FF2B5EF4-FFF2-40B4-BE49-F238E27FC236}">
                  <a16:creationId xmlns:a16="http://schemas.microsoft.com/office/drawing/2014/main" id="{3ACF670F-3C0A-8296-8189-66CEE2969232}"/>
                </a:ext>
              </a:extLst>
            </p:cNvPr>
            <p:cNvSpPr/>
            <p:nvPr/>
          </p:nvSpPr>
          <p:spPr>
            <a:xfrm>
              <a:off x="1517208" y="3546022"/>
              <a:ext cx="4191928" cy="487810"/>
            </a:xfrm>
            <a:prstGeom prst="homePlat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r>
                <a:rPr lang="en-US" sz="1050" dirty="0">
                  <a:solidFill>
                    <a:schemeClr val="tx1"/>
                  </a:solidFill>
                </a:rPr>
                <a:t>How will this copilot relate to and reuse components from a future Enterprise AI Platform?</a:t>
              </a:r>
            </a:p>
          </p:txBody>
        </p:sp>
        <p:sp>
          <p:nvSpPr>
            <p:cNvPr id="89" name="Pentagon 23">
              <a:extLst>
                <a:ext uri="{FF2B5EF4-FFF2-40B4-BE49-F238E27FC236}">
                  <a16:creationId xmlns:a16="http://schemas.microsoft.com/office/drawing/2014/main" id="{5F63253C-B9C9-2989-C759-EE02B370B556}"/>
                </a:ext>
              </a:extLst>
            </p:cNvPr>
            <p:cNvSpPr/>
            <p:nvPr/>
          </p:nvSpPr>
          <p:spPr>
            <a:xfrm rot="16200000" flipH="1">
              <a:off x="119672" y="2766295"/>
              <a:ext cx="2092194" cy="377930"/>
            </a:xfrm>
            <a:prstGeom prst="homePlate">
              <a:avLst>
                <a:gd name="adj" fmla="val 25643"/>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Key Decision Points</a:t>
              </a:r>
            </a:p>
          </p:txBody>
        </p:sp>
      </p:grpSp>
    </p:spTree>
    <p:extLst>
      <p:ext uri="{BB962C8B-B14F-4D97-AF65-F5344CB8AC3E}">
        <p14:creationId xmlns:p14="http://schemas.microsoft.com/office/powerpoint/2010/main" val="18043943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314CA-CC22-956D-B9DC-6C680903BF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2D18B0-8D3D-94C3-6FE9-F5EF3CAA745C}"/>
              </a:ext>
            </a:extLst>
          </p:cNvPr>
          <p:cNvSpPr txBox="1">
            <a:spLocks/>
          </p:cNvSpPr>
          <p:nvPr/>
        </p:nvSpPr>
        <p:spPr>
          <a:xfrm>
            <a:off x="473642" y="257967"/>
            <a:ext cx="11120259" cy="594360"/>
          </a:xfrm>
          <a:prstGeom prst="rect">
            <a:avLst/>
          </a:prstGeom>
        </p:spPr>
        <p:txBody>
          <a:bodyPr vert="horz" lIns="0" tIns="45720" rIns="0" bIns="0" rtlCol="0" anchor="b" anchorCtr="0">
            <a:noAutofit/>
          </a:bodyPr>
          <a:lstStyle>
            <a:lvl1pPr algn="l" defTabSz="914400" rtl="0" eaLnBrk="1" latinLnBrk="0" hangingPunct="1">
              <a:lnSpc>
                <a:spcPct val="80000"/>
              </a:lnSpc>
              <a:spcBef>
                <a:spcPct val="0"/>
              </a:spcBef>
              <a:buNone/>
              <a:defRPr lang="en-US" sz="3600" b="0" i="0" kern="1200" cap="none" spc="-75" baseline="0" dirty="0">
                <a:solidFill>
                  <a:schemeClr val="tx1"/>
                </a:solidFill>
                <a:latin typeface="+mj-lt"/>
                <a:ea typeface="Bebas Neue" charset="0"/>
                <a:cs typeface="Chronicle Display Black"/>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lang="it-IT" sz="3200" dirty="0">
                <a:solidFill>
                  <a:srgbClr val="000000"/>
                </a:solidFill>
                <a:latin typeface="Calibri" panose="020F0502020204030204" pitchFamily="34" charset="0"/>
                <a:cs typeface="Calibri" panose="020F0502020204030204" pitchFamily="34" charset="0"/>
              </a:rPr>
              <a:t>Agentic AI Solutions Implementation</a:t>
            </a:r>
          </a:p>
        </p:txBody>
      </p:sp>
      <p:sp>
        <p:nvSpPr>
          <p:cNvPr id="3" name="Text 2">
            <a:extLst>
              <a:ext uri="{FF2B5EF4-FFF2-40B4-BE49-F238E27FC236}">
                <a16:creationId xmlns:a16="http://schemas.microsoft.com/office/drawing/2014/main" id="{1B2AFBB2-9FE4-7F7D-3889-A02086B15362}"/>
              </a:ext>
            </a:extLst>
          </p:cNvPr>
          <p:cNvSpPr/>
          <p:nvPr/>
        </p:nvSpPr>
        <p:spPr>
          <a:xfrm>
            <a:off x="457200" y="1023786"/>
            <a:ext cx="11247120" cy="274320"/>
          </a:xfrm>
          <a:prstGeom prst="rect">
            <a:avLst/>
          </a:prstGeom>
          <a:noFill/>
          <a:ln/>
        </p:spPr>
        <p:txBody>
          <a:bodyPr wrap="square" lIns="0" tIns="0" rIns="0" bIns="0" rtlCol="0" anchor="ctr"/>
          <a:lstStyle/>
          <a:p>
            <a:r>
              <a:rPr lang="en-IN" sz="1200" dirty="0">
                <a:solidFill>
                  <a:schemeClr val="bg1">
                    <a:lumMod val="50000"/>
                  </a:schemeClr>
                </a:solidFill>
              </a:rPr>
              <a:t>A platform focused on autonomous multi-agent workflows for specific high-value use cases such as audit, compliance checks, and multi-step administrative workflows.</a:t>
            </a:r>
            <a:endParaRPr lang="en-US" sz="1200" dirty="0">
              <a:solidFill>
                <a:schemeClr val="bg1">
                  <a:lumMod val="50000"/>
                </a:schemeClr>
              </a:solidFill>
            </a:endParaRPr>
          </a:p>
        </p:txBody>
      </p:sp>
      <p:sp>
        <p:nvSpPr>
          <p:cNvPr id="5" name="Text 3">
            <a:extLst>
              <a:ext uri="{FF2B5EF4-FFF2-40B4-BE49-F238E27FC236}">
                <a16:creationId xmlns:a16="http://schemas.microsoft.com/office/drawing/2014/main" id="{F8C736A7-79E4-4F27-715C-EC92357AE692}"/>
              </a:ext>
            </a:extLst>
          </p:cNvPr>
          <p:cNvSpPr/>
          <p:nvPr/>
        </p:nvSpPr>
        <p:spPr>
          <a:xfrm>
            <a:off x="457200" y="1330197"/>
            <a:ext cx="5120640" cy="256032"/>
          </a:xfrm>
          <a:prstGeom prst="rect">
            <a:avLst/>
          </a:prstGeom>
          <a:noFill/>
          <a:ln/>
        </p:spPr>
        <p:txBody>
          <a:bodyPr wrap="square" lIns="0" tIns="0" rIns="0" bIns="0" rtlCol="0" anchor="ctr"/>
          <a:lstStyle/>
          <a:p>
            <a:pPr marL="0" indent="0">
              <a:buNone/>
            </a:pPr>
            <a:r>
              <a:rPr lang="en-US" sz="1200" b="1" kern="0" spc="100" dirty="0">
                <a:solidFill>
                  <a:srgbClr val="F2B705"/>
                </a:solidFill>
                <a:ea typeface="Calibri" pitchFamily="34" charset="-122"/>
                <a:cs typeface="Calibri" pitchFamily="34" charset="-120"/>
              </a:rPr>
              <a:t>Features</a:t>
            </a:r>
            <a:endParaRPr lang="en-US" sz="1200" dirty="0"/>
          </a:p>
        </p:txBody>
      </p:sp>
      <p:sp>
        <p:nvSpPr>
          <p:cNvPr id="6" name="Text 4">
            <a:extLst>
              <a:ext uri="{FF2B5EF4-FFF2-40B4-BE49-F238E27FC236}">
                <a16:creationId xmlns:a16="http://schemas.microsoft.com/office/drawing/2014/main" id="{C959C824-DB6A-C73A-3E68-3404AC6B8B39}"/>
              </a:ext>
            </a:extLst>
          </p:cNvPr>
          <p:cNvSpPr/>
          <p:nvPr/>
        </p:nvSpPr>
        <p:spPr>
          <a:xfrm>
            <a:off x="457200" y="1586229"/>
            <a:ext cx="5120640" cy="1417320"/>
          </a:xfrm>
          <a:prstGeom prst="rect">
            <a:avLst/>
          </a:prstGeom>
          <a:noFill/>
          <a:ln/>
        </p:spPr>
        <p:txBody>
          <a:bodyPr wrap="square" lIns="0" tIns="0" rIns="0" bIns="0" rtlCol="0" anchor="t"/>
          <a:lstStyle/>
          <a:p>
            <a:pPr marL="171450" indent="-171450">
              <a:buFont typeface="Arial" panose="020B0604020202020204" pitchFamily="34" charset="0"/>
              <a:buChar char="•"/>
            </a:pPr>
            <a:r>
              <a:rPr lang="en-IN" sz="1200" dirty="0"/>
              <a:t>Multi-agent orchestration framework (planner, executor, verifier agents)</a:t>
            </a:r>
          </a:p>
          <a:p>
            <a:pPr marL="171450" indent="-171450">
              <a:buFont typeface="Arial" panose="020B0604020202020204" pitchFamily="34" charset="0"/>
              <a:buChar char="•"/>
            </a:pPr>
            <a:r>
              <a:rPr lang="en-IN" sz="1200" dirty="0"/>
              <a:t>Workflow/process automation connectors to departmental systems</a:t>
            </a:r>
          </a:p>
          <a:p>
            <a:pPr marL="171450" indent="-171450">
              <a:buFont typeface="Arial" panose="020B0604020202020204" pitchFamily="34" charset="0"/>
              <a:buChar char="•"/>
            </a:pPr>
            <a:r>
              <a:rPr lang="en-IN" sz="1200" dirty="0"/>
              <a:t>Automated audit-trail generation and compliance checking</a:t>
            </a:r>
          </a:p>
          <a:p>
            <a:pPr marL="171450" indent="-171450">
              <a:buFont typeface="Arial" panose="020B0604020202020204" pitchFamily="34" charset="0"/>
              <a:buChar char="•"/>
            </a:pPr>
            <a:r>
              <a:rPr lang="en-IN" sz="1200" dirty="0"/>
              <a:t>Human-in-the-loop approval checkpoints</a:t>
            </a:r>
          </a:p>
          <a:p>
            <a:pPr marL="171450" indent="-171450">
              <a:buFont typeface="Arial" panose="020B0604020202020204" pitchFamily="34" charset="0"/>
              <a:buChar char="•"/>
            </a:pPr>
            <a:r>
              <a:rPr lang="en-IN" sz="1200" dirty="0"/>
              <a:t>Agent monitoring, replay and rollback tools</a:t>
            </a:r>
          </a:p>
          <a:p>
            <a:pPr marL="171450" indent="-171450">
              <a:buFont typeface="Arial" panose="020B0604020202020204" pitchFamily="34" charset="0"/>
              <a:buChar char="•"/>
            </a:pPr>
            <a:r>
              <a:rPr lang="en-IN" sz="1200" dirty="0"/>
              <a:t>Exception handling and escalation to human officers</a:t>
            </a:r>
          </a:p>
          <a:p>
            <a:pPr marL="171450" indent="-171450">
              <a:buFont typeface="Arial" panose="020B0604020202020204" pitchFamily="34" charset="0"/>
              <a:buChar char="•"/>
            </a:pPr>
            <a:r>
              <a:rPr lang="en-IN" sz="1200" dirty="0"/>
              <a:t>Reusable agent templates for common government workflows</a:t>
            </a:r>
          </a:p>
          <a:p>
            <a:pPr marL="171450" indent="-171450">
              <a:buFont typeface="Arial" panose="020B0604020202020204" pitchFamily="34" charset="0"/>
              <a:buChar char="•"/>
            </a:pPr>
            <a:r>
              <a:rPr lang="en-IN" sz="1200" dirty="0"/>
              <a:t>Integration with document/records management systems</a:t>
            </a:r>
          </a:p>
        </p:txBody>
      </p:sp>
      <p:sp>
        <p:nvSpPr>
          <p:cNvPr id="13" name="Shape 7">
            <a:extLst>
              <a:ext uri="{FF2B5EF4-FFF2-40B4-BE49-F238E27FC236}">
                <a16:creationId xmlns:a16="http://schemas.microsoft.com/office/drawing/2014/main" id="{9A1CA109-54E7-6B71-0A9E-4C3C6EB68A53}"/>
              </a:ext>
            </a:extLst>
          </p:cNvPr>
          <p:cNvSpPr/>
          <p:nvPr/>
        </p:nvSpPr>
        <p:spPr>
          <a:xfrm>
            <a:off x="5715000" y="1407835"/>
            <a:ext cx="2788920" cy="2384543"/>
          </a:xfrm>
          <a:prstGeom prst="rect">
            <a:avLst/>
          </a:prstGeom>
          <a:solidFill>
            <a:schemeClr val="bg1">
              <a:lumMod val="95000"/>
            </a:schemeClr>
          </a:solidFill>
          <a:ln w="12700">
            <a:solidFill>
              <a:schemeClr val="bg1">
                <a:lumMod val="95000"/>
              </a:schemeClr>
            </a:solidFill>
            <a:prstDash val="solid"/>
          </a:ln>
        </p:spPr>
        <p:txBody>
          <a:bodyPr/>
          <a:lstStyle/>
          <a:p>
            <a:endParaRPr lang="en-IN"/>
          </a:p>
        </p:txBody>
      </p:sp>
      <p:sp>
        <p:nvSpPr>
          <p:cNvPr id="14" name="Text 8">
            <a:extLst>
              <a:ext uri="{FF2B5EF4-FFF2-40B4-BE49-F238E27FC236}">
                <a16:creationId xmlns:a16="http://schemas.microsoft.com/office/drawing/2014/main" id="{CC0AC44B-4158-DFE5-54EA-746939F8931E}"/>
              </a:ext>
            </a:extLst>
          </p:cNvPr>
          <p:cNvSpPr/>
          <p:nvPr/>
        </p:nvSpPr>
        <p:spPr>
          <a:xfrm>
            <a:off x="5897880" y="1517562"/>
            <a:ext cx="2468880" cy="256032"/>
          </a:xfrm>
          <a:prstGeom prst="rect">
            <a:avLst/>
          </a:prstGeom>
          <a:noFill/>
          <a:ln/>
        </p:spPr>
        <p:txBody>
          <a:bodyPr wrap="square" lIns="0" tIns="0" rIns="0" bIns="0" rtlCol="0" anchor="ctr"/>
          <a:lstStyle/>
          <a:p>
            <a:pPr marL="0" indent="0">
              <a:buNone/>
            </a:pPr>
            <a:r>
              <a:rPr lang="en-US" sz="1100" b="1" kern="0" spc="100" dirty="0">
                <a:solidFill>
                  <a:srgbClr val="4C9F70"/>
                </a:solidFill>
                <a:ea typeface="Calibri" pitchFamily="34" charset="-122"/>
                <a:cs typeface="Calibri" pitchFamily="34" charset="-120"/>
              </a:rPr>
              <a:t>Advantages</a:t>
            </a:r>
            <a:endParaRPr lang="en-US" sz="1100" dirty="0"/>
          </a:p>
        </p:txBody>
      </p:sp>
      <p:sp>
        <p:nvSpPr>
          <p:cNvPr id="17" name="Text 9">
            <a:extLst>
              <a:ext uri="{FF2B5EF4-FFF2-40B4-BE49-F238E27FC236}">
                <a16:creationId xmlns:a16="http://schemas.microsoft.com/office/drawing/2014/main" id="{7E27C09F-7762-D9B6-09C0-3E1E57310927}"/>
              </a:ext>
            </a:extLst>
          </p:cNvPr>
          <p:cNvSpPr/>
          <p:nvPr/>
        </p:nvSpPr>
        <p:spPr>
          <a:xfrm>
            <a:off x="5897880" y="1791882"/>
            <a:ext cx="2468880" cy="2834640"/>
          </a:xfrm>
          <a:prstGeom prst="rect">
            <a:avLst/>
          </a:prstGeom>
          <a:noFill/>
          <a:ln/>
        </p:spPr>
        <p:txBody>
          <a:bodyPr wrap="square" lIns="0" tIns="0" rIns="0" bIns="0" rtlCol="0" anchor="t"/>
          <a:lstStyle/>
          <a:p>
            <a:pPr marL="177800" indent="-177800">
              <a:buSzPct val="100000"/>
              <a:buChar char="▪"/>
            </a:pPr>
            <a:r>
              <a:rPr lang="en-US" sz="1080" dirty="0">
                <a:solidFill>
                  <a:srgbClr val="1A1A2E"/>
                </a:solidFill>
                <a:ea typeface="Calibri" pitchFamily="34" charset="-122"/>
                <a:cs typeface="Calibri" pitchFamily="34" charset="-120"/>
              </a:rPr>
              <a:t>Targets high-value, well-defined workflows (audit, compliance) with clear ROI</a:t>
            </a:r>
          </a:p>
          <a:p>
            <a:pPr marL="177800" indent="-177800">
              <a:buSzPct val="100000"/>
              <a:buChar char="▪"/>
            </a:pPr>
            <a:r>
              <a:rPr lang="en-US" sz="1080" dirty="0">
                <a:solidFill>
                  <a:srgbClr val="1A1A2E"/>
                </a:solidFill>
                <a:ea typeface="Calibri" pitchFamily="34" charset="-122"/>
                <a:cs typeface="Calibri" pitchFamily="34" charset="-120"/>
              </a:rPr>
              <a:t>Can significantly reduce manual effort in repetitive multi-step verification tasks</a:t>
            </a:r>
          </a:p>
          <a:p>
            <a:pPr marL="177800" indent="-177800">
              <a:buSzPct val="100000"/>
              <a:buChar char="▪"/>
            </a:pPr>
            <a:r>
              <a:rPr lang="en-US" sz="1080" dirty="0">
                <a:solidFill>
                  <a:srgbClr val="1A1A2E"/>
                </a:solidFill>
                <a:ea typeface="Calibri" pitchFamily="34" charset="-122"/>
                <a:cs typeface="Calibri" pitchFamily="34" charset="-120"/>
              </a:rPr>
              <a:t>Narrower scope than a full platform, making it faster and cheaper to prove value</a:t>
            </a:r>
          </a:p>
          <a:p>
            <a:pPr marL="177800" indent="-177800">
              <a:buSzPct val="100000"/>
              <a:buChar char="▪"/>
            </a:pPr>
            <a:r>
              <a:rPr lang="en-US" sz="1080" dirty="0">
                <a:solidFill>
                  <a:srgbClr val="1A1A2E"/>
                </a:solidFill>
                <a:ea typeface="Calibri" pitchFamily="34" charset="-122"/>
                <a:cs typeface="Calibri" pitchFamily="34" charset="-120"/>
              </a:rPr>
              <a:t>Success stories are highly demonstrable to leadership and other departments</a:t>
            </a:r>
          </a:p>
        </p:txBody>
      </p:sp>
      <p:sp>
        <p:nvSpPr>
          <p:cNvPr id="18" name="Shape 10">
            <a:extLst>
              <a:ext uri="{FF2B5EF4-FFF2-40B4-BE49-F238E27FC236}">
                <a16:creationId xmlns:a16="http://schemas.microsoft.com/office/drawing/2014/main" id="{6BAB519A-1FF3-9605-9F65-8E09BD12B2BE}"/>
              </a:ext>
            </a:extLst>
          </p:cNvPr>
          <p:cNvSpPr/>
          <p:nvPr/>
        </p:nvSpPr>
        <p:spPr>
          <a:xfrm>
            <a:off x="8641080" y="1407835"/>
            <a:ext cx="3090672" cy="2384543"/>
          </a:xfrm>
          <a:prstGeom prst="rect">
            <a:avLst/>
          </a:prstGeom>
          <a:solidFill>
            <a:schemeClr val="bg1">
              <a:lumMod val="95000"/>
            </a:schemeClr>
          </a:solidFill>
          <a:ln w="12700">
            <a:solidFill>
              <a:schemeClr val="bg1">
                <a:lumMod val="95000"/>
              </a:schemeClr>
            </a:solidFill>
            <a:prstDash val="solid"/>
          </a:ln>
        </p:spPr>
        <p:txBody>
          <a:bodyPr/>
          <a:lstStyle/>
          <a:p>
            <a:endParaRPr lang="en-IN"/>
          </a:p>
        </p:txBody>
      </p:sp>
      <p:sp>
        <p:nvSpPr>
          <p:cNvPr id="21" name="Text 11">
            <a:extLst>
              <a:ext uri="{FF2B5EF4-FFF2-40B4-BE49-F238E27FC236}">
                <a16:creationId xmlns:a16="http://schemas.microsoft.com/office/drawing/2014/main" id="{F4212DD7-AD8A-9830-4E3E-02328C0E4F12}"/>
              </a:ext>
            </a:extLst>
          </p:cNvPr>
          <p:cNvSpPr/>
          <p:nvPr/>
        </p:nvSpPr>
        <p:spPr>
          <a:xfrm>
            <a:off x="8823960" y="1517562"/>
            <a:ext cx="2743200" cy="256032"/>
          </a:xfrm>
          <a:prstGeom prst="rect">
            <a:avLst/>
          </a:prstGeom>
          <a:noFill/>
          <a:ln/>
        </p:spPr>
        <p:txBody>
          <a:bodyPr wrap="square" lIns="0" tIns="0" rIns="0" bIns="0" rtlCol="0" anchor="ctr"/>
          <a:lstStyle/>
          <a:p>
            <a:pPr marL="0" indent="0">
              <a:buNone/>
            </a:pPr>
            <a:r>
              <a:rPr lang="en-US" sz="1100" b="1" kern="0" spc="100" dirty="0">
                <a:solidFill>
                  <a:srgbClr val="B23A48"/>
                </a:solidFill>
                <a:ea typeface="Calibri" pitchFamily="34" charset="-122"/>
                <a:cs typeface="Calibri" pitchFamily="34" charset="-120"/>
              </a:rPr>
              <a:t>Challenges</a:t>
            </a:r>
            <a:endParaRPr lang="en-US" sz="1100" dirty="0"/>
          </a:p>
        </p:txBody>
      </p:sp>
      <p:sp>
        <p:nvSpPr>
          <p:cNvPr id="22" name="Text 12">
            <a:extLst>
              <a:ext uri="{FF2B5EF4-FFF2-40B4-BE49-F238E27FC236}">
                <a16:creationId xmlns:a16="http://schemas.microsoft.com/office/drawing/2014/main" id="{55635C4F-7B7D-CE70-E40F-6504AE3DB6D4}"/>
              </a:ext>
            </a:extLst>
          </p:cNvPr>
          <p:cNvSpPr/>
          <p:nvPr/>
        </p:nvSpPr>
        <p:spPr>
          <a:xfrm>
            <a:off x="8823960" y="1791882"/>
            <a:ext cx="2743200" cy="2161474"/>
          </a:xfrm>
          <a:prstGeom prst="rect">
            <a:avLst/>
          </a:prstGeom>
          <a:noFill/>
          <a:ln/>
        </p:spPr>
        <p:txBody>
          <a:bodyPr wrap="square" lIns="0" tIns="0" rIns="0" bIns="0" rtlCol="0" anchor="t"/>
          <a:lstStyle/>
          <a:p>
            <a:pPr marL="177800" indent="-177800">
              <a:buSzPct val="100000"/>
              <a:buChar char="▪"/>
            </a:pPr>
            <a:r>
              <a:rPr lang="en-US" sz="1080" dirty="0">
                <a:solidFill>
                  <a:srgbClr val="1A1A2E"/>
                </a:solidFill>
                <a:ea typeface="Calibri" pitchFamily="34" charset="-122"/>
                <a:cs typeface="Calibri" pitchFamily="34" charset="-120"/>
              </a:rPr>
              <a:t>Deep integration with each department's specific systems/workflows needed - not plug and play</a:t>
            </a:r>
          </a:p>
          <a:p>
            <a:pPr marL="177800" indent="-177800">
              <a:buSzPct val="100000"/>
              <a:buChar char="▪"/>
            </a:pPr>
            <a:r>
              <a:rPr lang="en-US" sz="1080" dirty="0">
                <a:solidFill>
                  <a:srgbClr val="1A1A2E"/>
                </a:solidFill>
                <a:ea typeface="Calibri" pitchFamily="34" charset="-122"/>
                <a:cs typeface="Calibri" pitchFamily="34" charset="-120"/>
              </a:rPr>
              <a:t>Need for well-define guardrails</a:t>
            </a:r>
          </a:p>
        </p:txBody>
      </p:sp>
      <p:sp>
        <p:nvSpPr>
          <p:cNvPr id="46" name="Shape 25">
            <a:extLst>
              <a:ext uri="{FF2B5EF4-FFF2-40B4-BE49-F238E27FC236}">
                <a16:creationId xmlns:a16="http://schemas.microsoft.com/office/drawing/2014/main" id="{D26A0AC4-C019-C359-77AB-75F600EEBCBC}"/>
              </a:ext>
            </a:extLst>
          </p:cNvPr>
          <p:cNvSpPr/>
          <p:nvPr/>
        </p:nvSpPr>
        <p:spPr>
          <a:xfrm>
            <a:off x="457200" y="5943600"/>
            <a:ext cx="11247120" cy="566928"/>
          </a:xfrm>
          <a:prstGeom prst="roundRect">
            <a:avLst>
              <a:gd name="adj" fmla="val 9677"/>
            </a:avLst>
          </a:prstGeom>
          <a:solidFill>
            <a:schemeClr val="accent3"/>
          </a:solidFill>
          <a:ln/>
        </p:spPr>
        <p:txBody>
          <a:bodyPr/>
          <a:lstStyle/>
          <a:p>
            <a:endParaRPr lang="en-IN"/>
          </a:p>
        </p:txBody>
      </p:sp>
      <p:sp>
        <p:nvSpPr>
          <p:cNvPr id="47" name="Text 26">
            <a:extLst>
              <a:ext uri="{FF2B5EF4-FFF2-40B4-BE49-F238E27FC236}">
                <a16:creationId xmlns:a16="http://schemas.microsoft.com/office/drawing/2014/main" id="{1A7C70AD-BA3E-3237-E96D-2F9B7F696B0B}"/>
              </a:ext>
            </a:extLst>
          </p:cNvPr>
          <p:cNvSpPr/>
          <p:nvPr/>
        </p:nvSpPr>
        <p:spPr>
          <a:xfrm>
            <a:off x="640080" y="5943600"/>
            <a:ext cx="10881360" cy="566928"/>
          </a:xfrm>
          <a:prstGeom prst="rect">
            <a:avLst/>
          </a:prstGeom>
          <a:noFill/>
          <a:ln/>
        </p:spPr>
        <p:txBody>
          <a:bodyPr wrap="square" lIns="0" tIns="0" rIns="0" bIns="0" rtlCol="0" anchor="ctr"/>
          <a:lstStyle/>
          <a:p>
            <a:pPr marL="0" indent="0">
              <a:buNone/>
            </a:pPr>
            <a:r>
              <a:rPr lang="en-US" sz="1150" b="1" dirty="0">
                <a:solidFill>
                  <a:srgbClr val="F2B705"/>
                </a:solidFill>
                <a:ea typeface="Calibri" pitchFamily="34" charset="-122"/>
                <a:cs typeface="Calibri" pitchFamily="34" charset="-120"/>
              </a:rPr>
              <a:t>Recommendation:  </a:t>
            </a:r>
            <a:r>
              <a:rPr lang="en-US" sz="1200" dirty="0">
                <a:solidFill>
                  <a:schemeClr val="bg1"/>
                </a:solidFill>
              </a:rPr>
              <a:t>Recommended as a focused, well-governed pilot on 3-4  use cases rather than a broad platform investment at this stage, given the early maturity of AI in Chhattisgarh</a:t>
            </a:r>
          </a:p>
        </p:txBody>
      </p:sp>
      <p:sp>
        <p:nvSpPr>
          <p:cNvPr id="51" name="Text 3">
            <a:extLst>
              <a:ext uri="{FF2B5EF4-FFF2-40B4-BE49-F238E27FC236}">
                <a16:creationId xmlns:a16="http://schemas.microsoft.com/office/drawing/2014/main" id="{F4E7501E-448C-2C0E-784B-F0CD1C3440B8}"/>
              </a:ext>
            </a:extLst>
          </p:cNvPr>
          <p:cNvSpPr/>
          <p:nvPr/>
        </p:nvSpPr>
        <p:spPr>
          <a:xfrm>
            <a:off x="432054" y="3507806"/>
            <a:ext cx="5120640" cy="256032"/>
          </a:xfrm>
          <a:prstGeom prst="rect">
            <a:avLst/>
          </a:prstGeom>
          <a:noFill/>
          <a:ln/>
        </p:spPr>
        <p:txBody>
          <a:bodyPr wrap="square" lIns="0" tIns="0" rIns="0" bIns="0" rtlCol="0" anchor="ctr"/>
          <a:lstStyle/>
          <a:p>
            <a:pPr marL="0" indent="0">
              <a:buNone/>
            </a:pPr>
            <a:r>
              <a:rPr lang="en-US" sz="1200" b="1" kern="0" spc="100" dirty="0">
                <a:solidFill>
                  <a:srgbClr val="F2B705"/>
                </a:solidFill>
                <a:ea typeface="Calibri" pitchFamily="34" charset="-122"/>
                <a:cs typeface="Calibri" pitchFamily="34" charset="-120"/>
              </a:rPr>
              <a:t>Approach for Implementation</a:t>
            </a:r>
            <a:endParaRPr lang="en-US" sz="1200" b="1" dirty="0"/>
          </a:p>
        </p:txBody>
      </p:sp>
      <p:sp>
        <p:nvSpPr>
          <p:cNvPr id="52" name="Text 4">
            <a:extLst>
              <a:ext uri="{FF2B5EF4-FFF2-40B4-BE49-F238E27FC236}">
                <a16:creationId xmlns:a16="http://schemas.microsoft.com/office/drawing/2014/main" id="{4A92243A-213C-1567-C772-95BAD2901914}"/>
              </a:ext>
            </a:extLst>
          </p:cNvPr>
          <p:cNvSpPr/>
          <p:nvPr/>
        </p:nvSpPr>
        <p:spPr>
          <a:xfrm>
            <a:off x="427482" y="3797740"/>
            <a:ext cx="5120640" cy="1417320"/>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200" dirty="0"/>
              <a:t>Identify 3-4 clear, rules-based, high-volume workflows (e.g. internal audit, scheme verification) for pilot</a:t>
            </a:r>
          </a:p>
          <a:p>
            <a:pPr marL="171450" indent="-171450">
              <a:buFont typeface="Arial" panose="020B0604020202020204" pitchFamily="34" charset="0"/>
              <a:buChar char="•"/>
            </a:pPr>
            <a:r>
              <a:rPr lang="en-US" sz="1200" dirty="0"/>
              <a:t>Map the current manual workflow </a:t>
            </a:r>
          </a:p>
          <a:p>
            <a:pPr marL="171450" indent="-171450">
              <a:buFont typeface="Arial" panose="020B0604020202020204" pitchFamily="34" charset="0"/>
              <a:buChar char="•"/>
            </a:pPr>
            <a:r>
              <a:rPr lang="en-US" sz="1200" dirty="0"/>
              <a:t>Prepare proposal, RFP and perform bid process management for vendor onboarding</a:t>
            </a:r>
          </a:p>
          <a:p>
            <a:pPr marL="171450" indent="-171450">
              <a:buFont typeface="Arial" panose="020B0604020202020204" pitchFamily="34" charset="0"/>
              <a:buChar char="•"/>
            </a:pPr>
            <a:r>
              <a:rPr lang="en-US" sz="1200" dirty="0"/>
              <a:t>Design audit-trail and rollback mechanisms</a:t>
            </a:r>
          </a:p>
          <a:p>
            <a:pPr marL="171450" indent="-171450">
              <a:buFont typeface="Arial" panose="020B0604020202020204" pitchFamily="34" charset="0"/>
              <a:buChar char="•"/>
            </a:pPr>
            <a:r>
              <a:rPr lang="en-US" sz="1200" dirty="0"/>
              <a:t>Run a parallel-run (agent + manual) validation phase before full automation</a:t>
            </a:r>
          </a:p>
          <a:p>
            <a:pPr marL="171450" indent="-171450">
              <a:buFont typeface="Arial" panose="020B0604020202020204" pitchFamily="34" charset="0"/>
              <a:buChar char="•"/>
            </a:pPr>
            <a:r>
              <a:rPr lang="en-US" sz="1200" dirty="0"/>
              <a:t>Document learnings to inform the state's broader agentic AI strategy</a:t>
            </a:r>
          </a:p>
        </p:txBody>
      </p:sp>
      <p:grpSp>
        <p:nvGrpSpPr>
          <p:cNvPr id="53" name="Group 52">
            <a:extLst>
              <a:ext uri="{FF2B5EF4-FFF2-40B4-BE49-F238E27FC236}">
                <a16:creationId xmlns:a16="http://schemas.microsoft.com/office/drawing/2014/main" id="{C45B069C-AA13-2367-AA36-BDB8CAA53945}"/>
              </a:ext>
            </a:extLst>
          </p:cNvPr>
          <p:cNvGrpSpPr/>
          <p:nvPr/>
        </p:nvGrpSpPr>
        <p:grpSpPr>
          <a:xfrm>
            <a:off x="5897882" y="4417061"/>
            <a:ext cx="5669278" cy="1365561"/>
            <a:chOff x="976805" y="2275677"/>
            <a:chExt cx="4732331" cy="1725681"/>
          </a:xfrm>
        </p:grpSpPr>
        <p:sp>
          <p:nvSpPr>
            <p:cNvPr id="82" name="Pentagon 9">
              <a:extLst>
                <a:ext uri="{FF2B5EF4-FFF2-40B4-BE49-F238E27FC236}">
                  <a16:creationId xmlns:a16="http://schemas.microsoft.com/office/drawing/2014/main" id="{9FF897E6-E211-E593-4D41-34224972BA2A}"/>
                </a:ext>
              </a:extLst>
            </p:cNvPr>
            <p:cNvSpPr/>
            <p:nvPr/>
          </p:nvSpPr>
          <p:spPr>
            <a:xfrm>
              <a:off x="1517208" y="2543132"/>
              <a:ext cx="4191928" cy="487810"/>
            </a:xfrm>
            <a:prstGeom prst="homePlat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r>
                <a:rPr lang="en-US" sz="1050" dirty="0">
                  <a:solidFill>
                    <a:schemeClr val="tx1"/>
                  </a:solidFill>
                </a:rPr>
                <a:t>Which Agentic AI use cases to be selected which also has AI readiness?</a:t>
              </a:r>
            </a:p>
          </p:txBody>
        </p:sp>
        <p:sp>
          <p:nvSpPr>
            <p:cNvPr id="83" name="Pentagon 11">
              <a:extLst>
                <a:ext uri="{FF2B5EF4-FFF2-40B4-BE49-F238E27FC236}">
                  <a16:creationId xmlns:a16="http://schemas.microsoft.com/office/drawing/2014/main" id="{0D62C031-EDA2-374F-7CA4-50E427B23520}"/>
                </a:ext>
              </a:extLst>
            </p:cNvPr>
            <p:cNvSpPr/>
            <p:nvPr/>
          </p:nvSpPr>
          <p:spPr>
            <a:xfrm>
              <a:off x="1517208" y="3095356"/>
              <a:ext cx="4191928" cy="487549"/>
            </a:xfrm>
            <a:prstGeom prst="homePlat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r>
                <a:rPr lang="en-US" sz="1050" dirty="0">
                  <a:solidFill>
                    <a:schemeClr val="tx1"/>
                  </a:solidFill>
                </a:rPr>
                <a:t>Should this be run as empanelment by CHiPS or as a separate RFP? </a:t>
              </a:r>
            </a:p>
          </p:txBody>
        </p:sp>
        <p:sp>
          <p:nvSpPr>
            <p:cNvPr id="89" name="Pentagon 23">
              <a:extLst>
                <a:ext uri="{FF2B5EF4-FFF2-40B4-BE49-F238E27FC236}">
                  <a16:creationId xmlns:a16="http://schemas.microsoft.com/office/drawing/2014/main" id="{5F63253C-B9C9-2989-C759-EE02B370B556}"/>
                </a:ext>
              </a:extLst>
            </p:cNvPr>
            <p:cNvSpPr/>
            <p:nvPr/>
          </p:nvSpPr>
          <p:spPr>
            <a:xfrm rot="16200000" flipH="1">
              <a:off x="302929" y="2949553"/>
              <a:ext cx="1725681" cy="377930"/>
            </a:xfrm>
            <a:prstGeom prst="homePlate">
              <a:avLst>
                <a:gd name="adj" fmla="val 25643"/>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Key Decision Points</a:t>
              </a:r>
            </a:p>
          </p:txBody>
        </p:sp>
      </p:grpSp>
    </p:spTree>
    <p:extLst>
      <p:ext uri="{BB962C8B-B14F-4D97-AF65-F5344CB8AC3E}">
        <p14:creationId xmlns:p14="http://schemas.microsoft.com/office/powerpoint/2010/main" val="19655047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248E27-9BE8-6E9A-0D4D-93DBC98C35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06EF0B-D8B9-171C-7382-B16BC11B0976}"/>
              </a:ext>
            </a:extLst>
          </p:cNvPr>
          <p:cNvSpPr txBox="1">
            <a:spLocks/>
          </p:cNvSpPr>
          <p:nvPr/>
        </p:nvSpPr>
        <p:spPr>
          <a:xfrm>
            <a:off x="473642" y="257967"/>
            <a:ext cx="11120259" cy="594360"/>
          </a:xfrm>
          <a:prstGeom prst="rect">
            <a:avLst/>
          </a:prstGeom>
        </p:spPr>
        <p:txBody>
          <a:bodyPr vert="horz" lIns="0" tIns="45720" rIns="0" bIns="0" rtlCol="0" anchor="b" anchorCtr="0">
            <a:noAutofit/>
          </a:bodyPr>
          <a:lstStyle>
            <a:lvl1pPr algn="l" defTabSz="914400" rtl="0" eaLnBrk="1" latinLnBrk="0" hangingPunct="1">
              <a:lnSpc>
                <a:spcPct val="80000"/>
              </a:lnSpc>
              <a:spcBef>
                <a:spcPct val="0"/>
              </a:spcBef>
              <a:buNone/>
              <a:defRPr lang="en-US" sz="3600" b="0" i="0" kern="1200" cap="none" spc="-75" baseline="0" dirty="0">
                <a:solidFill>
                  <a:schemeClr val="tx1"/>
                </a:solidFill>
                <a:latin typeface="+mj-lt"/>
                <a:ea typeface="Bebas Neue" charset="0"/>
                <a:cs typeface="Chronicle Display Black"/>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lang="it-IT" sz="3200" dirty="0">
                <a:solidFill>
                  <a:srgbClr val="000000"/>
                </a:solidFill>
                <a:latin typeface="Calibri" panose="020F0502020204030204" pitchFamily="34" charset="0"/>
                <a:cs typeface="Calibri" panose="020F0502020204030204" pitchFamily="34" charset="0"/>
              </a:rPr>
              <a:t>Reusable Services/Horizontal Services</a:t>
            </a:r>
          </a:p>
        </p:txBody>
      </p:sp>
      <p:sp>
        <p:nvSpPr>
          <p:cNvPr id="3" name="Text 2">
            <a:extLst>
              <a:ext uri="{FF2B5EF4-FFF2-40B4-BE49-F238E27FC236}">
                <a16:creationId xmlns:a16="http://schemas.microsoft.com/office/drawing/2014/main" id="{2D6177BC-0165-CBC8-F8AF-631E95221119}"/>
              </a:ext>
            </a:extLst>
          </p:cNvPr>
          <p:cNvSpPr/>
          <p:nvPr/>
        </p:nvSpPr>
        <p:spPr>
          <a:xfrm>
            <a:off x="457200" y="1023786"/>
            <a:ext cx="11247120" cy="274320"/>
          </a:xfrm>
          <a:prstGeom prst="rect">
            <a:avLst/>
          </a:prstGeom>
          <a:noFill/>
          <a:ln/>
        </p:spPr>
        <p:txBody>
          <a:bodyPr wrap="square" lIns="0" tIns="0" rIns="0" bIns="0" rtlCol="0" anchor="ctr"/>
          <a:lstStyle/>
          <a:p>
            <a:r>
              <a:rPr lang="en-IN" sz="1200" dirty="0">
                <a:solidFill>
                  <a:schemeClr val="bg1">
                    <a:lumMod val="50000"/>
                  </a:schemeClr>
                </a:solidFill>
              </a:rPr>
              <a:t>Develop reusable services </a:t>
            </a:r>
            <a:r>
              <a:rPr lang="en-US" sz="1200" dirty="0">
                <a:solidFill>
                  <a:schemeClr val="bg1">
                    <a:lumMod val="50000"/>
                  </a:schemeClr>
                </a:solidFill>
              </a:rPr>
              <a:t>with Enterprise AI Platform as the foundation layer </a:t>
            </a:r>
          </a:p>
        </p:txBody>
      </p:sp>
      <p:sp>
        <p:nvSpPr>
          <p:cNvPr id="5" name="Text 3">
            <a:extLst>
              <a:ext uri="{FF2B5EF4-FFF2-40B4-BE49-F238E27FC236}">
                <a16:creationId xmlns:a16="http://schemas.microsoft.com/office/drawing/2014/main" id="{E51C3564-B1BE-069B-4915-ECD15E8ECEDB}"/>
              </a:ext>
            </a:extLst>
          </p:cNvPr>
          <p:cNvSpPr/>
          <p:nvPr/>
        </p:nvSpPr>
        <p:spPr>
          <a:xfrm>
            <a:off x="457200" y="1425083"/>
            <a:ext cx="5120640" cy="256032"/>
          </a:xfrm>
          <a:prstGeom prst="rect">
            <a:avLst/>
          </a:prstGeom>
          <a:noFill/>
          <a:ln/>
        </p:spPr>
        <p:txBody>
          <a:bodyPr wrap="square" lIns="0" tIns="0" rIns="0" bIns="0" rtlCol="0" anchor="ctr"/>
          <a:lstStyle/>
          <a:p>
            <a:pPr marL="0" indent="0">
              <a:buNone/>
            </a:pPr>
            <a:r>
              <a:rPr lang="en-US" sz="1200" b="1" kern="0" spc="100" dirty="0">
                <a:solidFill>
                  <a:srgbClr val="F2B705"/>
                </a:solidFill>
                <a:ea typeface="Calibri" pitchFamily="34" charset="-122"/>
                <a:cs typeface="Calibri" pitchFamily="34" charset="-120"/>
              </a:rPr>
              <a:t>Features</a:t>
            </a:r>
            <a:endParaRPr lang="en-US" sz="1200" dirty="0"/>
          </a:p>
        </p:txBody>
      </p:sp>
      <p:sp>
        <p:nvSpPr>
          <p:cNvPr id="13" name="Shape 7">
            <a:extLst>
              <a:ext uri="{FF2B5EF4-FFF2-40B4-BE49-F238E27FC236}">
                <a16:creationId xmlns:a16="http://schemas.microsoft.com/office/drawing/2014/main" id="{D6710C73-5EF1-592B-1911-C247F02D7CD7}"/>
              </a:ext>
            </a:extLst>
          </p:cNvPr>
          <p:cNvSpPr/>
          <p:nvPr/>
        </p:nvSpPr>
        <p:spPr>
          <a:xfrm>
            <a:off x="5715000" y="1407835"/>
            <a:ext cx="2788920" cy="2384543"/>
          </a:xfrm>
          <a:prstGeom prst="rect">
            <a:avLst/>
          </a:prstGeom>
          <a:solidFill>
            <a:schemeClr val="bg1">
              <a:lumMod val="95000"/>
            </a:schemeClr>
          </a:solidFill>
          <a:ln w="12700">
            <a:solidFill>
              <a:schemeClr val="bg1">
                <a:lumMod val="95000"/>
              </a:schemeClr>
            </a:solidFill>
            <a:prstDash val="solid"/>
          </a:ln>
        </p:spPr>
        <p:txBody>
          <a:bodyPr/>
          <a:lstStyle/>
          <a:p>
            <a:endParaRPr lang="en-IN" dirty="0"/>
          </a:p>
        </p:txBody>
      </p:sp>
      <p:sp>
        <p:nvSpPr>
          <p:cNvPr id="14" name="Text 8">
            <a:extLst>
              <a:ext uri="{FF2B5EF4-FFF2-40B4-BE49-F238E27FC236}">
                <a16:creationId xmlns:a16="http://schemas.microsoft.com/office/drawing/2014/main" id="{19198EB6-B4CF-3C24-8386-8D3F255F8B52}"/>
              </a:ext>
            </a:extLst>
          </p:cNvPr>
          <p:cNvSpPr/>
          <p:nvPr/>
        </p:nvSpPr>
        <p:spPr>
          <a:xfrm>
            <a:off x="5897880" y="1517562"/>
            <a:ext cx="2468880" cy="256032"/>
          </a:xfrm>
          <a:prstGeom prst="rect">
            <a:avLst/>
          </a:prstGeom>
          <a:noFill/>
          <a:ln/>
        </p:spPr>
        <p:txBody>
          <a:bodyPr wrap="square" lIns="0" tIns="0" rIns="0" bIns="0" rtlCol="0" anchor="ctr"/>
          <a:lstStyle/>
          <a:p>
            <a:pPr marL="0" indent="0">
              <a:buNone/>
            </a:pPr>
            <a:r>
              <a:rPr lang="en-US" sz="1100" b="1" kern="0" spc="100" dirty="0">
                <a:solidFill>
                  <a:srgbClr val="4C9F70"/>
                </a:solidFill>
                <a:ea typeface="Calibri" pitchFamily="34" charset="-122"/>
                <a:cs typeface="Calibri" pitchFamily="34" charset="-120"/>
              </a:rPr>
              <a:t>Advantages</a:t>
            </a:r>
            <a:endParaRPr lang="en-US" sz="1100" dirty="0"/>
          </a:p>
        </p:txBody>
      </p:sp>
      <p:sp>
        <p:nvSpPr>
          <p:cNvPr id="17" name="Text 9">
            <a:extLst>
              <a:ext uri="{FF2B5EF4-FFF2-40B4-BE49-F238E27FC236}">
                <a16:creationId xmlns:a16="http://schemas.microsoft.com/office/drawing/2014/main" id="{8AEC8F14-FAD4-975F-8122-DDAB416024AC}"/>
              </a:ext>
            </a:extLst>
          </p:cNvPr>
          <p:cNvSpPr/>
          <p:nvPr/>
        </p:nvSpPr>
        <p:spPr>
          <a:xfrm>
            <a:off x="5897880" y="1791882"/>
            <a:ext cx="2468880" cy="2834640"/>
          </a:xfrm>
          <a:prstGeom prst="rect">
            <a:avLst/>
          </a:prstGeom>
          <a:noFill/>
          <a:ln/>
        </p:spPr>
        <p:txBody>
          <a:bodyPr wrap="square" lIns="0" tIns="0" rIns="0" bIns="0" rtlCol="0" anchor="t"/>
          <a:lstStyle/>
          <a:p>
            <a:pPr marL="177800" indent="-177800">
              <a:buSzPct val="100000"/>
              <a:buChar char="▪"/>
            </a:pPr>
            <a:endParaRPr lang="en-US" sz="1080" dirty="0"/>
          </a:p>
        </p:txBody>
      </p:sp>
      <p:sp>
        <p:nvSpPr>
          <p:cNvPr id="18" name="Shape 10">
            <a:extLst>
              <a:ext uri="{FF2B5EF4-FFF2-40B4-BE49-F238E27FC236}">
                <a16:creationId xmlns:a16="http://schemas.microsoft.com/office/drawing/2014/main" id="{9A93CAA8-650B-96B6-F92B-AE807C11C4E7}"/>
              </a:ext>
            </a:extLst>
          </p:cNvPr>
          <p:cNvSpPr/>
          <p:nvPr/>
        </p:nvSpPr>
        <p:spPr>
          <a:xfrm>
            <a:off x="8641080" y="1407835"/>
            <a:ext cx="3090672" cy="2384543"/>
          </a:xfrm>
          <a:prstGeom prst="rect">
            <a:avLst/>
          </a:prstGeom>
          <a:solidFill>
            <a:schemeClr val="bg1">
              <a:lumMod val="95000"/>
            </a:schemeClr>
          </a:solidFill>
          <a:ln w="12700">
            <a:solidFill>
              <a:schemeClr val="bg1">
                <a:lumMod val="95000"/>
              </a:schemeClr>
            </a:solidFill>
            <a:prstDash val="solid"/>
          </a:ln>
        </p:spPr>
        <p:txBody>
          <a:bodyPr/>
          <a:lstStyle/>
          <a:p>
            <a:endParaRPr lang="en-IN"/>
          </a:p>
        </p:txBody>
      </p:sp>
      <p:sp>
        <p:nvSpPr>
          <p:cNvPr id="21" name="Text 11">
            <a:extLst>
              <a:ext uri="{FF2B5EF4-FFF2-40B4-BE49-F238E27FC236}">
                <a16:creationId xmlns:a16="http://schemas.microsoft.com/office/drawing/2014/main" id="{AD565140-F256-FACC-9AA2-48765C64A9DE}"/>
              </a:ext>
            </a:extLst>
          </p:cNvPr>
          <p:cNvSpPr/>
          <p:nvPr/>
        </p:nvSpPr>
        <p:spPr>
          <a:xfrm>
            <a:off x="8823960" y="1517562"/>
            <a:ext cx="2743200" cy="256032"/>
          </a:xfrm>
          <a:prstGeom prst="rect">
            <a:avLst/>
          </a:prstGeom>
          <a:noFill/>
          <a:ln/>
        </p:spPr>
        <p:txBody>
          <a:bodyPr wrap="square" lIns="0" tIns="0" rIns="0" bIns="0" rtlCol="0" anchor="ctr"/>
          <a:lstStyle/>
          <a:p>
            <a:pPr marL="0" indent="0">
              <a:buNone/>
            </a:pPr>
            <a:r>
              <a:rPr lang="en-US" sz="1100" b="1" kern="0" spc="100" dirty="0">
                <a:solidFill>
                  <a:srgbClr val="B23A48"/>
                </a:solidFill>
                <a:ea typeface="Calibri" pitchFamily="34" charset="-122"/>
                <a:cs typeface="Calibri" pitchFamily="34" charset="-120"/>
              </a:rPr>
              <a:t>Challenges</a:t>
            </a:r>
            <a:endParaRPr lang="en-US" sz="1100" dirty="0"/>
          </a:p>
        </p:txBody>
      </p:sp>
      <p:sp>
        <p:nvSpPr>
          <p:cNvPr id="22" name="Text 12">
            <a:extLst>
              <a:ext uri="{FF2B5EF4-FFF2-40B4-BE49-F238E27FC236}">
                <a16:creationId xmlns:a16="http://schemas.microsoft.com/office/drawing/2014/main" id="{F8857C4A-DAC4-4DC6-8D41-EBD8EBAE25D7}"/>
              </a:ext>
            </a:extLst>
          </p:cNvPr>
          <p:cNvSpPr/>
          <p:nvPr/>
        </p:nvSpPr>
        <p:spPr>
          <a:xfrm>
            <a:off x="8823960" y="1791882"/>
            <a:ext cx="2743200" cy="2161474"/>
          </a:xfrm>
          <a:prstGeom prst="rect">
            <a:avLst/>
          </a:prstGeom>
          <a:noFill/>
          <a:ln/>
        </p:spPr>
        <p:txBody>
          <a:bodyPr wrap="square" lIns="0" tIns="0" rIns="0" bIns="0" rtlCol="0" anchor="t"/>
          <a:lstStyle/>
          <a:p>
            <a:pPr marL="177800" indent="-177800">
              <a:buSzPct val="100000"/>
              <a:buChar char="▪"/>
            </a:pPr>
            <a:r>
              <a:rPr lang="en-US" sz="1080" dirty="0">
                <a:solidFill>
                  <a:srgbClr val="1A1A2E"/>
                </a:solidFill>
                <a:ea typeface="Calibri" pitchFamily="34" charset="-122"/>
                <a:cs typeface="Calibri" pitchFamily="34" charset="-120"/>
              </a:rPr>
              <a:t>Departments may have varying business processes requiring customization beyond standard reusable services. </a:t>
            </a:r>
          </a:p>
          <a:p>
            <a:pPr marL="177800" indent="-177800">
              <a:buSzPct val="100000"/>
              <a:buChar char="▪"/>
            </a:pPr>
            <a:r>
              <a:rPr lang="en-US" sz="1080" dirty="0">
                <a:solidFill>
                  <a:srgbClr val="1A1A2E"/>
                </a:solidFill>
                <a:ea typeface="Calibri" pitchFamily="34" charset="-122"/>
                <a:cs typeface="Calibri" pitchFamily="34" charset="-120"/>
              </a:rPr>
              <a:t>Integration with legacy applications and heterogeneous departmental systems may require further efforts. </a:t>
            </a:r>
          </a:p>
          <a:p>
            <a:pPr marL="177800" indent="-177800">
              <a:buSzPct val="100000"/>
              <a:buChar char="▪"/>
            </a:pPr>
            <a:r>
              <a:rPr lang="en-US" sz="1080" dirty="0">
                <a:solidFill>
                  <a:srgbClr val="1A1A2E"/>
                </a:solidFill>
                <a:ea typeface="Calibri" pitchFamily="34" charset="-122"/>
                <a:cs typeface="Calibri" pitchFamily="34" charset="-120"/>
              </a:rPr>
              <a:t>Continuous monitoring, evaluation, and periodic model upgrades will be necessary as AI technologies evolve.</a:t>
            </a:r>
          </a:p>
        </p:txBody>
      </p:sp>
      <p:sp>
        <p:nvSpPr>
          <p:cNvPr id="46" name="Shape 25">
            <a:extLst>
              <a:ext uri="{FF2B5EF4-FFF2-40B4-BE49-F238E27FC236}">
                <a16:creationId xmlns:a16="http://schemas.microsoft.com/office/drawing/2014/main" id="{D5BFB391-95DA-14AD-E341-7751617492AC}"/>
              </a:ext>
            </a:extLst>
          </p:cNvPr>
          <p:cNvSpPr/>
          <p:nvPr/>
        </p:nvSpPr>
        <p:spPr>
          <a:xfrm>
            <a:off x="457200" y="5943600"/>
            <a:ext cx="11247120" cy="566928"/>
          </a:xfrm>
          <a:prstGeom prst="roundRect">
            <a:avLst>
              <a:gd name="adj" fmla="val 9677"/>
            </a:avLst>
          </a:prstGeom>
          <a:solidFill>
            <a:schemeClr val="accent3"/>
          </a:solidFill>
          <a:ln/>
        </p:spPr>
        <p:txBody>
          <a:bodyPr/>
          <a:lstStyle/>
          <a:p>
            <a:endParaRPr lang="en-IN"/>
          </a:p>
        </p:txBody>
      </p:sp>
      <p:sp>
        <p:nvSpPr>
          <p:cNvPr id="47" name="Text 26">
            <a:extLst>
              <a:ext uri="{FF2B5EF4-FFF2-40B4-BE49-F238E27FC236}">
                <a16:creationId xmlns:a16="http://schemas.microsoft.com/office/drawing/2014/main" id="{E24C6488-B0F6-400B-B2F1-5D770F918287}"/>
              </a:ext>
            </a:extLst>
          </p:cNvPr>
          <p:cNvSpPr/>
          <p:nvPr/>
        </p:nvSpPr>
        <p:spPr>
          <a:xfrm>
            <a:off x="640080" y="5943600"/>
            <a:ext cx="10881360" cy="566928"/>
          </a:xfrm>
          <a:prstGeom prst="rect">
            <a:avLst/>
          </a:prstGeom>
          <a:noFill/>
          <a:ln/>
        </p:spPr>
        <p:txBody>
          <a:bodyPr wrap="square" lIns="0" tIns="0" rIns="0" bIns="0" rtlCol="0" anchor="ctr"/>
          <a:lstStyle/>
          <a:p>
            <a:pPr marL="0" indent="0">
              <a:buNone/>
            </a:pPr>
            <a:r>
              <a:rPr lang="en-US" sz="1150" b="1" dirty="0">
                <a:solidFill>
                  <a:srgbClr val="F2B705"/>
                </a:solidFill>
                <a:ea typeface="Calibri" pitchFamily="34" charset="-122"/>
                <a:cs typeface="Calibri" pitchFamily="34" charset="-120"/>
              </a:rPr>
              <a:t>Recommendation:  </a:t>
            </a:r>
            <a:r>
              <a:rPr lang="en-US" sz="1200" dirty="0">
                <a:solidFill>
                  <a:schemeClr val="bg1"/>
                </a:solidFill>
              </a:rPr>
              <a:t>This is a good approach for CHiPS to develop reusable services like Document Summarization,  Conversational AI, Voice-based form filling, Document OCR and Form processing, Image Matching &amp; Liveness Detection but for Agentic AI implementation this approach is not advisable</a:t>
            </a:r>
          </a:p>
        </p:txBody>
      </p:sp>
      <p:sp>
        <p:nvSpPr>
          <p:cNvPr id="51" name="Text 3">
            <a:extLst>
              <a:ext uri="{FF2B5EF4-FFF2-40B4-BE49-F238E27FC236}">
                <a16:creationId xmlns:a16="http://schemas.microsoft.com/office/drawing/2014/main" id="{AD554C2E-DBB4-0046-D58A-415D2DA86921}"/>
              </a:ext>
            </a:extLst>
          </p:cNvPr>
          <p:cNvSpPr/>
          <p:nvPr/>
        </p:nvSpPr>
        <p:spPr>
          <a:xfrm>
            <a:off x="473642" y="4579267"/>
            <a:ext cx="5120640" cy="256032"/>
          </a:xfrm>
          <a:prstGeom prst="rect">
            <a:avLst/>
          </a:prstGeom>
          <a:noFill/>
          <a:ln/>
        </p:spPr>
        <p:txBody>
          <a:bodyPr wrap="square" lIns="0" tIns="0" rIns="0" bIns="0" rtlCol="0" anchor="ctr"/>
          <a:lstStyle/>
          <a:p>
            <a:pPr marL="0" indent="0">
              <a:buNone/>
            </a:pPr>
            <a:r>
              <a:rPr lang="en-US" sz="1200" b="1" kern="0" spc="100" dirty="0">
                <a:solidFill>
                  <a:srgbClr val="F2B705"/>
                </a:solidFill>
                <a:ea typeface="Calibri" pitchFamily="34" charset="-122"/>
                <a:cs typeface="Calibri" pitchFamily="34" charset="-120"/>
              </a:rPr>
              <a:t>Approach for Implementation</a:t>
            </a:r>
            <a:endParaRPr lang="en-US" sz="1200" b="1" dirty="0"/>
          </a:p>
        </p:txBody>
      </p:sp>
      <p:sp>
        <p:nvSpPr>
          <p:cNvPr id="52" name="Text 4">
            <a:extLst>
              <a:ext uri="{FF2B5EF4-FFF2-40B4-BE49-F238E27FC236}">
                <a16:creationId xmlns:a16="http://schemas.microsoft.com/office/drawing/2014/main" id="{F8E099EF-F124-184A-722C-9D7065DB3E79}"/>
              </a:ext>
            </a:extLst>
          </p:cNvPr>
          <p:cNvSpPr/>
          <p:nvPr/>
        </p:nvSpPr>
        <p:spPr>
          <a:xfrm>
            <a:off x="493743" y="4912923"/>
            <a:ext cx="5120640" cy="880539"/>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200" dirty="0"/>
              <a:t>Define standardized APIs, integration patterns, security controls, and governance mechanisms for reusable AI services.</a:t>
            </a:r>
          </a:p>
          <a:p>
            <a:pPr marL="171450" indent="-171450">
              <a:buFont typeface="Arial" panose="020B0604020202020204" pitchFamily="34" charset="0"/>
              <a:buChar char="•"/>
            </a:pPr>
            <a:r>
              <a:rPr lang="en-US" sz="1200" dirty="0"/>
              <a:t>Establish a centralized operating model for service management, monitoring, model lifecycle management, and support. </a:t>
            </a:r>
          </a:p>
          <a:p>
            <a:pPr marL="171450" indent="-171450">
              <a:buFont typeface="Arial" panose="020B0604020202020204" pitchFamily="34" charset="0"/>
              <a:buChar char="•"/>
            </a:pPr>
            <a:r>
              <a:rPr lang="en-US" sz="1200" dirty="0"/>
              <a:t>Discuss procurement pathway- RFP/MoU and do vendor onboarding</a:t>
            </a:r>
          </a:p>
        </p:txBody>
      </p:sp>
      <p:grpSp>
        <p:nvGrpSpPr>
          <p:cNvPr id="53" name="Group 52">
            <a:extLst>
              <a:ext uri="{FF2B5EF4-FFF2-40B4-BE49-F238E27FC236}">
                <a16:creationId xmlns:a16="http://schemas.microsoft.com/office/drawing/2014/main" id="{B3B5FE50-E583-1C55-515C-9D7D70BD53C2}"/>
              </a:ext>
            </a:extLst>
          </p:cNvPr>
          <p:cNvGrpSpPr/>
          <p:nvPr/>
        </p:nvGrpSpPr>
        <p:grpSpPr>
          <a:xfrm>
            <a:off x="5897881" y="4012430"/>
            <a:ext cx="5669279" cy="1821950"/>
            <a:chOff x="976804" y="1909159"/>
            <a:chExt cx="4732332" cy="2092198"/>
          </a:xfrm>
        </p:grpSpPr>
        <p:sp>
          <p:nvSpPr>
            <p:cNvPr id="81" name="Pentagon 10">
              <a:extLst>
                <a:ext uri="{FF2B5EF4-FFF2-40B4-BE49-F238E27FC236}">
                  <a16:creationId xmlns:a16="http://schemas.microsoft.com/office/drawing/2014/main" id="{DB480A29-107B-D8EE-0368-F9B7EA5FDAA6}"/>
                </a:ext>
              </a:extLst>
            </p:cNvPr>
            <p:cNvSpPr/>
            <p:nvPr/>
          </p:nvSpPr>
          <p:spPr>
            <a:xfrm>
              <a:off x="1517208" y="2993796"/>
              <a:ext cx="4191928" cy="487810"/>
            </a:xfrm>
            <a:prstGeom prst="homePlat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r>
                <a:rPr lang="en-US" sz="1050" dirty="0">
                  <a:solidFill>
                    <a:schemeClr val="tx1"/>
                  </a:solidFill>
                </a:rPr>
                <a:t>Should the procurement be done as Empanelment mechanism or through RFP/MoU</a:t>
              </a:r>
            </a:p>
          </p:txBody>
        </p:sp>
        <p:sp>
          <p:nvSpPr>
            <p:cNvPr id="82" name="Pentagon 9">
              <a:extLst>
                <a:ext uri="{FF2B5EF4-FFF2-40B4-BE49-F238E27FC236}">
                  <a16:creationId xmlns:a16="http://schemas.microsoft.com/office/drawing/2014/main" id="{788679FD-C0F8-A5A6-A03E-43A805B397A9}"/>
                </a:ext>
              </a:extLst>
            </p:cNvPr>
            <p:cNvSpPr/>
            <p:nvPr/>
          </p:nvSpPr>
          <p:spPr>
            <a:xfrm>
              <a:off x="1517208" y="1909159"/>
              <a:ext cx="4191928" cy="487810"/>
            </a:xfrm>
            <a:prstGeom prst="homePlat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r>
                <a:rPr lang="en-US" sz="1050" dirty="0">
                  <a:solidFill>
                    <a:schemeClr val="tx1"/>
                  </a:solidFill>
                </a:rPr>
                <a:t>Should services support both open-weight and commercial AI models depending on use case and data sensitivity?</a:t>
              </a:r>
            </a:p>
          </p:txBody>
        </p:sp>
        <p:sp>
          <p:nvSpPr>
            <p:cNvPr id="83" name="Pentagon 11">
              <a:extLst>
                <a:ext uri="{FF2B5EF4-FFF2-40B4-BE49-F238E27FC236}">
                  <a16:creationId xmlns:a16="http://schemas.microsoft.com/office/drawing/2014/main" id="{9F8B28CA-8254-25AE-FC90-3FF0CE7D4943}"/>
                </a:ext>
              </a:extLst>
            </p:cNvPr>
            <p:cNvSpPr/>
            <p:nvPr/>
          </p:nvSpPr>
          <p:spPr>
            <a:xfrm>
              <a:off x="1517208" y="2461381"/>
              <a:ext cx="4191928" cy="487549"/>
            </a:xfrm>
            <a:prstGeom prst="homePlat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r>
                <a:rPr lang="en-US" sz="1050" dirty="0">
                  <a:solidFill>
                    <a:schemeClr val="tx1"/>
                  </a:solidFill>
                </a:rPr>
                <a:t>Is SI required just to implement reusable services or also provide AI Platform wherein Agentic AI use cases can be developed</a:t>
              </a:r>
            </a:p>
          </p:txBody>
        </p:sp>
        <p:sp>
          <p:nvSpPr>
            <p:cNvPr id="89" name="Pentagon 23">
              <a:extLst>
                <a:ext uri="{FF2B5EF4-FFF2-40B4-BE49-F238E27FC236}">
                  <a16:creationId xmlns:a16="http://schemas.microsoft.com/office/drawing/2014/main" id="{45E0A662-4C1B-53A3-D894-F8E5DAE1EE3E}"/>
                </a:ext>
              </a:extLst>
            </p:cNvPr>
            <p:cNvSpPr/>
            <p:nvPr/>
          </p:nvSpPr>
          <p:spPr>
            <a:xfrm rot="16200000" flipH="1">
              <a:off x="119672" y="2766295"/>
              <a:ext cx="2092194" cy="377930"/>
            </a:xfrm>
            <a:prstGeom prst="homePlate">
              <a:avLst>
                <a:gd name="adj" fmla="val 25643"/>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Key Decision Points</a:t>
              </a:r>
            </a:p>
          </p:txBody>
        </p:sp>
      </p:grpSp>
      <p:graphicFrame>
        <p:nvGraphicFramePr>
          <p:cNvPr id="8" name="Table 7">
            <a:extLst>
              <a:ext uri="{FF2B5EF4-FFF2-40B4-BE49-F238E27FC236}">
                <a16:creationId xmlns:a16="http://schemas.microsoft.com/office/drawing/2014/main" id="{74E52347-5DE3-A970-07BA-A3FEE2BFA223}"/>
              </a:ext>
            </a:extLst>
          </p:cNvPr>
          <p:cNvGraphicFramePr>
            <a:graphicFrameLocks noGrp="1"/>
          </p:cNvGraphicFramePr>
          <p:nvPr>
            <p:extLst>
              <p:ext uri="{D42A27DB-BD31-4B8C-83A1-F6EECF244321}">
                <p14:modId xmlns:p14="http://schemas.microsoft.com/office/powerpoint/2010/main" val="4240099488"/>
              </p:ext>
            </p:extLst>
          </p:nvPr>
        </p:nvGraphicFramePr>
        <p:xfrm>
          <a:off x="473642" y="1704921"/>
          <a:ext cx="4709476" cy="2274352"/>
        </p:xfrm>
        <a:graphic>
          <a:graphicData uri="http://schemas.openxmlformats.org/drawingml/2006/table">
            <a:tbl>
              <a:tblPr/>
              <a:tblGrid>
                <a:gridCol w="383329">
                  <a:extLst>
                    <a:ext uri="{9D8B030D-6E8A-4147-A177-3AD203B41FA5}">
                      <a16:colId xmlns:a16="http://schemas.microsoft.com/office/drawing/2014/main" val="2312199525"/>
                    </a:ext>
                  </a:extLst>
                </a:gridCol>
                <a:gridCol w="1207698">
                  <a:extLst>
                    <a:ext uri="{9D8B030D-6E8A-4147-A177-3AD203B41FA5}">
                      <a16:colId xmlns:a16="http://schemas.microsoft.com/office/drawing/2014/main" val="3670790550"/>
                    </a:ext>
                  </a:extLst>
                </a:gridCol>
                <a:gridCol w="1664898">
                  <a:extLst>
                    <a:ext uri="{9D8B030D-6E8A-4147-A177-3AD203B41FA5}">
                      <a16:colId xmlns:a16="http://schemas.microsoft.com/office/drawing/2014/main" val="3229501727"/>
                    </a:ext>
                  </a:extLst>
                </a:gridCol>
                <a:gridCol w="1453551">
                  <a:extLst>
                    <a:ext uri="{9D8B030D-6E8A-4147-A177-3AD203B41FA5}">
                      <a16:colId xmlns:a16="http://schemas.microsoft.com/office/drawing/2014/main" val="1740104276"/>
                    </a:ext>
                  </a:extLst>
                </a:gridCol>
              </a:tblGrid>
              <a:tr h="85713">
                <a:tc>
                  <a:txBody>
                    <a:bodyPr/>
                    <a:lstStyle/>
                    <a:p>
                      <a:pPr algn="l" fontAlgn="b" latinLnBrk="0">
                        <a:buNone/>
                      </a:pPr>
                      <a:r>
                        <a:rPr lang="en-IN" sz="800" b="1">
                          <a:effectLst/>
                        </a:rPr>
                        <a:t>S. No.</a:t>
                      </a:r>
                    </a:p>
                  </a:txBody>
                  <a:tcPr marL="28817" marR="28817" marT="14408" marB="14408" anchor="b">
                    <a:lnL w="6350" cap="flat" cmpd="sng" algn="ctr">
                      <a:solidFill>
                        <a:srgbClr val="ECECEC"/>
                      </a:solidFill>
                      <a:prstDash val="solid"/>
                      <a:round/>
                      <a:headEnd type="none" w="med" len="med"/>
                      <a:tailEnd type="none" w="med" len="med"/>
                    </a:lnL>
                    <a:lnR w="6350" cap="flat" cmpd="sng" algn="ctr">
                      <a:solidFill>
                        <a:srgbClr val="ECECEC"/>
                      </a:solidFill>
                      <a:prstDash val="solid"/>
                      <a:round/>
                      <a:headEnd type="none" w="med" len="med"/>
                      <a:tailEnd type="none" w="med" len="med"/>
                    </a:lnR>
                    <a:lnT w="6350" cap="flat" cmpd="sng" algn="ctr">
                      <a:solidFill>
                        <a:srgbClr val="ECECEC"/>
                      </a:solidFill>
                      <a:prstDash val="solid"/>
                      <a:round/>
                      <a:headEnd type="none" w="med" len="med"/>
                      <a:tailEnd type="none" w="med" len="med"/>
                    </a:lnT>
                    <a:lnB w="6350" cap="flat" cmpd="sng" algn="ctr">
                      <a:solidFill>
                        <a:srgbClr val="ECECEC"/>
                      </a:solidFill>
                      <a:prstDash val="solid"/>
                      <a:round/>
                      <a:headEnd type="none" w="med" len="med"/>
                      <a:tailEnd type="none" w="med" len="med"/>
                    </a:lnB>
                    <a:noFill/>
                  </a:tcPr>
                </a:tc>
                <a:tc>
                  <a:txBody>
                    <a:bodyPr/>
                    <a:lstStyle/>
                    <a:p>
                      <a:pPr algn="l" fontAlgn="b" latinLnBrk="0">
                        <a:buNone/>
                      </a:pPr>
                      <a:r>
                        <a:rPr lang="en-IN" sz="800" b="1">
                          <a:effectLst/>
                        </a:rPr>
                        <a:t>AI Service</a:t>
                      </a:r>
                    </a:p>
                  </a:txBody>
                  <a:tcPr marL="28817" marR="28817" marT="14408" marB="14408" anchor="b">
                    <a:lnL w="6350" cap="flat" cmpd="sng" algn="ctr">
                      <a:solidFill>
                        <a:srgbClr val="ECECEC"/>
                      </a:solidFill>
                      <a:prstDash val="solid"/>
                      <a:round/>
                      <a:headEnd type="none" w="med" len="med"/>
                      <a:tailEnd type="none" w="med" len="med"/>
                    </a:lnL>
                    <a:lnR w="6350" cap="flat" cmpd="sng" algn="ctr">
                      <a:solidFill>
                        <a:srgbClr val="ECECEC"/>
                      </a:solidFill>
                      <a:prstDash val="solid"/>
                      <a:round/>
                      <a:headEnd type="none" w="med" len="med"/>
                      <a:tailEnd type="none" w="med" len="med"/>
                    </a:lnR>
                    <a:lnT w="6350" cap="flat" cmpd="sng" algn="ctr">
                      <a:solidFill>
                        <a:srgbClr val="ECECEC"/>
                      </a:solidFill>
                      <a:prstDash val="solid"/>
                      <a:round/>
                      <a:headEnd type="none" w="med" len="med"/>
                      <a:tailEnd type="none" w="med" len="med"/>
                    </a:lnT>
                    <a:lnB w="6350" cap="flat" cmpd="sng" algn="ctr">
                      <a:solidFill>
                        <a:srgbClr val="ECECEC"/>
                      </a:solidFill>
                      <a:prstDash val="solid"/>
                      <a:round/>
                      <a:headEnd type="none" w="med" len="med"/>
                      <a:tailEnd type="none" w="med" len="med"/>
                    </a:lnB>
                    <a:noFill/>
                  </a:tcPr>
                </a:tc>
                <a:tc>
                  <a:txBody>
                    <a:bodyPr/>
                    <a:lstStyle/>
                    <a:p>
                      <a:pPr algn="l" fontAlgn="b" latinLnBrk="0">
                        <a:buNone/>
                      </a:pPr>
                      <a:r>
                        <a:rPr lang="en-IN" sz="800" b="1">
                          <a:effectLst/>
                        </a:rPr>
                        <a:t>Purpose / Function</a:t>
                      </a:r>
                    </a:p>
                  </a:txBody>
                  <a:tcPr marL="28817" marR="28817" marT="14408" marB="14408" anchor="b">
                    <a:lnL w="6350" cap="flat" cmpd="sng" algn="ctr">
                      <a:solidFill>
                        <a:srgbClr val="ECECEC"/>
                      </a:solidFill>
                      <a:prstDash val="solid"/>
                      <a:round/>
                      <a:headEnd type="none" w="med" len="med"/>
                      <a:tailEnd type="none" w="med" len="med"/>
                    </a:lnL>
                    <a:lnR w="6350" cap="flat" cmpd="sng" algn="ctr">
                      <a:solidFill>
                        <a:srgbClr val="ECECEC"/>
                      </a:solidFill>
                      <a:prstDash val="solid"/>
                      <a:round/>
                      <a:headEnd type="none" w="med" len="med"/>
                      <a:tailEnd type="none" w="med" len="med"/>
                    </a:lnR>
                    <a:lnT w="6350" cap="flat" cmpd="sng" algn="ctr">
                      <a:solidFill>
                        <a:srgbClr val="ECECEC"/>
                      </a:solidFill>
                      <a:prstDash val="solid"/>
                      <a:round/>
                      <a:headEnd type="none" w="med" len="med"/>
                      <a:tailEnd type="none" w="med" len="med"/>
                    </a:lnT>
                    <a:lnB w="6350" cap="flat" cmpd="sng" algn="ctr">
                      <a:solidFill>
                        <a:srgbClr val="ECECEC"/>
                      </a:solidFill>
                      <a:prstDash val="solid"/>
                      <a:round/>
                      <a:headEnd type="none" w="med" len="med"/>
                      <a:tailEnd type="none" w="med" len="med"/>
                    </a:lnB>
                    <a:noFill/>
                  </a:tcPr>
                </a:tc>
                <a:tc>
                  <a:txBody>
                    <a:bodyPr/>
                    <a:lstStyle/>
                    <a:p>
                      <a:pPr algn="l" fontAlgn="b" latinLnBrk="0">
                        <a:buNone/>
                      </a:pPr>
                      <a:r>
                        <a:rPr lang="en-IN" sz="800" b="1">
                          <a:effectLst/>
                        </a:rPr>
                        <a:t>Illustrative Use Cases</a:t>
                      </a:r>
                    </a:p>
                  </a:txBody>
                  <a:tcPr marL="28817" marR="28817" marT="14408" marB="14408" anchor="b">
                    <a:lnL w="6350" cap="flat" cmpd="sng" algn="ctr">
                      <a:solidFill>
                        <a:srgbClr val="ECECEC"/>
                      </a:solidFill>
                      <a:prstDash val="solid"/>
                      <a:round/>
                      <a:headEnd type="none" w="med" len="med"/>
                      <a:tailEnd type="none" w="med" len="med"/>
                    </a:lnL>
                    <a:lnR w="6350" cap="flat" cmpd="sng" algn="ctr">
                      <a:solidFill>
                        <a:srgbClr val="ECECEC"/>
                      </a:solidFill>
                      <a:prstDash val="solid"/>
                      <a:round/>
                      <a:headEnd type="none" w="med" len="med"/>
                      <a:tailEnd type="none" w="med" len="med"/>
                    </a:lnR>
                    <a:lnT w="6350" cap="flat" cmpd="sng" algn="ctr">
                      <a:solidFill>
                        <a:srgbClr val="ECECEC"/>
                      </a:solidFill>
                      <a:prstDash val="solid"/>
                      <a:round/>
                      <a:headEnd type="none" w="med" len="med"/>
                      <a:tailEnd type="none" w="med" len="med"/>
                    </a:lnT>
                    <a:lnB w="6350" cap="flat" cmpd="sng" algn="ctr">
                      <a:solidFill>
                        <a:srgbClr val="ECECEC"/>
                      </a:solidFill>
                      <a:prstDash val="solid"/>
                      <a:round/>
                      <a:headEnd type="none" w="med" len="med"/>
                      <a:tailEnd type="none" w="med" len="med"/>
                    </a:lnB>
                    <a:noFill/>
                  </a:tcPr>
                </a:tc>
                <a:extLst>
                  <a:ext uri="{0D108BD9-81ED-4DB2-BD59-A6C34878D82A}">
                    <a16:rowId xmlns:a16="http://schemas.microsoft.com/office/drawing/2014/main" val="787703450"/>
                  </a:ext>
                </a:extLst>
              </a:tr>
              <a:tr h="224369">
                <a:tc>
                  <a:txBody>
                    <a:bodyPr/>
                    <a:lstStyle/>
                    <a:p>
                      <a:pPr fontAlgn="base" latinLnBrk="0">
                        <a:buNone/>
                      </a:pPr>
                      <a:r>
                        <a:rPr lang="en-IN" sz="800">
                          <a:solidFill>
                            <a:srgbClr val="171717"/>
                          </a:solidFill>
                          <a:effectLst/>
                        </a:rPr>
                        <a:t>1</a:t>
                      </a:r>
                    </a:p>
                  </a:txBody>
                  <a:tcPr marL="28817" marR="28817" marT="14408" marB="14408" anchor="ctr">
                    <a:lnL w="6350" cap="flat" cmpd="sng" algn="ctr">
                      <a:solidFill>
                        <a:srgbClr val="ECECEC"/>
                      </a:solidFill>
                      <a:prstDash val="solid"/>
                      <a:round/>
                      <a:headEnd type="none" w="med" len="med"/>
                      <a:tailEnd type="none" w="med" len="med"/>
                    </a:lnL>
                    <a:lnR w="6350" cap="flat" cmpd="sng" algn="ctr">
                      <a:solidFill>
                        <a:srgbClr val="ECECEC"/>
                      </a:solidFill>
                      <a:prstDash val="solid"/>
                      <a:round/>
                      <a:headEnd type="none" w="med" len="med"/>
                      <a:tailEnd type="none" w="med" len="med"/>
                    </a:lnR>
                    <a:lnT w="6350" cap="flat" cmpd="sng" algn="ctr">
                      <a:solidFill>
                        <a:srgbClr val="ECECEC"/>
                      </a:solidFill>
                      <a:prstDash val="solid"/>
                      <a:round/>
                      <a:headEnd type="none" w="med" len="med"/>
                      <a:tailEnd type="none" w="med" len="med"/>
                    </a:lnT>
                    <a:lnB w="6350" cap="flat" cmpd="sng" algn="ctr">
                      <a:solidFill>
                        <a:srgbClr val="ECECEC"/>
                      </a:solidFill>
                      <a:prstDash val="solid"/>
                      <a:round/>
                      <a:headEnd type="none" w="med" len="med"/>
                      <a:tailEnd type="none" w="med" len="med"/>
                    </a:lnB>
                    <a:solidFill>
                      <a:srgbClr val="FFFFFF"/>
                    </a:solidFill>
                  </a:tcPr>
                </a:tc>
                <a:tc>
                  <a:txBody>
                    <a:bodyPr/>
                    <a:lstStyle/>
                    <a:p>
                      <a:pPr fontAlgn="base" latinLnBrk="0">
                        <a:buNone/>
                      </a:pPr>
                      <a:r>
                        <a:rPr lang="en-IN" sz="800" b="1" dirty="0">
                          <a:solidFill>
                            <a:srgbClr val="171717"/>
                          </a:solidFill>
                          <a:effectLst/>
                        </a:rPr>
                        <a:t>Document Summarization</a:t>
                      </a:r>
                      <a:endParaRPr lang="en-IN" sz="800" dirty="0">
                        <a:solidFill>
                          <a:srgbClr val="171717"/>
                        </a:solidFill>
                        <a:effectLst/>
                      </a:endParaRPr>
                    </a:p>
                  </a:txBody>
                  <a:tcPr marL="28817" marR="28817" marT="14408" marB="14408" anchor="ctr">
                    <a:lnL w="6350" cap="flat" cmpd="sng" algn="ctr">
                      <a:solidFill>
                        <a:srgbClr val="ECECEC"/>
                      </a:solidFill>
                      <a:prstDash val="solid"/>
                      <a:round/>
                      <a:headEnd type="none" w="med" len="med"/>
                      <a:tailEnd type="none" w="med" len="med"/>
                    </a:lnL>
                    <a:lnR w="6350" cap="flat" cmpd="sng" algn="ctr">
                      <a:solidFill>
                        <a:srgbClr val="ECECEC"/>
                      </a:solidFill>
                      <a:prstDash val="solid"/>
                      <a:round/>
                      <a:headEnd type="none" w="med" len="med"/>
                      <a:tailEnd type="none" w="med" len="med"/>
                    </a:lnR>
                    <a:lnT w="6350" cap="flat" cmpd="sng" algn="ctr">
                      <a:solidFill>
                        <a:srgbClr val="ECECEC"/>
                      </a:solidFill>
                      <a:prstDash val="solid"/>
                      <a:round/>
                      <a:headEnd type="none" w="med" len="med"/>
                      <a:tailEnd type="none" w="med" len="med"/>
                    </a:lnT>
                    <a:lnB w="6350" cap="flat" cmpd="sng" algn="ctr">
                      <a:solidFill>
                        <a:srgbClr val="ECECEC"/>
                      </a:solidFill>
                      <a:prstDash val="solid"/>
                      <a:round/>
                      <a:headEnd type="none" w="med" len="med"/>
                      <a:tailEnd type="none" w="med" len="med"/>
                    </a:lnB>
                    <a:solidFill>
                      <a:srgbClr val="FFFFFF"/>
                    </a:solidFill>
                  </a:tcPr>
                </a:tc>
                <a:tc>
                  <a:txBody>
                    <a:bodyPr/>
                    <a:lstStyle/>
                    <a:p>
                      <a:pPr fontAlgn="base" latinLnBrk="0">
                        <a:buNone/>
                      </a:pPr>
                      <a:r>
                        <a:rPr lang="en-IN" sz="800">
                          <a:solidFill>
                            <a:srgbClr val="171717"/>
                          </a:solidFill>
                          <a:effectLst/>
                        </a:rPr>
                        <a:t>Generate concise summaries and structured insights from large documents.</a:t>
                      </a:r>
                    </a:p>
                  </a:txBody>
                  <a:tcPr marL="28817" marR="28817" marT="14408" marB="14408" anchor="ctr">
                    <a:lnL w="6350" cap="flat" cmpd="sng" algn="ctr">
                      <a:solidFill>
                        <a:srgbClr val="ECECEC"/>
                      </a:solidFill>
                      <a:prstDash val="solid"/>
                      <a:round/>
                      <a:headEnd type="none" w="med" len="med"/>
                      <a:tailEnd type="none" w="med" len="med"/>
                    </a:lnL>
                    <a:lnR w="6350" cap="flat" cmpd="sng" algn="ctr">
                      <a:solidFill>
                        <a:srgbClr val="ECECEC"/>
                      </a:solidFill>
                      <a:prstDash val="solid"/>
                      <a:round/>
                      <a:headEnd type="none" w="med" len="med"/>
                      <a:tailEnd type="none" w="med" len="med"/>
                    </a:lnR>
                    <a:lnT w="6350" cap="flat" cmpd="sng" algn="ctr">
                      <a:solidFill>
                        <a:srgbClr val="ECECEC"/>
                      </a:solidFill>
                      <a:prstDash val="solid"/>
                      <a:round/>
                      <a:headEnd type="none" w="med" len="med"/>
                      <a:tailEnd type="none" w="med" len="med"/>
                    </a:lnT>
                    <a:lnB w="6350" cap="flat" cmpd="sng" algn="ctr">
                      <a:solidFill>
                        <a:srgbClr val="ECECEC"/>
                      </a:solidFill>
                      <a:prstDash val="solid"/>
                      <a:round/>
                      <a:headEnd type="none" w="med" len="med"/>
                      <a:tailEnd type="none" w="med" len="med"/>
                    </a:lnB>
                    <a:solidFill>
                      <a:srgbClr val="FFFFFF"/>
                    </a:solidFill>
                  </a:tcPr>
                </a:tc>
                <a:tc>
                  <a:txBody>
                    <a:bodyPr/>
                    <a:lstStyle/>
                    <a:p>
                      <a:pPr fontAlgn="base" latinLnBrk="0">
                        <a:buNone/>
                      </a:pPr>
                      <a:r>
                        <a:rPr lang="en-IN" sz="800" dirty="0">
                          <a:solidFill>
                            <a:srgbClr val="171717"/>
                          </a:solidFill>
                          <a:effectLst/>
                        </a:rPr>
                        <a:t>File notes, tender summaries, policy abstracts.</a:t>
                      </a:r>
                    </a:p>
                  </a:txBody>
                  <a:tcPr marL="28817" marR="28817" marT="14408" marB="14408" anchor="ctr">
                    <a:lnL w="6350" cap="flat" cmpd="sng" algn="ctr">
                      <a:solidFill>
                        <a:srgbClr val="ECECEC"/>
                      </a:solidFill>
                      <a:prstDash val="solid"/>
                      <a:round/>
                      <a:headEnd type="none" w="med" len="med"/>
                      <a:tailEnd type="none" w="med" len="med"/>
                    </a:lnL>
                    <a:lnR w="6350" cap="flat" cmpd="sng" algn="ctr">
                      <a:solidFill>
                        <a:srgbClr val="ECECEC"/>
                      </a:solidFill>
                      <a:prstDash val="solid"/>
                      <a:round/>
                      <a:headEnd type="none" w="med" len="med"/>
                      <a:tailEnd type="none" w="med" len="med"/>
                    </a:lnR>
                    <a:lnT w="6350" cap="flat" cmpd="sng" algn="ctr">
                      <a:solidFill>
                        <a:srgbClr val="ECECEC"/>
                      </a:solidFill>
                      <a:prstDash val="solid"/>
                      <a:round/>
                      <a:headEnd type="none" w="med" len="med"/>
                      <a:tailEnd type="none" w="med" len="med"/>
                    </a:lnT>
                    <a:lnB w="6350" cap="flat" cmpd="sng" algn="ctr">
                      <a:solidFill>
                        <a:srgbClr val="ECECEC"/>
                      </a:solidFill>
                      <a:prstDash val="solid"/>
                      <a:round/>
                      <a:headEnd type="none" w="med" len="med"/>
                      <a:tailEnd type="none" w="med" len="med"/>
                    </a:lnB>
                    <a:solidFill>
                      <a:srgbClr val="FFFFFF"/>
                    </a:solidFill>
                  </a:tcPr>
                </a:tc>
                <a:extLst>
                  <a:ext uri="{0D108BD9-81ED-4DB2-BD59-A6C34878D82A}">
                    <a16:rowId xmlns:a16="http://schemas.microsoft.com/office/drawing/2014/main" val="3412711932"/>
                  </a:ext>
                </a:extLst>
              </a:tr>
              <a:tr h="224369">
                <a:tc>
                  <a:txBody>
                    <a:bodyPr/>
                    <a:lstStyle/>
                    <a:p>
                      <a:pPr fontAlgn="base" latinLnBrk="0">
                        <a:buNone/>
                      </a:pPr>
                      <a:r>
                        <a:rPr lang="en-IN" sz="800">
                          <a:solidFill>
                            <a:srgbClr val="171717"/>
                          </a:solidFill>
                          <a:effectLst/>
                        </a:rPr>
                        <a:t>2</a:t>
                      </a:r>
                    </a:p>
                  </a:txBody>
                  <a:tcPr marL="28817" marR="28817" marT="14408" marB="14408" anchor="ctr">
                    <a:lnL w="6350" cap="flat" cmpd="sng" algn="ctr">
                      <a:solidFill>
                        <a:srgbClr val="ECECEC"/>
                      </a:solidFill>
                      <a:prstDash val="solid"/>
                      <a:round/>
                      <a:headEnd type="none" w="med" len="med"/>
                      <a:tailEnd type="none" w="med" len="med"/>
                    </a:lnL>
                    <a:lnR w="6350" cap="flat" cmpd="sng" algn="ctr">
                      <a:solidFill>
                        <a:srgbClr val="ECECEC"/>
                      </a:solidFill>
                      <a:prstDash val="solid"/>
                      <a:round/>
                      <a:headEnd type="none" w="med" len="med"/>
                      <a:tailEnd type="none" w="med" len="med"/>
                    </a:lnR>
                    <a:lnT w="6350" cap="flat" cmpd="sng" algn="ctr">
                      <a:solidFill>
                        <a:srgbClr val="ECECEC"/>
                      </a:solidFill>
                      <a:prstDash val="solid"/>
                      <a:round/>
                      <a:headEnd type="none" w="med" len="med"/>
                      <a:tailEnd type="none" w="med" len="med"/>
                    </a:lnT>
                    <a:lnB w="6350" cap="flat" cmpd="sng" algn="ctr">
                      <a:solidFill>
                        <a:srgbClr val="ECECEC"/>
                      </a:solidFill>
                      <a:prstDash val="solid"/>
                      <a:round/>
                      <a:headEnd type="none" w="med" len="med"/>
                      <a:tailEnd type="none" w="med" len="med"/>
                    </a:lnB>
                    <a:solidFill>
                      <a:srgbClr val="FFFFFF"/>
                    </a:solidFill>
                  </a:tcPr>
                </a:tc>
                <a:tc>
                  <a:txBody>
                    <a:bodyPr/>
                    <a:lstStyle/>
                    <a:p>
                      <a:pPr fontAlgn="base" latinLnBrk="0">
                        <a:buNone/>
                      </a:pPr>
                      <a:r>
                        <a:rPr lang="en-IN" sz="800" b="1" dirty="0">
                          <a:solidFill>
                            <a:srgbClr val="171717"/>
                          </a:solidFill>
                          <a:effectLst/>
                        </a:rPr>
                        <a:t>Conversational AI</a:t>
                      </a:r>
                      <a:endParaRPr lang="en-IN" sz="800" dirty="0">
                        <a:solidFill>
                          <a:srgbClr val="171717"/>
                        </a:solidFill>
                        <a:effectLst/>
                      </a:endParaRPr>
                    </a:p>
                  </a:txBody>
                  <a:tcPr marL="28817" marR="28817" marT="14408" marB="14408" anchor="ctr">
                    <a:lnL w="6350" cap="flat" cmpd="sng" algn="ctr">
                      <a:solidFill>
                        <a:srgbClr val="ECECEC"/>
                      </a:solidFill>
                      <a:prstDash val="solid"/>
                      <a:round/>
                      <a:headEnd type="none" w="med" len="med"/>
                      <a:tailEnd type="none" w="med" len="med"/>
                    </a:lnL>
                    <a:lnR w="6350" cap="flat" cmpd="sng" algn="ctr">
                      <a:solidFill>
                        <a:srgbClr val="ECECEC"/>
                      </a:solidFill>
                      <a:prstDash val="solid"/>
                      <a:round/>
                      <a:headEnd type="none" w="med" len="med"/>
                      <a:tailEnd type="none" w="med" len="med"/>
                    </a:lnR>
                    <a:lnT w="6350" cap="flat" cmpd="sng" algn="ctr">
                      <a:solidFill>
                        <a:srgbClr val="ECECEC"/>
                      </a:solidFill>
                      <a:prstDash val="solid"/>
                      <a:round/>
                      <a:headEnd type="none" w="med" len="med"/>
                      <a:tailEnd type="none" w="med" len="med"/>
                    </a:lnT>
                    <a:lnB w="6350" cap="flat" cmpd="sng" algn="ctr">
                      <a:solidFill>
                        <a:srgbClr val="ECECEC"/>
                      </a:solidFill>
                      <a:prstDash val="solid"/>
                      <a:round/>
                      <a:headEnd type="none" w="med" len="med"/>
                      <a:tailEnd type="none" w="med" len="med"/>
                    </a:lnB>
                    <a:solidFill>
                      <a:srgbClr val="FFFFFF"/>
                    </a:solidFill>
                  </a:tcPr>
                </a:tc>
                <a:tc>
                  <a:txBody>
                    <a:bodyPr/>
                    <a:lstStyle/>
                    <a:p>
                      <a:pPr fontAlgn="base" latinLnBrk="0">
                        <a:buNone/>
                      </a:pPr>
                      <a:r>
                        <a:rPr lang="en-IN" sz="800">
                          <a:solidFill>
                            <a:srgbClr val="171717"/>
                          </a:solidFill>
                          <a:effectLst/>
                        </a:rPr>
                        <a:t>Enable voice and text-based chatbots supporting Indian languages.</a:t>
                      </a:r>
                    </a:p>
                  </a:txBody>
                  <a:tcPr marL="28817" marR="28817" marT="14408" marB="14408" anchor="ctr">
                    <a:lnL w="6350" cap="flat" cmpd="sng" algn="ctr">
                      <a:solidFill>
                        <a:srgbClr val="ECECEC"/>
                      </a:solidFill>
                      <a:prstDash val="solid"/>
                      <a:round/>
                      <a:headEnd type="none" w="med" len="med"/>
                      <a:tailEnd type="none" w="med" len="med"/>
                    </a:lnL>
                    <a:lnR w="6350" cap="flat" cmpd="sng" algn="ctr">
                      <a:solidFill>
                        <a:srgbClr val="ECECEC"/>
                      </a:solidFill>
                      <a:prstDash val="solid"/>
                      <a:round/>
                      <a:headEnd type="none" w="med" len="med"/>
                      <a:tailEnd type="none" w="med" len="med"/>
                    </a:lnR>
                    <a:lnT w="6350" cap="flat" cmpd="sng" algn="ctr">
                      <a:solidFill>
                        <a:srgbClr val="ECECEC"/>
                      </a:solidFill>
                      <a:prstDash val="solid"/>
                      <a:round/>
                      <a:headEnd type="none" w="med" len="med"/>
                      <a:tailEnd type="none" w="med" len="med"/>
                    </a:lnT>
                    <a:lnB w="6350" cap="flat" cmpd="sng" algn="ctr">
                      <a:solidFill>
                        <a:srgbClr val="ECECEC"/>
                      </a:solidFill>
                      <a:prstDash val="solid"/>
                      <a:round/>
                      <a:headEnd type="none" w="med" len="med"/>
                      <a:tailEnd type="none" w="med" len="med"/>
                    </a:lnB>
                    <a:solidFill>
                      <a:srgbClr val="FFFFFF"/>
                    </a:solidFill>
                  </a:tcPr>
                </a:tc>
                <a:tc>
                  <a:txBody>
                    <a:bodyPr/>
                    <a:lstStyle/>
                    <a:p>
                      <a:pPr fontAlgn="base" latinLnBrk="0">
                        <a:buNone/>
                      </a:pPr>
                      <a:r>
                        <a:rPr lang="en-IN" sz="800">
                          <a:solidFill>
                            <a:srgbClr val="171717"/>
                          </a:solidFill>
                          <a:effectLst/>
                        </a:rPr>
                        <a:t>UMANG, DigiLocker, citizen query systems.</a:t>
                      </a:r>
                    </a:p>
                  </a:txBody>
                  <a:tcPr marL="28817" marR="28817" marT="14408" marB="14408" anchor="ctr">
                    <a:lnL w="6350" cap="flat" cmpd="sng" algn="ctr">
                      <a:solidFill>
                        <a:srgbClr val="ECECEC"/>
                      </a:solidFill>
                      <a:prstDash val="solid"/>
                      <a:round/>
                      <a:headEnd type="none" w="med" len="med"/>
                      <a:tailEnd type="none" w="med" len="med"/>
                    </a:lnL>
                    <a:lnR w="6350" cap="flat" cmpd="sng" algn="ctr">
                      <a:solidFill>
                        <a:srgbClr val="ECECEC"/>
                      </a:solidFill>
                      <a:prstDash val="solid"/>
                      <a:round/>
                      <a:headEnd type="none" w="med" len="med"/>
                      <a:tailEnd type="none" w="med" len="med"/>
                    </a:lnR>
                    <a:lnT w="6350" cap="flat" cmpd="sng" algn="ctr">
                      <a:solidFill>
                        <a:srgbClr val="ECECEC"/>
                      </a:solidFill>
                      <a:prstDash val="solid"/>
                      <a:round/>
                      <a:headEnd type="none" w="med" len="med"/>
                      <a:tailEnd type="none" w="med" len="med"/>
                    </a:lnT>
                    <a:lnB w="6350" cap="flat" cmpd="sng" algn="ctr">
                      <a:solidFill>
                        <a:srgbClr val="ECECEC"/>
                      </a:solidFill>
                      <a:prstDash val="solid"/>
                      <a:round/>
                      <a:headEnd type="none" w="med" len="med"/>
                      <a:tailEnd type="none" w="med" len="med"/>
                    </a:lnB>
                    <a:solidFill>
                      <a:srgbClr val="FFFFFF"/>
                    </a:solidFill>
                  </a:tcPr>
                </a:tc>
                <a:extLst>
                  <a:ext uri="{0D108BD9-81ED-4DB2-BD59-A6C34878D82A}">
                    <a16:rowId xmlns:a16="http://schemas.microsoft.com/office/drawing/2014/main" val="3557241599"/>
                  </a:ext>
                </a:extLst>
              </a:tr>
              <a:tr h="224369">
                <a:tc>
                  <a:txBody>
                    <a:bodyPr/>
                    <a:lstStyle/>
                    <a:p>
                      <a:pPr fontAlgn="base" latinLnBrk="0">
                        <a:buNone/>
                      </a:pPr>
                      <a:r>
                        <a:rPr lang="en-IN" sz="800">
                          <a:solidFill>
                            <a:srgbClr val="171717"/>
                          </a:solidFill>
                          <a:effectLst/>
                        </a:rPr>
                        <a:t>3</a:t>
                      </a:r>
                    </a:p>
                  </a:txBody>
                  <a:tcPr marL="28817" marR="28817" marT="14408" marB="14408" anchor="ctr">
                    <a:lnL w="6350" cap="flat" cmpd="sng" algn="ctr">
                      <a:solidFill>
                        <a:srgbClr val="ECECEC"/>
                      </a:solidFill>
                      <a:prstDash val="solid"/>
                      <a:round/>
                      <a:headEnd type="none" w="med" len="med"/>
                      <a:tailEnd type="none" w="med" len="med"/>
                    </a:lnL>
                    <a:lnR w="6350" cap="flat" cmpd="sng" algn="ctr">
                      <a:solidFill>
                        <a:srgbClr val="ECECEC"/>
                      </a:solidFill>
                      <a:prstDash val="solid"/>
                      <a:round/>
                      <a:headEnd type="none" w="med" len="med"/>
                      <a:tailEnd type="none" w="med" len="med"/>
                    </a:lnR>
                    <a:lnT w="6350" cap="flat" cmpd="sng" algn="ctr">
                      <a:solidFill>
                        <a:srgbClr val="ECECEC"/>
                      </a:solidFill>
                      <a:prstDash val="solid"/>
                      <a:round/>
                      <a:headEnd type="none" w="med" len="med"/>
                      <a:tailEnd type="none" w="med" len="med"/>
                    </a:lnT>
                    <a:lnB w="6350" cap="flat" cmpd="sng" algn="ctr">
                      <a:solidFill>
                        <a:srgbClr val="ECECEC"/>
                      </a:solidFill>
                      <a:prstDash val="solid"/>
                      <a:round/>
                      <a:headEnd type="none" w="med" len="med"/>
                      <a:tailEnd type="none" w="med" len="med"/>
                    </a:lnB>
                    <a:solidFill>
                      <a:srgbClr val="FFFFFF"/>
                    </a:solidFill>
                  </a:tcPr>
                </a:tc>
                <a:tc>
                  <a:txBody>
                    <a:bodyPr/>
                    <a:lstStyle/>
                    <a:p>
                      <a:pPr fontAlgn="base" latinLnBrk="0">
                        <a:buNone/>
                      </a:pPr>
                      <a:r>
                        <a:rPr lang="en-IN" sz="800" b="1" dirty="0">
                          <a:solidFill>
                            <a:srgbClr val="171717"/>
                          </a:solidFill>
                          <a:effectLst/>
                        </a:rPr>
                        <a:t>Voice-Based Form Filling and website navigation</a:t>
                      </a:r>
                      <a:endParaRPr lang="en-IN" sz="800" dirty="0">
                        <a:solidFill>
                          <a:srgbClr val="171717"/>
                        </a:solidFill>
                        <a:effectLst/>
                      </a:endParaRPr>
                    </a:p>
                  </a:txBody>
                  <a:tcPr marL="28817" marR="28817" marT="14408" marB="14408" anchor="ctr">
                    <a:lnL w="6350" cap="flat" cmpd="sng" algn="ctr">
                      <a:solidFill>
                        <a:srgbClr val="ECECEC"/>
                      </a:solidFill>
                      <a:prstDash val="solid"/>
                      <a:round/>
                      <a:headEnd type="none" w="med" len="med"/>
                      <a:tailEnd type="none" w="med" len="med"/>
                    </a:lnL>
                    <a:lnR w="6350" cap="flat" cmpd="sng" algn="ctr">
                      <a:solidFill>
                        <a:srgbClr val="ECECEC"/>
                      </a:solidFill>
                      <a:prstDash val="solid"/>
                      <a:round/>
                      <a:headEnd type="none" w="med" len="med"/>
                      <a:tailEnd type="none" w="med" len="med"/>
                    </a:lnR>
                    <a:lnT w="6350" cap="flat" cmpd="sng" algn="ctr">
                      <a:solidFill>
                        <a:srgbClr val="ECECEC"/>
                      </a:solidFill>
                      <a:prstDash val="solid"/>
                      <a:round/>
                      <a:headEnd type="none" w="med" len="med"/>
                      <a:tailEnd type="none" w="med" len="med"/>
                    </a:lnT>
                    <a:lnB w="6350" cap="flat" cmpd="sng" algn="ctr">
                      <a:solidFill>
                        <a:srgbClr val="ECECEC"/>
                      </a:solidFill>
                      <a:prstDash val="solid"/>
                      <a:round/>
                      <a:headEnd type="none" w="med" len="med"/>
                      <a:tailEnd type="none" w="med" len="med"/>
                    </a:lnB>
                    <a:solidFill>
                      <a:srgbClr val="FFFFFF"/>
                    </a:solidFill>
                  </a:tcPr>
                </a:tc>
                <a:tc>
                  <a:txBody>
                    <a:bodyPr/>
                    <a:lstStyle/>
                    <a:p>
                      <a:pPr fontAlgn="base" latinLnBrk="0">
                        <a:buNone/>
                      </a:pPr>
                      <a:r>
                        <a:rPr lang="en-IN" sz="800">
                          <a:solidFill>
                            <a:srgbClr val="171717"/>
                          </a:solidFill>
                          <a:effectLst/>
                        </a:rPr>
                        <a:t>Capture voice input and map it to structured data fields.</a:t>
                      </a:r>
                    </a:p>
                  </a:txBody>
                  <a:tcPr marL="28817" marR="28817" marT="14408" marB="14408" anchor="ctr">
                    <a:lnL w="6350" cap="flat" cmpd="sng" algn="ctr">
                      <a:solidFill>
                        <a:srgbClr val="ECECEC"/>
                      </a:solidFill>
                      <a:prstDash val="solid"/>
                      <a:round/>
                      <a:headEnd type="none" w="med" len="med"/>
                      <a:tailEnd type="none" w="med" len="med"/>
                    </a:lnL>
                    <a:lnR w="6350" cap="flat" cmpd="sng" algn="ctr">
                      <a:solidFill>
                        <a:srgbClr val="ECECEC"/>
                      </a:solidFill>
                      <a:prstDash val="solid"/>
                      <a:round/>
                      <a:headEnd type="none" w="med" len="med"/>
                      <a:tailEnd type="none" w="med" len="med"/>
                    </a:lnR>
                    <a:lnT w="6350" cap="flat" cmpd="sng" algn="ctr">
                      <a:solidFill>
                        <a:srgbClr val="ECECEC"/>
                      </a:solidFill>
                      <a:prstDash val="solid"/>
                      <a:round/>
                      <a:headEnd type="none" w="med" len="med"/>
                      <a:tailEnd type="none" w="med" len="med"/>
                    </a:lnT>
                    <a:lnB w="6350" cap="flat" cmpd="sng" algn="ctr">
                      <a:solidFill>
                        <a:srgbClr val="ECECEC"/>
                      </a:solidFill>
                      <a:prstDash val="solid"/>
                      <a:round/>
                      <a:headEnd type="none" w="med" len="med"/>
                      <a:tailEnd type="none" w="med" len="med"/>
                    </a:lnB>
                    <a:solidFill>
                      <a:srgbClr val="FFFFFF"/>
                    </a:solidFill>
                  </a:tcPr>
                </a:tc>
                <a:tc>
                  <a:txBody>
                    <a:bodyPr/>
                    <a:lstStyle/>
                    <a:p>
                      <a:pPr fontAlgn="base" latinLnBrk="0">
                        <a:buNone/>
                      </a:pPr>
                      <a:r>
                        <a:rPr lang="en-IN" sz="800">
                          <a:solidFill>
                            <a:srgbClr val="171717"/>
                          </a:solidFill>
                          <a:effectLst/>
                        </a:rPr>
                        <a:t>Voice-assisted eForms, survey platforms and navigation across government website.</a:t>
                      </a:r>
                    </a:p>
                  </a:txBody>
                  <a:tcPr marL="28817" marR="28817" marT="14408" marB="14408" anchor="ctr">
                    <a:lnL w="6350" cap="flat" cmpd="sng" algn="ctr">
                      <a:solidFill>
                        <a:srgbClr val="ECECEC"/>
                      </a:solidFill>
                      <a:prstDash val="solid"/>
                      <a:round/>
                      <a:headEnd type="none" w="med" len="med"/>
                      <a:tailEnd type="none" w="med" len="med"/>
                    </a:lnL>
                    <a:lnR w="6350" cap="flat" cmpd="sng" algn="ctr">
                      <a:solidFill>
                        <a:srgbClr val="ECECEC"/>
                      </a:solidFill>
                      <a:prstDash val="solid"/>
                      <a:round/>
                      <a:headEnd type="none" w="med" len="med"/>
                      <a:tailEnd type="none" w="med" len="med"/>
                    </a:lnR>
                    <a:lnT w="6350" cap="flat" cmpd="sng" algn="ctr">
                      <a:solidFill>
                        <a:srgbClr val="ECECEC"/>
                      </a:solidFill>
                      <a:prstDash val="solid"/>
                      <a:round/>
                      <a:headEnd type="none" w="med" len="med"/>
                      <a:tailEnd type="none" w="med" len="med"/>
                    </a:lnT>
                    <a:lnB w="6350" cap="flat" cmpd="sng" algn="ctr">
                      <a:solidFill>
                        <a:srgbClr val="ECECEC"/>
                      </a:solidFill>
                      <a:prstDash val="solid"/>
                      <a:round/>
                      <a:headEnd type="none" w="med" len="med"/>
                      <a:tailEnd type="none" w="med" len="med"/>
                    </a:lnB>
                    <a:solidFill>
                      <a:srgbClr val="FFFFFF"/>
                    </a:solidFill>
                  </a:tcPr>
                </a:tc>
                <a:extLst>
                  <a:ext uri="{0D108BD9-81ED-4DB2-BD59-A6C34878D82A}">
                    <a16:rowId xmlns:a16="http://schemas.microsoft.com/office/drawing/2014/main" val="3338943833"/>
                  </a:ext>
                </a:extLst>
              </a:tr>
              <a:tr h="155041">
                <a:tc>
                  <a:txBody>
                    <a:bodyPr/>
                    <a:lstStyle/>
                    <a:p>
                      <a:pPr fontAlgn="base" latinLnBrk="0">
                        <a:buNone/>
                      </a:pPr>
                      <a:r>
                        <a:rPr lang="en-IN" sz="800">
                          <a:solidFill>
                            <a:srgbClr val="171717"/>
                          </a:solidFill>
                          <a:effectLst/>
                        </a:rPr>
                        <a:t>4</a:t>
                      </a:r>
                    </a:p>
                  </a:txBody>
                  <a:tcPr marL="28817" marR="28817" marT="14408" marB="14408" anchor="ctr">
                    <a:lnL w="6350" cap="flat" cmpd="sng" algn="ctr">
                      <a:solidFill>
                        <a:srgbClr val="ECECEC"/>
                      </a:solidFill>
                      <a:prstDash val="solid"/>
                      <a:round/>
                      <a:headEnd type="none" w="med" len="med"/>
                      <a:tailEnd type="none" w="med" len="med"/>
                    </a:lnL>
                    <a:lnR w="6350" cap="flat" cmpd="sng" algn="ctr">
                      <a:solidFill>
                        <a:srgbClr val="ECECEC"/>
                      </a:solidFill>
                      <a:prstDash val="solid"/>
                      <a:round/>
                      <a:headEnd type="none" w="med" len="med"/>
                      <a:tailEnd type="none" w="med" len="med"/>
                    </a:lnR>
                    <a:lnT w="6350" cap="flat" cmpd="sng" algn="ctr">
                      <a:solidFill>
                        <a:srgbClr val="ECECEC"/>
                      </a:solidFill>
                      <a:prstDash val="solid"/>
                      <a:round/>
                      <a:headEnd type="none" w="med" len="med"/>
                      <a:tailEnd type="none" w="med" len="med"/>
                    </a:lnT>
                    <a:lnB w="6350" cap="flat" cmpd="sng" algn="ctr">
                      <a:solidFill>
                        <a:srgbClr val="ECECEC"/>
                      </a:solidFill>
                      <a:prstDash val="solid"/>
                      <a:round/>
                      <a:headEnd type="none" w="med" len="med"/>
                      <a:tailEnd type="none" w="med" len="med"/>
                    </a:lnB>
                    <a:solidFill>
                      <a:srgbClr val="FFFFFF"/>
                    </a:solidFill>
                  </a:tcPr>
                </a:tc>
                <a:tc>
                  <a:txBody>
                    <a:bodyPr/>
                    <a:lstStyle/>
                    <a:p>
                      <a:pPr fontAlgn="base" latinLnBrk="0">
                        <a:buNone/>
                      </a:pPr>
                      <a:r>
                        <a:rPr lang="en-IN" sz="800" b="1" dirty="0">
                          <a:solidFill>
                            <a:srgbClr val="171717"/>
                          </a:solidFill>
                          <a:effectLst/>
                        </a:rPr>
                        <a:t>Document OCR &amp; Form Processing</a:t>
                      </a:r>
                      <a:endParaRPr lang="en-IN" sz="800" dirty="0">
                        <a:solidFill>
                          <a:srgbClr val="171717"/>
                        </a:solidFill>
                        <a:effectLst/>
                      </a:endParaRPr>
                    </a:p>
                  </a:txBody>
                  <a:tcPr marL="28817" marR="28817" marT="14408" marB="14408" anchor="ctr">
                    <a:lnL w="6350" cap="flat" cmpd="sng" algn="ctr">
                      <a:solidFill>
                        <a:srgbClr val="ECECEC"/>
                      </a:solidFill>
                      <a:prstDash val="solid"/>
                      <a:round/>
                      <a:headEnd type="none" w="med" len="med"/>
                      <a:tailEnd type="none" w="med" len="med"/>
                    </a:lnL>
                    <a:lnR w="6350" cap="flat" cmpd="sng" algn="ctr">
                      <a:solidFill>
                        <a:srgbClr val="ECECEC"/>
                      </a:solidFill>
                      <a:prstDash val="solid"/>
                      <a:round/>
                      <a:headEnd type="none" w="med" len="med"/>
                      <a:tailEnd type="none" w="med" len="med"/>
                    </a:lnR>
                    <a:lnT w="6350" cap="flat" cmpd="sng" algn="ctr">
                      <a:solidFill>
                        <a:srgbClr val="ECECEC"/>
                      </a:solidFill>
                      <a:prstDash val="solid"/>
                      <a:round/>
                      <a:headEnd type="none" w="med" len="med"/>
                      <a:tailEnd type="none" w="med" len="med"/>
                    </a:lnT>
                    <a:lnB w="6350" cap="flat" cmpd="sng" algn="ctr">
                      <a:solidFill>
                        <a:srgbClr val="ECECEC"/>
                      </a:solidFill>
                      <a:prstDash val="solid"/>
                      <a:round/>
                      <a:headEnd type="none" w="med" len="med"/>
                      <a:tailEnd type="none" w="med" len="med"/>
                    </a:lnB>
                    <a:solidFill>
                      <a:srgbClr val="FFFFFF"/>
                    </a:solidFill>
                  </a:tcPr>
                </a:tc>
                <a:tc>
                  <a:txBody>
                    <a:bodyPr/>
                    <a:lstStyle/>
                    <a:p>
                      <a:pPr fontAlgn="base" latinLnBrk="0">
                        <a:buNone/>
                      </a:pPr>
                      <a:r>
                        <a:rPr lang="en-IN" sz="800">
                          <a:solidFill>
                            <a:srgbClr val="171717"/>
                          </a:solidFill>
                          <a:effectLst/>
                        </a:rPr>
                        <a:t>Extract and validate data from scanned forms and handwritten text.</a:t>
                      </a:r>
                    </a:p>
                  </a:txBody>
                  <a:tcPr marL="28817" marR="28817" marT="14408" marB="14408" anchor="ctr">
                    <a:lnL w="6350" cap="flat" cmpd="sng" algn="ctr">
                      <a:solidFill>
                        <a:srgbClr val="ECECEC"/>
                      </a:solidFill>
                      <a:prstDash val="solid"/>
                      <a:round/>
                      <a:headEnd type="none" w="med" len="med"/>
                      <a:tailEnd type="none" w="med" len="med"/>
                    </a:lnL>
                    <a:lnR w="6350" cap="flat" cmpd="sng" algn="ctr">
                      <a:solidFill>
                        <a:srgbClr val="ECECEC"/>
                      </a:solidFill>
                      <a:prstDash val="solid"/>
                      <a:round/>
                      <a:headEnd type="none" w="med" len="med"/>
                      <a:tailEnd type="none" w="med" len="med"/>
                    </a:lnR>
                    <a:lnT w="6350" cap="flat" cmpd="sng" algn="ctr">
                      <a:solidFill>
                        <a:srgbClr val="ECECEC"/>
                      </a:solidFill>
                      <a:prstDash val="solid"/>
                      <a:round/>
                      <a:headEnd type="none" w="med" len="med"/>
                      <a:tailEnd type="none" w="med" len="med"/>
                    </a:lnT>
                    <a:lnB w="6350" cap="flat" cmpd="sng" algn="ctr">
                      <a:solidFill>
                        <a:srgbClr val="ECECEC"/>
                      </a:solidFill>
                      <a:prstDash val="solid"/>
                      <a:round/>
                      <a:headEnd type="none" w="med" len="med"/>
                      <a:tailEnd type="none" w="med" len="med"/>
                    </a:lnB>
                    <a:solidFill>
                      <a:srgbClr val="FFFFFF"/>
                    </a:solidFill>
                  </a:tcPr>
                </a:tc>
                <a:tc>
                  <a:txBody>
                    <a:bodyPr/>
                    <a:lstStyle/>
                    <a:p>
                      <a:pPr fontAlgn="base" latinLnBrk="0">
                        <a:buNone/>
                      </a:pPr>
                      <a:r>
                        <a:rPr lang="en-IN" sz="800">
                          <a:solidFill>
                            <a:srgbClr val="171717"/>
                          </a:solidFill>
                          <a:effectLst/>
                        </a:rPr>
                        <a:t>ID processing, document verification.</a:t>
                      </a:r>
                    </a:p>
                  </a:txBody>
                  <a:tcPr marL="28817" marR="28817" marT="14408" marB="14408" anchor="ctr">
                    <a:lnL w="6350" cap="flat" cmpd="sng" algn="ctr">
                      <a:solidFill>
                        <a:srgbClr val="ECECEC"/>
                      </a:solidFill>
                      <a:prstDash val="solid"/>
                      <a:round/>
                      <a:headEnd type="none" w="med" len="med"/>
                      <a:tailEnd type="none" w="med" len="med"/>
                    </a:lnL>
                    <a:lnR w="6350" cap="flat" cmpd="sng" algn="ctr">
                      <a:solidFill>
                        <a:srgbClr val="ECECEC"/>
                      </a:solidFill>
                      <a:prstDash val="solid"/>
                      <a:round/>
                      <a:headEnd type="none" w="med" len="med"/>
                      <a:tailEnd type="none" w="med" len="med"/>
                    </a:lnR>
                    <a:lnT w="6350" cap="flat" cmpd="sng" algn="ctr">
                      <a:solidFill>
                        <a:srgbClr val="ECECEC"/>
                      </a:solidFill>
                      <a:prstDash val="solid"/>
                      <a:round/>
                      <a:headEnd type="none" w="med" len="med"/>
                      <a:tailEnd type="none" w="med" len="med"/>
                    </a:lnT>
                    <a:lnB w="6350" cap="flat" cmpd="sng" algn="ctr">
                      <a:solidFill>
                        <a:srgbClr val="ECECEC"/>
                      </a:solidFill>
                      <a:prstDash val="solid"/>
                      <a:round/>
                      <a:headEnd type="none" w="med" len="med"/>
                      <a:tailEnd type="none" w="med" len="med"/>
                    </a:lnB>
                    <a:solidFill>
                      <a:srgbClr val="FFFFFF"/>
                    </a:solidFill>
                  </a:tcPr>
                </a:tc>
                <a:extLst>
                  <a:ext uri="{0D108BD9-81ED-4DB2-BD59-A6C34878D82A}">
                    <a16:rowId xmlns:a16="http://schemas.microsoft.com/office/drawing/2014/main" val="1988206867"/>
                  </a:ext>
                </a:extLst>
              </a:tr>
              <a:tr h="155041">
                <a:tc>
                  <a:txBody>
                    <a:bodyPr/>
                    <a:lstStyle/>
                    <a:p>
                      <a:pPr fontAlgn="base" latinLnBrk="0">
                        <a:buNone/>
                      </a:pPr>
                      <a:r>
                        <a:rPr lang="en-IN" sz="800">
                          <a:solidFill>
                            <a:srgbClr val="171717"/>
                          </a:solidFill>
                          <a:effectLst/>
                        </a:rPr>
                        <a:t>5</a:t>
                      </a:r>
                    </a:p>
                  </a:txBody>
                  <a:tcPr marL="28817" marR="28817" marT="14408" marB="14408" anchor="ctr">
                    <a:lnL w="6350" cap="flat" cmpd="sng" algn="ctr">
                      <a:solidFill>
                        <a:srgbClr val="ECECEC"/>
                      </a:solidFill>
                      <a:prstDash val="solid"/>
                      <a:round/>
                      <a:headEnd type="none" w="med" len="med"/>
                      <a:tailEnd type="none" w="med" len="med"/>
                    </a:lnL>
                    <a:lnR w="6350" cap="flat" cmpd="sng" algn="ctr">
                      <a:solidFill>
                        <a:srgbClr val="ECECEC"/>
                      </a:solidFill>
                      <a:prstDash val="solid"/>
                      <a:round/>
                      <a:headEnd type="none" w="med" len="med"/>
                      <a:tailEnd type="none" w="med" len="med"/>
                    </a:lnR>
                    <a:lnT w="6350" cap="flat" cmpd="sng" algn="ctr">
                      <a:solidFill>
                        <a:srgbClr val="ECECEC"/>
                      </a:solidFill>
                      <a:prstDash val="solid"/>
                      <a:round/>
                      <a:headEnd type="none" w="med" len="med"/>
                      <a:tailEnd type="none" w="med" len="med"/>
                    </a:lnT>
                    <a:lnB w="6350" cap="flat" cmpd="sng" algn="ctr">
                      <a:solidFill>
                        <a:srgbClr val="ECECEC"/>
                      </a:solidFill>
                      <a:prstDash val="solid"/>
                      <a:round/>
                      <a:headEnd type="none" w="med" len="med"/>
                      <a:tailEnd type="none" w="med" len="med"/>
                    </a:lnB>
                    <a:solidFill>
                      <a:srgbClr val="FFFFFF"/>
                    </a:solidFill>
                  </a:tcPr>
                </a:tc>
                <a:tc>
                  <a:txBody>
                    <a:bodyPr/>
                    <a:lstStyle/>
                    <a:p>
                      <a:pPr fontAlgn="base" latinLnBrk="0">
                        <a:buNone/>
                      </a:pPr>
                      <a:r>
                        <a:rPr lang="en-IN" sz="800" b="1" dirty="0">
                          <a:solidFill>
                            <a:srgbClr val="171717"/>
                          </a:solidFill>
                          <a:effectLst/>
                        </a:rPr>
                        <a:t>Image Matching &amp; Liveness Detection</a:t>
                      </a:r>
                      <a:endParaRPr lang="en-IN" sz="800" dirty="0">
                        <a:solidFill>
                          <a:srgbClr val="171717"/>
                        </a:solidFill>
                        <a:effectLst/>
                      </a:endParaRPr>
                    </a:p>
                  </a:txBody>
                  <a:tcPr marL="28817" marR="28817" marT="14408" marB="14408" anchor="ctr">
                    <a:lnL w="6350" cap="flat" cmpd="sng" algn="ctr">
                      <a:solidFill>
                        <a:srgbClr val="ECECEC"/>
                      </a:solidFill>
                      <a:prstDash val="solid"/>
                      <a:round/>
                      <a:headEnd type="none" w="med" len="med"/>
                      <a:tailEnd type="none" w="med" len="med"/>
                    </a:lnL>
                    <a:lnR w="6350" cap="flat" cmpd="sng" algn="ctr">
                      <a:solidFill>
                        <a:srgbClr val="ECECEC"/>
                      </a:solidFill>
                      <a:prstDash val="solid"/>
                      <a:round/>
                      <a:headEnd type="none" w="med" len="med"/>
                      <a:tailEnd type="none" w="med" len="med"/>
                    </a:lnR>
                    <a:lnT w="6350" cap="flat" cmpd="sng" algn="ctr">
                      <a:solidFill>
                        <a:srgbClr val="ECECEC"/>
                      </a:solidFill>
                      <a:prstDash val="solid"/>
                      <a:round/>
                      <a:headEnd type="none" w="med" len="med"/>
                      <a:tailEnd type="none" w="med" len="med"/>
                    </a:lnT>
                    <a:lnB w="6350" cap="flat" cmpd="sng" algn="ctr">
                      <a:solidFill>
                        <a:srgbClr val="ECECEC"/>
                      </a:solidFill>
                      <a:prstDash val="solid"/>
                      <a:round/>
                      <a:headEnd type="none" w="med" len="med"/>
                      <a:tailEnd type="none" w="med" len="med"/>
                    </a:lnB>
                    <a:solidFill>
                      <a:srgbClr val="FFFFFF"/>
                    </a:solidFill>
                  </a:tcPr>
                </a:tc>
                <a:tc>
                  <a:txBody>
                    <a:bodyPr/>
                    <a:lstStyle/>
                    <a:p>
                      <a:pPr fontAlgn="base" latinLnBrk="0">
                        <a:buNone/>
                      </a:pPr>
                      <a:r>
                        <a:rPr lang="en-IN" sz="800">
                          <a:solidFill>
                            <a:srgbClr val="171717"/>
                          </a:solidFill>
                          <a:effectLst/>
                        </a:rPr>
                        <a:t>Validate identity and detect spoofing for secure access.</a:t>
                      </a:r>
                    </a:p>
                  </a:txBody>
                  <a:tcPr marL="28817" marR="28817" marT="14408" marB="14408" anchor="ctr">
                    <a:lnL w="6350" cap="flat" cmpd="sng" algn="ctr">
                      <a:solidFill>
                        <a:srgbClr val="ECECEC"/>
                      </a:solidFill>
                      <a:prstDash val="solid"/>
                      <a:round/>
                      <a:headEnd type="none" w="med" len="med"/>
                      <a:tailEnd type="none" w="med" len="med"/>
                    </a:lnL>
                    <a:lnR w="6350" cap="flat" cmpd="sng" algn="ctr">
                      <a:solidFill>
                        <a:srgbClr val="ECECEC"/>
                      </a:solidFill>
                      <a:prstDash val="solid"/>
                      <a:round/>
                      <a:headEnd type="none" w="med" len="med"/>
                      <a:tailEnd type="none" w="med" len="med"/>
                    </a:lnR>
                    <a:lnT w="6350" cap="flat" cmpd="sng" algn="ctr">
                      <a:solidFill>
                        <a:srgbClr val="ECECEC"/>
                      </a:solidFill>
                      <a:prstDash val="solid"/>
                      <a:round/>
                      <a:headEnd type="none" w="med" len="med"/>
                      <a:tailEnd type="none" w="med" len="med"/>
                    </a:lnT>
                    <a:lnB w="6350" cap="flat" cmpd="sng" algn="ctr">
                      <a:solidFill>
                        <a:srgbClr val="ECECEC"/>
                      </a:solidFill>
                      <a:prstDash val="solid"/>
                      <a:round/>
                      <a:headEnd type="none" w="med" len="med"/>
                      <a:tailEnd type="none" w="med" len="med"/>
                    </a:lnB>
                    <a:solidFill>
                      <a:srgbClr val="FFFFFF"/>
                    </a:solidFill>
                  </a:tcPr>
                </a:tc>
                <a:tc>
                  <a:txBody>
                    <a:bodyPr/>
                    <a:lstStyle/>
                    <a:p>
                      <a:pPr fontAlgn="base" latinLnBrk="0">
                        <a:buNone/>
                      </a:pPr>
                      <a:r>
                        <a:rPr lang="en-IN" sz="800">
                          <a:solidFill>
                            <a:srgbClr val="171717"/>
                          </a:solidFill>
                          <a:effectLst/>
                        </a:rPr>
                        <a:t>Attendance, eKYC, digital onboarding.</a:t>
                      </a:r>
                    </a:p>
                  </a:txBody>
                  <a:tcPr marL="28817" marR="28817" marT="14408" marB="14408" anchor="ctr">
                    <a:lnL w="6350" cap="flat" cmpd="sng" algn="ctr">
                      <a:solidFill>
                        <a:srgbClr val="ECECEC"/>
                      </a:solidFill>
                      <a:prstDash val="solid"/>
                      <a:round/>
                      <a:headEnd type="none" w="med" len="med"/>
                      <a:tailEnd type="none" w="med" len="med"/>
                    </a:lnL>
                    <a:lnR w="6350" cap="flat" cmpd="sng" algn="ctr">
                      <a:solidFill>
                        <a:srgbClr val="ECECEC"/>
                      </a:solidFill>
                      <a:prstDash val="solid"/>
                      <a:round/>
                      <a:headEnd type="none" w="med" len="med"/>
                      <a:tailEnd type="none" w="med" len="med"/>
                    </a:lnR>
                    <a:lnT w="6350" cap="flat" cmpd="sng" algn="ctr">
                      <a:solidFill>
                        <a:srgbClr val="ECECEC"/>
                      </a:solidFill>
                      <a:prstDash val="solid"/>
                      <a:round/>
                      <a:headEnd type="none" w="med" len="med"/>
                      <a:tailEnd type="none" w="med" len="med"/>
                    </a:lnT>
                    <a:lnB w="6350" cap="flat" cmpd="sng" algn="ctr">
                      <a:solidFill>
                        <a:srgbClr val="ECECEC"/>
                      </a:solidFill>
                      <a:prstDash val="solid"/>
                      <a:round/>
                      <a:headEnd type="none" w="med" len="med"/>
                      <a:tailEnd type="none" w="med" len="med"/>
                    </a:lnB>
                    <a:solidFill>
                      <a:srgbClr val="FFFFFF"/>
                    </a:solidFill>
                  </a:tcPr>
                </a:tc>
                <a:extLst>
                  <a:ext uri="{0D108BD9-81ED-4DB2-BD59-A6C34878D82A}">
                    <a16:rowId xmlns:a16="http://schemas.microsoft.com/office/drawing/2014/main" val="2428474544"/>
                  </a:ext>
                </a:extLst>
              </a:tr>
              <a:tr h="224369">
                <a:tc>
                  <a:txBody>
                    <a:bodyPr/>
                    <a:lstStyle/>
                    <a:p>
                      <a:pPr fontAlgn="base" latinLnBrk="0">
                        <a:buNone/>
                      </a:pPr>
                      <a:r>
                        <a:rPr lang="en-IN" sz="800">
                          <a:solidFill>
                            <a:srgbClr val="171717"/>
                          </a:solidFill>
                          <a:effectLst/>
                        </a:rPr>
                        <a:t>6</a:t>
                      </a:r>
                    </a:p>
                  </a:txBody>
                  <a:tcPr marL="28817" marR="28817" marT="14408" marB="14408" anchor="ctr">
                    <a:lnL w="6350" cap="flat" cmpd="sng" algn="ctr">
                      <a:solidFill>
                        <a:srgbClr val="ECECEC"/>
                      </a:solidFill>
                      <a:prstDash val="solid"/>
                      <a:round/>
                      <a:headEnd type="none" w="med" len="med"/>
                      <a:tailEnd type="none" w="med" len="med"/>
                    </a:lnL>
                    <a:lnR w="6350" cap="flat" cmpd="sng" algn="ctr">
                      <a:solidFill>
                        <a:srgbClr val="ECECEC"/>
                      </a:solidFill>
                      <a:prstDash val="solid"/>
                      <a:round/>
                      <a:headEnd type="none" w="med" len="med"/>
                      <a:tailEnd type="none" w="med" len="med"/>
                    </a:lnR>
                    <a:lnT w="6350" cap="flat" cmpd="sng" algn="ctr">
                      <a:solidFill>
                        <a:srgbClr val="ECECEC"/>
                      </a:solidFill>
                      <a:prstDash val="solid"/>
                      <a:round/>
                      <a:headEnd type="none" w="med" len="med"/>
                      <a:tailEnd type="none" w="med" len="med"/>
                    </a:lnT>
                    <a:lnB w="6350" cap="flat" cmpd="sng" algn="ctr">
                      <a:solidFill>
                        <a:srgbClr val="ECECEC"/>
                      </a:solidFill>
                      <a:prstDash val="solid"/>
                      <a:round/>
                      <a:headEnd type="none" w="med" len="med"/>
                      <a:tailEnd type="none" w="med" len="med"/>
                    </a:lnB>
                    <a:solidFill>
                      <a:srgbClr val="FFFFFF"/>
                    </a:solidFill>
                  </a:tcPr>
                </a:tc>
                <a:tc>
                  <a:txBody>
                    <a:bodyPr/>
                    <a:lstStyle/>
                    <a:p>
                      <a:pPr fontAlgn="base" latinLnBrk="0">
                        <a:buNone/>
                      </a:pPr>
                      <a:r>
                        <a:rPr lang="en-IN" sz="800" b="1" dirty="0">
                          <a:solidFill>
                            <a:srgbClr val="171717"/>
                          </a:solidFill>
                          <a:effectLst/>
                        </a:rPr>
                        <a:t>AI Agents for Government Applications</a:t>
                      </a:r>
                      <a:endParaRPr lang="en-IN" sz="800" dirty="0">
                        <a:solidFill>
                          <a:srgbClr val="171717"/>
                        </a:solidFill>
                        <a:effectLst/>
                      </a:endParaRPr>
                    </a:p>
                  </a:txBody>
                  <a:tcPr marL="28817" marR="28817" marT="14408" marB="14408" anchor="ctr">
                    <a:lnL w="6350" cap="flat" cmpd="sng" algn="ctr">
                      <a:solidFill>
                        <a:srgbClr val="ECECEC"/>
                      </a:solidFill>
                      <a:prstDash val="solid"/>
                      <a:round/>
                      <a:headEnd type="none" w="med" len="med"/>
                      <a:tailEnd type="none" w="med" len="med"/>
                    </a:lnL>
                    <a:lnR w="6350" cap="flat" cmpd="sng" algn="ctr">
                      <a:solidFill>
                        <a:srgbClr val="ECECEC"/>
                      </a:solidFill>
                      <a:prstDash val="solid"/>
                      <a:round/>
                      <a:headEnd type="none" w="med" len="med"/>
                      <a:tailEnd type="none" w="med" len="med"/>
                    </a:lnR>
                    <a:lnT w="6350" cap="flat" cmpd="sng" algn="ctr">
                      <a:solidFill>
                        <a:srgbClr val="ECECEC"/>
                      </a:solidFill>
                      <a:prstDash val="solid"/>
                      <a:round/>
                      <a:headEnd type="none" w="med" len="med"/>
                      <a:tailEnd type="none" w="med" len="med"/>
                    </a:lnT>
                    <a:lnB w="6350" cap="flat" cmpd="sng" algn="ctr">
                      <a:solidFill>
                        <a:srgbClr val="ECECEC"/>
                      </a:solidFill>
                      <a:prstDash val="solid"/>
                      <a:round/>
                      <a:headEnd type="none" w="med" len="med"/>
                      <a:tailEnd type="none" w="med" len="med"/>
                    </a:lnB>
                    <a:solidFill>
                      <a:srgbClr val="FFFFFF"/>
                    </a:solidFill>
                  </a:tcPr>
                </a:tc>
                <a:tc>
                  <a:txBody>
                    <a:bodyPr/>
                    <a:lstStyle/>
                    <a:p>
                      <a:pPr fontAlgn="base" latinLnBrk="0">
                        <a:buNone/>
                      </a:pPr>
                      <a:r>
                        <a:rPr lang="en-IN" sz="800" dirty="0">
                          <a:solidFill>
                            <a:srgbClr val="171717"/>
                          </a:solidFill>
                          <a:effectLst/>
                        </a:rPr>
                        <a:t>Create intelligent agents to automate triage, tagging, and classification tasks.</a:t>
                      </a:r>
                    </a:p>
                  </a:txBody>
                  <a:tcPr marL="28817" marR="28817" marT="14408" marB="14408" anchor="ctr">
                    <a:lnL w="6350" cap="flat" cmpd="sng" algn="ctr">
                      <a:solidFill>
                        <a:srgbClr val="ECECEC"/>
                      </a:solidFill>
                      <a:prstDash val="solid"/>
                      <a:round/>
                      <a:headEnd type="none" w="med" len="med"/>
                      <a:tailEnd type="none" w="med" len="med"/>
                    </a:lnL>
                    <a:lnR w="6350" cap="flat" cmpd="sng" algn="ctr">
                      <a:solidFill>
                        <a:srgbClr val="ECECEC"/>
                      </a:solidFill>
                      <a:prstDash val="solid"/>
                      <a:round/>
                      <a:headEnd type="none" w="med" len="med"/>
                      <a:tailEnd type="none" w="med" len="med"/>
                    </a:lnR>
                    <a:lnT w="6350" cap="flat" cmpd="sng" algn="ctr">
                      <a:solidFill>
                        <a:srgbClr val="ECECEC"/>
                      </a:solidFill>
                      <a:prstDash val="solid"/>
                      <a:round/>
                      <a:headEnd type="none" w="med" len="med"/>
                      <a:tailEnd type="none" w="med" len="med"/>
                    </a:lnT>
                    <a:lnB w="6350" cap="flat" cmpd="sng" algn="ctr">
                      <a:solidFill>
                        <a:srgbClr val="ECECEC"/>
                      </a:solidFill>
                      <a:prstDash val="solid"/>
                      <a:round/>
                      <a:headEnd type="none" w="med" len="med"/>
                      <a:tailEnd type="none" w="med" len="med"/>
                    </a:lnB>
                    <a:solidFill>
                      <a:srgbClr val="FFFFFF"/>
                    </a:solidFill>
                  </a:tcPr>
                </a:tc>
                <a:tc>
                  <a:txBody>
                    <a:bodyPr/>
                    <a:lstStyle/>
                    <a:p>
                      <a:pPr fontAlgn="base" latinLnBrk="0">
                        <a:buNone/>
                      </a:pPr>
                      <a:r>
                        <a:rPr lang="en-IN" sz="800" dirty="0">
                          <a:solidFill>
                            <a:srgbClr val="171717"/>
                          </a:solidFill>
                          <a:effectLst/>
                        </a:rPr>
                        <a:t>Document routing, test case triage, process automation.</a:t>
                      </a:r>
                    </a:p>
                  </a:txBody>
                  <a:tcPr marL="28817" marR="28817" marT="14408" marB="14408" anchor="ctr">
                    <a:lnL w="6350" cap="flat" cmpd="sng" algn="ctr">
                      <a:solidFill>
                        <a:srgbClr val="ECECEC"/>
                      </a:solidFill>
                      <a:prstDash val="solid"/>
                      <a:round/>
                      <a:headEnd type="none" w="med" len="med"/>
                      <a:tailEnd type="none" w="med" len="med"/>
                    </a:lnL>
                    <a:lnR w="6350" cap="flat" cmpd="sng" algn="ctr">
                      <a:solidFill>
                        <a:srgbClr val="ECECEC"/>
                      </a:solidFill>
                      <a:prstDash val="solid"/>
                      <a:round/>
                      <a:headEnd type="none" w="med" len="med"/>
                      <a:tailEnd type="none" w="med" len="med"/>
                    </a:lnR>
                    <a:lnT w="6350" cap="flat" cmpd="sng" algn="ctr">
                      <a:solidFill>
                        <a:srgbClr val="ECECEC"/>
                      </a:solidFill>
                      <a:prstDash val="solid"/>
                      <a:round/>
                      <a:headEnd type="none" w="med" len="med"/>
                      <a:tailEnd type="none" w="med" len="med"/>
                    </a:lnT>
                    <a:lnB w="6350" cap="flat" cmpd="sng" algn="ctr">
                      <a:solidFill>
                        <a:srgbClr val="ECECEC"/>
                      </a:solidFill>
                      <a:prstDash val="solid"/>
                      <a:round/>
                      <a:headEnd type="none" w="med" len="med"/>
                      <a:tailEnd type="none" w="med" len="med"/>
                    </a:lnB>
                    <a:solidFill>
                      <a:srgbClr val="FFFFFF"/>
                    </a:solidFill>
                  </a:tcPr>
                </a:tc>
                <a:extLst>
                  <a:ext uri="{0D108BD9-81ED-4DB2-BD59-A6C34878D82A}">
                    <a16:rowId xmlns:a16="http://schemas.microsoft.com/office/drawing/2014/main" val="551805748"/>
                  </a:ext>
                </a:extLst>
              </a:tr>
            </a:tbl>
          </a:graphicData>
        </a:graphic>
      </p:graphicFrame>
      <p:sp>
        <p:nvSpPr>
          <p:cNvPr id="9" name="Rectangle 2">
            <a:extLst>
              <a:ext uri="{FF2B5EF4-FFF2-40B4-BE49-F238E27FC236}">
                <a16:creationId xmlns:a16="http://schemas.microsoft.com/office/drawing/2014/main" id="{AC6FD5D3-FA20-99D5-4537-EA222CACAD68}"/>
              </a:ext>
            </a:extLst>
          </p:cNvPr>
          <p:cNvSpPr>
            <a:spLocks noChangeArrowheads="1"/>
          </p:cNvSpPr>
          <p:nvPr/>
        </p:nvSpPr>
        <p:spPr bwMode="auto">
          <a:xfrm>
            <a:off x="5164138" y="17065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 name="Text 12">
            <a:extLst>
              <a:ext uri="{FF2B5EF4-FFF2-40B4-BE49-F238E27FC236}">
                <a16:creationId xmlns:a16="http://schemas.microsoft.com/office/drawing/2014/main" id="{EB365683-31F5-0142-828A-29C6D77A28BE}"/>
              </a:ext>
            </a:extLst>
          </p:cNvPr>
          <p:cNvSpPr/>
          <p:nvPr/>
        </p:nvSpPr>
        <p:spPr>
          <a:xfrm>
            <a:off x="5733980" y="1770016"/>
            <a:ext cx="2838520" cy="2161474"/>
          </a:xfrm>
          <a:prstGeom prst="rect">
            <a:avLst/>
          </a:prstGeom>
          <a:noFill/>
          <a:ln/>
        </p:spPr>
        <p:txBody>
          <a:bodyPr wrap="square" lIns="0" tIns="0" rIns="0" bIns="0" rtlCol="0" anchor="t"/>
          <a:lstStyle/>
          <a:p>
            <a:pPr marL="177800" indent="-177800">
              <a:buSzPct val="100000"/>
              <a:buChar char="▪"/>
            </a:pPr>
            <a:r>
              <a:rPr lang="en-US" sz="1080" dirty="0">
                <a:solidFill>
                  <a:srgbClr val="1A1A2E"/>
                </a:solidFill>
                <a:ea typeface="Calibri" pitchFamily="34" charset="-122"/>
                <a:cs typeface="Calibri" pitchFamily="34" charset="-120"/>
              </a:rPr>
              <a:t>Establishes a catalogue of reusable AI capabilities that can be leveraged across multiple departments, avoiding duplication of development efforts. </a:t>
            </a:r>
          </a:p>
          <a:p>
            <a:pPr marL="177800" indent="-177800">
              <a:buSzPct val="100000"/>
              <a:buChar char="▪"/>
            </a:pPr>
            <a:r>
              <a:rPr lang="en-US" sz="1080" dirty="0">
                <a:solidFill>
                  <a:srgbClr val="1A1A2E"/>
                </a:solidFill>
                <a:ea typeface="Calibri" pitchFamily="34" charset="-122"/>
                <a:cs typeface="Calibri" pitchFamily="34" charset="-120"/>
              </a:rPr>
              <a:t>Promotes consistency in AI implementation, security, governance, and user experience across government applications. </a:t>
            </a:r>
          </a:p>
          <a:p>
            <a:pPr marL="177800" indent="-177800">
              <a:buSzPct val="100000"/>
              <a:buChar char="▪"/>
            </a:pPr>
            <a:r>
              <a:rPr lang="en-US" sz="1080" dirty="0">
                <a:solidFill>
                  <a:srgbClr val="1A1A2E"/>
                </a:solidFill>
                <a:ea typeface="Calibri" pitchFamily="34" charset="-122"/>
                <a:cs typeface="Calibri" pitchFamily="34" charset="-120"/>
              </a:rPr>
              <a:t>Reduces implementation cost through shared infrastructure, reusable models, and common operational support. </a:t>
            </a:r>
          </a:p>
          <a:p>
            <a:pPr marL="177800" indent="-177800">
              <a:buSzPct val="100000"/>
              <a:buChar char="▪"/>
            </a:pPr>
            <a:r>
              <a:rPr lang="en-US" sz="1080" dirty="0">
                <a:solidFill>
                  <a:srgbClr val="1A1A2E"/>
                </a:solidFill>
                <a:ea typeface="Calibri" pitchFamily="34" charset="-122"/>
                <a:cs typeface="Calibri" pitchFamily="34" charset="-120"/>
              </a:rPr>
              <a:t>Simplifies maintenance and continuous improvement</a:t>
            </a:r>
          </a:p>
        </p:txBody>
      </p:sp>
      <p:sp>
        <p:nvSpPr>
          <p:cNvPr id="4" name="Text 4">
            <a:extLst>
              <a:ext uri="{FF2B5EF4-FFF2-40B4-BE49-F238E27FC236}">
                <a16:creationId xmlns:a16="http://schemas.microsoft.com/office/drawing/2014/main" id="{9BFCCA7F-4285-9E13-8254-D84C0468A607}"/>
              </a:ext>
            </a:extLst>
          </p:cNvPr>
          <p:cNvSpPr/>
          <p:nvPr/>
        </p:nvSpPr>
        <p:spPr>
          <a:xfrm>
            <a:off x="473642" y="4129411"/>
            <a:ext cx="5120640" cy="319089"/>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200" dirty="0"/>
              <a:t>Examples of horizontal services – Grievance Agent/Procurement Agent/Document Intelligence Agent</a:t>
            </a:r>
          </a:p>
        </p:txBody>
      </p:sp>
    </p:spTree>
    <p:extLst>
      <p:ext uri="{BB962C8B-B14F-4D97-AF65-F5344CB8AC3E}">
        <p14:creationId xmlns:p14="http://schemas.microsoft.com/office/powerpoint/2010/main" val="7896767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314CA-CC22-956D-B9DC-6C680903BF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2D18B0-8D3D-94C3-6FE9-F5EF3CAA745C}"/>
              </a:ext>
            </a:extLst>
          </p:cNvPr>
          <p:cNvSpPr txBox="1">
            <a:spLocks/>
          </p:cNvSpPr>
          <p:nvPr/>
        </p:nvSpPr>
        <p:spPr>
          <a:xfrm>
            <a:off x="473642" y="257967"/>
            <a:ext cx="11120259" cy="594360"/>
          </a:xfrm>
          <a:prstGeom prst="rect">
            <a:avLst/>
          </a:prstGeom>
        </p:spPr>
        <p:txBody>
          <a:bodyPr vert="horz" lIns="0" tIns="45720" rIns="0" bIns="0" rtlCol="0" anchor="b" anchorCtr="0">
            <a:noAutofit/>
          </a:bodyPr>
          <a:lstStyle>
            <a:lvl1pPr algn="l" defTabSz="914400" rtl="0" eaLnBrk="1" latinLnBrk="0" hangingPunct="1">
              <a:lnSpc>
                <a:spcPct val="80000"/>
              </a:lnSpc>
              <a:spcBef>
                <a:spcPct val="0"/>
              </a:spcBef>
              <a:buNone/>
              <a:defRPr lang="en-US" sz="3600" b="0" i="0" kern="1200" cap="none" spc="-75" baseline="0" dirty="0">
                <a:solidFill>
                  <a:schemeClr val="tx1"/>
                </a:solidFill>
                <a:latin typeface="+mj-lt"/>
                <a:ea typeface="Bebas Neue" charset="0"/>
                <a:cs typeface="Chronicle Display Black"/>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lang="it-IT" sz="3200" dirty="0">
                <a:solidFill>
                  <a:srgbClr val="000000"/>
                </a:solidFill>
                <a:latin typeface="Calibri" panose="020F0502020204030204" pitchFamily="34" charset="0"/>
                <a:cs typeface="Calibri" panose="020F0502020204030204" pitchFamily="34" charset="0"/>
              </a:rPr>
              <a:t>Empanelment for Agentic AI</a:t>
            </a:r>
          </a:p>
        </p:txBody>
      </p:sp>
      <p:sp>
        <p:nvSpPr>
          <p:cNvPr id="3" name="Text 2">
            <a:extLst>
              <a:ext uri="{FF2B5EF4-FFF2-40B4-BE49-F238E27FC236}">
                <a16:creationId xmlns:a16="http://schemas.microsoft.com/office/drawing/2014/main" id="{1B2AFBB2-9FE4-7F7D-3889-A02086B15362}"/>
              </a:ext>
            </a:extLst>
          </p:cNvPr>
          <p:cNvSpPr/>
          <p:nvPr/>
        </p:nvSpPr>
        <p:spPr>
          <a:xfrm>
            <a:off x="457200" y="1023786"/>
            <a:ext cx="11247120" cy="274320"/>
          </a:xfrm>
          <a:prstGeom prst="rect">
            <a:avLst/>
          </a:prstGeom>
          <a:noFill/>
          <a:ln/>
        </p:spPr>
        <p:txBody>
          <a:bodyPr wrap="square" lIns="0" tIns="0" rIns="0" bIns="0" rtlCol="0" anchor="ctr"/>
          <a:lstStyle/>
          <a:p>
            <a:r>
              <a:rPr lang="en-IN" sz="1200" dirty="0">
                <a:solidFill>
                  <a:schemeClr val="bg1">
                    <a:lumMod val="50000"/>
                  </a:schemeClr>
                </a:solidFill>
              </a:rPr>
              <a:t>Rather than building or operating AI itself, CHiPS empanels Agentic AI solution providers for modernization of Agentic AI workflows</a:t>
            </a:r>
            <a:endParaRPr lang="en-US" sz="1200" dirty="0">
              <a:solidFill>
                <a:schemeClr val="bg1">
                  <a:lumMod val="50000"/>
                </a:schemeClr>
              </a:solidFill>
            </a:endParaRPr>
          </a:p>
        </p:txBody>
      </p:sp>
      <p:sp>
        <p:nvSpPr>
          <p:cNvPr id="13" name="Shape 7">
            <a:extLst>
              <a:ext uri="{FF2B5EF4-FFF2-40B4-BE49-F238E27FC236}">
                <a16:creationId xmlns:a16="http://schemas.microsoft.com/office/drawing/2014/main" id="{9A1CA109-54E7-6B71-0A9E-4C3C6EB68A53}"/>
              </a:ext>
            </a:extLst>
          </p:cNvPr>
          <p:cNvSpPr/>
          <p:nvPr/>
        </p:nvSpPr>
        <p:spPr>
          <a:xfrm>
            <a:off x="5715000" y="1407835"/>
            <a:ext cx="2788920" cy="2384543"/>
          </a:xfrm>
          <a:prstGeom prst="rect">
            <a:avLst/>
          </a:prstGeom>
          <a:solidFill>
            <a:schemeClr val="bg1">
              <a:lumMod val="95000"/>
            </a:schemeClr>
          </a:solidFill>
          <a:ln w="12700">
            <a:solidFill>
              <a:schemeClr val="bg1">
                <a:lumMod val="95000"/>
              </a:schemeClr>
            </a:solidFill>
            <a:prstDash val="solid"/>
          </a:ln>
        </p:spPr>
        <p:txBody>
          <a:bodyPr/>
          <a:lstStyle/>
          <a:p>
            <a:endParaRPr lang="en-IN"/>
          </a:p>
        </p:txBody>
      </p:sp>
      <p:sp>
        <p:nvSpPr>
          <p:cNvPr id="14" name="Text 8">
            <a:extLst>
              <a:ext uri="{FF2B5EF4-FFF2-40B4-BE49-F238E27FC236}">
                <a16:creationId xmlns:a16="http://schemas.microsoft.com/office/drawing/2014/main" id="{CC0AC44B-4158-DFE5-54EA-746939F8931E}"/>
              </a:ext>
            </a:extLst>
          </p:cNvPr>
          <p:cNvSpPr/>
          <p:nvPr/>
        </p:nvSpPr>
        <p:spPr>
          <a:xfrm>
            <a:off x="5897880" y="1517562"/>
            <a:ext cx="2468880" cy="256032"/>
          </a:xfrm>
          <a:prstGeom prst="rect">
            <a:avLst/>
          </a:prstGeom>
          <a:noFill/>
          <a:ln/>
        </p:spPr>
        <p:txBody>
          <a:bodyPr wrap="square" lIns="0" tIns="0" rIns="0" bIns="0" rtlCol="0" anchor="ctr"/>
          <a:lstStyle/>
          <a:p>
            <a:pPr marL="0" indent="0">
              <a:buNone/>
            </a:pPr>
            <a:r>
              <a:rPr lang="en-US" sz="1100" b="1" kern="0" spc="100" dirty="0">
                <a:solidFill>
                  <a:srgbClr val="4C9F70"/>
                </a:solidFill>
                <a:ea typeface="Calibri" pitchFamily="34" charset="-122"/>
                <a:cs typeface="Calibri" pitchFamily="34" charset="-120"/>
              </a:rPr>
              <a:t>Advantages</a:t>
            </a:r>
            <a:endParaRPr lang="en-US" sz="1100" dirty="0"/>
          </a:p>
        </p:txBody>
      </p:sp>
      <p:sp>
        <p:nvSpPr>
          <p:cNvPr id="17" name="Text 9">
            <a:extLst>
              <a:ext uri="{FF2B5EF4-FFF2-40B4-BE49-F238E27FC236}">
                <a16:creationId xmlns:a16="http://schemas.microsoft.com/office/drawing/2014/main" id="{7E27C09F-7762-D9B6-09C0-3E1E57310927}"/>
              </a:ext>
            </a:extLst>
          </p:cNvPr>
          <p:cNvSpPr/>
          <p:nvPr/>
        </p:nvSpPr>
        <p:spPr>
          <a:xfrm>
            <a:off x="5897880" y="1791882"/>
            <a:ext cx="2468880" cy="2834640"/>
          </a:xfrm>
          <a:prstGeom prst="rect">
            <a:avLst/>
          </a:prstGeom>
          <a:noFill/>
          <a:ln/>
        </p:spPr>
        <p:txBody>
          <a:bodyPr wrap="square" lIns="0" tIns="0" rIns="0" bIns="0" rtlCol="0" anchor="t"/>
          <a:lstStyle/>
          <a:p>
            <a:pPr marL="177800" indent="-177800">
              <a:buSzPct val="100000"/>
              <a:buChar char="▪"/>
            </a:pPr>
            <a:r>
              <a:rPr lang="en-US" sz="1080" dirty="0">
                <a:solidFill>
                  <a:srgbClr val="1A1A2E"/>
                </a:solidFill>
                <a:ea typeface="Calibri" pitchFamily="34" charset="-122"/>
                <a:cs typeface="Calibri" pitchFamily="34" charset="-120"/>
              </a:rPr>
              <a:t>Fastest path to enabling department-level AI adoption - no central platform build needed</a:t>
            </a:r>
          </a:p>
          <a:p>
            <a:pPr marL="177800" indent="-177800">
              <a:buSzPct val="100000"/>
              <a:buChar char="▪"/>
            </a:pPr>
            <a:r>
              <a:rPr lang="en-US" sz="1080" dirty="0">
                <a:solidFill>
                  <a:srgbClr val="1A1A2E"/>
                </a:solidFill>
                <a:ea typeface="Calibri" pitchFamily="34" charset="-122"/>
                <a:cs typeface="Calibri" pitchFamily="34" charset="-120"/>
              </a:rPr>
              <a:t>Leverages competitive market pricing and innovation from multiple vendors</a:t>
            </a:r>
          </a:p>
          <a:p>
            <a:pPr marL="177800" indent="-177800">
              <a:buSzPct val="100000"/>
              <a:buChar char="▪"/>
            </a:pPr>
            <a:r>
              <a:rPr lang="en-US" sz="1080" dirty="0">
                <a:solidFill>
                  <a:srgbClr val="1A1A2E"/>
                </a:solidFill>
                <a:ea typeface="Calibri" pitchFamily="34" charset="-122"/>
                <a:cs typeface="Calibri" pitchFamily="34" charset="-120"/>
              </a:rPr>
              <a:t>Departments retain flexibility to choose solutions matched to their specific needs</a:t>
            </a:r>
          </a:p>
          <a:p>
            <a:pPr marL="177800" indent="-177800">
              <a:buSzPct val="100000"/>
              <a:buChar char="▪"/>
            </a:pPr>
            <a:r>
              <a:rPr lang="en-US" sz="1080" dirty="0">
                <a:solidFill>
                  <a:srgbClr val="1A1A2E"/>
                </a:solidFill>
                <a:ea typeface="Calibri" pitchFamily="34" charset="-122"/>
                <a:cs typeface="Calibri" pitchFamily="34" charset="-120"/>
              </a:rPr>
              <a:t>Lower upfront capital and technical burden on CHiPS</a:t>
            </a:r>
          </a:p>
          <a:p>
            <a:pPr marL="177800" indent="-177800">
              <a:buSzPct val="100000"/>
              <a:buChar char="▪"/>
            </a:pPr>
            <a:r>
              <a:rPr lang="en-US" sz="1080" dirty="0">
                <a:solidFill>
                  <a:srgbClr val="1A1A2E"/>
                </a:solidFill>
                <a:ea typeface="Calibri" pitchFamily="34" charset="-122"/>
                <a:cs typeface="Calibri" pitchFamily="34" charset="-120"/>
              </a:rPr>
              <a:t>Scales naturally as more departments and use cases come forward</a:t>
            </a:r>
          </a:p>
        </p:txBody>
      </p:sp>
      <p:sp>
        <p:nvSpPr>
          <p:cNvPr id="18" name="Shape 10">
            <a:extLst>
              <a:ext uri="{FF2B5EF4-FFF2-40B4-BE49-F238E27FC236}">
                <a16:creationId xmlns:a16="http://schemas.microsoft.com/office/drawing/2014/main" id="{6BAB519A-1FF3-9605-9F65-8E09BD12B2BE}"/>
              </a:ext>
            </a:extLst>
          </p:cNvPr>
          <p:cNvSpPr/>
          <p:nvPr/>
        </p:nvSpPr>
        <p:spPr>
          <a:xfrm>
            <a:off x="8641080" y="1407835"/>
            <a:ext cx="3090672" cy="2384543"/>
          </a:xfrm>
          <a:prstGeom prst="rect">
            <a:avLst/>
          </a:prstGeom>
          <a:solidFill>
            <a:schemeClr val="bg1">
              <a:lumMod val="95000"/>
            </a:schemeClr>
          </a:solidFill>
          <a:ln w="12700">
            <a:solidFill>
              <a:schemeClr val="bg1">
                <a:lumMod val="95000"/>
              </a:schemeClr>
            </a:solidFill>
            <a:prstDash val="solid"/>
          </a:ln>
        </p:spPr>
        <p:txBody>
          <a:bodyPr/>
          <a:lstStyle/>
          <a:p>
            <a:endParaRPr lang="en-IN"/>
          </a:p>
        </p:txBody>
      </p:sp>
      <p:sp>
        <p:nvSpPr>
          <p:cNvPr id="21" name="Text 11">
            <a:extLst>
              <a:ext uri="{FF2B5EF4-FFF2-40B4-BE49-F238E27FC236}">
                <a16:creationId xmlns:a16="http://schemas.microsoft.com/office/drawing/2014/main" id="{F4212DD7-AD8A-9830-4E3E-02328C0E4F12}"/>
              </a:ext>
            </a:extLst>
          </p:cNvPr>
          <p:cNvSpPr/>
          <p:nvPr/>
        </p:nvSpPr>
        <p:spPr>
          <a:xfrm>
            <a:off x="8823960" y="1517562"/>
            <a:ext cx="2743200" cy="256032"/>
          </a:xfrm>
          <a:prstGeom prst="rect">
            <a:avLst/>
          </a:prstGeom>
          <a:noFill/>
          <a:ln/>
        </p:spPr>
        <p:txBody>
          <a:bodyPr wrap="square" lIns="0" tIns="0" rIns="0" bIns="0" rtlCol="0" anchor="ctr"/>
          <a:lstStyle/>
          <a:p>
            <a:pPr marL="0" indent="0">
              <a:buNone/>
            </a:pPr>
            <a:r>
              <a:rPr lang="en-US" sz="1100" b="1" kern="0" spc="100" dirty="0">
                <a:solidFill>
                  <a:srgbClr val="B23A48"/>
                </a:solidFill>
                <a:ea typeface="Calibri" pitchFamily="34" charset="-122"/>
                <a:cs typeface="Calibri" pitchFamily="34" charset="-120"/>
              </a:rPr>
              <a:t>Challenges</a:t>
            </a:r>
            <a:endParaRPr lang="en-US" sz="1100" dirty="0"/>
          </a:p>
        </p:txBody>
      </p:sp>
      <p:sp>
        <p:nvSpPr>
          <p:cNvPr id="22" name="Text 12">
            <a:extLst>
              <a:ext uri="{FF2B5EF4-FFF2-40B4-BE49-F238E27FC236}">
                <a16:creationId xmlns:a16="http://schemas.microsoft.com/office/drawing/2014/main" id="{55635C4F-7B7D-CE70-E40F-6504AE3DB6D4}"/>
              </a:ext>
            </a:extLst>
          </p:cNvPr>
          <p:cNvSpPr/>
          <p:nvPr/>
        </p:nvSpPr>
        <p:spPr>
          <a:xfrm>
            <a:off x="8823960" y="1791882"/>
            <a:ext cx="2743200" cy="2161474"/>
          </a:xfrm>
          <a:prstGeom prst="rect">
            <a:avLst/>
          </a:prstGeom>
          <a:noFill/>
          <a:ln/>
        </p:spPr>
        <p:txBody>
          <a:bodyPr wrap="square" lIns="0" tIns="0" rIns="0" bIns="0" rtlCol="0" anchor="t"/>
          <a:lstStyle/>
          <a:p>
            <a:pPr marL="177800" indent="-177800">
              <a:buSzPct val="100000"/>
              <a:buChar char="▪"/>
            </a:pPr>
            <a:r>
              <a:rPr lang="en-US" sz="1080" dirty="0">
                <a:solidFill>
                  <a:srgbClr val="1A1A2E"/>
                </a:solidFill>
                <a:ea typeface="Calibri" pitchFamily="34" charset="-122"/>
                <a:cs typeface="Calibri" pitchFamily="34" charset="-120"/>
              </a:rPr>
              <a:t>Risk of fragmented, inconsistent AI adoption without shared governance or data standards</a:t>
            </a:r>
          </a:p>
          <a:p>
            <a:pPr marL="177800" indent="-177800">
              <a:buSzPct val="100000"/>
              <a:buChar char="▪"/>
            </a:pPr>
            <a:r>
              <a:rPr lang="en-US" sz="1080" dirty="0">
                <a:solidFill>
                  <a:srgbClr val="1A1A2E"/>
                </a:solidFill>
                <a:ea typeface="Calibri" pitchFamily="34" charset="-122"/>
                <a:cs typeface="Calibri" pitchFamily="34" charset="-120"/>
              </a:rPr>
              <a:t>No central reusable infrastructure - duplicate spend likely across departments</a:t>
            </a:r>
          </a:p>
          <a:p>
            <a:pPr marL="177800" indent="-177800">
              <a:buSzPct val="100000"/>
              <a:buChar char="▪"/>
            </a:pPr>
            <a:r>
              <a:rPr lang="en-US" sz="1080" dirty="0">
                <a:solidFill>
                  <a:srgbClr val="1A1A2E"/>
                </a:solidFill>
                <a:ea typeface="Calibri" pitchFamily="34" charset="-122"/>
                <a:cs typeface="Calibri" pitchFamily="34" charset="-120"/>
              </a:rPr>
              <a:t>Harder to enforce Responsible AI, security, and audit consistency across many vendors</a:t>
            </a:r>
          </a:p>
        </p:txBody>
      </p:sp>
      <p:sp>
        <p:nvSpPr>
          <p:cNvPr id="46" name="Shape 25">
            <a:extLst>
              <a:ext uri="{FF2B5EF4-FFF2-40B4-BE49-F238E27FC236}">
                <a16:creationId xmlns:a16="http://schemas.microsoft.com/office/drawing/2014/main" id="{D26A0AC4-C019-C359-77AB-75F600EEBCBC}"/>
              </a:ext>
            </a:extLst>
          </p:cNvPr>
          <p:cNvSpPr/>
          <p:nvPr/>
        </p:nvSpPr>
        <p:spPr>
          <a:xfrm>
            <a:off x="457200" y="5943600"/>
            <a:ext cx="11247120" cy="566928"/>
          </a:xfrm>
          <a:prstGeom prst="roundRect">
            <a:avLst>
              <a:gd name="adj" fmla="val 9677"/>
            </a:avLst>
          </a:prstGeom>
          <a:solidFill>
            <a:schemeClr val="accent3"/>
          </a:solidFill>
          <a:ln/>
        </p:spPr>
        <p:txBody>
          <a:bodyPr/>
          <a:lstStyle/>
          <a:p>
            <a:endParaRPr lang="en-IN"/>
          </a:p>
        </p:txBody>
      </p:sp>
      <p:sp>
        <p:nvSpPr>
          <p:cNvPr id="47" name="Text 26">
            <a:extLst>
              <a:ext uri="{FF2B5EF4-FFF2-40B4-BE49-F238E27FC236}">
                <a16:creationId xmlns:a16="http://schemas.microsoft.com/office/drawing/2014/main" id="{1A7C70AD-BA3E-3237-E96D-2F9B7F696B0B}"/>
              </a:ext>
            </a:extLst>
          </p:cNvPr>
          <p:cNvSpPr/>
          <p:nvPr/>
        </p:nvSpPr>
        <p:spPr>
          <a:xfrm>
            <a:off x="640080" y="5943600"/>
            <a:ext cx="10881360" cy="566928"/>
          </a:xfrm>
          <a:prstGeom prst="rect">
            <a:avLst/>
          </a:prstGeom>
          <a:noFill/>
          <a:ln/>
        </p:spPr>
        <p:txBody>
          <a:bodyPr wrap="square" lIns="0" tIns="0" rIns="0" bIns="0" rtlCol="0" anchor="ctr"/>
          <a:lstStyle/>
          <a:p>
            <a:pPr marL="0" indent="0">
              <a:buNone/>
            </a:pPr>
            <a:r>
              <a:rPr lang="en-US" sz="1150" b="1" dirty="0">
                <a:solidFill>
                  <a:srgbClr val="F2B705"/>
                </a:solidFill>
                <a:ea typeface="Calibri" pitchFamily="34" charset="-122"/>
                <a:cs typeface="Calibri" pitchFamily="34" charset="-120"/>
              </a:rPr>
              <a:t>Recommendation:  </a:t>
            </a:r>
            <a:r>
              <a:rPr lang="en-US" sz="1200" dirty="0">
                <a:solidFill>
                  <a:schemeClr val="bg1"/>
                </a:solidFill>
              </a:rPr>
              <a:t>Would provide  CHiPS with adequate provisions to govern AI implementation</a:t>
            </a:r>
          </a:p>
        </p:txBody>
      </p:sp>
      <p:sp>
        <p:nvSpPr>
          <p:cNvPr id="51" name="Text 3">
            <a:extLst>
              <a:ext uri="{FF2B5EF4-FFF2-40B4-BE49-F238E27FC236}">
                <a16:creationId xmlns:a16="http://schemas.microsoft.com/office/drawing/2014/main" id="{F4E7501E-448C-2C0E-784B-F0CD1C3440B8}"/>
              </a:ext>
            </a:extLst>
          </p:cNvPr>
          <p:cNvSpPr/>
          <p:nvPr/>
        </p:nvSpPr>
        <p:spPr>
          <a:xfrm>
            <a:off x="432054" y="1955055"/>
            <a:ext cx="5120640" cy="256032"/>
          </a:xfrm>
          <a:prstGeom prst="rect">
            <a:avLst/>
          </a:prstGeom>
          <a:noFill/>
          <a:ln/>
        </p:spPr>
        <p:txBody>
          <a:bodyPr wrap="square" lIns="0" tIns="0" rIns="0" bIns="0" rtlCol="0" anchor="ctr"/>
          <a:lstStyle/>
          <a:p>
            <a:pPr marL="0" indent="0">
              <a:buNone/>
            </a:pPr>
            <a:r>
              <a:rPr lang="en-US" sz="1200" b="1" kern="0" spc="100" dirty="0">
                <a:solidFill>
                  <a:srgbClr val="F2B705"/>
                </a:solidFill>
                <a:ea typeface="Calibri" pitchFamily="34" charset="-122"/>
                <a:cs typeface="Calibri" pitchFamily="34" charset="-120"/>
              </a:rPr>
              <a:t>Approach</a:t>
            </a:r>
            <a:endParaRPr lang="en-US" sz="1200" b="1" dirty="0"/>
          </a:p>
        </p:txBody>
      </p:sp>
      <p:sp>
        <p:nvSpPr>
          <p:cNvPr id="52" name="Text 4">
            <a:extLst>
              <a:ext uri="{FF2B5EF4-FFF2-40B4-BE49-F238E27FC236}">
                <a16:creationId xmlns:a16="http://schemas.microsoft.com/office/drawing/2014/main" id="{4A92243A-213C-1567-C772-95BAD2901914}"/>
              </a:ext>
            </a:extLst>
          </p:cNvPr>
          <p:cNvSpPr/>
          <p:nvPr/>
        </p:nvSpPr>
        <p:spPr>
          <a:xfrm>
            <a:off x="427482" y="2244989"/>
            <a:ext cx="5120640" cy="1417320"/>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200" dirty="0"/>
              <a:t>Define empanelment criteria - technical, pricing, and past performance etc.</a:t>
            </a:r>
          </a:p>
          <a:p>
            <a:pPr marL="171450" indent="-171450">
              <a:buFont typeface="Arial" panose="020B0604020202020204" pitchFamily="34" charset="0"/>
              <a:buChar char="•"/>
            </a:pPr>
            <a:r>
              <a:rPr lang="en-US" sz="1200" dirty="0"/>
              <a:t>Publish an EOI/RFP for Agentic AI vendor empanelment across defined use-case categories</a:t>
            </a:r>
          </a:p>
          <a:p>
            <a:pPr marL="171450" indent="-171450">
              <a:buFont typeface="Arial" panose="020B0604020202020204" pitchFamily="34" charset="0"/>
              <a:buChar char="•"/>
            </a:pPr>
            <a:r>
              <a:rPr lang="en-US" sz="1200" dirty="0"/>
              <a:t>Evaluate and empanel qualified vendors; publish a rate contract/framework</a:t>
            </a:r>
          </a:p>
          <a:p>
            <a:pPr marL="171450" indent="-171450">
              <a:buFont typeface="Arial" panose="020B0604020202020204" pitchFamily="34" charset="0"/>
              <a:buChar char="•"/>
            </a:pPr>
            <a:r>
              <a:rPr lang="en-US" sz="1200" dirty="0"/>
              <a:t>Issue guidelines to departments for engaging empanelled vendors, with a baseline security/RAI checklist</a:t>
            </a:r>
          </a:p>
          <a:p>
            <a:pPr marL="171450" indent="-171450">
              <a:buFont typeface="Arial" panose="020B0604020202020204" pitchFamily="34" charset="0"/>
              <a:buChar char="•"/>
            </a:pPr>
            <a:r>
              <a:rPr lang="en-US" sz="1200" dirty="0"/>
              <a:t>Set up a light-touch central oversight cell within CHiPS empanelment team to track issues (if any)</a:t>
            </a:r>
          </a:p>
          <a:p>
            <a:pPr marL="171450" indent="-171450">
              <a:buFont typeface="Arial" panose="020B0604020202020204" pitchFamily="34" charset="0"/>
              <a:buChar char="•"/>
            </a:pPr>
            <a:r>
              <a:rPr lang="en-US" sz="1200" dirty="0"/>
              <a:t>Review performance annually and refresh the empanelment as required</a:t>
            </a:r>
          </a:p>
        </p:txBody>
      </p:sp>
      <p:grpSp>
        <p:nvGrpSpPr>
          <p:cNvPr id="53" name="Group 52">
            <a:extLst>
              <a:ext uri="{FF2B5EF4-FFF2-40B4-BE49-F238E27FC236}">
                <a16:creationId xmlns:a16="http://schemas.microsoft.com/office/drawing/2014/main" id="{C45B069C-AA13-2367-AA36-BDB8CAA53945}"/>
              </a:ext>
            </a:extLst>
          </p:cNvPr>
          <p:cNvGrpSpPr/>
          <p:nvPr/>
        </p:nvGrpSpPr>
        <p:grpSpPr>
          <a:xfrm>
            <a:off x="5897881" y="4374735"/>
            <a:ext cx="5669279" cy="1459648"/>
            <a:chOff x="976804" y="2325204"/>
            <a:chExt cx="4732332" cy="1676156"/>
          </a:xfrm>
        </p:grpSpPr>
        <p:sp>
          <p:nvSpPr>
            <p:cNvPr id="81" name="Pentagon 10">
              <a:extLst>
                <a:ext uri="{FF2B5EF4-FFF2-40B4-BE49-F238E27FC236}">
                  <a16:creationId xmlns:a16="http://schemas.microsoft.com/office/drawing/2014/main" id="{1E43F788-6C8E-98E1-C4D7-F571222CE4FD}"/>
                </a:ext>
              </a:extLst>
            </p:cNvPr>
            <p:cNvSpPr/>
            <p:nvPr/>
          </p:nvSpPr>
          <p:spPr>
            <a:xfrm>
              <a:off x="1517208" y="3409840"/>
              <a:ext cx="4191928" cy="487810"/>
            </a:xfrm>
            <a:prstGeom prst="homePlat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r>
                <a:rPr lang="en-US" sz="1050" dirty="0">
                  <a:solidFill>
                    <a:schemeClr val="tx1"/>
                  </a:solidFill>
                </a:rPr>
                <a:t>Should this run in parallel with, rather than instead of, a future Enterprise AI Platform?</a:t>
              </a:r>
            </a:p>
          </p:txBody>
        </p:sp>
        <p:sp>
          <p:nvSpPr>
            <p:cNvPr id="82" name="Pentagon 9">
              <a:extLst>
                <a:ext uri="{FF2B5EF4-FFF2-40B4-BE49-F238E27FC236}">
                  <a16:creationId xmlns:a16="http://schemas.microsoft.com/office/drawing/2014/main" id="{9FF897E6-E211-E593-4D41-34224972BA2A}"/>
                </a:ext>
              </a:extLst>
            </p:cNvPr>
            <p:cNvSpPr/>
            <p:nvPr/>
          </p:nvSpPr>
          <p:spPr>
            <a:xfrm>
              <a:off x="1517208" y="2325204"/>
              <a:ext cx="4191928" cy="487810"/>
            </a:xfrm>
            <a:prstGeom prst="homePlat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r>
                <a:rPr lang="en-US" sz="1050" dirty="0">
                  <a:solidFill>
                    <a:schemeClr val="tx1"/>
                  </a:solidFill>
                </a:rPr>
                <a:t>Should EOI/RFP define the high ROI impactful Agentic AI use cases?</a:t>
              </a:r>
            </a:p>
          </p:txBody>
        </p:sp>
        <p:sp>
          <p:nvSpPr>
            <p:cNvPr id="83" name="Pentagon 11">
              <a:extLst>
                <a:ext uri="{FF2B5EF4-FFF2-40B4-BE49-F238E27FC236}">
                  <a16:creationId xmlns:a16="http://schemas.microsoft.com/office/drawing/2014/main" id="{0D62C031-EDA2-374F-7CA4-50E427B23520}"/>
                </a:ext>
              </a:extLst>
            </p:cNvPr>
            <p:cNvSpPr/>
            <p:nvPr/>
          </p:nvSpPr>
          <p:spPr>
            <a:xfrm>
              <a:off x="1517208" y="2877426"/>
              <a:ext cx="4191928" cy="487549"/>
            </a:xfrm>
            <a:prstGeom prst="homePlat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r>
                <a:rPr lang="en-US" sz="1050" dirty="0">
                  <a:solidFill>
                    <a:schemeClr val="tx1"/>
                  </a:solidFill>
                </a:rPr>
                <a:t>Do we know budget allocation by Departments for Gen AI/Agentic AI use cases?</a:t>
              </a:r>
            </a:p>
          </p:txBody>
        </p:sp>
        <p:sp>
          <p:nvSpPr>
            <p:cNvPr id="89" name="Pentagon 23">
              <a:extLst>
                <a:ext uri="{FF2B5EF4-FFF2-40B4-BE49-F238E27FC236}">
                  <a16:creationId xmlns:a16="http://schemas.microsoft.com/office/drawing/2014/main" id="{5F63253C-B9C9-2989-C759-EE02B370B556}"/>
                </a:ext>
              </a:extLst>
            </p:cNvPr>
            <p:cNvSpPr/>
            <p:nvPr/>
          </p:nvSpPr>
          <p:spPr>
            <a:xfrm rot="16200000" flipH="1">
              <a:off x="327693" y="2974319"/>
              <a:ext cx="1676152" cy="377930"/>
            </a:xfrm>
            <a:prstGeom prst="homePlate">
              <a:avLst>
                <a:gd name="adj" fmla="val 25643"/>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Key Decision Points</a:t>
              </a:r>
            </a:p>
          </p:txBody>
        </p:sp>
      </p:grpSp>
    </p:spTree>
    <p:extLst>
      <p:ext uri="{BB962C8B-B14F-4D97-AF65-F5344CB8AC3E}">
        <p14:creationId xmlns:p14="http://schemas.microsoft.com/office/powerpoint/2010/main" val="30408186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314CA-CC22-956D-B9DC-6C680903BF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2D18B0-8D3D-94C3-6FE9-F5EF3CAA745C}"/>
              </a:ext>
            </a:extLst>
          </p:cNvPr>
          <p:cNvSpPr txBox="1">
            <a:spLocks/>
          </p:cNvSpPr>
          <p:nvPr/>
        </p:nvSpPr>
        <p:spPr>
          <a:xfrm>
            <a:off x="473642" y="257967"/>
            <a:ext cx="11120259" cy="594360"/>
          </a:xfrm>
          <a:prstGeom prst="rect">
            <a:avLst/>
          </a:prstGeom>
        </p:spPr>
        <p:txBody>
          <a:bodyPr vert="horz" lIns="0" tIns="45720" rIns="0" bIns="0" rtlCol="0" anchor="b" anchorCtr="0">
            <a:noAutofit/>
          </a:bodyPr>
          <a:lstStyle>
            <a:lvl1pPr algn="l" defTabSz="914400" rtl="0" eaLnBrk="1" latinLnBrk="0" hangingPunct="1">
              <a:lnSpc>
                <a:spcPct val="80000"/>
              </a:lnSpc>
              <a:spcBef>
                <a:spcPct val="0"/>
              </a:spcBef>
              <a:buNone/>
              <a:defRPr lang="en-US" sz="3600" b="0" i="0" kern="1200" cap="none" spc="-75" baseline="0" dirty="0">
                <a:solidFill>
                  <a:schemeClr val="tx1"/>
                </a:solidFill>
                <a:latin typeface="+mj-lt"/>
                <a:ea typeface="Bebas Neue" charset="0"/>
                <a:cs typeface="Chronicle Display Black"/>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lang="it-IT" sz="3200" dirty="0">
                <a:solidFill>
                  <a:srgbClr val="000000"/>
                </a:solidFill>
                <a:latin typeface="Calibri" panose="020F0502020204030204" pitchFamily="34" charset="0"/>
                <a:cs typeface="Calibri" panose="020F0502020204030204" pitchFamily="34" charset="0"/>
              </a:rPr>
              <a:t>Department-Specific AI</a:t>
            </a:r>
          </a:p>
        </p:txBody>
      </p:sp>
      <p:sp>
        <p:nvSpPr>
          <p:cNvPr id="3" name="Text 2">
            <a:extLst>
              <a:ext uri="{FF2B5EF4-FFF2-40B4-BE49-F238E27FC236}">
                <a16:creationId xmlns:a16="http://schemas.microsoft.com/office/drawing/2014/main" id="{1B2AFBB2-9FE4-7F7D-3889-A02086B15362}"/>
              </a:ext>
            </a:extLst>
          </p:cNvPr>
          <p:cNvSpPr/>
          <p:nvPr/>
        </p:nvSpPr>
        <p:spPr>
          <a:xfrm>
            <a:off x="457200" y="1023786"/>
            <a:ext cx="11247120" cy="274320"/>
          </a:xfrm>
          <a:prstGeom prst="rect">
            <a:avLst/>
          </a:prstGeom>
          <a:noFill/>
          <a:ln/>
        </p:spPr>
        <p:txBody>
          <a:bodyPr wrap="square" lIns="0" tIns="0" rIns="0" bIns="0" rtlCol="0" anchor="ctr"/>
          <a:lstStyle/>
          <a:p>
            <a:r>
              <a:rPr lang="en-IN" sz="1200" dirty="0">
                <a:solidFill>
                  <a:schemeClr val="bg1">
                    <a:lumMod val="50000"/>
                  </a:schemeClr>
                </a:solidFill>
              </a:rPr>
              <a:t>SI is onboarded to implement select AI use cases as CHiPS would finalize basis consultation with the Departments</a:t>
            </a:r>
            <a:endParaRPr lang="en-US" sz="1200" dirty="0">
              <a:solidFill>
                <a:schemeClr val="bg1">
                  <a:lumMod val="50000"/>
                </a:schemeClr>
              </a:solidFill>
            </a:endParaRPr>
          </a:p>
        </p:txBody>
      </p:sp>
      <p:sp>
        <p:nvSpPr>
          <p:cNvPr id="13" name="Shape 7">
            <a:extLst>
              <a:ext uri="{FF2B5EF4-FFF2-40B4-BE49-F238E27FC236}">
                <a16:creationId xmlns:a16="http://schemas.microsoft.com/office/drawing/2014/main" id="{9A1CA109-54E7-6B71-0A9E-4C3C6EB68A53}"/>
              </a:ext>
            </a:extLst>
          </p:cNvPr>
          <p:cNvSpPr/>
          <p:nvPr/>
        </p:nvSpPr>
        <p:spPr>
          <a:xfrm>
            <a:off x="5715000" y="1407835"/>
            <a:ext cx="2788920" cy="2384543"/>
          </a:xfrm>
          <a:prstGeom prst="rect">
            <a:avLst/>
          </a:prstGeom>
          <a:solidFill>
            <a:schemeClr val="bg1">
              <a:lumMod val="95000"/>
            </a:schemeClr>
          </a:solidFill>
          <a:ln w="12700">
            <a:solidFill>
              <a:schemeClr val="bg1">
                <a:lumMod val="95000"/>
              </a:schemeClr>
            </a:solidFill>
            <a:prstDash val="solid"/>
          </a:ln>
        </p:spPr>
        <p:txBody>
          <a:bodyPr/>
          <a:lstStyle/>
          <a:p>
            <a:endParaRPr lang="en-IN"/>
          </a:p>
        </p:txBody>
      </p:sp>
      <p:sp>
        <p:nvSpPr>
          <p:cNvPr id="14" name="Text 8">
            <a:extLst>
              <a:ext uri="{FF2B5EF4-FFF2-40B4-BE49-F238E27FC236}">
                <a16:creationId xmlns:a16="http://schemas.microsoft.com/office/drawing/2014/main" id="{CC0AC44B-4158-DFE5-54EA-746939F8931E}"/>
              </a:ext>
            </a:extLst>
          </p:cNvPr>
          <p:cNvSpPr/>
          <p:nvPr/>
        </p:nvSpPr>
        <p:spPr>
          <a:xfrm>
            <a:off x="5897880" y="1517562"/>
            <a:ext cx="2468880" cy="256032"/>
          </a:xfrm>
          <a:prstGeom prst="rect">
            <a:avLst/>
          </a:prstGeom>
          <a:noFill/>
          <a:ln/>
        </p:spPr>
        <p:txBody>
          <a:bodyPr wrap="square" lIns="0" tIns="0" rIns="0" bIns="0" rtlCol="0" anchor="ctr"/>
          <a:lstStyle/>
          <a:p>
            <a:pPr marL="0" indent="0">
              <a:buNone/>
            </a:pPr>
            <a:r>
              <a:rPr lang="en-US" sz="1100" b="1" kern="0" spc="100" dirty="0">
                <a:solidFill>
                  <a:srgbClr val="4C9F70"/>
                </a:solidFill>
                <a:ea typeface="Calibri" pitchFamily="34" charset="-122"/>
                <a:cs typeface="Calibri" pitchFamily="34" charset="-120"/>
              </a:rPr>
              <a:t>Advantages</a:t>
            </a:r>
            <a:endParaRPr lang="en-US" sz="1100" dirty="0"/>
          </a:p>
        </p:txBody>
      </p:sp>
      <p:sp>
        <p:nvSpPr>
          <p:cNvPr id="17" name="Text 9">
            <a:extLst>
              <a:ext uri="{FF2B5EF4-FFF2-40B4-BE49-F238E27FC236}">
                <a16:creationId xmlns:a16="http://schemas.microsoft.com/office/drawing/2014/main" id="{7E27C09F-7762-D9B6-09C0-3E1E57310927}"/>
              </a:ext>
            </a:extLst>
          </p:cNvPr>
          <p:cNvSpPr/>
          <p:nvPr/>
        </p:nvSpPr>
        <p:spPr>
          <a:xfrm>
            <a:off x="5897880" y="1791882"/>
            <a:ext cx="2468880" cy="2834640"/>
          </a:xfrm>
          <a:prstGeom prst="rect">
            <a:avLst/>
          </a:prstGeom>
          <a:noFill/>
          <a:ln/>
        </p:spPr>
        <p:txBody>
          <a:bodyPr wrap="square" lIns="0" tIns="0" rIns="0" bIns="0" rtlCol="0" anchor="t"/>
          <a:lstStyle/>
          <a:p>
            <a:pPr marL="177800" indent="-177800">
              <a:buSzPct val="100000"/>
              <a:buChar char="▪"/>
            </a:pPr>
            <a:r>
              <a:rPr lang="en-US" sz="1080" dirty="0">
                <a:solidFill>
                  <a:srgbClr val="1A1A2E"/>
                </a:solidFill>
                <a:ea typeface="Calibri" pitchFamily="34" charset="-122"/>
                <a:cs typeface="Calibri" pitchFamily="34" charset="-120"/>
              </a:rPr>
              <a:t>Specified number of AI use cases implementation would be the scope of the SI</a:t>
            </a:r>
          </a:p>
        </p:txBody>
      </p:sp>
      <p:sp>
        <p:nvSpPr>
          <p:cNvPr id="18" name="Shape 10">
            <a:extLst>
              <a:ext uri="{FF2B5EF4-FFF2-40B4-BE49-F238E27FC236}">
                <a16:creationId xmlns:a16="http://schemas.microsoft.com/office/drawing/2014/main" id="{6BAB519A-1FF3-9605-9F65-8E09BD12B2BE}"/>
              </a:ext>
            </a:extLst>
          </p:cNvPr>
          <p:cNvSpPr/>
          <p:nvPr/>
        </p:nvSpPr>
        <p:spPr>
          <a:xfrm>
            <a:off x="8641080" y="1407835"/>
            <a:ext cx="3090672" cy="2384543"/>
          </a:xfrm>
          <a:prstGeom prst="rect">
            <a:avLst/>
          </a:prstGeom>
          <a:solidFill>
            <a:schemeClr val="bg1">
              <a:lumMod val="95000"/>
            </a:schemeClr>
          </a:solidFill>
          <a:ln w="12700">
            <a:solidFill>
              <a:schemeClr val="bg1">
                <a:lumMod val="95000"/>
              </a:schemeClr>
            </a:solidFill>
            <a:prstDash val="solid"/>
          </a:ln>
        </p:spPr>
        <p:txBody>
          <a:bodyPr/>
          <a:lstStyle/>
          <a:p>
            <a:endParaRPr lang="en-IN"/>
          </a:p>
        </p:txBody>
      </p:sp>
      <p:sp>
        <p:nvSpPr>
          <p:cNvPr id="21" name="Text 11">
            <a:extLst>
              <a:ext uri="{FF2B5EF4-FFF2-40B4-BE49-F238E27FC236}">
                <a16:creationId xmlns:a16="http://schemas.microsoft.com/office/drawing/2014/main" id="{F4212DD7-AD8A-9830-4E3E-02328C0E4F12}"/>
              </a:ext>
            </a:extLst>
          </p:cNvPr>
          <p:cNvSpPr/>
          <p:nvPr/>
        </p:nvSpPr>
        <p:spPr>
          <a:xfrm>
            <a:off x="8823960" y="1517562"/>
            <a:ext cx="2743200" cy="256032"/>
          </a:xfrm>
          <a:prstGeom prst="rect">
            <a:avLst/>
          </a:prstGeom>
          <a:noFill/>
          <a:ln/>
        </p:spPr>
        <p:txBody>
          <a:bodyPr wrap="square" lIns="0" tIns="0" rIns="0" bIns="0" rtlCol="0" anchor="ctr"/>
          <a:lstStyle/>
          <a:p>
            <a:pPr marL="0" indent="0">
              <a:buNone/>
            </a:pPr>
            <a:r>
              <a:rPr lang="en-US" sz="1100" b="1" kern="0" spc="100" dirty="0">
                <a:solidFill>
                  <a:srgbClr val="B23A48"/>
                </a:solidFill>
                <a:ea typeface="Calibri" pitchFamily="34" charset="-122"/>
                <a:cs typeface="Calibri" pitchFamily="34" charset="-120"/>
              </a:rPr>
              <a:t>Challenges</a:t>
            </a:r>
            <a:endParaRPr lang="en-US" sz="1100" dirty="0"/>
          </a:p>
        </p:txBody>
      </p:sp>
      <p:sp>
        <p:nvSpPr>
          <p:cNvPr id="22" name="Text 12">
            <a:extLst>
              <a:ext uri="{FF2B5EF4-FFF2-40B4-BE49-F238E27FC236}">
                <a16:creationId xmlns:a16="http://schemas.microsoft.com/office/drawing/2014/main" id="{55635C4F-7B7D-CE70-E40F-6504AE3DB6D4}"/>
              </a:ext>
            </a:extLst>
          </p:cNvPr>
          <p:cNvSpPr/>
          <p:nvPr/>
        </p:nvSpPr>
        <p:spPr>
          <a:xfrm>
            <a:off x="8823960" y="1791882"/>
            <a:ext cx="2743200" cy="2161474"/>
          </a:xfrm>
          <a:prstGeom prst="rect">
            <a:avLst/>
          </a:prstGeom>
          <a:noFill/>
          <a:ln/>
        </p:spPr>
        <p:txBody>
          <a:bodyPr wrap="square" lIns="0" tIns="0" rIns="0" bIns="0" rtlCol="0" anchor="t"/>
          <a:lstStyle/>
          <a:p>
            <a:pPr marL="177800" indent="-177800">
              <a:buSzPct val="100000"/>
              <a:buChar char="▪"/>
            </a:pPr>
            <a:r>
              <a:rPr lang="en-US" sz="1080" dirty="0">
                <a:solidFill>
                  <a:srgbClr val="1A1A2E"/>
                </a:solidFill>
                <a:ea typeface="Calibri" pitchFamily="34" charset="-122"/>
                <a:cs typeface="Calibri" pitchFamily="34" charset="-120"/>
              </a:rPr>
              <a:t>Departments need to provide commitment with respect to datasets provision and technical support as per the timelines that would be mentioned in the potential procurement pathway</a:t>
            </a:r>
          </a:p>
          <a:p>
            <a:pPr>
              <a:buSzPct val="100000"/>
            </a:pPr>
            <a:endParaRPr lang="en-US" sz="1080" dirty="0">
              <a:solidFill>
                <a:srgbClr val="1A1A2E"/>
              </a:solidFill>
              <a:ea typeface="Calibri" pitchFamily="34" charset="-122"/>
              <a:cs typeface="Calibri" pitchFamily="34" charset="-120"/>
            </a:endParaRPr>
          </a:p>
        </p:txBody>
      </p:sp>
      <p:sp>
        <p:nvSpPr>
          <p:cNvPr id="46" name="Shape 25">
            <a:extLst>
              <a:ext uri="{FF2B5EF4-FFF2-40B4-BE49-F238E27FC236}">
                <a16:creationId xmlns:a16="http://schemas.microsoft.com/office/drawing/2014/main" id="{D26A0AC4-C019-C359-77AB-75F600EEBCBC}"/>
              </a:ext>
            </a:extLst>
          </p:cNvPr>
          <p:cNvSpPr/>
          <p:nvPr/>
        </p:nvSpPr>
        <p:spPr>
          <a:xfrm>
            <a:off x="457200" y="5943600"/>
            <a:ext cx="11247120" cy="566928"/>
          </a:xfrm>
          <a:prstGeom prst="roundRect">
            <a:avLst>
              <a:gd name="adj" fmla="val 9677"/>
            </a:avLst>
          </a:prstGeom>
          <a:solidFill>
            <a:schemeClr val="accent3"/>
          </a:solidFill>
          <a:ln/>
        </p:spPr>
        <p:txBody>
          <a:bodyPr/>
          <a:lstStyle/>
          <a:p>
            <a:endParaRPr lang="en-IN"/>
          </a:p>
        </p:txBody>
      </p:sp>
      <p:sp>
        <p:nvSpPr>
          <p:cNvPr id="47" name="Text 26">
            <a:extLst>
              <a:ext uri="{FF2B5EF4-FFF2-40B4-BE49-F238E27FC236}">
                <a16:creationId xmlns:a16="http://schemas.microsoft.com/office/drawing/2014/main" id="{1A7C70AD-BA3E-3237-E96D-2F9B7F696B0B}"/>
              </a:ext>
            </a:extLst>
          </p:cNvPr>
          <p:cNvSpPr/>
          <p:nvPr/>
        </p:nvSpPr>
        <p:spPr>
          <a:xfrm>
            <a:off x="640080" y="5943600"/>
            <a:ext cx="10881360" cy="566928"/>
          </a:xfrm>
          <a:prstGeom prst="rect">
            <a:avLst/>
          </a:prstGeom>
          <a:noFill/>
          <a:ln/>
        </p:spPr>
        <p:txBody>
          <a:bodyPr wrap="square" lIns="0" tIns="0" rIns="0" bIns="0" rtlCol="0" anchor="ctr"/>
          <a:lstStyle/>
          <a:p>
            <a:pPr marL="0" indent="0">
              <a:buNone/>
            </a:pPr>
            <a:r>
              <a:rPr lang="en-US" sz="1150" b="1" dirty="0">
                <a:solidFill>
                  <a:srgbClr val="F2B705"/>
                </a:solidFill>
                <a:ea typeface="Calibri" pitchFamily="34" charset="-122"/>
                <a:cs typeface="Calibri" pitchFamily="34" charset="-120"/>
              </a:rPr>
              <a:t>Recommendation:  </a:t>
            </a:r>
            <a:r>
              <a:rPr lang="en-US" sz="1200" u="sng" dirty="0">
                <a:solidFill>
                  <a:schemeClr val="bg1"/>
                </a:solidFill>
              </a:rPr>
              <a:t>Not recommended </a:t>
            </a:r>
            <a:r>
              <a:rPr lang="en-US" sz="1200" dirty="0">
                <a:solidFill>
                  <a:schemeClr val="bg1"/>
                </a:solidFill>
              </a:rPr>
              <a:t>as the primary state strategy - while flexible for a single motivated department, it forgoes economies of scale and creates long-term governance and cost risks; suited only as a fallback for isolated, department-specific needs.</a:t>
            </a:r>
          </a:p>
        </p:txBody>
      </p:sp>
      <p:sp>
        <p:nvSpPr>
          <p:cNvPr id="51" name="Text 3">
            <a:extLst>
              <a:ext uri="{FF2B5EF4-FFF2-40B4-BE49-F238E27FC236}">
                <a16:creationId xmlns:a16="http://schemas.microsoft.com/office/drawing/2014/main" id="{F4E7501E-448C-2C0E-784B-F0CD1C3440B8}"/>
              </a:ext>
            </a:extLst>
          </p:cNvPr>
          <p:cNvSpPr/>
          <p:nvPr/>
        </p:nvSpPr>
        <p:spPr>
          <a:xfrm>
            <a:off x="432054" y="1808406"/>
            <a:ext cx="5120640" cy="256032"/>
          </a:xfrm>
          <a:prstGeom prst="rect">
            <a:avLst/>
          </a:prstGeom>
          <a:noFill/>
          <a:ln/>
        </p:spPr>
        <p:txBody>
          <a:bodyPr wrap="square" lIns="0" tIns="0" rIns="0" bIns="0" rtlCol="0" anchor="ctr"/>
          <a:lstStyle/>
          <a:p>
            <a:pPr marL="0" indent="0">
              <a:buNone/>
            </a:pPr>
            <a:r>
              <a:rPr lang="en-US" sz="1200" b="1" kern="0" spc="100" dirty="0">
                <a:solidFill>
                  <a:srgbClr val="F2B705"/>
                </a:solidFill>
                <a:ea typeface="Calibri" pitchFamily="34" charset="-122"/>
                <a:cs typeface="Calibri" pitchFamily="34" charset="-120"/>
              </a:rPr>
              <a:t>Approach for Implementation</a:t>
            </a:r>
            <a:endParaRPr lang="en-US" sz="1200" b="1" dirty="0"/>
          </a:p>
        </p:txBody>
      </p:sp>
      <p:sp>
        <p:nvSpPr>
          <p:cNvPr id="52" name="Text 4">
            <a:extLst>
              <a:ext uri="{FF2B5EF4-FFF2-40B4-BE49-F238E27FC236}">
                <a16:creationId xmlns:a16="http://schemas.microsoft.com/office/drawing/2014/main" id="{4A92243A-213C-1567-C772-95BAD2901914}"/>
              </a:ext>
            </a:extLst>
          </p:cNvPr>
          <p:cNvSpPr/>
          <p:nvPr/>
        </p:nvSpPr>
        <p:spPr>
          <a:xfrm>
            <a:off x="427482" y="2098340"/>
            <a:ext cx="5120640" cy="1417320"/>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200" dirty="0"/>
              <a:t>Identification, definition and prioritization of AI use cases across the departments</a:t>
            </a:r>
          </a:p>
          <a:p>
            <a:pPr marL="171450" indent="-171450">
              <a:buFont typeface="Arial" panose="020B0604020202020204" pitchFamily="34" charset="0"/>
              <a:buChar char="•"/>
            </a:pPr>
            <a:r>
              <a:rPr lang="en-US" sz="1200" dirty="0"/>
              <a:t>Obtain volumetrics and data availability for the prioritized AI use cases</a:t>
            </a:r>
          </a:p>
          <a:p>
            <a:pPr marL="171450" indent="-171450">
              <a:buFont typeface="Arial" panose="020B0604020202020204" pitchFamily="34" charset="0"/>
              <a:buChar char="•"/>
            </a:pPr>
            <a:r>
              <a:rPr lang="en-US" sz="1200" dirty="0"/>
              <a:t>Prepare proposal, RFP and perform bid process management to onboard the SI</a:t>
            </a:r>
          </a:p>
        </p:txBody>
      </p:sp>
      <p:grpSp>
        <p:nvGrpSpPr>
          <p:cNvPr id="53" name="Group 52">
            <a:extLst>
              <a:ext uri="{FF2B5EF4-FFF2-40B4-BE49-F238E27FC236}">
                <a16:creationId xmlns:a16="http://schemas.microsoft.com/office/drawing/2014/main" id="{C45B069C-AA13-2367-AA36-BDB8CAA53945}"/>
              </a:ext>
            </a:extLst>
          </p:cNvPr>
          <p:cNvGrpSpPr/>
          <p:nvPr/>
        </p:nvGrpSpPr>
        <p:grpSpPr>
          <a:xfrm>
            <a:off x="5897882" y="4304584"/>
            <a:ext cx="5669278" cy="1529798"/>
            <a:chOff x="976805" y="2244647"/>
            <a:chExt cx="4732331" cy="1756711"/>
          </a:xfrm>
        </p:grpSpPr>
        <p:sp>
          <p:nvSpPr>
            <p:cNvPr id="82" name="Pentagon 9">
              <a:extLst>
                <a:ext uri="{FF2B5EF4-FFF2-40B4-BE49-F238E27FC236}">
                  <a16:creationId xmlns:a16="http://schemas.microsoft.com/office/drawing/2014/main" id="{9FF897E6-E211-E593-4D41-34224972BA2A}"/>
                </a:ext>
              </a:extLst>
            </p:cNvPr>
            <p:cNvSpPr/>
            <p:nvPr/>
          </p:nvSpPr>
          <p:spPr>
            <a:xfrm>
              <a:off x="1517208" y="2503513"/>
              <a:ext cx="4191928" cy="487810"/>
            </a:xfrm>
            <a:prstGeom prst="homePlat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r>
                <a:rPr lang="en-US" sz="1050" dirty="0">
                  <a:solidFill>
                    <a:schemeClr val="tx1"/>
                  </a:solidFill>
                </a:rPr>
                <a:t>What can be the priority departments from where to get the AI use cases</a:t>
              </a:r>
            </a:p>
          </p:txBody>
        </p:sp>
        <p:sp>
          <p:nvSpPr>
            <p:cNvPr id="83" name="Pentagon 11">
              <a:extLst>
                <a:ext uri="{FF2B5EF4-FFF2-40B4-BE49-F238E27FC236}">
                  <a16:creationId xmlns:a16="http://schemas.microsoft.com/office/drawing/2014/main" id="{0D62C031-EDA2-374F-7CA4-50E427B23520}"/>
                </a:ext>
              </a:extLst>
            </p:cNvPr>
            <p:cNvSpPr/>
            <p:nvPr/>
          </p:nvSpPr>
          <p:spPr>
            <a:xfrm>
              <a:off x="1517208" y="3055736"/>
              <a:ext cx="4191928" cy="487549"/>
            </a:xfrm>
            <a:prstGeom prst="homePlat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r>
                <a:rPr lang="en-US" sz="1050" dirty="0">
                  <a:solidFill>
                    <a:schemeClr val="tx1"/>
                  </a:solidFill>
                </a:rPr>
                <a:t>Would GPUs be procured from </a:t>
              </a:r>
              <a:r>
                <a:rPr lang="en-US" sz="1050" dirty="0" err="1">
                  <a:solidFill>
                    <a:schemeClr val="tx1"/>
                  </a:solidFill>
                </a:rPr>
                <a:t>IndiaAI</a:t>
              </a:r>
              <a:r>
                <a:rPr lang="en-US" sz="1050" dirty="0">
                  <a:solidFill>
                    <a:schemeClr val="tx1"/>
                  </a:solidFill>
                </a:rPr>
                <a:t> or would SI need to have a back-to-back agreement with Infrastructure service provider</a:t>
              </a:r>
            </a:p>
          </p:txBody>
        </p:sp>
        <p:sp>
          <p:nvSpPr>
            <p:cNvPr id="89" name="Pentagon 23">
              <a:extLst>
                <a:ext uri="{FF2B5EF4-FFF2-40B4-BE49-F238E27FC236}">
                  <a16:creationId xmlns:a16="http://schemas.microsoft.com/office/drawing/2014/main" id="{5F63253C-B9C9-2989-C759-EE02B370B556}"/>
                </a:ext>
              </a:extLst>
            </p:cNvPr>
            <p:cNvSpPr/>
            <p:nvPr/>
          </p:nvSpPr>
          <p:spPr>
            <a:xfrm rot="16200000" flipH="1">
              <a:off x="287414" y="2934038"/>
              <a:ext cx="1756711" cy="377930"/>
            </a:xfrm>
            <a:prstGeom prst="homePlate">
              <a:avLst>
                <a:gd name="adj" fmla="val 25643"/>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Key Decision Points</a:t>
              </a:r>
            </a:p>
          </p:txBody>
        </p:sp>
      </p:grpSp>
    </p:spTree>
    <p:extLst>
      <p:ext uri="{BB962C8B-B14F-4D97-AF65-F5344CB8AC3E}">
        <p14:creationId xmlns:p14="http://schemas.microsoft.com/office/powerpoint/2010/main" val="15127833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314CA-CC22-956D-B9DC-6C680903BF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2D18B0-8D3D-94C3-6FE9-F5EF3CAA745C}"/>
              </a:ext>
            </a:extLst>
          </p:cNvPr>
          <p:cNvSpPr txBox="1">
            <a:spLocks/>
          </p:cNvSpPr>
          <p:nvPr/>
        </p:nvSpPr>
        <p:spPr>
          <a:xfrm>
            <a:off x="473642" y="257967"/>
            <a:ext cx="11120259" cy="594360"/>
          </a:xfrm>
          <a:prstGeom prst="rect">
            <a:avLst/>
          </a:prstGeom>
        </p:spPr>
        <p:txBody>
          <a:bodyPr vert="horz" lIns="0" tIns="45720" rIns="0" bIns="0" rtlCol="0" anchor="b" anchorCtr="0">
            <a:noAutofit/>
          </a:bodyPr>
          <a:lstStyle>
            <a:lvl1pPr algn="l" defTabSz="914400" rtl="0" eaLnBrk="1" latinLnBrk="0" hangingPunct="1">
              <a:lnSpc>
                <a:spcPct val="80000"/>
              </a:lnSpc>
              <a:spcBef>
                <a:spcPct val="0"/>
              </a:spcBef>
              <a:buNone/>
              <a:defRPr lang="en-US" sz="3600" b="0" i="0" kern="1200" cap="none" spc="-75" baseline="0" dirty="0">
                <a:solidFill>
                  <a:schemeClr val="tx1"/>
                </a:solidFill>
                <a:latin typeface="+mj-lt"/>
                <a:ea typeface="Bebas Neue" charset="0"/>
                <a:cs typeface="Chronicle Display Black"/>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lang="it-IT" sz="3200" dirty="0">
                <a:solidFill>
                  <a:srgbClr val="000000"/>
                </a:solidFill>
                <a:latin typeface="Calibri" panose="020F0502020204030204" pitchFamily="34" charset="0"/>
                <a:cs typeface="Calibri" panose="020F0502020204030204" pitchFamily="34" charset="0"/>
              </a:rPr>
              <a:t>AIKosh-Style AI Experimentation Platform</a:t>
            </a:r>
          </a:p>
        </p:txBody>
      </p:sp>
      <p:sp>
        <p:nvSpPr>
          <p:cNvPr id="3" name="Text 2">
            <a:extLst>
              <a:ext uri="{FF2B5EF4-FFF2-40B4-BE49-F238E27FC236}">
                <a16:creationId xmlns:a16="http://schemas.microsoft.com/office/drawing/2014/main" id="{1B2AFBB2-9FE4-7F7D-3889-A02086B15362}"/>
              </a:ext>
            </a:extLst>
          </p:cNvPr>
          <p:cNvSpPr/>
          <p:nvPr/>
        </p:nvSpPr>
        <p:spPr>
          <a:xfrm>
            <a:off x="457200" y="1023786"/>
            <a:ext cx="11247120" cy="274320"/>
          </a:xfrm>
          <a:prstGeom prst="rect">
            <a:avLst/>
          </a:prstGeom>
          <a:noFill/>
          <a:ln/>
        </p:spPr>
        <p:txBody>
          <a:bodyPr wrap="square" lIns="0" tIns="0" rIns="0" bIns="0" rtlCol="0" anchor="ctr"/>
          <a:lstStyle/>
          <a:p>
            <a:r>
              <a:rPr lang="en-IN" sz="1200" dirty="0">
                <a:solidFill>
                  <a:schemeClr val="bg1">
                    <a:lumMod val="50000"/>
                  </a:schemeClr>
                </a:solidFill>
              </a:rPr>
              <a:t>A state-level experimentation and dataset-sharing platform modelled on the national AIKosh initiative, giving departments, startups and researchers a sandbox with curated datasets and models.</a:t>
            </a:r>
            <a:endParaRPr lang="en-US" sz="1200" dirty="0">
              <a:solidFill>
                <a:schemeClr val="bg1">
                  <a:lumMod val="50000"/>
                </a:schemeClr>
              </a:solidFill>
            </a:endParaRPr>
          </a:p>
        </p:txBody>
      </p:sp>
      <p:sp>
        <p:nvSpPr>
          <p:cNvPr id="5" name="Text 3">
            <a:extLst>
              <a:ext uri="{FF2B5EF4-FFF2-40B4-BE49-F238E27FC236}">
                <a16:creationId xmlns:a16="http://schemas.microsoft.com/office/drawing/2014/main" id="{F8C736A7-79E4-4F27-715C-EC92357AE692}"/>
              </a:ext>
            </a:extLst>
          </p:cNvPr>
          <p:cNvSpPr/>
          <p:nvPr/>
        </p:nvSpPr>
        <p:spPr>
          <a:xfrm>
            <a:off x="457200" y="1330197"/>
            <a:ext cx="5120640" cy="256032"/>
          </a:xfrm>
          <a:prstGeom prst="rect">
            <a:avLst/>
          </a:prstGeom>
          <a:noFill/>
          <a:ln/>
        </p:spPr>
        <p:txBody>
          <a:bodyPr wrap="square" lIns="0" tIns="0" rIns="0" bIns="0" rtlCol="0" anchor="ctr"/>
          <a:lstStyle/>
          <a:p>
            <a:pPr marL="0" indent="0">
              <a:buNone/>
            </a:pPr>
            <a:r>
              <a:rPr lang="en-US" sz="1200" b="1" kern="0" spc="100" dirty="0">
                <a:solidFill>
                  <a:srgbClr val="F2B705"/>
                </a:solidFill>
                <a:ea typeface="Calibri" pitchFamily="34" charset="-122"/>
                <a:cs typeface="Calibri" pitchFamily="34" charset="-120"/>
              </a:rPr>
              <a:t>Features</a:t>
            </a:r>
            <a:endParaRPr lang="en-US" sz="1200" dirty="0"/>
          </a:p>
        </p:txBody>
      </p:sp>
      <p:sp>
        <p:nvSpPr>
          <p:cNvPr id="6" name="Text 4">
            <a:extLst>
              <a:ext uri="{FF2B5EF4-FFF2-40B4-BE49-F238E27FC236}">
                <a16:creationId xmlns:a16="http://schemas.microsoft.com/office/drawing/2014/main" id="{C959C824-DB6A-C73A-3E68-3404AC6B8B39}"/>
              </a:ext>
            </a:extLst>
          </p:cNvPr>
          <p:cNvSpPr/>
          <p:nvPr/>
        </p:nvSpPr>
        <p:spPr>
          <a:xfrm>
            <a:off x="457200" y="1586229"/>
            <a:ext cx="5120640" cy="1417320"/>
          </a:xfrm>
          <a:prstGeom prst="rect">
            <a:avLst/>
          </a:prstGeom>
          <a:noFill/>
          <a:ln/>
        </p:spPr>
        <p:txBody>
          <a:bodyPr wrap="square" lIns="0" tIns="0" rIns="0" bIns="0" rtlCol="0" anchor="t"/>
          <a:lstStyle/>
          <a:p>
            <a:pPr marL="171450" indent="-171450">
              <a:buFont typeface="Arial" panose="020B0604020202020204" pitchFamily="34" charset="0"/>
              <a:buChar char="•"/>
            </a:pPr>
            <a:r>
              <a:rPr lang="en-IN" sz="1200" dirty="0"/>
              <a:t>Curated state datasets (anonymised/aggregated) published for AI experimentation</a:t>
            </a:r>
          </a:p>
          <a:p>
            <a:pPr marL="171450" indent="-171450">
              <a:buFont typeface="Arial" panose="020B0604020202020204" pitchFamily="34" charset="0"/>
              <a:buChar char="•"/>
            </a:pPr>
            <a:r>
              <a:rPr lang="en-IN" sz="1200" dirty="0"/>
              <a:t>Model repository/registry of open and fine-tuned models</a:t>
            </a:r>
          </a:p>
          <a:p>
            <a:pPr marL="171450" indent="-171450">
              <a:buFont typeface="Arial" panose="020B0604020202020204" pitchFamily="34" charset="0"/>
              <a:buChar char="•"/>
            </a:pPr>
            <a:r>
              <a:rPr lang="en-IN" sz="1200" dirty="0"/>
              <a:t>Sandbox environment for departments, startups and academia to prototype</a:t>
            </a:r>
          </a:p>
          <a:p>
            <a:pPr marL="171450" indent="-171450">
              <a:buFont typeface="Arial" panose="020B0604020202020204" pitchFamily="34" charset="0"/>
              <a:buChar char="•"/>
            </a:pPr>
            <a:r>
              <a:rPr lang="en-IN" sz="1200" dirty="0"/>
              <a:t>Dataset quality, licensing and anonymisation tooling</a:t>
            </a:r>
          </a:p>
          <a:p>
            <a:pPr marL="171450" indent="-171450">
              <a:buFont typeface="Arial" panose="020B0604020202020204" pitchFamily="34" charset="0"/>
              <a:buChar char="•"/>
            </a:pPr>
            <a:r>
              <a:rPr lang="en-IN" sz="1200" dirty="0"/>
              <a:t>Community contribution and feedback mechanism</a:t>
            </a:r>
          </a:p>
          <a:p>
            <a:pPr marL="171450" indent="-171450">
              <a:buFont typeface="Arial" panose="020B0604020202020204" pitchFamily="34" charset="0"/>
              <a:buChar char="•"/>
            </a:pPr>
            <a:r>
              <a:rPr lang="en-IN" sz="1200" dirty="0"/>
              <a:t>Innovation challenges/hackathons hosted on the platform</a:t>
            </a:r>
          </a:p>
          <a:p>
            <a:pPr marL="171450" indent="-171450">
              <a:buFont typeface="Arial" panose="020B0604020202020204" pitchFamily="34" charset="0"/>
              <a:buChar char="•"/>
            </a:pPr>
            <a:r>
              <a:rPr lang="en-IN" sz="1200" dirty="0"/>
              <a:t>Usage tracking and citation of datasets/models used in solutions</a:t>
            </a:r>
          </a:p>
        </p:txBody>
      </p:sp>
      <p:sp>
        <p:nvSpPr>
          <p:cNvPr id="13" name="Shape 7">
            <a:extLst>
              <a:ext uri="{FF2B5EF4-FFF2-40B4-BE49-F238E27FC236}">
                <a16:creationId xmlns:a16="http://schemas.microsoft.com/office/drawing/2014/main" id="{9A1CA109-54E7-6B71-0A9E-4C3C6EB68A53}"/>
              </a:ext>
            </a:extLst>
          </p:cNvPr>
          <p:cNvSpPr/>
          <p:nvPr/>
        </p:nvSpPr>
        <p:spPr>
          <a:xfrm>
            <a:off x="5715000" y="1407835"/>
            <a:ext cx="2788920" cy="2384543"/>
          </a:xfrm>
          <a:prstGeom prst="rect">
            <a:avLst/>
          </a:prstGeom>
          <a:solidFill>
            <a:schemeClr val="bg1">
              <a:lumMod val="95000"/>
            </a:schemeClr>
          </a:solidFill>
          <a:ln w="12700">
            <a:solidFill>
              <a:schemeClr val="bg1">
                <a:lumMod val="95000"/>
              </a:schemeClr>
            </a:solidFill>
            <a:prstDash val="solid"/>
          </a:ln>
        </p:spPr>
        <p:txBody>
          <a:bodyPr/>
          <a:lstStyle/>
          <a:p>
            <a:endParaRPr lang="en-IN"/>
          </a:p>
        </p:txBody>
      </p:sp>
      <p:sp>
        <p:nvSpPr>
          <p:cNvPr id="14" name="Text 8">
            <a:extLst>
              <a:ext uri="{FF2B5EF4-FFF2-40B4-BE49-F238E27FC236}">
                <a16:creationId xmlns:a16="http://schemas.microsoft.com/office/drawing/2014/main" id="{CC0AC44B-4158-DFE5-54EA-746939F8931E}"/>
              </a:ext>
            </a:extLst>
          </p:cNvPr>
          <p:cNvSpPr/>
          <p:nvPr/>
        </p:nvSpPr>
        <p:spPr>
          <a:xfrm>
            <a:off x="5897880" y="1517562"/>
            <a:ext cx="2468880" cy="256032"/>
          </a:xfrm>
          <a:prstGeom prst="rect">
            <a:avLst/>
          </a:prstGeom>
          <a:noFill/>
          <a:ln/>
        </p:spPr>
        <p:txBody>
          <a:bodyPr wrap="square" lIns="0" tIns="0" rIns="0" bIns="0" rtlCol="0" anchor="ctr"/>
          <a:lstStyle/>
          <a:p>
            <a:pPr marL="0" indent="0">
              <a:buNone/>
            </a:pPr>
            <a:r>
              <a:rPr lang="en-US" sz="1100" b="1" kern="0" spc="100" dirty="0">
                <a:solidFill>
                  <a:srgbClr val="4C9F70"/>
                </a:solidFill>
                <a:ea typeface="Calibri" pitchFamily="34" charset="-122"/>
                <a:cs typeface="Calibri" pitchFamily="34" charset="-120"/>
              </a:rPr>
              <a:t>Advantages</a:t>
            </a:r>
            <a:endParaRPr lang="en-US" sz="1100" dirty="0"/>
          </a:p>
        </p:txBody>
      </p:sp>
      <p:sp>
        <p:nvSpPr>
          <p:cNvPr id="17" name="Text 9">
            <a:extLst>
              <a:ext uri="{FF2B5EF4-FFF2-40B4-BE49-F238E27FC236}">
                <a16:creationId xmlns:a16="http://schemas.microsoft.com/office/drawing/2014/main" id="{7E27C09F-7762-D9B6-09C0-3E1E57310927}"/>
              </a:ext>
            </a:extLst>
          </p:cNvPr>
          <p:cNvSpPr/>
          <p:nvPr/>
        </p:nvSpPr>
        <p:spPr>
          <a:xfrm>
            <a:off x="5897880" y="1791882"/>
            <a:ext cx="2468880" cy="2834640"/>
          </a:xfrm>
          <a:prstGeom prst="rect">
            <a:avLst/>
          </a:prstGeom>
          <a:noFill/>
          <a:ln/>
        </p:spPr>
        <p:txBody>
          <a:bodyPr wrap="square" lIns="0" tIns="0" rIns="0" bIns="0" rtlCol="0" anchor="t"/>
          <a:lstStyle/>
          <a:p>
            <a:pPr marL="177800" indent="-177800">
              <a:buSzPct val="100000"/>
              <a:buChar char="▪"/>
            </a:pPr>
            <a:r>
              <a:rPr lang="en-US" sz="1080" dirty="0">
                <a:solidFill>
                  <a:srgbClr val="1A1A2E"/>
                </a:solidFill>
                <a:ea typeface="Calibri" pitchFamily="34" charset="-122"/>
                <a:cs typeface="Calibri" pitchFamily="34" charset="-120"/>
              </a:rPr>
              <a:t>Encourages an innovation ecosystem - startups, students, researchers can build on state data</a:t>
            </a:r>
          </a:p>
          <a:p>
            <a:pPr>
              <a:buSzPct val="100000"/>
            </a:pPr>
            <a:endParaRPr lang="en-US" sz="1080" dirty="0">
              <a:solidFill>
                <a:srgbClr val="1A1A2E"/>
              </a:solidFill>
              <a:ea typeface="Calibri" pitchFamily="34" charset="-122"/>
              <a:cs typeface="Calibri" pitchFamily="34" charset="-120"/>
            </a:endParaRPr>
          </a:p>
        </p:txBody>
      </p:sp>
      <p:sp>
        <p:nvSpPr>
          <p:cNvPr id="18" name="Shape 10">
            <a:extLst>
              <a:ext uri="{FF2B5EF4-FFF2-40B4-BE49-F238E27FC236}">
                <a16:creationId xmlns:a16="http://schemas.microsoft.com/office/drawing/2014/main" id="{6BAB519A-1FF3-9605-9F65-8E09BD12B2BE}"/>
              </a:ext>
            </a:extLst>
          </p:cNvPr>
          <p:cNvSpPr/>
          <p:nvPr/>
        </p:nvSpPr>
        <p:spPr>
          <a:xfrm>
            <a:off x="8641080" y="1407835"/>
            <a:ext cx="3090672" cy="2384543"/>
          </a:xfrm>
          <a:prstGeom prst="rect">
            <a:avLst/>
          </a:prstGeom>
          <a:solidFill>
            <a:schemeClr val="bg1">
              <a:lumMod val="95000"/>
            </a:schemeClr>
          </a:solidFill>
          <a:ln w="12700">
            <a:solidFill>
              <a:schemeClr val="bg1">
                <a:lumMod val="95000"/>
              </a:schemeClr>
            </a:solidFill>
            <a:prstDash val="solid"/>
          </a:ln>
        </p:spPr>
        <p:txBody>
          <a:bodyPr/>
          <a:lstStyle/>
          <a:p>
            <a:endParaRPr lang="en-IN"/>
          </a:p>
        </p:txBody>
      </p:sp>
      <p:sp>
        <p:nvSpPr>
          <p:cNvPr id="21" name="Text 11">
            <a:extLst>
              <a:ext uri="{FF2B5EF4-FFF2-40B4-BE49-F238E27FC236}">
                <a16:creationId xmlns:a16="http://schemas.microsoft.com/office/drawing/2014/main" id="{F4212DD7-AD8A-9830-4E3E-02328C0E4F12}"/>
              </a:ext>
            </a:extLst>
          </p:cNvPr>
          <p:cNvSpPr/>
          <p:nvPr/>
        </p:nvSpPr>
        <p:spPr>
          <a:xfrm>
            <a:off x="8823960" y="1517562"/>
            <a:ext cx="2743200" cy="256032"/>
          </a:xfrm>
          <a:prstGeom prst="rect">
            <a:avLst/>
          </a:prstGeom>
          <a:noFill/>
          <a:ln/>
        </p:spPr>
        <p:txBody>
          <a:bodyPr wrap="square" lIns="0" tIns="0" rIns="0" bIns="0" rtlCol="0" anchor="ctr"/>
          <a:lstStyle/>
          <a:p>
            <a:pPr marL="0" indent="0">
              <a:buNone/>
            </a:pPr>
            <a:r>
              <a:rPr lang="en-US" sz="1100" b="1" kern="0" spc="100" dirty="0">
                <a:solidFill>
                  <a:srgbClr val="B23A48"/>
                </a:solidFill>
                <a:ea typeface="Calibri" pitchFamily="34" charset="-122"/>
                <a:cs typeface="Calibri" pitchFamily="34" charset="-120"/>
              </a:rPr>
              <a:t>Challenges</a:t>
            </a:r>
            <a:endParaRPr lang="en-US" sz="1100" dirty="0"/>
          </a:p>
        </p:txBody>
      </p:sp>
      <p:sp>
        <p:nvSpPr>
          <p:cNvPr id="22" name="Text 12">
            <a:extLst>
              <a:ext uri="{FF2B5EF4-FFF2-40B4-BE49-F238E27FC236}">
                <a16:creationId xmlns:a16="http://schemas.microsoft.com/office/drawing/2014/main" id="{55635C4F-7B7D-CE70-E40F-6504AE3DB6D4}"/>
              </a:ext>
            </a:extLst>
          </p:cNvPr>
          <p:cNvSpPr/>
          <p:nvPr/>
        </p:nvSpPr>
        <p:spPr>
          <a:xfrm>
            <a:off x="8823960" y="1791882"/>
            <a:ext cx="2743200" cy="2161474"/>
          </a:xfrm>
          <a:prstGeom prst="rect">
            <a:avLst/>
          </a:prstGeom>
          <a:noFill/>
          <a:ln/>
        </p:spPr>
        <p:txBody>
          <a:bodyPr wrap="square" lIns="0" tIns="0" rIns="0" bIns="0" rtlCol="0" anchor="t"/>
          <a:lstStyle/>
          <a:p>
            <a:pPr marL="177800" indent="-177800">
              <a:buSzPct val="100000"/>
              <a:buFontTx/>
              <a:buChar char="▪"/>
            </a:pPr>
            <a:r>
              <a:rPr lang="en-US" sz="1080" dirty="0">
                <a:solidFill>
                  <a:srgbClr val="1A1A2E"/>
                </a:solidFill>
                <a:ea typeface="Calibri" pitchFamily="34" charset="-122"/>
                <a:cs typeface="Calibri" pitchFamily="34" charset="-120"/>
              </a:rPr>
              <a:t>Does not directly deliver production AI services to departments or citizens. Success is harder to measure in the short term compared to a production platform</a:t>
            </a:r>
          </a:p>
          <a:p>
            <a:pPr marL="177800" indent="-177800">
              <a:buSzPct val="100000"/>
              <a:buChar char="▪"/>
            </a:pPr>
            <a:r>
              <a:rPr lang="en-US" sz="1080" dirty="0">
                <a:solidFill>
                  <a:srgbClr val="1A1A2E"/>
                </a:solidFill>
                <a:ea typeface="Calibri" pitchFamily="34" charset="-122"/>
                <a:cs typeface="Calibri" pitchFamily="34" charset="-120"/>
              </a:rPr>
              <a:t>Duplication of efforts when national level asset is already developed - </a:t>
            </a:r>
            <a:r>
              <a:rPr lang="en-US" sz="1080" dirty="0" err="1">
                <a:solidFill>
                  <a:srgbClr val="1A1A2E"/>
                </a:solidFill>
                <a:ea typeface="Calibri" pitchFamily="34" charset="-122"/>
                <a:cs typeface="Calibri" pitchFamily="34" charset="-120"/>
              </a:rPr>
              <a:t>AIKosh</a:t>
            </a:r>
            <a:endParaRPr lang="en-US" sz="1080" dirty="0">
              <a:solidFill>
                <a:srgbClr val="1A1A2E"/>
              </a:solidFill>
              <a:ea typeface="Calibri" pitchFamily="34" charset="-122"/>
              <a:cs typeface="Calibri" pitchFamily="34" charset="-120"/>
            </a:endParaRPr>
          </a:p>
          <a:p>
            <a:pPr marL="177800" indent="-177800">
              <a:buSzPct val="100000"/>
              <a:buChar char="▪"/>
            </a:pPr>
            <a:r>
              <a:rPr lang="en-US" sz="1080" dirty="0">
                <a:solidFill>
                  <a:srgbClr val="1A1A2E"/>
                </a:solidFill>
                <a:ea typeface="Calibri" pitchFamily="34" charset="-122"/>
                <a:cs typeface="Calibri" pitchFamily="34" charset="-120"/>
              </a:rPr>
              <a:t>Value depends on active ecosystem participation (startups, researchers), which takes time to build</a:t>
            </a:r>
          </a:p>
          <a:p>
            <a:pPr marL="177800" indent="-177800">
              <a:buSzPct val="100000"/>
              <a:buChar char="▪"/>
            </a:pPr>
            <a:r>
              <a:rPr lang="en-US" sz="1080" dirty="0">
                <a:solidFill>
                  <a:srgbClr val="1A1A2E"/>
                </a:solidFill>
                <a:ea typeface="Calibri" pitchFamily="34" charset="-122"/>
                <a:cs typeface="Calibri" pitchFamily="34" charset="-120"/>
              </a:rPr>
              <a:t>Needs ongoing curation effort to keep datasets and models relevant and high quality</a:t>
            </a:r>
          </a:p>
        </p:txBody>
      </p:sp>
      <p:sp>
        <p:nvSpPr>
          <p:cNvPr id="46" name="Shape 25">
            <a:extLst>
              <a:ext uri="{FF2B5EF4-FFF2-40B4-BE49-F238E27FC236}">
                <a16:creationId xmlns:a16="http://schemas.microsoft.com/office/drawing/2014/main" id="{D26A0AC4-C019-C359-77AB-75F600EEBCBC}"/>
              </a:ext>
            </a:extLst>
          </p:cNvPr>
          <p:cNvSpPr/>
          <p:nvPr/>
        </p:nvSpPr>
        <p:spPr>
          <a:xfrm>
            <a:off x="457200" y="5943600"/>
            <a:ext cx="11247120" cy="566928"/>
          </a:xfrm>
          <a:prstGeom prst="roundRect">
            <a:avLst>
              <a:gd name="adj" fmla="val 9677"/>
            </a:avLst>
          </a:prstGeom>
          <a:solidFill>
            <a:schemeClr val="accent3"/>
          </a:solidFill>
          <a:ln/>
        </p:spPr>
        <p:txBody>
          <a:bodyPr/>
          <a:lstStyle/>
          <a:p>
            <a:endParaRPr lang="en-IN"/>
          </a:p>
        </p:txBody>
      </p:sp>
      <p:sp>
        <p:nvSpPr>
          <p:cNvPr id="47" name="Text 26">
            <a:extLst>
              <a:ext uri="{FF2B5EF4-FFF2-40B4-BE49-F238E27FC236}">
                <a16:creationId xmlns:a16="http://schemas.microsoft.com/office/drawing/2014/main" id="{1A7C70AD-BA3E-3237-E96D-2F9B7F696B0B}"/>
              </a:ext>
            </a:extLst>
          </p:cNvPr>
          <p:cNvSpPr/>
          <p:nvPr/>
        </p:nvSpPr>
        <p:spPr>
          <a:xfrm>
            <a:off x="640080" y="5943600"/>
            <a:ext cx="10881360" cy="566928"/>
          </a:xfrm>
          <a:prstGeom prst="rect">
            <a:avLst/>
          </a:prstGeom>
          <a:noFill/>
          <a:ln/>
        </p:spPr>
        <p:txBody>
          <a:bodyPr wrap="square" lIns="0" tIns="0" rIns="0" bIns="0" rtlCol="0" anchor="ctr"/>
          <a:lstStyle/>
          <a:p>
            <a:pPr marL="0" indent="0">
              <a:buNone/>
            </a:pPr>
            <a:r>
              <a:rPr lang="en-US" sz="1150" b="1" dirty="0">
                <a:solidFill>
                  <a:srgbClr val="F2B705"/>
                </a:solidFill>
                <a:ea typeface="Calibri" pitchFamily="34" charset="-122"/>
                <a:cs typeface="Calibri" pitchFamily="34" charset="-120"/>
              </a:rPr>
              <a:t>Recommendation:  </a:t>
            </a:r>
            <a:r>
              <a:rPr lang="en-US" sz="1200" u="sng" dirty="0">
                <a:solidFill>
                  <a:schemeClr val="bg1"/>
                </a:solidFill>
              </a:rPr>
              <a:t>Not recommended to implement the same platform </a:t>
            </a:r>
            <a:r>
              <a:rPr lang="en-US" sz="1200" dirty="0">
                <a:solidFill>
                  <a:schemeClr val="bg1"/>
                </a:solidFill>
              </a:rPr>
              <a:t>as National level asset </a:t>
            </a:r>
            <a:r>
              <a:rPr lang="en-US" sz="1200" dirty="0" err="1">
                <a:solidFill>
                  <a:schemeClr val="bg1"/>
                </a:solidFill>
              </a:rPr>
              <a:t>AIKosh</a:t>
            </a:r>
            <a:r>
              <a:rPr lang="en-US" sz="1200" dirty="0">
                <a:solidFill>
                  <a:schemeClr val="bg1"/>
                </a:solidFill>
              </a:rPr>
              <a:t> is already developed. However, it is recommended that Hackathons be floated on </a:t>
            </a:r>
            <a:r>
              <a:rPr lang="en-US" sz="1200" dirty="0" err="1">
                <a:solidFill>
                  <a:schemeClr val="bg1"/>
                </a:solidFill>
              </a:rPr>
              <a:t>AIKosh</a:t>
            </a:r>
            <a:r>
              <a:rPr lang="en-US" sz="1200" dirty="0">
                <a:solidFill>
                  <a:schemeClr val="bg1"/>
                </a:solidFill>
              </a:rPr>
              <a:t> Platform requesting MeitY for giving award money and mentorship support for the same.</a:t>
            </a:r>
          </a:p>
        </p:txBody>
      </p:sp>
      <p:sp>
        <p:nvSpPr>
          <p:cNvPr id="51" name="Text 3">
            <a:extLst>
              <a:ext uri="{FF2B5EF4-FFF2-40B4-BE49-F238E27FC236}">
                <a16:creationId xmlns:a16="http://schemas.microsoft.com/office/drawing/2014/main" id="{F4E7501E-448C-2C0E-784B-F0CD1C3440B8}"/>
              </a:ext>
            </a:extLst>
          </p:cNvPr>
          <p:cNvSpPr/>
          <p:nvPr/>
        </p:nvSpPr>
        <p:spPr>
          <a:xfrm>
            <a:off x="432054" y="3507806"/>
            <a:ext cx="5120640" cy="256032"/>
          </a:xfrm>
          <a:prstGeom prst="rect">
            <a:avLst/>
          </a:prstGeom>
          <a:noFill/>
          <a:ln/>
        </p:spPr>
        <p:txBody>
          <a:bodyPr wrap="square" lIns="0" tIns="0" rIns="0" bIns="0" rtlCol="0" anchor="ctr"/>
          <a:lstStyle/>
          <a:p>
            <a:pPr marL="0" indent="0">
              <a:buNone/>
            </a:pPr>
            <a:r>
              <a:rPr lang="en-US" sz="1200" b="1" kern="0" spc="100" dirty="0">
                <a:solidFill>
                  <a:srgbClr val="F2B705"/>
                </a:solidFill>
                <a:ea typeface="Calibri" pitchFamily="34" charset="-122"/>
                <a:cs typeface="Calibri" pitchFamily="34" charset="-120"/>
              </a:rPr>
              <a:t>Approach for Implementation</a:t>
            </a:r>
            <a:endParaRPr lang="en-US" sz="1200" b="1" dirty="0"/>
          </a:p>
        </p:txBody>
      </p:sp>
      <p:sp>
        <p:nvSpPr>
          <p:cNvPr id="52" name="Text 4">
            <a:extLst>
              <a:ext uri="{FF2B5EF4-FFF2-40B4-BE49-F238E27FC236}">
                <a16:creationId xmlns:a16="http://schemas.microsoft.com/office/drawing/2014/main" id="{4A92243A-213C-1567-C772-95BAD2901914}"/>
              </a:ext>
            </a:extLst>
          </p:cNvPr>
          <p:cNvSpPr/>
          <p:nvPr/>
        </p:nvSpPr>
        <p:spPr>
          <a:xfrm>
            <a:off x="427482" y="3797740"/>
            <a:ext cx="5120640" cy="1417320"/>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200" dirty="0"/>
              <a:t>Study the national AIKosh platform architecture and data-sharing framework for reuse</a:t>
            </a:r>
          </a:p>
          <a:p>
            <a:pPr marL="171450" indent="-171450">
              <a:buFont typeface="Arial" panose="020B0604020202020204" pitchFamily="34" charset="0"/>
              <a:buChar char="•"/>
            </a:pPr>
            <a:r>
              <a:rPr lang="en-US" sz="1200" dirty="0"/>
              <a:t>Set up sandbox infrastructure and a dataset/model registry</a:t>
            </a:r>
          </a:p>
          <a:p>
            <a:pPr marL="171450" indent="-171450">
              <a:buFont typeface="Arial" panose="020B0604020202020204" pitchFamily="34" charset="0"/>
              <a:buChar char="•"/>
            </a:pPr>
            <a:r>
              <a:rPr lang="en-US" sz="1200" dirty="0"/>
              <a:t>Run an initial hackathon/innovation challenge to seed use cases and engagement</a:t>
            </a:r>
          </a:p>
          <a:p>
            <a:pPr marL="171450" indent="-171450">
              <a:buFont typeface="Arial" panose="020B0604020202020204" pitchFamily="34" charset="0"/>
              <a:buChar char="•"/>
            </a:pPr>
            <a:r>
              <a:rPr lang="en-US" sz="1200" dirty="0"/>
              <a:t>Establish a data governance/privacy review process for ongoing dataset additions</a:t>
            </a:r>
          </a:p>
          <a:p>
            <a:pPr marL="171450" indent="-171450">
              <a:buFont typeface="Arial" panose="020B0604020202020204" pitchFamily="34" charset="0"/>
              <a:buChar char="•"/>
            </a:pPr>
            <a:r>
              <a:rPr lang="en-US" sz="1200" dirty="0"/>
              <a:t>Periodically showcase successful prototypes for possible graduation into production platforms</a:t>
            </a:r>
          </a:p>
        </p:txBody>
      </p:sp>
      <p:grpSp>
        <p:nvGrpSpPr>
          <p:cNvPr id="53" name="Group 52">
            <a:extLst>
              <a:ext uri="{FF2B5EF4-FFF2-40B4-BE49-F238E27FC236}">
                <a16:creationId xmlns:a16="http://schemas.microsoft.com/office/drawing/2014/main" id="{C45B069C-AA13-2367-AA36-BDB8CAA53945}"/>
              </a:ext>
            </a:extLst>
          </p:cNvPr>
          <p:cNvGrpSpPr/>
          <p:nvPr/>
        </p:nvGrpSpPr>
        <p:grpSpPr>
          <a:xfrm>
            <a:off x="5897881" y="4540460"/>
            <a:ext cx="5669279" cy="1293922"/>
            <a:chOff x="976804" y="2305395"/>
            <a:chExt cx="4732332" cy="1695962"/>
          </a:xfrm>
        </p:grpSpPr>
        <p:sp>
          <p:nvSpPr>
            <p:cNvPr id="81" name="Pentagon 10">
              <a:extLst>
                <a:ext uri="{FF2B5EF4-FFF2-40B4-BE49-F238E27FC236}">
                  <a16:creationId xmlns:a16="http://schemas.microsoft.com/office/drawing/2014/main" id="{1E43F788-6C8E-98E1-C4D7-F571222CE4FD}"/>
                </a:ext>
              </a:extLst>
            </p:cNvPr>
            <p:cNvSpPr/>
            <p:nvPr/>
          </p:nvSpPr>
          <p:spPr>
            <a:xfrm>
              <a:off x="1517208" y="3390032"/>
              <a:ext cx="4191928" cy="487810"/>
            </a:xfrm>
            <a:prstGeom prst="homePlat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r>
                <a:rPr lang="en-US" sz="1050" dirty="0">
                  <a:solidFill>
                    <a:schemeClr val="tx1"/>
                  </a:solidFill>
                </a:rPr>
                <a:t>How will successful experiments be transitioned into funded, production-grade solutions?</a:t>
              </a:r>
            </a:p>
          </p:txBody>
        </p:sp>
        <p:sp>
          <p:nvSpPr>
            <p:cNvPr id="82" name="Pentagon 9">
              <a:extLst>
                <a:ext uri="{FF2B5EF4-FFF2-40B4-BE49-F238E27FC236}">
                  <a16:creationId xmlns:a16="http://schemas.microsoft.com/office/drawing/2014/main" id="{9FF897E6-E211-E593-4D41-34224972BA2A}"/>
                </a:ext>
              </a:extLst>
            </p:cNvPr>
            <p:cNvSpPr/>
            <p:nvPr/>
          </p:nvSpPr>
          <p:spPr>
            <a:xfrm>
              <a:off x="1517208" y="2305395"/>
              <a:ext cx="4191928" cy="487810"/>
            </a:xfrm>
            <a:prstGeom prst="homePlat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r>
                <a:rPr lang="en-US" sz="1050" dirty="0">
                  <a:solidFill>
                    <a:schemeClr val="tx1"/>
                  </a:solidFill>
                </a:rPr>
                <a:t>What would be Chhattisgarh Govt departments speed and willingness to share the datasets?</a:t>
              </a:r>
            </a:p>
          </p:txBody>
        </p:sp>
        <p:sp>
          <p:nvSpPr>
            <p:cNvPr id="83" name="Pentagon 11">
              <a:extLst>
                <a:ext uri="{FF2B5EF4-FFF2-40B4-BE49-F238E27FC236}">
                  <a16:creationId xmlns:a16="http://schemas.microsoft.com/office/drawing/2014/main" id="{0D62C031-EDA2-374F-7CA4-50E427B23520}"/>
                </a:ext>
              </a:extLst>
            </p:cNvPr>
            <p:cNvSpPr/>
            <p:nvPr/>
          </p:nvSpPr>
          <p:spPr>
            <a:xfrm>
              <a:off x="1517208" y="2857617"/>
              <a:ext cx="4191928" cy="487549"/>
            </a:xfrm>
            <a:prstGeom prst="homePlat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r>
                <a:rPr lang="en-US" sz="1050" dirty="0">
                  <a:solidFill>
                    <a:schemeClr val="tx1"/>
                  </a:solidFill>
                </a:rPr>
                <a:t>Should this be run solely by CHiPS or in partnership with academic institutions/startup cells?</a:t>
              </a:r>
            </a:p>
          </p:txBody>
        </p:sp>
        <p:sp>
          <p:nvSpPr>
            <p:cNvPr id="89" name="Pentagon 23">
              <a:extLst>
                <a:ext uri="{FF2B5EF4-FFF2-40B4-BE49-F238E27FC236}">
                  <a16:creationId xmlns:a16="http://schemas.microsoft.com/office/drawing/2014/main" id="{5F63253C-B9C9-2989-C759-EE02B370B556}"/>
                </a:ext>
              </a:extLst>
            </p:cNvPr>
            <p:cNvSpPr/>
            <p:nvPr/>
          </p:nvSpPr>
          <p:spPr>
            <a:xfrm rot="16200000" flipH="1">
              <a:off x="317788" y="2964411"/>
              <a:ext cx="1695962" cy="377930"/>
            </a:xfrm>
            <a:prstGeom prst="homePlate">
              <a:avLst>
                <a:gd name="adj" fmla="val 25643"/>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Key Decision Points</a:t>
              </a:r>
            </a:p>
          </p:txBody>
        </p:sp>
      </p:grpSp>
    </p:spTree>
    <p:extLst>
      <p:ext uri="{BB962C8B-B14F-4D97-AF65-F5344CB8AC3E}">
        <p14:creationId xmlns:p14="http://schemas.microsoft.com/office/powerpoint/2010/main" val="20201713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314CA-CC22-956D-B9DC-6C680903BF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2D18B0-8D3D-94C3-6FE9-F5EF3CAA745C}"/>
              </a:ext>
            </a:extLst>
          </p:cNvPr>
          <p:cNvSpPr txBox="1">
            <a:spLocks/>
          </p:cNvSpPr>
          <p:nvPr/>
        </p:nvSpPr>
        <p:spPr>
          <a:xfrm>
            <a:off x="473642" y="257967"/>
            <a:ext cx="11120259" cy="594360"/>
          </a:xfrm>
          <a:prstGeom prst="rect">
            <a:avLst/>
          </a:prstGeom>
        </p:spPr>
        <p:txBody>
          <a:bodyPr vert="horz" lIns="0" tIns="45720" rIns="0" bIns="0" rtlCol="0" anchor="b" anchorCtr="0">
            <a:noAutofit/>
          </a:bodyPr>
          <a:lstStyle>
            <a:lvl1pPr algn="l" defTabSz="914400" rtl="0" eaLnBrk="1" latinLnBrk="0" hangingPunct="1">
              <a:lnSpc>
                <a:spcPct val="80000"/>
              </a:lnSpc>
              <a:spcBef>
                <a:spcPct val="0"/>
              </a:spcBef>
              <a:buNone/>
              <a:defRPr lang="en-US" sz="3600" b="0" i="0" kern="1200" cap="none" spc="-75" baseline="0" dirty="0">
                <a:solidFill>
                  <a:schemeClr val="tx1"/>
                </a:solidFill>
                <a:latin typeface="+mj-lt"/>
                <a:ea typeface="Bebas Neue" charset="0"/>
                <a:cs typeface="Chronicle Display Black"/>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lang="it-IT" sz="3200" dirty="0">
                <a:solidFill>
                  <a:srgbClr val="000000"/>
                </a:solidFill>
                <a:latin typeface="Calibri" panose="020F0502020204030204" pitchFamily="34" charset="0"/>
                <a:cs typeface="Calibri" panose="020F0502020204030204" pitchFamily="34" charset="0"/>
              </a:rPr>
              <a:t>State Small Language Model (SLM)</a:t>
            </a:r>
          </a:p>
        </p:txBody>
      </p:sp>
      <p:sp>
        <p:nvSpPr>
          <p:cNvPr id="3" name="Text 2">
            <a:extLst>
              <a:ext uri="{FF2B5EF4-FFF2-40B4-BE49-F238E27FC236}">
                <a16:creationId xmlns:a16="http://schemas.microsoft.com/office/drawing/2014/main" id="{1B2AFBB2-9FE4-7F7D-3889-A02086B15362}"/>
              </a:ext>
            </a:extLst>
          </p:cNvPr>
          <p:cNvSpPr/>
          <p:nvPr/>
        </p:nvSpPr>
        <p:spPr>
          <a:xfrm>
            <a:off x="457200" y="1023786"/>
            <a:ext cx="11247120" cy="274320"/>
          </a:xfrm>
          <a:prstGeom prst="rect">
            <a:avLst/>
          </a:prstGeom>
          <a:noFill/>
          <a:ln/>
        </p:spPr>
        <p:txBody>
          <a:bodyPr wrap="square" lIns="0" tIns="0" rIns="0" bIns="0" rtlCol="0" anchor="ctr"/>
          <a:lstStyle/>
          <a:p>
            <a:r>
              <a:rPr lang="en-IN" sz="1200" dirty="0">
                <a:solidFill>
                  <a:schemeClr val="bg1">
                    <a:lumMod val="50000"/>
                  </a:schemeClr>
                </a:solidFill>
              </a:rPr>
              <a:t>Development of a state-owned small language model trained on Chhattisgarh-specific administrative, legal and local-language data for government use.</a:t>
            </a:r>
            <a:endParaRPr lang="en-US" sz="1200" dirty="0">
              <a:solidFill>
                <a:schemeClr val="bg1">
                  <a:lumMod val="50000"/>
                </a:schemeClr>
              </a:solidFill>
            </a:endParaRPr>
          </a:p>
        </p:txBody>
      </p:sp>
      <p:sp>
        <p:nvSpPr>
          <p:cNvPr id="5" name="Text 3">
            <a:extLst>
              <a:ext uri="{FF2B5EF4-FFF2-40B4-BE49-F238E27FC236}">
                <a16:creationId xmlns:a16="http://schemas.microsoft.com/office/drawing/2014/main" id="{F8C736A7-79E4-4F27-715C-EC92357AE692}"/>
              </a:ext>
            </a:extLst>
          </p:cNvPr>
          <p:cNvSpPr/>
          <p:nvPr/>
        </p:nvSpPr>
        <p:spPr>
          <a:xfrm>
            <a:off x="457200" y="1330197"/>
            <a:ext cx="5120640" cy="256032"/>
          </a:xfrm>
          <a:prstGeom prst="rect">
            <a:avLst/>
          </a:prstGeom>
          <a:noFill/>
          <a:ln/>
        </p:spPr>
        <p:txBody>
          <a:bodyPr wrap="square" lIns="0" tIns="0" rIns="0" bIns="0" rtlCol="0" anchor="ctr"/>
          <a:lstStyle/>
          <a:p>
            <a:pPr marL="0" indent="0">
              <a:buNone/>
            </a:pPr>
            <a:r>
              <a:rPr lang="en-US" sz="1200" b="1" kern="0" spc="100" dirty="0">
                <a:solidFill>
                  <a:srgbClr val="F2B705"/>
                </a:solidFill>
                <a:ea typeface="Calibri" pitchFamily="34" charset="-122"/>
                <a:cs typeface="Calibri" pitchFamily="34" charset="-120"/>
              </a:rPr>
              <a:t>Features</a:t>
            </a:r>
            <a:endParaRPr lang="en-US" sz="1200" dirty="0"/>
          </a:p>
        </p:txBody>
      </p:sp>
      <p:sp>
        <p:nvSpPr>
          <p:cNvPr id="6" name="Text 4">
            <a:extLst>
              <a:ext uri="{FF2B5EF4-FFF2-40B4-BE49-F238E27FC236}">
                <a16:creationId xmlns:a16="http://schemas.microsoft.com/office/drawing/2014/main" id="{C959C824-DB6A-C73A-3E68-3404AC6B8B39}"/>
              </a:ext>
            </a:extLst>
          </p:cNvPr>
          <p:cNvSpPr/>
          <p:nvPr/>
        </p:nvSpPr>
        <p:spPr>
          <a:xfrm>
            <a:off x="457200" y="1586229"/>
            <a:ext cx="5120640" cy="1417320"/>
          </a:xfrm>
          <a:prstGeom prst="rect">
            <a:avLst/>
          </a:prstGeom>
          <a:noFill/>
          <a:ln/>
        </p:spPr>
        <p:txBody>
          <a:bodyPr wrap="square" lIns="0" tIns="0" rIns="0" bIns="0" rtlCol="0" anchor="t"/>
          <a:lstStyle/>
          <a:p>
            <a:pPr marL="171450" indent="-171450">
              <a:buFont typeface="Arial" panose="020B0604020202020204" pitchFamily="34" charset="0"/>
              <a:buChar char="•"/>
            </a:pPr>
            <a:r>
              <a:rPr lang="en-IN" sz="1200" dirty="0"/>
              <a:t>SLM on Chhattisgarhi/Hindi administrative and legal corpus</a:t>
            </a:r>
          </a:p>
          <a:p>
            <a:pPr marL="171450" indent="-171450">
              <a:buFont typeface="Arial" panose="020B0604020202020204" pitchFamily="34" charset="0"/>
              <a:buChar char="•"/>
            </a:pPr>
            <a:r>
              <a:rPr lang="en-IN" sz="1200" dirty="0"/>
              <a:t>State controlled compute services</a:t>
            </a:r>
          </a:p>
          <a:p>
            <a:pPr marL="171450" indent="-171450">
              <a:buFont typeface="Arial" panose="020B0604020202020204" pitchFamily="34" charset="0"/>
              <a:buChar char="•"/>
            </a:pPr>
            <a:r>
              <a:rPr lang="en-IN" sz="1200" dirty="0"/>
              <a:t>Lower per-query cost than large closed-source LLM APIs at scale</a:t>
            </a:r>
          </a:p>
          <a:p>
            <a:pPr marL="171450" indent="-171450">
              <a:buFont typeface="Arial" panose="020B0604020202020204" pitchFamily="34" charset="0"/>
              <a:buChar char="•"/>
            </a:pPr>
            <a:r>
              <a:rPr lang="en-IN" sz="1200" dirty="0"/>
              <a:t>Availability of the APIs for the AI use cases</a:t>
            </a:r>
          </a:p>
          <a:p>
            <a:pPr marL="171450" indent="-171450">
              <a:buFont typeface="Arial" panose="020B0604020202020204" pitchFamily="34" charset="0"/>
              <a:buChar char="•"/>
            </a:pPr>
            <a:r>
              <a:rPr lang="en-IN" sz="1200" dirty="0"/>
              <a:t>Continuous fine-tuning pipeline as new government data becomes available</a:t>
            </a:r>
          </a:p>
        </p:txBody>
      </p:sp>
      <p:sp>
        <p:nvSpPr>
          <p:cNvPr id="13" name="Shape 7">
            <a:extLst>
              <a:ext uri="{FF2B5EF4-FFF2-40B4-BE49-F238E27FC236}">
                <a16:creationId xmlns:a16="http://schemas.microsoft.com/office/drawing/2014/main" id="{9A1CA109-54E7-6B71-0A9E-4C3C6EB68A53}"/>
              </a:ext>
            </a:extLst>
          </p:cNvPr>
          <p:cNvSpPr/>
          <p:nvPr/>
        </p:nvSpPr>
        <p:spPr>
          <a:xfrm>
            <a:off x="5715000" y="1407835"/>
            <a:ext cx="2788920" cy="2384543"/>
          </a:xfrm>
          <a:prstGeom prst="rect">
            <a:avLst/>
          </a:prstGeom>
          <a:solidFill>
            <a:schemeClr val="bg1">
              <a:lumMod val="95000"/>
            </a:schemeClr>
          </a:solidFill>
          <a:ln w="12700">
            <a:solidFill>
              <a:schemeClr val="bg1">
                <a:lumMod val="95000"/>
              </a:schemeClr>
            </a:solidFill>
            <a:prstDash val="solid"/>
          </a:ln>
        </p:spPr>
        <p:txBody>
          <a:bodyPr/>
          <a:lstStyle/>
          <a:p>
            <a:endParaRPr lang="en-IN"/>
          </a:p>
        </p:txBody>
      </p:sp>
      <p:sp>
        <p:nvSpPr>
          <p:cNvPr id="14" name="Text 8">
            <a:extLst>
              <a:ext uri="{FF2B5EF4-FFF2-40B4-BE49-F238E27FC236}">
                <a16:creationId xmlns:a16="http://schemas.microsoft.com/office/drawing/2014/main" id="{CC0AC44B-4158-DFE5-54EA-746939F8931E}"/>
              </a:ext>
            </a:extLst>
          </p:cNvPr>
          <p:cNvSpPr/>
          <p:nvPr/>
        </p:nvSpPr>
        <p:spPr>
          <a:xfrm>
            <a:off x="5897880" y="1517562"/>
            <a:ext cx="2468880" cy="256032"/>
          </a:xfrm>
          <a:prstGeom prst="rect">
            <a:avLst/>
          </a:prstGeom>
          <a:noFill/>
          <a:ln/>
        </p:spPr>
        <p:txBody>
          <a:bodyPr wrap="square" lIns="0" tIns="0" rIns="0" bIns="0" rtlCol="0" anchor="ctr"/>
          <a:lstStyle/>
          <a:p>
            <a:pPr marL="0" indent="0">
              <a:buNone/>
            </a:pPr>
            <a:r>
              <a:rPr lang="en-US" sz="1100" b="1" kern="0" spc="100" dirty="0">
                <a:solidFill>
                  <a:srgbClr val="4C9F70"/>
                </a:solidFill>
                <a:ea typeface="Calibri" pitchFamily="34" charset="-122"/>
                <a:cs typeface="Calibri" pitchFamily="34" charset="-120"/>
              </a:rPr>
              <a:t>Advantages</a:t>
            </a:r>
            <a:endParaRPr lang="en-US" sz="1100" dirty="0"/>
          </a:p>
        </p:txBody>
      </p:sp>
      <p:sp>
        <p:nvSpPr>
          <p:cNvPr id="17" name="Text 9">
            <a:extLst>
              <a:ext uri="{FF2B5EF4-FFF2-40B4-BE49-F238E27FC236}">
                <a16:creationId xmlns:a16="http://schemas.microsoft.com/office/drawing/2014/main" id="{7E27C09F-7762-D9B6-09C0-3E1E57310927}"/>
              </a:ext>
            </a:extLst>
          </p:cNvPr>
          <p:cNvSpPr/>
          <p:nvPr/>
        </p:nvSpPr>
        <p:spPr>
          <a:xfrm>
            <a:off x="5897880" y="1791882"/>
            <a:ext cx="2468880" cy="2834640"/>
          </a:xfrm>
          <a:prstGeom prst="rect">
            <a:avLst/>
          </a:prstGeom>
          <a:noFill/>
          <a:ln/>
        </p:spPr>
        <p:txBody>
          <a:bodyPr wrap="square" lIns="0" tIns="0" rIns="0" bIns="0" rtlCol="0" anchor="t"/>
          <a:lstStyle/>
          <a:p>
            <a:pPr marL="177800" indent="-177800">
              <a:buSzPct val="100000"/>
              <a:buChar char="▪"/>
            </a:pPr>
            <a:r>
              <a:rPr lang="en-US" sz="1080" dirty="0">
                <a:solidFill>
                  <a:srgbClr val="1A1A2E"/>
                </a:solidFill>
                <a:ea typeface="Calibri" pitchFamily="34" charset="-122"/>
                <a:cs typeface="Calibri" pitchFamily="34" charset="-120"/>
              </a:rPr>
              <a:t>Tailored accuracy for local language (Chhattisgarhi) and state-specific administrative content</a:t>
            </a:r>
          </a:p>
          <a:p>
            <a:pPr marL="177800" indent="-177800">
              <a:buSzPct val="100000"/>
              <a:buChar char="▪"/>
            </a:pPr>
            <a:endParaRPr lang="en-US" sz="1080" dirty="0">
              <a:solidFill>
                <a:srgbClr val="1A1A2E"/>
              </a:solidFill>
              <a:ea typeface="Calibri" pitchFamily="34" charset="-122"/>
              <a:cs typeface="Calibri" pitchFamily="34" charset="-120"/>
            </a:endParaRPr>
          </a:p>
        </p:txBody>
      </p:sp>
      <p:sp>
        <p:nvSpPr>
          <p:cNvPr id="18" name="Shape 10">
            <a:extLst>
              <a:ext uri="{FF2B5EF4-FFF2-40B4-BE49-F238E27FC236}">
                <a16:creationId xmlns:a16="http://schemas.microsoft.com/office/drawing/2014/main" id="{6BAB519A-1FF3-9605-9F65-8E09BD12B2BE}"/>
              </a:ext>
            </a:extLst>
          </p:cNvPr>
          <p:cNvSpPr/>
          <p:nvPr/>
        </p:nvSpPr>
        <p:spPr>
          <a:xfrm>
            <a:off x="8641080" y="1407835"/>
            <a:ext cx="3090672" cy="2384543"/>
          </a:xfrm>
          <a:prstGeom prst="rect">
            <a:avLst/>
          </a:prstGeom>
          <a:solidFill>
            <a:schemeClr val="bg1">
              <a:lumMod val="95000"/>
            </a:schemeClr>
          </a:solidFill>
          <a:ln w="12700">
            <a:solidFill>
              <a:schemeClr val="bg1">
                <a:lumMod val="95000"/>
              </a:schemeClr>
            </a:solidFill>
            <a:prstDash val="solid"/>
          </a:ln>
        </p:spPr>
        <p:txBody>
          <a:bodyPr/>
          <a:lstStyle/>
          <a:p>
            <a:endParaRPr lang="en-IN"/>
          </a:p>
        </p:txBody>
      </p:sp>
      <p:sp>
        <p:nvSpPr>
          <p:cNvPr id="21" name="Text 11">
            <a:extLst>
              <a:ext uri="{FF2B5EF4-FFF2-40B4-BE49-F238E27FC236}">
                <a16:creationId xmlns:a16="http://schemas.microsoft.com/office/drawing/2014/main" id="{F4212DD7-AD8A-9830-4E3E-02328C0E4F12}"/>
              </a:ext>
            </a:extLst>
          </p:cNvPr>
          <p:cNvSpPr/>
          <p:nvPr/>
        </p:nvSpPr>
        <p:spPr>
          <a:xfrm>
            <a:off x="8823960" y="1517562"/>
            <a:ext cx="2743200" cy="256032"/>
          </a:xfrm>
          <a:prstGeom prst="rect">
            <a:avLst/>
          </a:prstGeom>
          <a:noFill/>
          <a:ln/>
        </p:spPr>
        <p:txBody>
          <a:bodyPr wrap="square" lIns="0" tIns="0" rIns="0" bIns="0" rtlCol="0" anchor="ctr"/>
          <a:lstStyle/>
          <a:p>
            <a:pPr marL="0" indent="0">
              <a:buNone/>
            </a:pPr>
            <a:r>
              <a:rPr lang="en-US" sz="1100" b="1" kern="0" spc="100" dirty="0">
                <a:solidFill>
                  <a:srgbClr val="B23A48"/>
                </a:solidFill>
                <a:ea typeface="Calibri" pitchFamily="34" charset="-122"/>
                <a:cs typeface="Calibri" pitchFamily="34" charset="-120"/>
              </a:rPr>
              <a:t>Challenges</a:t>
            </a:r>
            <a:endParaRPr lang="en-US" sz="1100" dirty="0"/>
          </a:p>
        </p:txBody>
      </p:sp>
      <p:sp>
        <p:nvSpPr>
          <p:cNvPr id="22" name="Text 12">
            <a:extLst>
              <a:ext uri="{FF2B5EF4-FFF2-40B4-BE49-F238E27FC236}">
                <a16:creationId xmlns:a16="http://schemas.microsoft.com/office/drawing/2014/main" id="{55635C4F-7B7D-CE70-E40F-6504AE3DB6D4}"/>
              </a:ext>
            </a:extLst>
          </p:cNvPr>
          <p:cNvSpPr/>
          <p:nvPr/>
        </p:nvSpPr>
        <p:spPr>
          <a:xfrm>
            <a:off x="8823960" y="1791882"/>
            <a:ext cx="2743200" cy="2161474"/>
          </a:xfrm>
          <a:prstGeom prst="rect">
            <a:avLst/>
          </a:prstGeom>
          <a:noFill/>
          <a:ln/>
        </p:spPr>
        <p:txBody>
          <a:bodyPr wrap="square" lIns="0" tIns="0" rIns="0" bIns="0" rtlCol="0" anchor="t"/>
          <a:lstStyle/>
          <a:p>
            <a:pPr marL="177800" indent="-177800">
              <a:buSzPct val="100000"/>
              <a:buChar char="▪"/>
            </a:pPr>
            <a:r>
              <a:rPr lang="en-US" sz="1080" dirty="0">
                <a:solidFill>
                  <a:srgbClr val="1A1A2E"/>
                </a:solidFill>
                <a:ea typeface="Calibri" pitchFamily="34" charset="-122"/>
                <a:cs typeface="Calibri" pitchFamily="34" charset="-120"/>
              </a:rPr>
              <a:t>Significant upfront investment in compute (GPUs), data curation</a:t>
            </a:r>
          </a:p>
          <a:p>
            <a:pPr marL="177800" indent="-177800">
              <a:buSzPct val="100000"/>
              <a:buChar char="▪"/>
            </a:pPr>
            <a:r>
              <a:rPr lang="en-US" sz="1080" dirty="0">
                <a:solidFill>
                  <a:srgbClr val="1A1A2E"/>
                </a:solidFill>
                <a:ea typeface="Calibri" pitchFamily="34" charset="-122"/>
                <a:cs typeface="Calibri" pitchFamily="34" charset="-120"/>
              </a:rPr>
              <a:t>Requires continuous </a:t>
            </a:r>
            <a:r>
              <a:rPr lang="en-US" sz="1080" dirty="0" err="1">
                <a:solidFill>
                  <a:srgbClr val="1A1A2E"/>
                </a:solidFill>
                <a:ea typeface="Calibri" pitchFamily="34" charset="-122"/>
                <a:cs typeface="Calibri" pitchFamily="34" charset="-120"/>
              </a:rPr>
              <a:t>MLOps</a:t>
            </a:r>
            <a:r>
              <a:rPr lang="en-US" sz="1080" dirty="0">
                <a:solidFill>
                  <a:srgbClr val="1A1A2E"/>
                </a:solidFill>
                <a:ea typeface="Calibri" pitchFamily="34" charset="-122"/>
                <a:cs typeface="Calibri" pitchFamily="34" charset="-120"/>
              </a:rPr>
              <a:t> effort to retrain/fine-tune as data and requirements evolve</a:t>
            </a:r>
          </a:p>
          <a:p>
            <a:pPr marL="177800" indent="-177800">
              <a:buSzPct val="100000"/>
              <a:buChar char="▪"/>
            </a:pPr>
            <a:r>
              <a:rPr lang="en-US" sz="1080" dirty="0">
                <a:solidFill>
                  <a:srgbClr val="1A1A2E"/>
                </a:solidFill>
                <a:ea typeface="Calibri" pitchFamily="34" charset="-122"/>
                <a:cs typeface="Calibri" pitchFamily="34" charset="-120"/>
              </a:rPr>
              <a:t>Extensive involvement of the ecosystem required from data annotators, data validators, academic partners and partners like Bhashini</a:t>
            </a:r>
          </a:p>
          <a:p>
            <a:pPr marL="177800" indent="-177800">
              <a:buSzPct val="100000"/>
              <a:buChar char="▪"/>
            </a:pPr>
            <a:endParaRPr lang="en-US" sz="1080" dirty="0">
              <a:solidFill>
                <a:srgbClr val="1A1A2E"/>
              </a:solidFill>
              <a:ea typeface="Calibri" pitchFamily="34" charset="-122"/>
              <a:cs typeface="Calibri" pitchFamily="34" charset="-120"/>
            </a:endParaRPr>
          </a:p>
        </p:txBody>
      </p:sp>
      <p:sp>
        <p:nvSpPr>
          <p:cNvPr id="46" name="Shape 25">
            <a:extLst>
              <a:ext uri="{FF2B5EF4-FFF2-40B4-BE49-F238E27FC236}">
                <a16:creationId xmlns:a16="http://schemas.microsoft.com/office/drawing/2014/main" id="{D26A0AC4-C019-C359-77AB-75F600EEBCBC}"/>
              </a:ext>
            </a:extLst>
          </p:cNvPr>
          <p:cNvSpPr/>
          <p:nvPr/>
        </p:nvSpPr>
        <p:spPr>
          <a:xfrm>
            <a:off x="457200" y="5943600"/>
            <a:ext cx="11247120" cy="566928"/>
          </a:xfrm>
          <a:prstGeom prst="roundRect">
            <a:avLst>
              <a:gd name="adj" fmla="val 9677"/>
            </a:avLst>
          </a:prstGeom>
          <a:solidFill>
            <a:schemeClr val="accent3"/>
          </a:solidFill>
          <a:ln/>
        </p:spPr>
        <p:txBody>
          <a:bodyPr/>
          <a:lstStyle/>
          <a:p>
            <a:endParaRPr lang="en-IN"/>
          </a:p>
        </p:txBody>
      </p:sp>
      <p:sp>
        <p:nvSpPr>
          <p:cNvPr id="47" name="Text 26">
            <a:extLst>
              <a:ext uri="{FF2B5EF4-FFF2-40B4-BE49-F238E27FC236}">
                <a16:creationId xmlns:a16="http://schemas.microsoft.com/office/drawing/2014/main" id="{1A7C70AD-BA3E-3237-E96D-2F9B7F696B0B}"/>
              </a:ext>
            </a:extLst>
          </p:cNvPr>
          <p:cNvSpPr/>
          <p:nvPr/>
        </p:nvSpPr>
        <p:spPr>
          <a:xfrm>
            <a:off x="640080" y="5943600"/>
            <a:ext cx="10881360" cy="566928"/>
          </a:xfrm>
          <a:prstGeom prst="rect">
            <a:avLst/>
          </a:prstGeom>
          <a:noFill/>
          <a:ln/>
        </p:spPr>
        <p:txBody>
          <a:bodyPr wrap="square" lIns="0" tIns="0" rIns="0" bIns="0" rtlCol="0" anchor="ctr"/>
          <a:lstStyle/>
          <a:p>
            <a:pPr marL="0" indent="0">
              <a:buNone/>
            </a:pPr>
            <a:r>
              <a:rPr lang="en-US" sz="1150" b="1" dirty="0">
                <a:solidFill>
                  <a:srgbClr val="F2B705"/>
                </a:solidFill>
                <a:ea typeface="Calibri" pitchFamily="34" charset="-122"/>
                <a:cs typeface="Calibri" pitchFamily="34" charset="-120"/>
              </a:rPr>
              <a:t>Recommendation:  </a:t>
            </a:r>
            <a:r>
              <a:rPr lang="en-US" sz="1200" dirty="0">
                <a:solidFill>
                  <a:schemeClr val="bg1"/>
                </a:solidFill>
              </a:rPr>
              <a:t>Recommended in partnership with an existing Indic-LLM initiative like Bhashini rather than built from scratch. Since time to production grade APIs will take time, hence, discussions can initiate on these lines.</a:t>
            </a:r>
          </a:p>
        </p:txBody>
      </p:sp>
      <p:sp>
        <p:nvSpPr>
          <p:cNvPr id="51" name="Text 3">
            <a:extLst>
              <a:ext uri="{FF2B5EF4-FFF2-40B4-BE49-F238E27FC236}">
                <a16:creationId xmlns:a16="http://schemas.microsoft.com/office/drawing/2014/main" id="{F4E7501E-448C-2C0E-784B-F0CD1C3440B8}"/>
              </a:ext>
            </a:extLst>
          </p:cNvPr>
          <p:cNvSpPr/>
          <p:nvPr/>
        </p:nvSpPr>
        <p:spPr>
          <a:xfrm>
            <a:off x="432054" y="3507806"/>
            <a:ext cx="5120640" cy="256032"/>
          </a:xfrm>
          <a:prstGeom prst="rect">
            <a:avLst/>
          </a:prstGeom>
          <a:noFill/>
          <a:ln/>
        </p:spPr>
        <p:txBody>
          <a:bodyPr wrap="square" lIns="0" tIns="0" rIns="0" bIns="0" rtlCol="0" anchor="ctr"/>
          <a:lstStyle/>
          <a:p>
            <a:pPr marL="0" indent="0">
              <a:buNone/>
            </a:pPr>
            <a:r>
              <a:rPr lang="en-US" sz="1200" b="1" kern="0" spc="100" dirty="0">
                <a:solidFill>
                  <a:srgbClr val="F2B705"/>
                </a:solidFill>
                <a:ea typeface="Calibri" pitchFamily="34" charset="-122"/>
                <a:cs typeface="Calibri" pitchFamily="34" charset="-120"/>
              </a:rPr>
              <a:t>Approach for Implementation</a:t>
            </a:r>
            <a:endParaRPr lang="en-US" sz="1200" b="1" dirty="0"/>
          </a:p>
        </p:txBody>
      </p:sp>
      <p:sp>
        <p:nvSpPr>
          <p:cNvPr id="52" name="Text 4">
            <a:extLst>
              <a:ext uri="{FF2B5EF4-FFF2-40B4-BE49-F238E27FC236}">
                <a16:creationId xmlns:a16="http://schemas.microsoft.com/office/drawing/2014/main" id="{4A92243A-213C-1567-C772-95BAD2901914}"/>
              </a:ext>
            </a:extLst>
          </p:cNvPr>
          <p:cNvSpPr/>
          <p:nvPr/>
        </p:nvSpPr>
        <p:spPr>
          <a:xfrm>
            <a:off x="427482" y="3797740"/>
            <a:ext cx="5120640" cy="1417320"/>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200" dirty="0"/>
              <a:t>Assess feasibility - available Chhattisgarhi/Hindi corpora, compute budget, and talent availability</a:t>
            </a:r>
          </a:p>
          <a:p>
            <a:pPr marL="171450" indent="-171450">
              <a:buFont typeface="Arial" panose="020B0604020202020204" pitchFamily="34" charset="0"/>
              <a:buChar char="•"/>
            </a:pPr>
            <a:r>
              <a:rPr lang="en-US" sz="1200" dirty="0"/>
              <a:t>Start from an existing open-weight base model (e.g. an Indic LLM) rather than training from scratch</a:t>
            </a:r>
          </a:p>
          <a:p>
            <a:pPr marL="171450" indent="-171450">
              <a:buFont typeface="Arial" panose="020B0604020202020204" pitchFamily="34" charset="0"/>
              <a:buChar char="•"/>
            </a:pPr>
            <a:r>
              <a:rPr lang="en-US" sz="1200" dirty="0"/>
              <a:t>Curate and clean a government administrative/legal text corpus for fine-tuning</a:t>
            </a:r>
          </a:p>
          <a:p>
            <a:pPr marL="171450" indent="-171450">
              <a:buFont typeface="Arial" panose="020B0604020202020204" pitchFamily="34" charset="0"/>
              <a:buChar char="•"/>
            </a:pPr>
            <a:r>
              <a:rPr lang="en-US" sz="1200" dirty="0"/>
              <a:t>Fine-tune and evaluate against benchmark tasks - government Q&amp;A, drafting, summarisation</a:t>
            </a:r>
          </a:p>
          <a:p>
            <a:pPr marL="171450" indent="-171450">
              <a:buFont typeface="Arial" panose="020B0604020202020204" pitchFamily="34" charset="0"/>
              <a:buChar char="•"/>
            </a:pPr>
            <a:r>
              <a:rPr lang="en-US" sz="1200" dirty="0"/>
              <a:t>Pilot as the backend for one use case (e.g. officer copilot) before wider adoption</a:t>
            </a:r>
          </a:p>
        </p:txBody>
      </p:sp>
      <p:grpSp>
        <p:nvGrpSpPr>
          <p:cNvPr id="53" name="Group 52">
            <a:extLst>
              <a:ext uri="{FF2B5EF4-FFF2-40B4-BE49-F238E27FC236}">
                <a16:creationId xmlns:a16="http://schemas.microsoft.com/office/drawing/2014/main" id="{C45B069C-AA13-2367-AA36-BDB8CAA53945}"/>
              </a:ext>
            </a:extLst>
          </p:cNvPr>
          <p:cNvGrpSpPr/>
          <p:nvPr/>
        </p:nvGrpSpPr>
        <p:grpSpPr>
          <a:xfrm>
            <a:off x="5897882" y="4409244"/>
            <a:ext cx="5669278" cy="1425138"/>
            <a:chOff x="976805" y="2364831"/>
            <a:chExt cx="4732331" cy="1636527"/>
          </a:xfrm>
        </p:grpSpPr>
        <p:sp>
          <p:nvSpPr>
            <p:cNvPr id="81" name="Pentagon 10">
              <a:extLst>
                <a:ext uri="{FF2B5EF4-FFF2-40B4-BE49-F238E27FC236}">
                  <a16:creationId xmlns:a16="http://schemas.microsoft.com/office/drawing/2014/main" id="{1E43F788-6C8E-98E1-C4D7-F571222CE4FD}"/>
                </a:ext>
              </a:extLst>
            </p:cNvPr>
            <p:cNvSpPr/>
            <p:nvPr/>
          </p:nvSpPr>
          <p:spPr>
            <a:xfrm>
              <a:off x="1517208" y="3449468"/>
              <a:ext cx="4191928" cy="487810"/>
            </a:xfrm>
            <a:prstGeom prst="homePlat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r>
                <a:rPr lang="en-US" sz="1050" dirty="0">
                  <a:solidFill>
                    <a:schemeClr val="tx1"/>
                  </a:solidFill>
                </a:rPr>
                <a:t>Would compute be obtained from </a:t>
              </a:r>
              <a:r>
                <a:rPr lang="en-US" sz="1050" dirty="0" err="1">
                  <a:solidFill>
                    <a:schemeClr val="tx1"/>
                  </a:solidFill>
                </a:rPr>
                <a:t>IndiaAI</a:t>
              </a:r>
              <a:r>
                <a:rPr lang="en-US" sz="1050" dirty="0">
                  <a:solidFill>
                    <a:schemeClr val="tx1"/>
                  </a:solidFill>
                </a:rPr>
                <a:t> Mission, or accessed via GPU-as-a-Service from a vendor?</a:t>
              </a:r>
            </a:p>
          </p:txBody>
        </p:sp>
        <p:sp>
          <p:nvSpPr>
            <p:cNvPr id="82" name="Pentagon 9">
              <a:extLst>
                <a:ext uri="{FF2B5EF4-FFF2-40B4-BE49-F238E27FC236}">
                  <a16:creationId xmlns:a16="http://schemas.microsoft.com/office/drawing/2014/main" id="{9FF897E6-E211-E593-4D41-34224972BA2A}"/>
                </a:ext>
              </a:extLst>
            </p:cNvPr>
            <p:cNvSpPr/>
            <p:nvPr/>
          </p:nvSpPr>
          <p:spPr>
            <a:xfrm>
              <a:off x="1517208" y="2364831"/>
              <a:ext cx="4191928" cy="487810"/>
            </a:xfrm>
            <a:prstGeom prst="homePlat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r>
                <a:rPr lang="en-US" sz="1050" dirty="0">
                  <a:solidFill>
                    <a:schemeClr val="tx1"/>
                  </a:solidFill>
                </a:rPr>
                <a:t>Has there any discussion that has happened with Bhashini on this subject?</a:t>
              </a:r>
            </a:p>
          </p:txBody>
        </p:sp>
        <p:sp>
          <p:nvSpPr>
            <p:cNvPr id="83" name="Pentagon 11">
              <a:extLst>
                <a:ext uri="{FF2B5EF4-FFF2-40B4-BE49-F238E27FC236}">
                  <a16:creationId xmlns:a16="http://schemas.microsoft.com/office/drawing/2014/main" id="{0D62C031-EDA2-374F-7CA4-50E427B23520}"/>
                </a:ext>
              </a:extLst>
            </p:cNvPr>
            <p:cNvSpPr/>
            <p:nvPr/>
          </p:nvSpPr>
          <p:spPr>
            <a:xfrm>
              <a:off x="1517208" y="2917053"/>
              <a:ext cx="4191928" cy="487549"/>
            </a:xfrm>
            <a:prstGeom prst="homePlat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r>
                <a:rPr lang="en-US" sz="1050" dirty="0">
                  <a:solidFill>
                    <a:schemeClr val="tx1"/>
                  </a:solidFill>
                </a:rPr>
                <a:t>Should the state partner with an academic/research institution or national initiative (e.g. BharatGen)?</a:t>
              </a:r>
            </a:p>
          </p:txBody>
        </p:sp>
        <p:sp>
          <p:nvSpPr>
            <p:cNvPr id="89" name="Pentagon 23">
              <a:extLst>
                <a:ext uri="{FF2B5EF4-FFF2-40B4-BE49-F238E27FC236}">
                  <a16:creationId xmlns:a16="http://schemas.microsoft.com/office/drawing/2014/main" id="{5F63253C-B9C9-2989-C759-EE02B370B556}"/>
                </a:ext>
              </a:extLst>
            </p:cNvPr>
            <p:cNvSpPr/>
            <p:nvPr/>
          </p:nvSpPr>
          <p:spPr>
            <a:xfrm rot="16200000" flipH="1">
              <a:off x="351997" y="2998621"/>
              <a:ext cx="1627545" cy="377930"/>
            </a:xfrm>
            <a:prstGeom prst="homePlate">
              <a:avLst>
                <a:gd name="adj" fmla="val 25643"/>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Key Decision Points</a:t>
              </a:r>
            </a:p>
          </p:txBody>
        </p:sp>
      </p:grpSp>
    </p:spTree>
    <p:extLst>
      <p:ext uri="{BB962C8B-B14F-4D97-AF65-F5344CB8AC3E}">
        <p14:creationId xmlns:p14="http://schemas.microsoft.com/office/powerpoint/2010/main" val="22067156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314CA-CC22-956D-B9DC-6C680903BF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2D18B0-8D3D-94C3-6FE9-F5EF3CAA745C}"/>
              </a:ext>
            </a:extLst>
          </p:cNvPr>
          <p:cNvSpPr txBox="1">
            <a:spLocks/>
          </p:cNvSpPr>
          <p:nvPr/>
        </p:nvSpPr>
        <p:spPr>
          <a:xfrm>
            <a:off x="473642" y="257967"/>
            <a:ext cx="11120259" cy="594360"/>
          </a:xfrm>
          <a:prstGeom prst="rect">
            <a:avLst/>
          </a:prstGeom>
        </p:spPr>
        <p:txBody>
          <a:bodyPr vert="horz" lIns="0" tIns="45720" rIns="0" bIns="0" rtlCol="0" anchor="b" anchorCtr="0">
            <a:noAutofit/>
          </a:bodyPr>
          <a:lstStyle>
            <a:lvl1pPr algn="l" defTabSz="914400" rtl="0" eaLnBrk="1" latinLnBrk="0" hangingPunct="1">
              <a:lnSpc>
                <a:spcPct val="80000"/>
              </a:lnSpc>
              <a:spcBef>
                <a:spcPct val="0"/>
              </a:spcBef>
              <a:buNone/>
              <a:defRPr lang="en-US" sz="3600" b="0" i="0" kern="1200" cap="none" spc="-75" baseline="0" dirty="0">
                <a:solidFill>
                  <a:schemeClr val="tx1"/>
                </a:solidFill>
                <a:latin typeface="+mj-lt"/>
                <a:ea typeface="Bebas Neue" charset="0"/>
                <a:cs typeface="Chronicle Display Black"/>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lang="it-IT" sz="3200" dirty="0">
                <a:solidFill>
                  <a:srgbClr val="000000"/>
                </a:solidFill>
                <a:latin typeface="Calibri" panose="020F0502020204030204" pitchFamily="34" charset="0"/>
                <a:cs typeface="Calibri" panose="020F0502020204030204" pitchFamily="34" charset="0"/>
              </a:rPr>
              <a:t>State AI Stack</a:t>
            </a:r>
          </a:p>
        </p:txBody>
      </p:sp>
      <p:sp>
        <p:nvSpPr>
          <p:cNvPr id="3" name="Text 2">
            <a:extLst>
              <a:ext uri="{FF2B5EF4-FFF2-40B4-BE49-F238E27FC236}">
                <a16:creationId xmlns:a16="http://schemas.microsoft.com/office/drawing/2014/main" id="{1B2AFBB2-9FE4-7F7D-3889-A02086B15362}"/>
              </a:ext>
            </a:extLst>
          </p:cNvPr>
          <p:cNvSpPr/>
          <p:nvPr/>
        </p:nvSpPr>
        <p:spPr>
          <a:xfrm>
            <a:off x="457200" y="1023786"/>
            <a:ext cx="11247120" cy="274320"/>
          </a:xfrm>
          <a:prstGeom prst="rect">
            <a:avLst/>
          </a:prstGeom>
          <a:noFill/>
          <a:ln/>
        </p:spPr>
        <p:txBody>
          <a:bodyPr wrap="square" lIns="0" tIns="0" rIns="0" bIns="0" rtlCol="0" anchor="ctr"/>
          <a:lstStyle/>
          <a:p>
            <a:r>
              <a:rPr lang="en-IN" sz="1200" dirty="0">
                <a:solidFill>
                  <a:schemeClr val="bg1">
                    <a:lumMod val="50000"/>
                  </a:schemeClr>
                </a:solidFill>
              </a:rPr>
              <a:t>A full, reusable state AI enterprise architecture combining platform infrastructure, data exchange, agentic workflows requiring ecosystem support for its success</a:t>
            </a:r>
            <a:endParaRPr lang="en-US" sz="1200" dirty="0">
              <a:solidFill>
                <a:schemeClr val="bg1">
                  <a:lumMod val="50000"/>
                </a:schemeClr>
              </a:solidFill>
            </a:endParaRPr>
          </a:p>
        </p:txBody>
      </p:sp>
      <p:sp>
        <p:nvSpPr>
          <p:cNvPr id="5" name="Text 3">
            <a:extLst>
              <a:ext uri="{FF2B5EF4-FFF2-40B4-BE49-F238E27FC236}">
                <a16:creationId xmlns:a16="http://schemas.microsoft.com/office/drawing/2014/main" id="{F8C736A7-79E4-4F27-715C-EC92357AE692}"/>
              </a:ext>
            </a:extLst>
          </p:cNvPr>
          <p:cNvSpPr/>
          <p:nvPr/>
        </p:nvSpPr>
        <p:spPr>
          <a:xfrm>
            <a:off x="457200" y="1330197"/>
            <a:ext cx="5120640" cy="256032"/>
          </a:xfrm>
          <a:prstGeom prst="rect">
            <a:avLst/>
          </a:prstGeom>
          <a:noFill/>
          <a:ln/>
        </p:spPr>
        <p:txBody>
          <a:bodyPr wrap="square" lIns="0" tIns="0" rIns="0" bIns="0" rtlCol="0" anchor="ctr"/>
          <a:lstStyle/>
          <a:p>
            <a:pPr marL="0" indent="0">
              <a:buNone/>
            </a:pPr>
            <a:r>
              <a:rPr lang="en-US" sz="1200" b="1" kern="0" spc="100" dirty="0">
                <a:solidFill>
                  <a:srgbClr val="F2B705"/>
                </a:solidFill>
                <a:ea typeface="Calibri" pitchFamily="34" charset="-122"/>
                <a:cs typeface="Calibri" pitchFamily="34" charset="-120"/>
              </a:rPr>
              <a:t>Features</a:t>
            </a:r>
            <a:endParaRPr lang="en-US" sz="1200" dirty="0"/>
          </a:p>
        </p:txBody>
      </p:sp>
      <p:sp>
        <p:nvSpPr>
          <p:cNvPr id="6" name="Text 4">
            <a:extLst>
              <a:ext uri="{FF2B5EF4-FFF2-40B4-BE49-F238E27FC236}">
                <a16:creationId xmlns:a16="http://schemas.microsoft.com/office/drawing/2014/main" id="{C959C824-DB6A-C73A-3E68-3404AC6B8B39}"/>
              </a:ext>
            </a:extLst>
          </p:cNvPr>
          <p:cNvSpPr/>
          <p:nvPr/>
        </p:nvSpPr>
        <p:spPr>
          <a:xfrm>
            <a:off x="457200" y="1586229"/>
            <a:ext cx="5120640" cy="1417320"/>
          </a:xfrm>
          <a:prstGeom prst="rect">
            <a:avLst/>
          </a:prstGeom>
          <a:noFill/>
          <a:ln/>
        </p:spPr>
        <p:txBody>
          <a:bodyPr wrap="square" lIns="0" tIns="0" rIns="0" bIns="0" rtlCol="0" anchor="t"/>
          <a:lstStyle/>
          <a:p>
            <a:pPr marL="171450" indent="-171450">
              <a:buFont typeface="Arial" panose="020B0604020202020204" pitchFamily="34" charset="0"/>
              <a:buChar char="•"/>
            </a:pPr>
            <a:r>
              <a:rPr lang="en-IN" sz="1200" dirty="0"/>
              <a:t>Unified LLM orchestration layer supporting commercial, open-source and state SLM models</a:t>
            </a:r>
          </a:p>
          <a:p>
            <a:pPr marL="171450" indent="-171450">
              <a:buFont typeface="Arial" panose="020B0604020202020204" pitchFamily="34" charset="0"/>
              <a:buChar char="•"/>
            </a:pPr>
            <a:r>
              <a:rPr lang="en-IN" sz="1200" dirty="0"/>
              <a:t>Integrated state data exchange and consent layer</a:t>
            </a:r>
          </a:p>
          <a:p>
            <a:pPr marL="171450" indent="-171450">
              <a:buFont typeface="Arial" panose="020B0604020202020204" pitchFamily="34" charset="0"/>
              <a:buChar char="•"/>
            </a:pPr>
            <a:r>
              <a:rPr lang="en-IN" sz="1200" dirty="0"/>
              <a:t>Shared GPU-as-a-Service and compute infrastructure</a:t>
            </a:r>
          </a:p>
          <a:p>
            <a:pPr marL="171450" indent="-171450">
              <a:buFont typeface="Arial" panose="020B0604020202020204" pitchFamily="34" charset="0"/>
              <a:buChar char="•"/>
            </a:pPr>
            <a:r>
              <a:rPr lang="en-IN" sz="1200" dirty="0"/>
              <a:t>Common Responsible AI, security and audit framework across all use cases</a:t>
            </a:r>
          </a:p>
          <a:p>
            <a:pPr marL="171450" indent="-171450">
              <a:buFont typeface="Arial" panose="020B0604020202020204" pitchFamily="34" charset="0"/>
              <a:buChar char="•"/>
            </a:pPr>
            <a:r>
              <a:rPr lang="en-IN" sz="1200" dirty="0"/>
              <a:t>Reusable component library - copilot, chatbot, agentic workflow templates</a:t>
            </a:r>
          </a:p>
          <a:p>
            <a:pPr marL="171450" indent="-171450">
              <a:buFont typeface="Arial" panose="020B0604020202020204" pitchFamily="34" charset="0"/>
              <a:buChar char="•"/>
            </a:pPr>
            <a:r>
              <a:rPr lang="en-IN" sz="1200" dirty="0"/>
              <a:t>Central AI usage, cost and performance monitoring across all departments</a:t>
            </a:r>
          </a:p>
          <a:p>
            <a:pPr marL="171450" indent="-171450">
              <a:buFont typeface="Arial" panose="020B0604020202020204" pitchFamily="34" charset="0"/>
              <a:buChar char="•"/>
            </a:pPr>
            <a:r>
              <a:rPr lang="en-IN" sz="1200" dirty="0"/>
              <a:t>Departmental self-service onboarding once foundational layers are in place</a:t>
            </a:r>
          </a:p>
          <a:p>
            <a:pPr marL="171450" indent="-171450">
              <a:buFont typeface="Arial" panose="020B0604020202020204" pitchFamily="34" charset="0"/>
              <a:buChar char="•"/>
            </a:pPr>
            <a:r>
              <a:rPr lang="en-IN" sz="1200" dirty="0"/>
              <a:t>Long-term roadmap covering copilot, agentic, and SLM capabilities on one architecture</a:t>
            </a:r>
          </a:p>
        </p:txBody>
      </p:sp>
      <p:sp>
        <p:nvSpPr>
          <p:cNvPr id="13" name="Shape 7">
            <a:extLst>
              <a:ext uri="{FF2B5EF4-FFF2-40B4-BE49-F238E27FC236}">
                <a16:creationId xmlns:a16="http://schemas.microsoft.com/office/drawing/2014/main" id="{9A1CA109-54E7-6B71-0A9E-4C3C6EB68A53}"/>
              </a:ext>
            </a:extLst>
          </p:cNvPr>
          <p:cNvSpPr/>
          <p:nvPr/>
        </p:nvSpPr>
        <p:spPr>
          <a:xfrm>
            <a:off x="5715000" y="1407835"/>
            <a:ext cx="2788920" cy="2384543"/>
          </a:xfrm>
          <a:prstGeom prst="rect">
            <a:avLst/>
          </a:prstGeom>
          <a:solidFill>
            <a:schemeClr val="bg1">
              <a:lumMod val="95000"/>
            </a:schemeClr>
          </a:solidFill>
          <a:ln w="12700">
            <a:solidFill>
              <a:schemeClr val="bg1">
                <a:lumMod val="95000"/>
              </a:schemeClr>
            </a:solidFill>
            <a:prstDash val="solid"/>
          </a:ln>
        </p:spPr>
        <p:txBody>
          <a:bodyPr/>
          <a:lstStyle/>
          <a:p>
            <a:endParaRPr lang="en-IN"/>
          </a:p>
        </p:txBody>
      </p:sp>
      <p:sp>
        <p:nvSpPr>
          <p:cNvPr id="14" name="Text 8">
            <a:extLst>
              <a:ext uri="{FF2B5EF4-FFF2-40B4-BE49-F238E27FC236}">
                <a16:creationId xmlns:a16="http://schemas.microsoft.com/office/drawing/2014/main" id="{CC0AC44B-4158-DFE5-54EA-746939F8931E}"/>
              </a:ext>
            </a:extLst>
          </p:cNvPr>
          <p:cNvSpPr/>
          <p:nvPr/>
        </p:nvSpPr>
        <p:spPr>
          <a:xfrm>
            <a:off x="5897880" y="1517562"/>
            <a:ext cx="2468880" cy="256032"/>
          </a:xfrm>
          <a:prstGeom prst="rect">
            <a:avLst/>
          </a:prstGeom>
          <a:noFill/>
          <a:ln/>
        </p:spPr>
        <p:txBody>
          <a:bodyPr wrap="square" lIns="0" tIns="0" rIns="0" bIns="0" rtlCol="0" anchor="ctr"/>
          <a:lstStyle/>
          <a:p>
            <a:pPr marL="0" indent="0">
              <a:buNone/>
            </a:pPr>
            <a:r>
              <a:rPr lang="en-US" sz="1100" b="1" kern="0" spc="100" dirty="0">
                <a:solidFill>
                  <a:srgbClr val="4C9F70"/>
                </a:solidFill>
                <a:ea typeface="Calibri" pitchFamily="34" charset="-122"/>
                <a:cs typeface="Calibri" pitchFamily="34" charset="-120"/>
              </a:rPr>
              <a:t>Advantages</a:t>
            </a:r>
            <a:endParaRPr lang="en-US" sz="1100" dirty="0"/>
          </a:p>
        </p:txBody>
      </p:sp>
      <p:sp>
        <p:nvSpPr>
          <p:cNvPr id="17" name="Text 9">
            <a:extLst>
              <a:ext uri="{FF2B5EF4-FFF2-40B4-BE49-F238E27FC236}">
                <a16:creationId xmlns:a16="http://schemas.microsoft.com/office/drawing/2014/main" id="{7E27C09F-7762-D9B6-09C0-3E1E57310927}"/>
              </a:ext>
            </a:extLst>
          </p:cNvPr>
          <p:cNvSpPr/>
          <p:nvPr/>
        </p:nvSpPr>
        <p:spPr>
          <a:xfrm>
            <a:off x="5897880" y="1791882"/>
            <a:ext cx="2468880" cy="2834640"/>
          </a:xfrm>
          <a:prstGeom prst="rect">
            <a:avLst/>
          </a:prstGeom>
          <a:noFill/>
          <a:ln/>
        </p:spPr>
        <p:txBody>
          <a:bodyPr wrap="square" lIns="0" tIns="0" rIns="0" bIns="0" rtlCol="0" anchor="t"/>
          <a:lstStyle/>
          <a:p>
            <a:pPr marL="177800" indent="-177800">
              <a:buSzPct val="100000"/>
              <a:buChar char="▪"/>
            </a:pPr>
            <a:r>
              <a:rPr lang="en-US" sz="1080" dirty="0">
                <a:solidFill>
                  <a:srgbClr val="1A1A2E"/>
                </a:solidFill>
                <a:ea typeface="Calibri" pitchFamily="34" charset="-122"/>
                <a:cs typeface="Calibri" pitchFamily="34" charset="-120"/>
              </a:rPr>
              <a:t>Positions Chhattisgarh as a long-term leader in state-level AI infrastructure</a:t>
            </a:r>
          </a:p>
          <a:p>
            <a:pPr marL="177800" indent="-177800">
              <a:buSzPct val="100000"/>
              <a:buChar char="▪"/>
            </a:pPr>
            <a:r>
              <a:rPr lang="en-US" sz="1080" dirty="0">
                <a:solidFill>
                  <a:srgbClr val="1A1A2E"/>
                </a:solidFill>
                <a:ea typeface="Calibri" pitchFamily="34" charset="-122"/>
                <a:cs typeface="Calibri" pitchFamily="34" charset="-120"/>
              </a:rPr>
              <a:t>Every department benefits from shared investment, not just a few pilot departments</a:t>
            </a:r>
          </a:p>
        </p:txBody>
      </p:sp>
      <p:sp>
        <p:nvSpPr>
          <p:cNvPr id="18" name="Shape 10">
            <a:extLst>
              <a:ext uri="{FF2B5EF4-FFF2-40B4-BE49-F238E27FC236}">
                <a16:creationId xmlns:a16="http://schemas.microsoft.com/office/drawing/2014/main" id="{6BAB519A-1FF3-9605-9F65-8E09BD12B2BE}"/>
              </a:ext>
            </a:extLst>
          </p:cNvPr>
          <p:cNvSpPr/>
          <p:nvPr/>
        </p:nvSpPr>
        <p:spPr>
          <a:xfrm>
            <a:off x="8641080" y="1407835"/>
            <a:ext cx="3090672" cy="2384543"/>
          </a:xfrm>
          <a:prstGeom prst="rect">
            <a:avLst/>
          </a:prstGeom>
          <a:solidFill>
            <a:schemeClr val="bg1">
              <a:lumMod val="95000"/>
            </a:schemeClr>
          </a:solidFill>
          <a:ln w="12700">
            <a:solidFill>
              <a:schemeClr val="bg1">
                <a:lumMod val="95000"/>
              </a:schemeClr>
            </a:solidFill>
            <a:prstDash val="solid"/>
          </a:ln>
        </p:spPr>
        <p:txBody>
          <a:bodyPr/>
          <a:lstStyle/>
          <a:p>
            <a:endParaRPr lang="en-IN"/>
          </a:p>
        </p:txBody>
      </p:sp>
      <p:sp>
        <p:nvSpPr>
          <p:cNvPr id="21" name="Text 11">
            <a:extLst>
              <a:ext uri="{FF2B5EF4-FFF2-40B4-BE49-F238E27FC236}">
                <a16:creationId xmlns:a16="http://schemas.microsoft.com/office/drawing/2014/main" id="{F4212DD7-AD8A-9830-4E3E-02328C0E4F12}"/>
              </a:ext>
            </a:extLst>
          </p:cNvPr>
          <p:cNvSpPr/>
          <p:nvPr/>
        </p:nvSpPr>
        <p:spPr>
          <a:xfrm>
            <a:off x="8823960" y="1517562"/>
            <a:ext cx="2743200" cy="256032"/>
          </a:xfrm>
          <a:prstGeom prst="rect">
            <a:avLst/>
          </a:prstGeom>
          <a:noFill/>
          <a:ln/>
        </p:spPr>
        <p:txBody>
          <a:bodyPr wrap="square" lIns="0" tIns="0" rIns="0" bIns="0" rtlCol="0" anchor="ctr"/>
          <a:lstStyle/>
          <a:p>
            <a:pPr marL="0" indent="0">
              <a:buNone/>
            </a:pPr>
            <a:r>
              <a:rPr lang="en-US" sz="1100" b="1" kern="0" spc="100" dirty="0">
                <a:solidFill>
                  <a:srgbClr val="B23A48"/>
                </a:solidFill>
                <a:ea typeface="Calibri" pitchFamily="34" charset="-122"/>
                <a:cs typeface="Calibri" pitchFamily="34" charset="-120"/>
              </a:rPr>
              <a:t>Challenges</a:t>
            </a:r>
            <a:endParaRPr lang="en-US" sz="1100" dirty="0"/>
          </a:p>
        </p:txBody>
      </p:sp>
      <p:sp>
        <p:nvSpPr>
          <p:cNvPr id="22" name="Text 12">
            <a:extLst>
              <a:ext uri="{FF2B5EF4-FFF2-40B4-BE49-F238E27FC236}">
                <a16:creationId xmlns:a16="http://schemas.microsoft.com/office/drawing/2014/main" id="{55635C4F-7B7D-CE70-E40F-6504AE3DB6D4}"/>
              </a:ext>
            </a:extLst>
          </p:cNvPr>
          <p:cNvSpPr/>
          <p:nvPr/>
        </p:nvSpPr>
        <p:spPr>
          <a:xfrm>
            <a:off x="8823960" y="1791882"/>
            <a:ext cx="2743200" cy="2161474"/>
          </a:xfrm>
          <a:prstGeom prst="rect">
            <a:avLst/>
          </a:prstGeom>
          <a:noFill/>
          <a:ln/>
        </p:spPr>
        <p:txBody>
          <a:bodyPr wrap="square" lIns="0" tIns="0" rIns="0" bIns="0" rtlCol="0" anchor="t"/>
          <a:lstStyle/>
          <a:p>
            <a:pPr marL="177800" indent="-177800">
              <a:buSzPct val="100000"/>
              <a:buChar char="▪"/>
            </a:pPr>
            <a:r>
              <a:rPr lang="en-US" sz="1080" dirty="0">
                <a:solidFill>
                  <a:srgbClr val="1A1A2E"/>
                </a:solidFill>
                <a:ea typeface="Calibri" pitchFamily="34" charset="-122"/>
                <a:cs typeface="Calibri" pitchFamily="34" charset="-120"/>
              </a:rPr>
              <a:t>Long implementation timeline - full value realised only after multiple phases are complete</a:t>
            </a:r>
          </a:p>
          <a:p>
            <a:pPr marL="177800" indent="-177800">
              <a:buSzPct val="100000"/>
              <a:buChar char="▪"/>
            </a:pPr>
            <a:r>
              <a:rPr lang="en-US" sz="1080" dirty="0">
                <a:solidFill>
                  <a:srgbClr val="1A1A2E"/>
                </a:solidFill>
                <a:ea typeface="Calibri" pitchFamily="34" charset="-122"/>
                <a:cs typeface="Calibri" pitchFamily="34" charset="-120"/>
              </a:rPr>
              <a:t>Requires sustained leadership commitment and cross-department coordination over years</a:t>
            </a:r>
          </a:p>
          <a:p>
            <a:pPr marL="177800" indent="-177800">
              <a:buSzPct val="100000"/>
              <a:buChar char="▪"/>
            </a:pPr>
            <a:r>
              <a:rPr lang="en-US" sz="1080" dirty="0">
                <a:solidFill>
                  <a:srgbClr val="1A1A2E"/>
                </a:solidFill>
                <a:ea typeface="Calibri" pitchFamily="34" charset="-122"/>
                <a:cs typeface="Calibri" pitchFamily="34" charset="-120"/>
              </a:rPr>
              <a:t>Needs a large, skilled central team - platform engineering, MLOps, data governance, security</a:t>
            </a:r>
          </a:p>
          <a:p>
            <a:pPr marL="177800" indent="-177800">
              <a:buSzPct val="100000"/>
              <a:buChar char="▪"/>
            </a:pPr>
            <a:r>
              <a:rPr lang="en-US" sz="1080" dirty="0">
                <a:solidFill>
                  <a:srgbClr val="1A1A2E"/>
                </a:solidFill>
                <a:ea typeface="Calibri" pitchFamily="34" charset="-122"/>
                <a:cs typeface="Calibri" pitchFamily="34" charset="-120"/>
              </a:rPr>
              <a:t>Risk of over-engineering if department adoption/use cases do not materialise as planned</a:t>
            </a:r>
          </a:p>
        </p:txBody>
      </p:sp>
      <p:sp>
        <p:nvSpPr>
          <p:cNvPr id="46" name="Shape 25">
            <a:extLst>
              <a:ext uri="{FF2B5EF4-FFF2-40B4-BE49-F238E27FC236}">
                <a16:creationId xmlns:a16="http://schemas.microsoft.com/office/drawing/2014/main" id="{D26A0AC4-C019-C359-77AB-75F600EEBCBC}"/>
              </a:ext>
            </a:extLst>
          </p:cNvPr>
          <p:cNvSpPr/>
          <p:nvPr/>
        </p:nvSpPr>
        <p:spPr>
          <a:xfrm>
            <a:off x="457200" y="5943600"/>
            <a:ext cx="11247120" cy="566928"/>
          </a:xfrm>
          <a:prstGeom prst="roundRect">
            <a:avLst>
              <a:gd name="adj" fmla="val 9677"/>
            </a:avLst>
          </a:prstGeom>
          <a:solidFill>
            <a:schemeClr val="accent3"/>
          </a:solidFill>
          <a:ln/>
        </p:spPr>
        <p:txBody>
          <a:bodyPr/>
          <a:lstStyle/>
          <a:p>
            <a:endParaRPr lang="en-IN"/>
          </a:p>
        </p:txBody>
      </p:sp>
      <p:sp>
        <p:nvSpPr>
          <p:cNvPr id="47" name="Text 26">
            <a:extLst>
              <a:ext uri="{FF2B5EF4-FFF2-40B4-BE49-F238E27FC236}">
                <a16:creationId xmlns:a16="http://schemas.microsoft.com/office/drawing/2014/main" id="{1A7C70AD-BA3E-3237-E96D-2F9B7F696B0B}"/>
              </a:ext>
            </a:extLst>
          </p:cNvPr>
          <p:cNvSpPr/>
          <p:nvPr/>
        </p:nvSpPr>
        <p:spPr>
          <a:xfrm>
            <a:off x="640080" y="5943600"/>
            <a:ext cx="10881360" cy="566928"/>
          </a:xfrm>
          <a:prstGeom prst="rect">
            <a:avLst/>
          </a:prstGeom>
          <a:noFill/>
          <a:ln/>
        </p:spPr>
        <p:txBody>
          <a:bodyPr wrap="square" lIns="0" tIns="0" rIns="0" bIns="0" rtlCol="0" anchor="ctr"/>
          <a:lstStyle/>
          <a:p>
            <a:pPr marL="0" indent="0">
              <a:buNone/>
            </a:pPr>
            <a:r>
              <a:rPr lang="en-US" sz="1150" b="1" dirty="0">
                <a:solidFill>
                  <a:srgbClr val="F2B705"/>
                </a:solidFill>
                <a:ea typeface="Calibri" pitchFamily="34" charset="-122"/>
                <a:cs typeface="Calibri" pitchFamily="34" charset="-120"/>
              </a:rPr>
              <a:t>Recommendation:  </a:t>
            </a:r>
            <a:r>
              <a:rPr lang="en-US" sz="1200" dirty="0">
                <a:solidFill>
                  <a:schemeClr val="bg1"/>
                </a:solidFill>
              </a:rPr>
              <a:t>This is a long-term end-state architecture, but given its scale and risk, domain specific Stack like Forest AI Stack is more effective in terms of implementation feasibility and speed to implementation. Hence, not recommended.</a:t>
            </a:r>
          </a:p>
        </p:txBody>
      </p:sp>
      <p:sp>
        <p:nvSpPr>
          <p:cNvPr id="51" name="Text 3">
            <a:extLst>
              <a:ext uri="{FF2B5EF4-FFF2-40B4-BE49-F238E27FC236}">
                <a16:creationId xmlns:a16="http://schemas.microsoft.com/office/drawing/2014/main" id="{F4E7501E-448C-2C0E-784B-F0CD1C3440B8}"/>
              </a:ext>
            </a:extLst>
          </p:cNvPr>
          <p:cNvSpPr/>
          <p:nvPr/>
        </p:nvSpPr>
        <p:spPr>
          <a:xfrm>
            <a:off x="432054" y="3740716"/>
            <a:ext cx="5120640" cy="256032"/>
          </a:xfrm>
          <a:prstGeom prst="rect">
            <a:avLst/>
          </a:prstGeom>
          <a:noFill/>
          <a:ln/>
        </p:spPr>
        <p:txBody>
          <a:bodyPr wrap="square" lIns="0" tIns="0" rIns="0" bIns="0" rtlCol="0" anchor="ctr"/>
          <a:lstStyle/>
          <a:p>
            <a:pPr marL="0" indent="0">
              <a:buNone/>
            </a:pPr>
            <a:r>
              <a:rPr lang="en-US" sz="1200" b="1" kern="0" spc="100" dirty="0">
                <a:solidFill>
                  <a:srgbClr val="F2B705"/>
                </a:solidFill>
                <a:ea typeface="Calibri" pitchFamily="34" charset="-122"/>
                <a:cs typeface="Calibri" pitchFamily="34" charset="-120"/>
              </a:rPr>
              <a:t>Approach for Implementation</a:t>
            </a:r>
            <a:endParaRPr lang="en-US" sz="1200" b="1" dirty="0"/>
          </a:p>
        </p:txBody>
      </p:sp>
      <p:sp>
        <p:nvSpPr>
          <p:cNvPr id="52" name="Text 4">
            <a:extLst>
              <a:ext uri="{FF2B5EF4-FFF2-40B4-BE49-F238E27FC236}">
                <a16:creationId xmlns:a16="http://schemas.microsoft.com/office/drawing/2014/main" id="{4A92243A-213C-1567-C772-95BAD2901914}"/>
              </a:ext>
            </a:extLst>
          </p:cNvPr>
          <p:cNvSpPr/>
          <p:nvPr/>
        </p:nvSpPr>
        <p:spPr>
          <a:xfrm>
            <a:off x="427482" y="4030650"/>
            <a:ext cx="5120640" cy="1417320"/>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200" dirty="0"/>
              <a:t>Conduct a comprehensive state-wide AI readiness and use-case prioritisation study across departments</a:t>
            </a:r>
          </a:p>
          <a:p>
            <a:pPr marL="171450" indent="-171450">
              <a:buFont typeface="Arial" panose="020B0604020202020204" pitchFamily="34" charset="0"/>
              <a:buChar char="•"/>
            </a:pPr>
            <a:r>
              <a:rPr lang="en-US" sz="1200" dirty="0"/>
              <a:t>Prepare a multi-year roadmap and budget with clear phase-gates and success criteria</a:t>
            </a:r>
          </a:p>
          <a:p>
            <a:pPr marL="171450" indent="-171450">
              <a:buFont typeface="Arial" panose="020B0604020202020204" pitchFamily="34" charset="0"/>
              <a:buChar char="•"/>
            </a:pPr>
            <a:r>
              <a:rPr lang="en-US" sz="1200" dirty="0"/>
              <a:t>Run industry consultation (IBM, AWS, Google, Microsoft, Sarvam, BharatGen etc.) for architecture and cost benchmarking</a:t>
            </a:r>
          </a:p>
          <a:p>
            <a:pPr marL="171450" indent="-171450">
              <a:buFont typeface="Arial" panose="020B0604020202020204" pitchFamily="34" charset="0"/>
              <a:buChar char="•"/>
            </a:pPr>
            <a:r>
              <a:rPr lang="en-US" sz="1200" dirty="0"/>
              <a:t>Establish a dedicated central AI platform team, led by CHiPS, for ongoing operations and governance</a:t>
            </a:r>
          </a:p>
        </p:txBody>
      </p:sp>
      <p:grpSp>
        <p:nvGrpSpPr>
          <p:cNvPr id="53" name="Group 52">
            <a:extLst>
              <a:ext uri="{FF2B5EF4-FFF2-40B4-BE49-F238E27FC236}">
                <a16:creationId xmlns:a16="http://schemas.microsoft.com/office/drawing/2014/main" id="{C45B069C-AA13-2367-AA36-BDB8CAA53945}"/>
              </a:ext>
            </a:extLst>
          </p:cNvPr>
          <p:cNvGrpSpPr/>
          <p:nvPr/>
        </p:nvGrpSpPr>
        <p:grpSpPr>
          <a:xfrm>
            <a:off x="5897881" y="4493323"/>
            <a:ext cx="5669279" cy="1369339"/>
            <a:chOff x="976804" y="2461381"/>
            <a:chExt cx="4732332" cy="1572451"/>
          </a:xfrm>
        </p:grpSpPr>
        <p:sp>
          <p:nvSpPr>
            <p:cNvPr id="81" name="Pentagon 10">
              <a:extLst>
                <a:ext uri="{FF2B5EF4-FFF2-40B4-BE49-F238E27FC236}">
                  <a16:creationId xmlns:a16="http://schemas.microsoft.com/office/drawing/2014/main" id="{1E43F788-6C8E-98E1-C4D7-F571222CE4FD}"/>
                </a:ext>
              </a:extLst>
            </p:cNvPr>
            <p:cNvSpPr/>
            <p:nvPr/>
          </p:nvSpPr>
          <p:spPr>
            <a:xfrm>
              <a:off x="1517208" y="2993796"/>
              <a:ext cx="4191928" cy="487810"/>
            </a:xfrm>
            <a:prstGeom prst="homePlat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r>
                <a:rPr lang="en-US" sz="1050" dirty="0">
                  <a:solidFill>
                    <a:schemeClr val="tx1"/>
                  </a:solidFill>
                </a:rPr>
                <a:t>Should this be built by a single large SI, or phased across multiple specialised vendors per layer?</a:t>
              </a:r>
            </a:p>
          </p:txBody>
        </p:sp>
        <p:sp>
          <p:nvSpPr>
            <p:cNvPr id="83" name="Pentagon 11">
              <a:extLst>
                <a:ext uri="{FF2B5EF4-FFF2-40B4-BE49-F238E27FC236}">
                  <a16:creationId xmlns:a16="http://schemas.microsoft.com/office/drawing/2014/main" id="{0D62C031-EDA2-374F-7CA4-50E427B23520}"/>
                </a:ext>
              </a:extLst>
            </p:cNvPr>
            <p:cNvSpPr/>
            <p:nvPr/>
          </p:nvSpPr>
          <p:spPr>
            <a:xfrm>
              <a:off x="1517208" y="2461381"/>
              <a:ext cx="4191928" cy="487549"/>
            </a:xfrm>
            <a:prstGeom prst="homePlat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r>
                <a:rPr lang="en-US" sz="1050" dirty="0">
                  <a:solidFill>
                    <a:schemeClr val="tx1"/>
                  </a:solidFill>
                </a:rPr>
                <a:t>What is the acceptable implementation timeline before departments start seeing tangible value?</a:t>
              </a:r>
            </a:p>
          </p:txBody>
        </p:sp>
        <p:sp>
          <p:nvSpPr>
            <p:cNvPr id="84" name="Pentagon 12">
              <a:extLst>
                <a:ext uri="{FF2B5EF4-FFF2-40B4-BE49-F238E27FC236}">
                  <a16:creationId xmlns:a16="http://schemas.microsoft.com/office/drawing/2014/main" id="{3ACF670F-3C0A-8296-8189-66CEE2969232}"/>
                </a:ext>
              </a:extLst>
            </p:cNvPr>
            <p:cNvSpPr/>
            <p:nvPr/>
          </p:nvSpPr>
          <p:spPr>
            <a:xfrm>
              <a:off x="1517208" y="3546022"/>
              <a:ext cx="4191928" cy="487810"/>
            </a:xfrm>
            <a:prstGeom prst="homePlat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r>
                <a:rPr lang="en-US" sz="1050" dirty="0">
                  <a:solidFill>
                    <a:schemeClr val="tx1"/>
                  </a:solidFill>
                </a:rPr>
                <a:t>How will interim department needs be met while the full stack is being built out over multiple years?</a:t>
              </a:r>
            </a:p>
          </p:txBody>
        </p:sp>
        <p:sp>
          <p:nvSpPr>
            <p:cNvPr id="89" name="Pentagon 23">
              <a:extLst>
                <a:ext uri="{FF2B5EF4-FFF2-40B4-BE49-F238E27FC236}">
                  <a16:creationId xmlns:a16="http://schemas.microsoft.com/office/drawing/2014/main" id="{5F63253C-B9C9-2989-C759-EE02B370B556}"/>
                </a:ext>
              </a:extLst>
            </p:cNvPr>
            <p:cNvSpPr/>
            <p:nvPr/>
          </p:nvSpPr>
          <p:spPr>
            <a:xfrm rot="16200000" flipH="1">
              <a:off x="395781" y="3042406"/>
              <a:ext cx="1539976" cy="377930"/>
            </a:xfrm>
            <a:prstGeom prst="homePlate">
              <a:avLst>
                <a:gd name="adj" fmla="val 25643"/>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Key Decision Points</a:t>
              </a:r>
            </a:p>
          </p:txBody>
        </p:sp>
      </p:grpSp>
    </p:spTree>
    <p:extLst>
      <p:ext uri="{BB962C8B-B14F-4D97-AF65-F5344CB8AC3E}">
        <p14:creationId xmlns:p14="http://schemas.microsoft.com/office/powerpoint/2010/main" val="4864246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56032"/>
            <a:ext cx="11277600" cy="584775"/>
          </a:xfrm>
          <a:prstGeom prst="rect">
            <a:avLst/>
          </a:prstGeom>
          <a:noFill/>
        </p:spPr>
        <p:txBody>
          <a:bodyPr wrap="square">
            <a:spAutoFit/>
          </a:bodyPr>
          <a:lstStyle/>
          <a:p>
            <a:r>
              <a:rPr sz="3200" b="0" dirty="0">
                <a:solidFill>
                  <a:srgbClr val="1A1A2E"/>
                </a:solidFill>
                <a:latin typeface="Calibri"/>
              </a:rPr>
              <a:t>Recommended Approach for Chhattisgarh</a:t>
            </a:r>
            <a:r>
              <a:rPr lang="en-US" sz="3200" b="0" dirty="0">
                <a:solidFill>
                  <a:srgbClr val="1A1A2E"/>
                </a:solidFill>
                <a:latin typeface="Calibri"/>
              </a:rPr>
              <a:t> AI Deployment</a:t>
            </a:r>
            <a:endParaRPr sz="3200" b="0" dirty="0">
              <a:solidFill>
                <a:srgbClr val="1A1A2E"/>
              </a:solidFill>
              <a:latin typeface="Calibri"/>
            </a:endParaRPr>
          </a:p>
        </p:txBody>
      </p:sp>
      <p:grpSp>
        <p:nvGrpSpPr>
          <p:cNvPr id="3" name="Group 2">
            <a:extLst>
              <a:ext uri="{FF2B5EF4-FFF2-40B4-BE49-F238E27FC236}">
                <a16:creationId xmlns:a16="http://schemas.microsoft.com/office/drawing/2014/main" id="{5F983A4C-D90C-B1B9-6958-6A1CDDFB728E}"/>
              </a:ext>
            </a:extLst>
          </p:cNvPr>
          <p:cNvGrpSpPr/>
          <p:nvPr/>
        </p:nvGrpSpPr>
        <p:grpSpPr>
          <a:xfrm>
            <a:off x="457200" y="1234440"/>
            <a:ext cx="10954512" cy="4736592"/>
            <a:chOff x="457200" y="1234440"/>
            <a:chExt cx="7433056" cy="5074920"/>
          </a:xfrm>
        </p:grpSpPr>
        <p:sp>
          <p:nvSpPr>
            <p:cNvPr id="4" name="Rectangle 3"/>
            <p:cNvSpPr/>
            <p:nvPr/>
          </p:nvSpPr>
          <p:spPr>
            <a:xfrm>
              <a:off x="457200" y="1234440"/>
              <a:ext cx="3588512" cy="5074920"/>
            </a:xfrm>
            <a:prstGeom prst="rect">
              <a:avLst/>
            </a:prstGeom>
            <a:solidFill>
              <a:schemeClr val="bg1">
                <a:lumMod val="95000"/>
              </a:schemeClr>
            </a:solidFill>
            <a:ln w="12700">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85750" indent="-285750">
                <a:spcAft>
                  <a:spcPts val="1000"/>
                </a:spcAft>
                <a:buFont typeface="Arial" panose="020B0604020202020204" pitchFamily="34" charset="0"/>
                <a:buChar char="•"/>
              </a:pPr>
              <a:r>
                <a:rPr lang="it-IT" sz="1400" dirty="0">
                  <a:solidFill>
                    <a:srgbClr val="000000"/>
                  </a:solidFill>
                  <a:cs typeface="Calibri" panose="020F0502020204030204" pitchFamily="34" charset="0"/>
                </a:rPr>
                <a:t>Agentic AI Solutions Implementation - </a:t>
              </a:r>
              <a:r>
                <a:rPr lang="en-US" sz="1200" dirty="0">
                  <a:solidFill>
                    <a:schemeClr val="bg1">
                      <a:lumMod val="50000"/>
                    </a:schemeClr>
                  </a:solidFill>
                  <a:cs typeface="Calibri" panose="020F0502020204030204" pitchFamily="34" charset="0"/>
                </a:rPr>
                <a:t>Recommended as a focused, well-governed solutions on 3-4  use cases rather than a just a platform investment at this stage. This will give quick wins at population scale in AI.</a:t>
              </a:r>
            </a:p>
            <a:p>
              <a:pPr>
                <a:spcAft>
                  <a:spcPts val="1000"/>
                </a:spcAft>
              </a:pPr>
              <a:r>
                <a:rPr lang="en-US" sz="1200" dirty="0">
                  <a:solidFill>
                    <a:schemeClr val="bg1">
                      <a:lumMod val="50000"/>
                    </a:schemeClr>
                  </a:solidFill>
                  <a:cs typeface="Calibri" panose="020F0502020204030204" pitchFamily="34" charset="0"/>
                </a:rPr>
                <a:t>Or</a:t>
              </a:r>
            </a:p>
            <a:p>
              <a:pPr marL="285750" indent="-285750">
                <a:spcAft>
                  <a:spcPts val="1000"/>
                </a:spcAft>
                <a:buFont typeface="Arial" panose="020B0604020202020204" pitchFamily="34" charset="0"/>
                <a:buChar char="•"/>
              </a:pPr>
              <a:r>
                <a:rPr lang="it-IT" sz="1400" dirty="0">
                  <a:solidFill>
                    <a:srgbClr val="000000"/>
                  </a:solidFill>
                  <a:cs typeface="Calibri" panose="020F0502020204030204" pitchFamily="34" charset="0"/>
                </a:rPr>
                <a:t>Reusable Services Implementation - </a:t>
              </a:r>
              <a:r>
                <a:rPr lang="en-US" sz="1200" dirty="0">
                  <a:solidFill>
                    <a:schemeClr val="bg1">
                      <a:lumMod val="50000"/>
                    </a:schemeClr>
                  </a:solidFill>
                  <a:cs typeface="Calibri" panose="020F0502020204030204" pitchFamily="34" charset="0"/>
                </a:rPr>
                <a:t>This is a good approach for CHiPS to develop reusable services like Document Summarization,  Conversational AI, Voice-based form filling, Document OCR and Form processing, Image Matching &amp; Liveness Detection but for Agentic AI implementation this approach is not advisable.</a:t>
              </a:r>
            </a:p>
            <a:p>
              <a:pPr marL="285750" indent="-285750">
                <a:spcAft>
                  <a:spcPts val="1000"/>
                </a:spcAft>
                <a:buFont typeface="Arial" panose="020B0604020202020204" pitchFamily="34" charset="0"/>
                <a:buChar char="•"/>
              </a:pPr>
              <a:r>
                <a:rPr lang="en-US" sz="1400" dirty="0">
                  <a:solidFill>
                    <a:srgbClr val="000000"/>
                  </a:solidFill>
                  <a:cs typeface="Calibri" panose="020F0502020204030204" pitchFamily="34" charset="0"/>
                </a:rPr>
                <a:t>Forest AI Stack Development </a:t>
              </a:r>
              <a:r>
                <a:rPr lang="en-US" sz="1200" dirty="0">
                  <a:solidFill>
                    <a:schemeClr val="bg1">
                      <a:lumMod val="50000"/>
                    </a:schemeClr>
                  </a:solidFill>
                  <a:cs typeface="Calibri" panose="020F0502020204030204" pitchFamily="34" charset="0"/>
                </a:rPr>
                <a:t>– Tap in the donor agencies to support funding for Forest AI Stack Development as DPI. Pilot in 2-3 divisions on Open Network before state-wide rollout.</a:t>
              </a:r>
            </a:p>
            <a:p>
              <a:pPr marL="285750" indent="-285750">
                <a:spcAft>
                  <a:spcPts val="1000"/>
                </a:spcAft>
                <a:buFont typeface="Arial" panose="020B0604020202020204" pitchFamily="34" charset="0"/>
                <a:buChar char="•"/>
              </a:pPr>
              <a:r>
                <a:rPr lang="en-US" sz="1400" dirty="0">
                  <a:solidFill>
                    <a:srgbClr val="000000"/>
                  </a:solidFill>
                  <a:cs typeface="Calibri" panose="020F0502020204030204" pitchFamily="34" charset="0"/>
                </a:rPr>
                <a:t>Run Hackathons for AI </a:t>
              </a:r>
              <a:r>
                <a:rPr lang="en-US" sz="1400" dirty="0" err="1">
                  <a:solidFill>
                    <a:srgbClr val="000000"/>
                  </a:solidFill>
                  <a:cs typeface="Calibri" panose="020F0502020204030204" pitchFamily="34" charset="0"/>
                </a:rPr>
                <a:t>CoE</a:t>
              </a:r>
              <a:r>
                <a:rPr lang="en-US" sz="1400" dirty="0">
                  <a:solidFill>
                    <a:srgbClr val="000000"/>
                  </a:solidFill>
                  <a:cs typeface="Calibri" panose="020F0502020204030204" pitchFamily="34" charset="0"/>
                </a:rPr>
                <a:t> </a:t>
              </a:r>
              <a:r>
                <a:rPr lang="en-US" sz="1200" dirty="0">
                  <a:solidFill>
                    <a:schemeClr val="bg1">
                      <a:lumMod val="65000"/>
                    </a:schemeClr>
                  </a:solidFill>
                  <a:cs typeface="Calibri" panose="020F0502020204030204" pitchFamily="34" charset="0"/>
                </a:rPr>
                <a:t>–</a:t>
              </a:r>
              <a:r>
                <a:rPr lang="en-US" sz="1200" dirty="0">
                  <a:solidFill>
                    <a:schemeClr val="bg1">
                      <a:lumMod val="50000"/>
                    </a:schemeClr>
                  </a:solidFill>
                  <a:cs typeface="Calibri" panose="020F0502020204030204" pitchFamily="34" charset="0"/>
                </a:rPr>
                <a:t> Coordinate with IIIT Raipur and NIT Raipur for execution of hackathons in AI </a:t>
              </a:r>
              <a:r>
                <a:rPr lang="en-US" sz="1200" dirty="0" err="1">
                  <a:solidFill>
                    <a:schemeClr val="bg1">
                      <a:lumMod val="50000"/>
                    </a:schemeClr>
                  </a:solidFill>
                  <a:cs typeface="Calibri" panose="020F0502020204030204" pitchFamily="34" charset="0"/>
                </a:rPr>
                <a:t>CoE</a:t>
              </a:r>
              <a:r>
                <a:rPr lang="en-US" sz="1200" dirty="0">
                  <a:solidFill>
                    <a:schemeClr val="bg1">
                      <a:lumMod val="50000"/>
                    </a:schemeClr>
                  </a:solidFill>
                  <a:cs typeface="Calibri" panose="020F0502020204030204" pitchFamily="34" charset="0"/>
                </a:rPr>
                <a:t>.</a:t>
              </a:r>
            </a:p>
          </p:txBody>
        </p:sp>
        <p:sp>
          <p:nvSpPr>
            <p:cNvPr id="5" name="Rectangle 4"/>
            <p:cNvSpPr/>
            <p:nvPr/>
          </p:nvSpPr>
          <p:spPr>
            <a:xfrm>
              <a:off x="457200" y="1234440"/>
              <a:ext cx="3588512" cy="365760"/>
            </a:xfrm>
            <a:prstGeom prst="rect">
              <a:avLst/>
            </a:prstGeom>
            <a:solidFill>
              <a:srgbClr val="4C9F70"/>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r>
                <a:rPr lang="en-US" sz="1500" b="1" dirty="0">
                  <a:solidFill>
                    <a:srgbClr val="FFFFFF"/>
                  </a:solidFill>
                  <a:latin typeface="Calibri"/>
                </a:rPr>
                <a:t>Phase 1 - 3-4 months</a:t>
              </a:r>
              <a:endParaRPr sz="1500" b="1" dirty="0">
                <a:solidFill>
                  <a:srgbClr val="FFFFFF"/>
                </a:solidFill>
                <a:latin typeface="Calibri"/>
              </a:endParaRPr>
            </a:p>
          </p:txBody>
        </p:sp>
        <p:sp>
          <p:nvSpPr>
            <p:cNvPr id="7" name="Rectangle 6"/>
            <p:cNvSpPr/>
            <p:nvPr/>
          </p:nvSpPr>
          <p:spPr>
            <a:xfrm>
              <a:off x="4301744" y="1234440"/>
              <a:ext cx="3588512" cy="5074920"/>
            </a:xfrm>
            <a:prstGeom prst="rect">
              <a:avLst/>
            </a:prstGeom>
            <a:solidFill>
              <a:schemeClr val="bg1">
                <a:lumMod val="95000"/>
              </a:schemeClr>
            </a:solidFill>
            <a:ln w="127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301744" y="1234440"/>
              <a:ext cx="3588512" cy="365760"/>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r>
                <a:rPr lang="en-US" sz="1500" b="1" dirty="0">
                  <a:solidFill>
                    <a:srgbClr val="1A1A2E"/>
                  </a:solidFill>
                  <a:latin typeface="Calibri"/>
                </a:rPr>
                <a:t>Phase 2 </a:t>
              </a:r>
              <a:r>
                <a:rPr lang="en-US" sz="1500" b="1">
                  <a:solidFill>
                    <a:srgbClr val="1A1A2E"/>
                  </a:solidFill>
                  <a:latin typeface="Calibri"/>
                </a:rPr>
                <a:t>- 4-8 months</a:t>
              </a:r>
              <a:endParaRPr sz="1500" b="1" dirty="0">
                <a:solidFill>
                  <a:srgbClr val="1A1A2E"/>
                </a:solidFill>
                <a:latin typeface="Calibri"/>
              </a:endParaRPr>
            </a:p>
          </p:txBody>
        </p:sp>
        <p:sp>
          <p:nvSpPr>
            <p:cNvPr id="9" name="TextBox 8"/>
            <p:cNvSpPr txBox="1"/>
            <p:nvPr/>
          </p:nvSpPr>
          <p:spPr>
            <a:xfrm>
              <a:off x="4373592" y="2103120"/>
              <a:ext cx="3352072" cy="2498120"/>
            </a:xfrm>
            <a:prstGeom prst="rect">
              <a:avLst/>
            </a:prstGeom>
            <a:noFill/>
          </p:spPr>
          <p:txBody>
            <a:bodyPr wrap="square">
              <a:spAutoFit/>
            </a:bodyPr>
            <a:lstStyle/>
            <a:p>
              <a:pPr marL="285750" indent="-285750">
                <a:spcAft>
                  <a:spcPts val="1000"/>
                </a:spcAft>
                <a:buFont typeface="Arial" panose="020B0604020202020204" pitchFamily="34" charset="0"/>
                <a:buChar char="•"/>
              </a:pPr>
              <a:r>
                <a:rPr lang="it-IT" sz="1400" dirty="0">
                  <a:solidFill>
                    <a:srgbClr val="000000"/>
                  </a:solidFill>
                  <a:cs typeface="Calibri" panose="020F0502020204030204" pitchFamily="34" charset="0"/>
                </a:rPr>
                <a:t>Empanelment for Agentic AI- </a:t>
              </a:r>
              <a:r>
                <a:rPr lang="en-US" sz="1200" dirty="0">
                  <a:solidFill>
                    <a:schemeClr val="bg1">
                      <a:lumMod val="50000"/>
                    </a:schemeClr>
                  </a:solidFill>
                  <a:cs typeface="Calibri" panose="020F0502020204030204" pitchFamily="34" charset="0"/>
                </a:rPr>
                <a:t>Publish an EOI/RFP for Agentic AI vendor empanelment. Evaluate and empanel qualified vendors. Publish a rate contract/framework for the same. Issue guidelines to departments for engaging empaneled vendors, with a baseline security checklist.</a:t>
              </a:r>
            </a:p>
            <a:p>
              <a:pPr marL="285750" indent="-285750">
                <a:spcAft>
                  <a:spcPts val="1000"/>
                </a:spcAft>
                <a:buFont typeface="Arial" panose="020B0604020202020204" pitchFamily="34" charset="0"/>
                <a:buChar char="•"/>
              </a:pPr>
              <a:r>
                <a:rPr lang="en-US" sz="1400" dirty="0">
                  <a:solidFill>
                    <a:srgbClr val="000000"/>
                  </a:solidFill>
                  <a:cs typeface="Calibri" panose="020F0502020204030204" pitchFamily="34" charset="0"/>
                </a:rPr>
                <a:t>State Small Language Models</a:t>
              </a:r>
              <a:r>
                <a:rPr lang="en-US" sz="1200" dirty="0">
                  <a:solidFill>
                    <a:schemeClr val="bg1">
                      <a:lumMod val="50000"/>
                    </a:schemeClr>
                  </a:solidFill>
                  <a:cs typeface="Calibri" panose="020F0502020204030204" pitchFamily="34" charset="0"/>
                </a:rPr>
                <a:t>– Initiate partnership with an existing Indic-LLM initiatives like Bhashini. Also, partnership with academic institutions will help.</a:t>
              </a:r>
              <a:endParaRPr lang="it-IT" sz="1200" dirty="0">
                <a:solidFill>
                  <a:schemeClr val="bg1">
                    <a:lumMod val="65000"/>
                  </a:schemeClr>
                </a:solidFill>
                <a:cs typeface="Calibri" panose="020F0502020204030204" pitchFamily="34" charset="0"/>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A close up of a line&#10;&#10;AI-generated content may be incorrect.">
            <a:extLst>
              <a:ext uri="{FF2B5EF4-FFF2-40B4-BE49-F238E27FC236}">
                <a16:creationId xmlns:a16="http://schemas.microsoft.com/office/drawing/2014/main" id="{59AAE8B8-56CE-4C05-7D45-29CF2E6DDCE0}"/>
              </a:ext>
            </a:extLst>
          </p:cNvPr>
          <p:cNvPicPr>
            <a:picLocks noChangeAspect="1"/>
          </p:cNvPicPr>
          <p:nvPr/>
        </p:nvPicPr>
        <p:blipFill>
          <a:blip r:embed="rId2">
            <a:extLst>
              <a:ext uri="{28A0092B-C50C-407E-A947-70E740481C1C}">
                <a14:useLocalDpi xmlns:a14="http://schemas.microsoft.com/office/drawing/2010/main" val="0"/>
              </a:ext>
            </a:extLst>
          </a:blip>
          <a:srcRect r="25500"/>
          <a:stretch/>
        </p:blipFill>
        <p:spPr>
          <a:xfrm>
            <a:off x="3108960" y="0"/>
            <a:ext cx="9083040" cy="6858000"/>
          </a:xfrm>
          <a:prstGeom prst="rect">
            <a:avLst/>
          </a:prstGeom>
        </p:spPr>
      </p:pic>
      <p:sp>
        <p:nvSpPr>
          <p:cNvPr id="7" name="Rectangle 6">
            <a:extLst>
              <a:ext uri="{FF2B5EF4-FFF2-40B4-BE49-F238E27FC236}">
                <a16:creationId xmlns:a16="http://schemas.microsoft.com/office/drawing/2014/main" id="{03358FAD-E19A-1B8D-EAD7-70C223E586A2}"/>
              </a:ext>
            </a:extLst>
          </p:cNvPr>
          <p:cNvSpPr/>
          <p:nvPr/>
        </p:nvSpPr>
        <p:spPr>
          <a:xfrm>
            <a:off x="0" y="1"/>
            <a:ext cx="12192000" cy="6858000"/>
          </a:xfrm>
          <a:prstGeom prst="rect">
            <a:avLst/>
          </a:prstGeom>
          <a:solidFill>
            <a:sysClr val="windowText" lastClr="000000">
              <a:alpha val="20000"/>
            </a:sys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Open Sans"/>
              <a:ea typeface="+mn-ea"/>
              <a:cs typeface="+mn-cs"/>
            </a:endParaRPr>
          </a:p>
        </p:txBody>
      </p:sp>
      <p:sp>
        <p:nvSpPr>
          <p:cNvPr id="8" name="Rectangle 7">
            <a:extLst>
              <a:ext uri="{FF2B5EF4-FFF2-40B4-BE49-F238E27FC236}">
                <a16:creationId xmlns:a16="http://schemas.microsoft.com/office/drawing/2014/main" id="{FC84E75B-CF12-1C57-054F-AC429BF67F55}"/>
              </a:ext>
            </a:extLst>
          </p:cNvPr>
          <p:cNvSpPr/>
          <p:nvPr/>
        </p:nvSpPr>
        <p:spPr>
          <a:xfrm>
            <a:off x="0" y="0"/>
            <a:ext cx="3412503" cy="6858000"/>
          </a:xfrm>
          <a:prstGeom prst="rect">
            <a:avLst/>
          </a:prstGeom>
          <a:solidFill>
            <a:srgbClr val="E0E188"/>
          </a:solidFill>
          <a:ln w="12700" cap="flat" cmpd="sng" algn="ctr">
            <a:solidFill>
              <a:srgbClr val="A5A5A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Open Sans"/>
              <a:ea typeface="+mn-ea"/>
              <a:cs typeface="+mn-cs"/>
            </a:endParaRPr>
          </a:p>
        </p:txBody>
      </p:sp>
      <p:sp>
        <p:nvSpPr>
          <p:cNvPr id="9" name="Text Placeholder 3">
            <a:extLst>
              <a:ext uri="{FF2B5EF4-FFF2-40B4-BE49-F238E27FC236}">
                <a16:creationId xmlns:a16="http://schemas.microsoft.com/office/drawing/2014/main" id="{EFAB9A40-2296-2F4F-DF7B-FFFA9679772A}"/>
              </a:ext>
            </a:extLst>
          </p:cNvPr>
          <p:cNvSpPr txBox="1">
            <a:spLocks/>
          </p:cNvSpPr>
          <p:nvPr/>
        </p:nvSpPr>
        <p:spPr>
          <a:xfrm>
            <a:off x="221780" y="140038"/>
            <a:ext cx="4948934" cy="6577923"/>
          </a:xfrm>
          <a:prstGeom prst="rect">
            <a:avLst/>
          </a:prstGeom>
          <a:solidFill>
            <a:sysClr val="window" lastClr="FFFFFF"/>
          </a:solidFill>
          <a:ln w="12700" cap="flat" cmpd="sng" algn="ctr">
            <a:noFill/>
            <a:prstDash val="solid"/>
            <a:miter lim="800000"/>
          </a:ln>
          <a:effectLst/>
        </p:spPr>
        <p:txBody>
          <a:bodyPr/>
          <a:lstStyle>
            <a:lvl1pPr marL="228600" indent="-228600" algn="l" defTabSz="914400" rtl="0" eaLnBrk="1" latinLnBrk="0" hangingPunct="1">
              <a:lnSpc>
                <a:spcPct val="100000"/>
              </a:lnSpc>
              <a:spcBef>
                <a:spcPts val="1000"/>
              </a:spcBef>
              <a:buClr>
                <a:schemeClr val="accent5"/>
              </a:buClr>
              <a:buSzPct val="75000"/>
              <a:buFont typeface="Arial" panose="020B0604020202020204" pitchFamily="34" charset="0"/>
              <a:buChar char="•"/>
              <a:defRPr sz="2000" kern="1200" spc="-30">
                <a:solidFill>
                  <a:schemeClr val="tx1"/>
                </a:solidFill>
                <a:latin typeface="+mn-lt"/>
                <a:ea typeface="Open Sans" charset="0"/>
                <a:cs typeface="Open Sans" charset="0"/>
              </a:defRPr>
            </a:lvl1pPr>
            <a:lvl2pPr marL="6858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800" kern="1200" spc="-30">
                <a:solidFill>
                  <a:schemeClr val="tx1"/>
                </a:solidFill>
                <a:latin typeface="+mn-lt"/>
                <a:ea typeface="Open Sans" charset="0"/>
                <a:cs typeface="Open Sans" charset="0"/>
              </a:defRPr>
            </a:lvl2pPr>
            <a:lvl3pPr marL="11430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600" kern="1200" spc="-30">
                <a:solidFill>
                  <a:schemeClr val="tx1"/>
                </a:solidFill>
                <a:latin typeface="+mn-lt"/>
                <a:ea typeface="Open Sans" charset="0"/>
                <a:cs typeface="Open Sans" charset="0"/>
              </a:defRPr>
            </a:lvl3pPr>
            <a:lvl4pPr marL="16002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4pPr>
            <a:lvl5pPr marL="20574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marR="0" lvl="1" indent="0" algn="l" defTabSz="914400" rtl="0" eaLnBrk="1" fontAlgn="auto" latinLnBrk="0" hangingPunct="1">
              <a:lnSpc>
                <a:spcPct val="100000"/>
              </a:lnSpc>
              <a:spcBef>
                <a:spcPts val="500"/>
              </a:spcBef>
              <a:spcAft>
                <a:spcPts val="0"/>
              </a:spcAft>
              <a:buClr>
                <a:srgbClr val="787878"/>
              </a:buClr>
              <a:buSzPct val="75000"/>
              <a:buFont typeface="Arial" panose="020B0604020202020204" pitchFamily="34" charset="0"/>
              <a:buNone/>
              <a:tabLst/>
              <a:defRPr/>
            </a:pPr>
            <a:endParaRPr kumimoji="0" lang="en-US" sz="4600" b="0" i="0" u="none" strike="noStrike" kern="1200" cap="none" spc="-30" normalizeH="0" baseline="0" noProof="0" dirty="0">
              <a:ln>
                <a:noFill/>
              </a:ln>
              <a:solidFill>
                <a:srgbClr val="000000"/>
              </a:solidFill>
              <a:effectLst/>
              <a:uLnTx/>
              <a:uFillTx/>
              <a:latin typeface="Calibri" panose="020F0502020204030204"/>
              <a:ea typeface="Open Sans Light" panose="020B0306030504020204" pitchFamily="34" charset="0"/>
              <a:cs typeface="Open Sans Light" panose="020B0306030504020204" pitchFamily="34" charset="0"/>
            </a:endParaRPr>
          </a:p>
          <a:p>
            <a:pPr marL="457200" marR="0" lvl="1" indent="0" algn="l" defTabSz="914400" rtl="0" eaLnBrk="1" fontAlgn="auto" latinLnBrk="0" hangingPunct="1">
              <a:lnSpc>
                <a:spcPct val="100000"/>
              </a:lnSpc>
              <a:spcBef>
                <a:spcPts val="500"/>
              </a:spcBef>
              <a:spcAft>
                <a:spcPts val="0"/>
              </a:spcAft>
              <a:buClr>
                <a:srgbClr val="787878"/>
              </a:buClr>
              <a:buSzPct val="75000"/>
              <a:buFont typeface="Arial" panose="020B0604020202020204" pitchFamily="34" charset="0"/>
              <a:buNone/>
              <a:tabLst/>
              <a:defRPr/>
            </a:pPr>
            <a:endParaRPr kumimoji="0" lang="en-US" sz="4600" b="0" i="0" u="none" strike="noStrike" kern="1200" cap="none" spc="-30" normalizeH="0" baseline="0" noProof="0" dirty="0">
              <a:ln>
                <a:noFill/>
              </a:ln>
              <a:solidFill>
                <a:srgbClr val="000000"/>
              </a:solidFill>
              <a:effectLst/>
              <a:uLnTx/>
              <a:uFillTx/>
              <a:latin typeface="Calibri" panose="020F0502020204030204"/>
              <a:ea typeface="Open Sans Light" panose="020B0306030504020204" pitchFamily="34" charset="0"/>
              <a:cs typeface="Open Sans Light" panose="020B0306030504020204" pitchFamily="34" charset="0"/>
            </a:endParaRPr>
          </a:p>
          <a:p>
            <a:pPr marL="457200" marR="0" lvl="1" indent="0" algn="l" defTabSz="914400" rtl="0" eaLnBrk="1" fontAlgn="auto" latinLnBrk="0" hangingPunct="1">
              <a:lnSpc>
                <a:spcPct val="100000"/>
              </a:lnSpc>
              <a:spcBef>
                <a:spcPts val="500"/>
              </a:spcBef>
              <a:spcAft>
                <a:spcPts val="0"/>
              </a:spcAft>
              <a:buClr>
                <a:srgbClr val="787878"/>
              </a:buClr>
              <a:buSzPct val="75000"/>
              <a:buFont typeface="Arial" panose="020B0604020202020204" pitchFamily="34" charset="0"/>
              <a:buNone/>
              <a:tabLst/>
              <a:defRPr/>
            </a:pPr>
            <a:endParaRPr kumimoji="0" lang="en-US" sz="4600" b="0" i="0" u="none" strike="noStrike" kern="1200" cap="none" spc="-30" normalizeH="0" baseline="0" noProof="0" dirty="0">
              <a:ln>
                <a:noFill/>
              </a:ln>
              <a:solidFill>
                <a:srgbClr val="000000"/>
              </a:solidFill>
              <a:effectLst/>
              <a:uLnTx/>
              <a:uFillTx/>
              <a:latin typeface="Calibri" panose="020F0502020204030204"/>
              <a:ea typeface="Open Sans Light" panose="020B0306030504020204" pitchFamily="34" charset="0"/>
              <a:cs typeface="Open Sans Light" panose="020B0306030504020204" pitchFamily="34" charset="0"/>
            </a:endParaRPr>
          </a:p>
          <a:p>
            <a:pPr marL="457200" lvl="1" indent="0">
              <a:buClr>
                <a:srgbClr val="787878"/>
              </a:buClr>
              <a:buNone/>
              <a:defRPr/>
            </a:pPr>
            <a:r>
              <a:rPr kumimoji="0" lang="en-US" sz="4600" b="0" i="0" u="none" strike="noStrike" kern="1200" cap="none" spc="-30" normalizeH="0" baseline="0" noProof="0" dirty="0">
                <a:ln>
                  <a:noFill/>
                </a:ln>
                <a:solidFill>
                  <a:srgbClr val="000000"/>
                </a:solidFill>
                <a:effectLst/>
                <a:uLnTx/>
                <a:uFillTx/>
                <a:latin typeface="Calibri" panose="020F0502020204030204"/>
                <a:ea typeface="Open Sans Light" panose="020B0306030504020204" pitchFamily="34" charset="0"/>
                <a:cs typeface="Open Sans Light" panose="020B0306030504020204" pitchFamily="34" charset="0"/>
              </a:rPr>
              <a:t>Global Examples - </a:t>
            </a:r>
            <a:r>
              <a:rPr lang="en-US" sz="4600" dirty="0">
                <a:solidFill>
                  <a:srgbClr val="000000"/>
                </a:solidFill>
                <a:latin typeface="Calibri" panose="020F0502020204030204"/>
                <a:ea typeface="Open Sans Light" panose="020B0306030504020204" pitchFamily="34" charset="0"/>
                <a:cs typeface="Open Sans Light" panose="020B0306030504020204" pitchFamily="34" charset="0"/>
              </a:rPr>
              <a:t>Reusable AI Build</a:t>
            </a:r>
            <a:endParaRPr kumimoji="0" lang="en-US" sz="4600" b="0" i="0" u="none" strike="noStrike" kern="1200" cap="none" spc="-30" normalizeH="0" baseline="0" noProof="0" dirty="0">
              <a:ln>
                <a:noFill/>
              </a:ln>
              <a:solidFill>
                <a:srgbClr val="000000"/>
              </a:solidFill>
              <a:effectLst/>
              <a:uLnTx/>
              <a:uFillTx/>
              <a:latin typeface="Calibri" panose="020F0502020204030204"/>
              <a:ea typeface="Open Sans Light" panose="020B0306030504020204" pitchFamily="34" charset="0"/>
              <a:cs typeface="Open Sans Light" panose="020B0306030504020204" pitchFamily="34" charset="0"/>
            </a:endParaRPr>
          </a:p>
        </p:txBody>
      </p:sp>
    </p:spTree>
    <p:extLst>
      <p:ext uri="{BB962C8B-B14F-4D97-AF65-F5344CB8AC3E}">
        <p14:creationId xmlns:p14="http://schemas.microsoft.com/office/powerpoint/2010/main" val="17412495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E5E7C-F3C5-1240-C4E7-AFE7BE5555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08B319-B97D-E724-184A-68D363E33D63}"/>
              </a:ext>
            </a:extLst>
          </p:cNvPr>
          <p:cNvSpPr txBox="1">
            <a:spLocks/>
          </p:cNvSpPr>
          <p:nvPr/>
        </p:nvSpPr>
        <p:spPr>
          <a:xfrm>
            <a:off x="473643" y="257967"/>
            <a:ext cx="10363200" cy="594360"/>
          </a:xfrm>
          <a:prstGeom prst="rect">
            <a:avLst/>
          </a:prstGeom>
        </p:spPr>
        <p:txBody>
          <a:bodyPr vert="horz" lIns="0" tIns="45720" rIns="0" bIns="0" rtlCol="0" anchor="b" anchorCtr="0">
            <a:noAutofit/>
          </a:bodyPr>
          <a:lstStyle>
            <a:lvl1pPr algn="l" defTabSz="914400" rtl="0" eaLnBrk="1" latinLnBrk="0" hangingPunct="1">
              <a:lnSpc>
                <a:spcPct val="80000"/>
              </a:lnSpc>
              <a:spcBef>
                <a:spcPct val="0"/>
              </a:spcBef>
              <a:buNone/>
              <a:defRPr lang="en-US" sz="3600" b="0" i="0" kern="1200" cap="none" spc="-75" baseline="0" dirty="0">
                <a:solidFill>
                  <a:schemeClr val="tx1"/>
                </a:solidFill>
                <a:latin typeface="+mj-lt"/>
                <a:ea typeface="Bebas Neue" charset="0"/>
                <a:cs typeface="Chronicle Display Black"/>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lang="it-IT" sz="3200" dirty="0">
                <a:solidFill>
                  <a:srgbClr val="000000"/>
                </a:solidFill>
                <a:latin typeface="Calibri" panose="020F0502020204030204" pitchFamily="34" charset="0"/>
                <a:cs typeface="Calibri" panose="020F0502020204030204" pitchFamily="34" charset="0"/>
              </a:rPr>
              <a:t>Global Cases Studies on AI Platform</a:t>
            </a:r>
          </a:p>
        </p:txBody>
      </p:sp>
      <p:graphicFrame>
        <p:nvGraphicFramePr>
          <p:cNvPr id="3" name="Table 2">
            <a:extLst>
              <a:ext uri="{FF2B5EF4-FFF2-40B4-BE49-F238E27FC236}">
                <a16:creationId xmlns:a16="http://schemas.microsoft.com/office/drawing/2014/main" id="{2CD7BEAB-8910-2019-15BE-BBEA20D73B5A}"/>
              </a:ext>
            </a:extLst>
          </p:cNvPr>
          <p:cNvGraphicFramePr>
            <a:graphicFrameLocks noGrp="1"/>
          </p:cNvGraphicFramePr>
          <p:nvPr>
            <p:extLst>
              <p:ext uri="{D42A27DB-BD31-4B8C-83A1-F6EECF244321}">
                <p14:modId xmlns:p14="http://schemas.microsoft.com/office/powerpoint/2010/main" val="2079329163"/>
              </p:ext>
            </p:extLst>
          </p:nvPr>
        </p:nvGraphicFramePr>
        <p:xfrm>
          <a:off x="406881" y="987191"/>
          <a:ext cx="11040373" cy="4815840"/>
        </p:xfrm>
        <a:graphic>
          <a:graphicData uri="http://schemas.openxmlformats.org/drawingml/2006/table">
            <a:tbl>
              <a:tblPr/>
              <a:tblGrid>
                <a:gridCol w="2159488">
                  <a:extLst>
                    <a:ext uri="{9D8B030D-6E8A-4147-A177-3AD203B41FA5}">
                      <a16:colId xmlns:a16="http://schemas.microsoft.com/office/drawing/2014/main" val="1078167398"/>
                    </a:ext>
                  </a:extLst>
                </a:gridCol>
                <a:gridCol w="4898045">
                  <a:extLst>
                    <a:ext uri="{9D8B030D-6E8A-4147-A177-3AD203B41FA5}">
                      <a16:colId xmlns:a16="http://schemas.microsoft.com/office/drawing/2014/main" val="3128722856"/>
                    </a:ext>
                  </a:extLst>
                </a:gridCol>
                <a:gridCol w="3982840">
                  <a:extLst>
                    <a:ext uri="{9D8B030D-6E8A-4147-A177-3AD203B41FA5}">
                      <a16:colId xmlns:a16="http://schemas.microsoft.com/office/drawing/2014/main" val="3001447603"/>
                    </a:ext>
                  </a:extLst>
                </a:gridCol>
              </a:tblGrid>
              <a:tr h="0">
                <a:tc>
                  <a:txBody>
                    <a:bodyPr/>
                    <a:lstStyle/>
                    <a:p>
                      <a:pPr algn="ctr">
                        <a:buNone/>
                      </a:pPr>
                      <a:r>
                        <a:rPr lang="en-IN" sz="1400" b="1" dirty="0">
                          <a:solidFill>
                            <a:schemeClr val="bg1"/>
                          </a:solidFill>
                        </a:rPr>
                        <a:t>Government</a:t>
                      </a:r>
                    </a:p>
                  </a:txBody>
                  <a:tcPr marL="137160" marR="137160" marT="137160" marB="13716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solidFill>
                  </a:tcPr>
                </a:tc>
                <a:tc>
                  <a:txBody>
                    <a:bodyPr/>
                    <a:lstStyle/>
                    <a:p>
                      <a:pPr algn="ctr">
                        <a:buNone/>
                      </a:pPr>
                      <a:r>
                        <a:rPr lang="en-IN" sz="1400" b="1" dirty="0">
                          <a:solidFill>
                            <a:schemeClr val="bg1"/>
                          </a:solidFill>
                        </a:rPr>
                        <a:t>Description</a:t>
                      </a:r>
                    </a:p>
                  </a:txBody>
                  <a:tcPr marL="137160" marR="137160" marT="137160" marB="13716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solidFill>
                  </a:tcPr>
                </a:tc>
                <a:tc>
                  <a:txBody>
                    <a:bodyPr/>
                    <a:lstStyle/>
                    <a:p>
                      <a:pPr algn="ctr">
                        <a:buNone/>
                      </a:pPr>
                      <a:r>
                        <a:rPr lang="en-IN" sz="1400" b="1" dirty="0">
                          <a:solidFill>
                            <a:schemeClr val="bg1"/>
                          </a:solidFill>
                        </a:rPr>
                        <a:t>Technology Stack</a:t>
                      </a:r>
                    </a:p>
                  </a:txBody>
                  <a:tcPr marL="137160" marR="137160" marT="137160" marB="13716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solidFill>
                  </a:tcPr>
                </a:tc>
                <a:extLst>
                  <a:ext uri="{0D108BD9-81ED-4DB2-BD59-A6C34878D82A}">
                    <a16:rowId xmlns:a16="http://schemas.microsoft.com/office/drawing/2014/main" val="39048176"/>
                  </a:ext>
                </a:extLst>
              </a:tr>
              <a:tr h="766369">
                <a:tc>
                  <a:txBody>
                    <a:bodyPr/>
                    <a:lstStyle/>
                    <a:p>
                      <a:pPr>
                        <a:buNone/>
                      </a:pPr>
                      <a:r>
                        <a:rPr lang="en-IN" sz="1100" dirty="0"/>
                        <a:t>Singapore</a:t>
                      </a:r>
                    </a:p>
                  </a:txBody>
                  <a:tcPr marL="137160" marR="137160" marT="137160" marB="13716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a:buNone/>
                      </a:pPr>
                      <a:r>
                        <a:rPr lang="en-IN" sz="1100" dirty="0"/>
                        <a:t>Whole-of-government GenAI assistant for public officers built on a centralized AI platform. Shared AI infrastructure available across ministries and agencies. Provides secure GPU infrastructure, model access and AI development environment.</a:t>
                      </a:r>
                    </a:p>
                  </a:txBody>
                  <a:tcPr marL="137160" marR="137160" marT="137160" marB="13716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a:buNone/>
                      </a:pPr>
                      <a:r>
                        <a:rPr lang="en-IN" sz="1100" dirty="0"/>
                        <a:t>Government Commercial Cloud (GCC 2.0), Google Cloud Vertex AI, NVIDIA A100 GPUs, Gemini models, open-source models</a:t>
                      </a:r>
                    </a:p>
                  </a:txBody>
                  <a:tcPr marL="137160" marR="137160" marT="137160" marB="13716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72564655"/>
                  </a:ext>
                </a:extLst>
              </a:tr>
              <a:tr h="678905">
                <a:tc>
                  <a:txBody>
                    <a:bodyPr/>
                    <a:lstStyle/>
                    <a:p>
                      <a:pPr>
                        <a:buNone/>
                      </a:pPr>
                      <a:r>
                        <a:rPr lang="en-IN" sz="1100" dirty="0"/>
                        <a:t>Estonia</a:t>
                      </a:r>
                    </a:p>
                  </a:txBody>
                  <a:tcPr marL="137160" marR="137160" marT="137160" marB="13716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a:buNone/>
                      </a:pPr>
                      <a:r>
                        <a:rPr lang="en-IN" sz="1100" dirty="0"/>
                        <a:t>National AI ecosystem built on Estonia's X-Road digital infrastructure. Citizens interact through one virtual assistant while agencies reuse common AI services and data exchange components.</a:t>
                      </a:r>
                    </a:p>
                  </a:txBody>
                  <a:tcPr marL="137160" marR="137160" marT="137160" marB="13716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a:buNone/>
                      </a:pPr>
                      <a:r>
                        <a:rPr lang="en-IN" sz="1100" dirty="0"/>
                        <a:t>Open Source technologies build on X-Road stack</a:t>
                      </a:r>
                    </a:p>
                  </a:txBody>
                  <a:tcPr marL="137160" marR="137160" marT="137160" marB="13716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490889211"/>
                  </a:ext>
                </a:extLst>
              </a:tr>
              <a:tr h="456146">
                <a:tc>
                  <a:txBody>
                    <a:bodyPr/>
                    <a:lstStyle/>
                    <a:p>
                      <a:pPr>
                        <a:buNone/>
                      </a:pPr>
                      <a:r>
                        <a:rPr lang="en-IN" sz="1100" dirty="0"/>
                        <a:t>United Kingdom</a:t>
                      </a:r>
                    </a:p>
                  </a:txBody>
                  <a:tcPr marL="137160" marR="137160" marT="137160" marB="13716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a:buNone/>
                      </a:pPr>
                      <a:r>
                        <a:rPr lang="en-IN" sz="1100" dirty="0"/>
                        <a:t>Central AI incubator within government develops reusable GenAI tools that departments can adopt instead of building independently.</a:t>
                      </a:r>
                    </a:p>
                  </a:txBody>
                  <a:tcPr marL="137160" marR="137160" marT="137160" marB="13716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a:buNone/>
                      </a:pPr>
                      <a:r>
                        <a:rPr lang="en-IN" sz="1100" dirty="0"/>
                        <a:t>Microsoft Azure, Open Source technologies, secure government cloud, reusable APIs</a:t>
                      </a:r>
                    </a:p>
                  </a:txBody>
                  <a:tcPr marL="137160" marR="137160" marT="137160" marB="13716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14511634"/>
                  </a:ext>
                </a:extLst>
              </a:tr>
              <a:tr h="480966">
                <a:tc>
                  <a:txBody>
                    <a:bodyPr/>
                    <a:lstStyle/>
                    <a:p>
                      <a:pPr>
                        <a:buNone/>
                      </a:pPr>
                      <a:r>
                        <a:rPr lang="en-IN" sz="1100" dirty="0"/>
                        <a:t>United States</a:t>
                      </a:r>
                    </a:p>
                  </a:txBody>
                  <a:tcPr marL="137160" marR="137160" marT="137160" marB="13716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a:buNone/>
                      </a:pPr>
                      <a:r>
                        <a:rPr lang="en-IN" sz="1100" dirty="0"/>
                        <a:t>Federal shared AI acquisition, evaluation, governance and reusable AI services. GSA provides government-wide procurement vehicles and common guidance.</a:t>
                      </a:r>
                    </a:p>
                  </a:txBody>
                  <a:tcPr marL="137160" marR="137160" marT="137160" marB="13716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a:buNone/>
                      </a:pPr>
                      <a:r>
                        <a:rPr lang="en-IN" sz="1100" dirty="0"/>
                        <a:t>FedRAMP cloud platforms, Azure OpenAI, AWS Bedrock, Google Vertex AI, government-secure cloud environments</a:t>
                      </a:r>
                    </a:p>
                  </a:txBody>
                  <a:tcPr marL="137160" marR="137160" marT="137160" marB="13716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821924349"/>
                  </a:ext>
                </a:extLst>
              </a:tr>
              <a:tr h="480966">
                <a:tc>
                  <a:txBody>
                    <a:bodyPr/>
                    <a:lstStyle/>
                    <a:p>
                      <a:pPr>
                        <a:buNone/>
                      </a:pPr>
                      <a:r>
                        <a:rPr lang="en-IN" sz="1100" dirty="0"/>
                        <a:t>Canada (Treasury Board Secretariat)</a:t>
                      </a:r>
                    </a:p>
                  </a:txBody>
                  <a:tcPr marL="137160" marR="137160" marT="137160" marB="13716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a:buNone/>
                      </a:pPr>
                      <a:r>
                        <a:rPr lang="en-IN" sz="1100" dirty="0"/>
                        <a:t>Central AI governance, enterprise guidance and shared AI experimentation platform for federal departments with reusable AI services.</a:t>
                      </a:r>
                    </a:p>
                  </a:txBody>
                  <a:tcPr marL="137160" marR="137160" marT="137160" marB="13716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a:buNone/>
                      </a:pPr>
                      <a:r>
                        <a:rPr lang="en-IN" sz="1100" dirty="0"/>
                        <a:t>Microsoft Azure, secure Government of Canada cloud, open-source ML frameworks</a:t>
                      </a:r>
                    </a:p>
                  </a:txBody>
                  <a:tcPr marL="137160" marR="137160" marT="137160" marB="13716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786604989"/>
                  </a:ext>
                </a:extLst>
              </a:tr>
              <a:tr h="456146">
                <a:tc>
                  <a:txBody>
                    <a:bodyPr/>
                    <a:lstStyle/>
                    <a:p>
                      <a:pPr>
                        <a:buNone/>
                      </a:pPr>
                      <a:r>
                        <a:rPr lang="en-IN" sz="1100" dirty="0"/>
                        <a:t>Denmark</a:t>
                      </a:r>
                    </a:p>
                  </a:txBody>
                  <a:tcPr marL="137160" marR="137160" marT="137160" marB="13716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a:buNone/>
                      </a:pPr>
                      <a:r>
                        <a:rPr lang="en-IN" sz="1100"/>
                        <a:t>Shared AI infrastructure enabling municipalities and ministries to reuse AI solutions, particularly in healthcare and administration.</a:t>
                      </a:r>
                    </a:p>
                  </a:txBody>
                  <a:tcPr marL="137160" marR="137160" marT="137160" marB="13716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a:buNone/>
                      </a:pPr>
                      <a:r>
                        <a:rPr lang="en-IN" sz="1100" dirty="0"/>
                        <a:t>National Digital Infrastructure, common data services, cloud AI services</a:t>
                      </a:r>
                    </a:p>
                  </a:txBody>
                  <a:tcPr marL="137160" marR="137160" marT="137160" marB="13716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33943580"/>
                  </a:ext>
                </a:extLst>
              </a:tr>
            </a:tbl>
          </a:graphicData>
        </a:graphic>
      </p:graphicFrame>
    </p:spTree>
    <p:extLst>
      <p:ext uri="{BB962C8B-B14F-4D97-AF65-F5344CB8AC3E}">
        <p14:creationId xmlns:p14="http://schemas.microsoft.com/office/powerpoint/2010/main" val="41641073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A close up of a line&#10;&#10;AI-generated content may be incorrect.">
            <a:extLst>
              <a:ext uri="{FF2B5EF4-FFF2-40B4-BE49-F238E27FC236}">
                <a16:creationId xmlns:a16="http://schemas.microsoft.com/office/drawing/2014/main" id="{59AAE8B8-56CE-4C05-7D45-29CF2E6DDCE0}"/>
              </a:ext>
            </a:extLst>
          </p:cNvPr>
          <p:cNvPicPr>
            <a:picLocks noChangeAspect="1"/>
          </p:cNvPicPr>
          <p:nvPr/>
        </p:nvPicPr>
        <p:blipFill>
          <a:blip r:embed="rId2">
            <a:extLst>
              <a:ext uri="{28A0092B-C50C-407E-A947-70E740481C1C}">
                <a14:useLocalDpi xmlns:a14="http://schemas.microsoft.com/office/drawing/2010/main" val="0"/>
              </a:ext>
            </a:extLst>
          </a:blip>
          <a:srcRect r="25500"/>
          <a:stretch/>
        </p:blipFill>
        <p:spPr>
          <a:xfrm>
            <a:off x="3108960" y="0"/>
            <a:ext cx="9083040" cy="6858000"/>
          </a:xfrm>
          <a:prstGeom prst="rect">
            <a:avLst/>
          </a:prstGeom>
        </p:spPr>
      </p:pic>
      <p:sp>
        <p:nvSpPr>
          <p:cNvPr id="7" name="Rectangle 6">
            <a:extLst>
              <a:ext uri="{FF2B5EF4-FFF2-40B4-BE49-F238E27FC236}">
                <a16:creationId xmlns:a16="http://schemas.microsoft.com/office/drawing/2014/main" id="{03358FAD-E19A-1B8D-EAD7-70C223E586A2}"/>
              </a:ext>
            </a:extLst>
          </p:cNvPr>
          <p:cNvSpPr/>
          <p:nvPr/>
        </p:nvSpPr>
        <p:spPr>
          <a:xfrm>
            <a:off x="0" y="1"/>
            <a:ext cx="12192000" cy="6858000"/>
          </a:xfrm>
          <a:prstGeom prst="rect">
            <a:avLst/>
          </a:prstGeom>
          <a:solidFill>
            <a:sysClr val="windowText" lastClr="000000">
              <a:alpha val="20000"/>
            </a:sys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Open Sans"/>
              <a:ea typeface="+mn-ea"/>
              <a:cs typeface="+mn-cs"/>
            </a:endParaRPr>
          </a:p>
        </p:txBody>
      </p:sp>
      <p:sp>
        <p:nvSpPr>
          <p:cNvPr id="8" name="Rectangle 7">
            <a:extLst>
              <a:ext uri="{FF2B5EF4-FFF2-40B4-BE49-F238E27FC236}">
                <a16:creationId xmlns:a16="http://schemas.microsoft.com/office/drawing/2014/main" id="{FC84E75B-CF12-1C57-054F-AC429BF67F55}"/>
              </a:ext>
            </a:extLst>
          </p:cNvPr>
          <p:cNvSpPr/>
          <p:nvPr/>
        </p:nvSpPr>
        <p:spPr>
          <a:xfrm>
            <a:off x="0" y="0"/>
            <a:ext cx="3412503" cy="6858000"/>
          </a:xfrm>
          <a:prstGeom prst="rect">
            <a:avLst/>
          </a:prstGeom>
          <a:solidFill>
            <a:schemeClr val="accent3"/>
          </a:solidFill>
          <a:ln w="12700" cap="flat" cmpd="sng" algn="ctr">
            <a:solidFill>
              <a:srgbClr val="A5A5A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Open Sans"/>
              <a:ea typeface="+mn-ea"/>
              <a:cs typeface="+mn-cs"/>
            </a:endParaRPr>
          </a:p>
        </p:txBody>
      </p:sp>
      <p:sp>
        <p:nvSpPr>
          <p:cNvPr id="9" name="Text Placeholder 3">
            <a:extLst>
              <a:ext uri="{FF2B5EF4-FFF2-40B4-BE49-F238E27FC236}">
                <a16:creationId xmlns:a16="http://schemas.microsoft.com/office/drawing/2014/main" id="{EFAB9A40-2296-2F4F-DF7B-FFFA9679772A}"/>
              </a:ext>
            </a:extLst>
          </p:cNvPr>
          <p:cNvSpPr txBox="1">
            <a:spLocks/>
          </p:cNvSpPr>
          <p:nvPr/>
        </p:nvSpPr>
        <p:spPr>
          <a:xfrm>
            <a:off x="221780" y="140038"/>
            <a:ext cx="4948934" cy="6577923"/>
          </a:xfrm>
          <a:prstGeom prst="rect">
            <a:avLst/>
          </a:prstGeom>
          <a:solidFill>
            <a:sysClr val="window" lastClr="FFFFFF"/>
          </a:solidFill>
          <a:ln w="12700" cap="flat" cmpd="sng" algn="ctr">
            <a:noFill/>
            <a:prstDash val="solid"/>
            <a:miter lim="800000"/>
          </a:ln>
          <a:effectLst/>
        </p:spPr>
        <p:txBody>
          <a:bodyPr/>
          <a:lstStyle>
            <a:lvl1pPr marL="228600" indent="-228600" algn="l" defTabSz="914400" rtl="0" eaLnBrk="1" latinLnBrk="0" hangingPunct="1">
              <a:lnSpc>
                <a:spcPct val="100000"/>
              </a:lnSpc>
              <a:spcBef>
                <a:spcPts val="1000"/>
              </a:spcBef>
              <a:buClr>
                <a:schemeClr val="accent5"/>
              </a:buClr>
              <a:buSzPct val="75000"/>
              <a:buFont typeface="Arial" panose="020B0604020202020204" pitchFamily="34" charset="0"/>
              <a:buChar char="•"/>
              <a:defRPr sz="2000" kern="1200" spc="-30">
                <a:solidFill>
                  <a:schemeClr val="tx1"/>
                </a:solidFill>
                <a:latin typeface="+mn-lt"/>
                <a:ea typeface="Open Sans" charset="0"/>
                <a:cs typeface="Open Sans" charset="0"/>
              </a:defRPr>
            </a:lvl1pPr>
            <a:lvl2pPr marL="6858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800" kern="1200" spc="-30">
                <a:solidFill>
                  <a:schemeClr val="tx1"/>
                </a:solidFill>
                <a:latin typeface="+mn-lt"/>
                <a:ea typeface="Open Sans" charset="0"/>
                <a:cs typeface="Open Sans" charset="0"/>
              </a:defRPr>
            </a:lvl2pPr>
            <a:lvl3pPr marL="11430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600" kern="1200" spc="-30">
                <a:solidFill>
                  <a:schemeClr val="tx1"/>
                </a:solidFill>
                <a:latin typeface="+mn-lt"/>
                <a:ea typeface="Open Sans" charset="0"/>
                <a:cs typeface="Open Sans" charset="0"/>
              </a:defRPr>
            </a:lvl3pPr>
            <a:lvl4pPr marL="16002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4pPr>
            <a:lvl5pPr marL="20574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marR="0" lvl="1" indent="0" algn="l" defTabSz="914400" rtl="0" eaLnBrk="1" fontAlgn="auto" latinLnBrk="0" hangingPunct="1">
              <a:lnSpc>
                <a:spcPct val="100000"/>
              </a:lnSpc>
              <a:spcBef>
                <a:spcPts val="500"/>
              </a:spcBef>
              <a:spcAft>
                <a:spcPts val="0"/>
              </a:spcAft>
              <a:buClr>
                <a:srgbClr val="787878"/>
              </a:buClr>
              <a:buSzPct val="75000"/>
              <a:buFont typeface="Arial" panose="020B0604020202020204" pitchFamily="34" charset="0"/>
              <a:buNone/>
              <a:tabLst/>
              <a:defRPr/>
            </a:pPr>
            <a:endParaRPr kumimoji="0" lang="en-US" sz="4600" b="0" i="0" u="none" strike="noStrike" kern="1200" cap="none" spc="-30" normalizeH="0" baseline="0" noProof="0" dirty="0">
              <a:ln>
                <a:noFill/>
              </a:ln>
              <a:solidFill>
                <a:srgbClr val="000000"/>
              </a:solidFill>
              <a:effectLst/>
              <a:uLnTx/>
              <a:uFillTx/>
              <a:latin typeface="Calibri" panose="020F0502020204030204"/>
              <a:ea typeface="Open Sans Light" panose="020B0306030504020204" pitchFamily="34" charset="0"/>
              <a:cs typeface="Open Sans Light" panose="020B0306030504020204" pitchFamily="34" charset="0"/>
            </a:endParaRPr>
          </a:p>
          <a:p>
            <a:pPr marL="457200" marR="0" lvl="1" indent="0" algn="l" defTabSz="914400" rtl="0" eaLnBrk="1" fontAlgn="auto" latinLnBrk="0" hangingPunct="1">
              <a:lnSpc>
                <a:spcPct val="100000"/>
              </a:lnSpc>
              <a:spcBef>
                <a:spcPts val="500"/>
              </a:spcBef>
              <a:spcAft>
                <a:spcPts val="0"/>
              </a:spcAft>
              <a:buClr>
                <a:srgbClr val="787878"/>
              </a:buClr>
              <a:buSzPct val="75000"/>
              <a:buFont typeface="Arial" panose="020B0604020202020204" pitchFamily="34" charset="0"/>
              <a:buNone/>
              <a:tabLst/>
              <a:defRPr/>
            </a:pPr>
            <a:endParaRPr kumimoji="0" lang="en-US" sz="4600" b="0" i="0" u="none" strike="noStrike" kern="1200" cap="none" spc="-30" normalizeH="0" baseline="0" noProof="0" dirty="0">
              <a:ln>
                <a:noFill/>
              </a:ln>
              <a:solidFill>
                <a:srgbClr val="000000"/>
              </a:solidFill>
              <a:effectLst/>
              <a:uLnTx/>
              <a:uFillTx/>
              <a:latin typeface="Calibri" panose="020F0502020204030204"/>
              <a:ea typeface="Open Sans Light" panose="020B0306030504020204" pitchFamily="34" charset="0"/>
              <a:cs typeface="Open Sans Light" panose="020B0306030504020204" pitchFamily="34" charset="0"/>
            </a:endParaRPr>
          </a:p>
          <a:p>
            <a:pPr marL="457200" marR="0" lvl="1" indent="0" algn="l" defTabSz="914400" rtl="0" eaLnBrk="1" fontAlgn="auto" latinLnBrk="0" hangingPunct="1">
              <a:lnSpc>
                <a:spcPct val="100000"/>
              </a:lnSpc>
              <a:spcBef>
                <a:spcPts val="500"/>
              </a:spcBef>
              <a:spcAft>
                <a:spcPts val="0"/>
              </a:spcAft>
              <a:buClr>
                <a:srgbClr val="787878"/>
              </a:buClr>
              <a:buSzPct val="75000"/>
              <a:buFont typeface="Arial" panose="020B0604020202020204" pitchFamily="34" charset="0"/>
              <a:buNone/>
              <a:tabLst/>
              <a:defRPr/>
            </a:pPr>
            <a:endParaRPr kumimoji="0" lang="en-US" sz="4600" b="0" i="0" u="none" strike="noStrike" kern="1200" cap="none" spc="-30" normalizeH="0" baseline="0" noProof="0" dirty="0">
              <a:ln>
                <a:noFill/>
              </a:ln>
              <a:solidFill>
                <a:srgbClr val="000000"/>
              </a:solidFill>
              <a:effectLst/>
              <a:uLnTx/>
              <a:uFillTx/>
              <a:latin typeface="Calibri" panose="020F0502020204030204"/>
              <a:ea typeface="Open Sans Light" panose="020B0306030504020204" pitchFamily="34" charset="0"/>
              <a:cs typeface="Open Sans Light" panose="020B0306030504020204" pitchFamily="34" charset="0"/>
            </a:endParaRPr>
          </a:p>
          <a:p>
            <a:pPr marL="0" indent="0">
              <a:buNone/>
            </a:pPr>
            <a:r>
              <a:rPr lang="en-US" sz="3200" dirty="0">
                <a:ea typeface="Open Sans" panose="020B0606030504020204" pitchFamily="34" charset="0"/>
                <a:cs typeface="Open Sans" panose="020B0606030504020204" pitchFamily="34" charset="0"/>
              </a:rPr>
              <a:t>Alignment with Chhattisgarh AI Mission - Initiatives of global AI Players </a:t>
            </a:r>
            <a:endParaRPr lang="en-IN" sz="3200" dirty="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84304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3">
            <a:extLst>
              <a:ext uri="{FF2B5EF4-FFF2-40B4-BE49-F238E27FC236}">
                <a16:creationId xmlns:a16="http://schemas.microsoft.com/office/drawing/2014/main" id="{F95102E2-78B8-2E5A-B0D0-619F5B3EA082}"/>
              </a:ext>
            </a:extLst>
          </p:cNvPr>
          <p:cNvSpPr/>
          <p:nvPr/>
        </p:nvSpPr>
        <p:spPr>
          <a:xfrm>
            <a:off x="495157" y="353683"/>
            <a:ext cx="10360152" cy="457200"/>
          </a:xfrm>
          <a:prstGeom prst="rect">
            <a:avLst/>
          </a:prstGeom>
          <a:noFill/>
          <a:ln/>
        </p:spPr>
        <p:txBody>
          <a:bodyPr wrap="square" lIns="0" tIns="0" rIns="0" bIns="0" rtlCol="0" anchor="ctr"/>
          <a:lstStyle/>
          <a:p>
            <a:r>
              <a:rPr lang="en-US" sz="2200" b="1" dirty="0">
                <a:latin typeface="Cambria"/>
                <a:ea typeface="Cambria"/>
              </a:rPr>
              <a:t>Sarvam – Work with Indian Government </a:t>
            </a:r>
            <a:endParaRPr lang="en-US" sz="2200" dirty="0"/>
          </a:p>
        </p:txBody>
      </p:sp>
      <p:cxnSp>
        <p:nvCxnSpPr>
          <p:cNvPr id="3" name="Google Shape;17933;p2451">
            <a:extLst>
              <a:ext uri="{FF2B5EF4-FFF2-40B4-BE49-F238E27FC236}">
                <a16:creationId xmlns:a16="http://schemas.microsoft.com/office/drawing/2014/main" id="{759F85B2-7186-A81E-2052-6C7DBE535572}"/>
              </a:ext>
            </a:extLst>
          </p:cNvPr>
          <p:cNvCxnSpPr>
            <a:cxnSpLocks/>
          </p:cNvCxnSpPr>
          <p:nvPr/>
        </p:nvCxnSpPr>
        <p:spPr>
          <a:xfrm>
            <a:off x="2585348" y="1422421"/>
            <a:ext cx="8575442" cy="1"/>
          </a:xfrm>
          <a:prstGeom prst="straightConnector1">
            <a:avLst/>
          </a:prstGeom>
          <a:noFill/>
          <a:ln w="152400" cap="flat" cmpd="sng">
            <a:solidFill>
              <a:srgbClr val="999999"/>
            </a:solidFill>
            <a:prstDash val="solid"/>
            <a:round/>
            <a:headEnd type="none" w="med" len="med"/>
            <a:tailEnd type="none" w="med" len="med"/>
          </a:ln>
        </p:spPr>
      </p:cxnSp>
      <p:grpSp>
        <p:nvGrpSpPr>
          <p:cNvPr id="4" name="Google Shape;17935;p2451">
            <a:extLst>
              <a:ext uri="{FF2B5EF4-FFF2-40B4-BE49-F238E27FC236}">
                <a16:creationId xmlns:a16="http://schemas.microsoft.com/office/drawing/2014/main" id="{18CB55C5-D52D-7CB3-05DD-AF17EC027DDE}"/>
              </a:ext>
            </a:extLst>
          </p:cNvPr>
          <p:cNvGrpSpPr/>
          <p:nvPr/>
        </p:nvGrpSpPr>
        <p:grpSpPr>
          <a:xfrm>
            <a:off x="1260407" y="1159460"/>
            <a:ext cx="2552029" cy="613689"/>
            <a:chOff x="442912" y="1828799"/>
            <a:chExt cx="1995600" cy="1872900"/>
          </a:xfrm>
          <a:solidFill>
            <a:schemeClr val="accent3">
              <a:lumMod val="75000"/>
            </a:schemeClr>
          </a:solidFill>
        </p:grpSpPr>
        <p:sp>
          <p:nvSpPr>
            <p:cNvPr id="5" name="Google Shape;17936;p2451">
              <a:extLst>
                <a:ext uri="{FF2B5EF4-FFF2-40B4-BE49-F238E27FC236}">
                  <a16:creationId xmlns:a16="http://schemas.microsoft.com/office/drawing/2014/main" id="{EA8FE3A3-9589-04E8-29B9-582DED22DD28}"/>
                </a:ext>
              </a:extLst>
            </p:cNvPr>
            <p:cNvSpPr/>
            <p:nvPr/>
          </p:nvSpPr>
          <p:spPr>
            <a:xfrm>
              <a:off x="442912" y="1828799"/>
              <a:ext cx="1995600" cy="1872900"/>
            </a:xfrm>
            <a:prstGeom prst="rect">
              <a:avLst/>
            </a:prstGeom>
            <a:grpFill/>
            <a:ln>
              <a:noFill/>
            </a:ln>
          </p:spPr>
          <p:txBody>
            <a:bodyPr spcFirstLastPara="1" wrap="square" lIns="0" tIns="0" rIns="0" bIns="0" anchor="ctr" anchorCtr="0">
              <a:noAutofit/>
            </a:bodyPr>
            <a:lstStyle/>
            <a:p>
              <a:pPr algn="ctr"/>
              <a:endParaRPr sz="1050">
                <a:solidFill>
                  <a:schemeClr val="lt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6" name="Google Shape;17937;p2451">
              <a:extLst>
                <a:ext uri="{FF2B5EF4-FFF2-40B4-BE49-F238E27FC236}">
                  <a16:creationId xmlns:a16="http://schemas.microsoft.com/office/drawing/2014/main" id="{C54FBF9F-2891-BF24-6EA1-0741B0450993}"/>
                </a:ext>
              </a:extLst>
            </p:cNvPr>
            <p:cNvSpPr txBox="1"/>
            <p:nvPr/>
          </p:nvSpPr>
          <p:spPr>
            <a:xfrm>
              <a:off x="626850" y="2011695"/>
              <a:ext cx="1627500" cy="1508700"/>
            </a:xfrm>
            <a:prstGeom prst="rect">
              <a:avLst/>
            </a:prstGeom>
            <a:grpFill/>
            <a:ln>
              <a:noFill/>
            </a:ln>
          </p:spPr>
          <p:txBody>
            <a:bodyPr spcFirstLastPara="1" wrap="square" lIns="0" tIns="0" rIns="0" bIns="0" anchor="t" anchorCtr="0">
              <a:noAutofit/>
            </a:bodyPr>
            <a:lstStyle/>
            <a:p>
              <a:pPr>
                <a:lnSpc>
                  <a:spcPct val="85000"/>
                </a:lnSpc>
              </a:pPr>
              <a:r>
                <a:rPr lang="en-GB" sz="1600" b="1" dirty="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rPr>
                <a:t>1</a:t>
              </a:r>
            </a:p>
            <a:p>
              <a:r>
                <a:rPr lang="en-US" sz="1050" b="1" dirty="0" err="1">
                  <a:solidFill>
                    <a:schemeClr val="bg1"/>
                  </a:solidFill>
                  <a:latin typeface="Calibri" pitchFamily="34" charset="0"/>
                  <a:ea typeface="Calibri" pitchFamily="34" charset="-122"/>
                  <a:cs typeface="Calibri" pitchFamily="34" charset="-120"/>
                </a:rPr>
                <a:t>IndiaAI</a:t>
              </a:r>
              <a:r>
                <a:rPr lang="en-US" sz="1050" b="1" dirty="0">
                  <a:solidFill>
                    <a:schemeClr val="bg1"/>
                  </a:solidFill>
                  <a:latin typeface="Calibri" pitchFamily="34" charset="0"/>
                  <a:ea typeface="Calibri" pitchFamily="34" charset="-122"/>
                  <a:cs typeface="Calibri" pitchFamily="34" charset="-120"/>
                </a:rPr>
                <a:t> Mission Partnership</a:t>
              </a:r>
              <a:endParaRPr lang="en-US" sz="1050" dirty="0">
                <a:solidFill>
                  <a:schemeClr val="bg1"/>
                </a:solidFill>
              </a:endParaRPr>
            </a:p>
          </p:txBody>
        </p:sp>
      </p:grpSp>
      <p:grpSp>
        <p:nvGrpSpPr>
          <p:cNvPr id="7" name="Google Shape;17941;p2451">
            <a:extLst>
              <a:ext uri="{FF2B5EF4-FFF2-40B4-BE49-F238E27FC236}">
                <a16:creationId xmlns:a16="http://schemas.microsoft.com/office/drawing/2014/main" id="{CF225357-F23B-4446-0C0A-4ADDA4BAAE02}"/>
              </a:ext>
            </a:extLst>
          </p:cNvPr>
          <p:cNvGrpSpPr/>
          <p:nvPr/>
        </p:nvGrpSpPr>
        <p:grpSpPr>
          <a:xfrm>
            <a:off x="6523522" y="1159460"/>
            <a:ext cx="2552029" cy="613689"/>
            <a:chOff x="442912" y="1828799"/>
            <a:chExt cx="1995600" cy="1872900"/>
          </a:xfrm>
          <a:solidFill>
            <a:srgbClr val="92D050"/>
          </a:solidFill>
        </p:grpSpPr>
        <p:sp>
          <p:nvSpPr>
            <p:cNvPr id="8" name="Google Shape;17942;p2451">
              <a:extLst>
                <a:ext uri="{FF2B5EF4-FFF2-40B4-BE49-F238E27FC236}">
                  <a16:creationId xmlns:a16="http://schemas.microsoft.com/office/drawing/2014/main" id="{B0528255-41AE-49A7-469D-2C132DBDC461}"/>
                </a:ext>
              </a:extLst>
            </p:cNvPr>
            <p:cNvSpPr/>
            <p:nvPr/>
          </p:nvSpPr>
          <p:spPr>
            <a:xfrm>
              <a:off x="442912" y="1828799"/>
              <a:ext cx="1995600" cy="1872900"/>
            </a:xfrm>
            <a:prstGeom prst="rect">
              <a:avLst/>
            </a:prstGeom>
            <a:grpFill/>
            <a:ln>
              <a:noFill/>
            </a:ln>
          </p:spPr>
          <p:txBody>
            <a:bodyPr spcFirstLastPara="1" wrap="square" lIns="0" tIns="0" rIns="0" bIns="0" anchor="ctr" anchorCtr="0">
              <a:noAutofit/>
            </a:bodyPr>
            <a:lstStyle/>
            <a:p>
              <a:pPr algn="ctr"/>
              <a:endParaRPr sz="105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p:txBody>
        </p:sp>
        <p:sp>
          <p:nvSpPr>
            <p:cNvPr id="9" name="Google Shape;17943;p2451">
              <a:extLst>
                <a:ext uri="{FF2B5EF4-FFF2-40B4-BE49-F238E27FC236}">
                  <a16:creationId xmlns:a16="http://schemas.microsoft.com/office/drawing/2014/main" id="{5E227237-A014-B813-E88C-F7ED1E317215}"/>
                </a:ext>
              </a:extLst>
            </p:cNvPr>
            <p:cNvSpPr txBox="1"/>
            <p:nvPr/>
          </p:nvSpPr>
          <p:spPr>
            <a:xfrm>
              <a:off x="626835" y="2011689"/>
              <a:ext cx="1627500" cy="1690007"/>
            </a:xfrm>
            <a:prstGeom prst="rect">
              <a:avLst/>
            </a:prstGeom>
            <a:grpFill/>
            <a:ln>
              <a:noFill/>
            </a:ln>
          </p:spPr>
          <p:txBody>
            <a:bodyPr spcFirstLastPara="1" wrap="square" lIns="0" tIns="0" rIns="0" bIns="0" anchor="t" anchorCtr="0">
              <a:noAutofit/>
            </a:bodyPr>
            <a:lstStyle/>
            <a:p>
              <a:pPr>
                <a:lnSpc>
                  <a:spcPct val="85000"/>
                </a:lnSpc>
              </a:pPr>
              <a:r>
                <a:rPr lang="en-GB" sz="1600" b="1" dirty="0">
                  <a:latin typeface="Calibri" panose="020F0502020204030204" pitchFamily="34" charset="0"/>
                  <a:ea typeface="Calibri" panose="020F0502020204030204" pitchFamily="34" charset="0"/>
                  <a:cs typeface="Calibri" panose="020F0502020204030204" pitchFamily="34" charset="0"/>
                  <a:sym typeface="Helvetica Neue"/>
                </a:rPr>
                <a:t>3</a:t>
              </a:r>
              <a:endParaRPr sz="1600" b="1" dirty="0">
                <a:latin typeface="Calibri" panose="020F0502020204030204" pitchFamily="34" charset="0"/>
                <a:ea typeface="Calibri" panose="020F0502020204030204" pitchFamily="34" charset="0"/>
                <a:cs typeface="Calibri" panose="020F0502020204030204" pitchFamily="34" charset="0"/>
                <a:sym typeface="Helvetica Neue"/>
              </a:endParaRPr>
            </a:p>
            <a:p>
              <a:r>
                <a:rPr lang="en-US" sz="1050" b="1" dirty="0">
                  <a:solidFill>
                    <a:srgbClr val="1B4332"/>
                  </a:solidFill>
                  <a:latin typeface="Calibri" pitchFamily="34" charset="0"/>
                  <a:ea typeface="Calibri" pitchFamily="34" charset="-122"/>
                  <a:cs typeface="Calibri" pitchFamily="34" charset="-120"/>
                </a:rPr>
                <a:t>Open-source &amp; research partnerships</a:t>
              </a:r>
              <a:endParaRPr lang="en-US" sz="1050" dirty="0"/>
            </a:p>
          </p:txBody>
        </p:sp>
      </p:grpSp>
      <p:grpSp>
        <p:nvGrpSpPr>
          <p:cNvPr id="10" name="Google Shape;17945;p2451">
            <a:extLst>
              <a:ext uri="{FF2B5EF4-FFF2-40B4-BE49-F238E27FC236}">
                <a16:creationId xmlns:a16="http://schemas.microsoft.com/office/drawing/2014/main" id="{0D81CF33-5924-4FE8-4345-5ECDC53478DB}"/>
              </a:ext>
            </a:extLst>
          </p:cNvPr>
          <p:cNvGrpSpPr/>
          <p:nvPr/>
        </p:nvGrpSpPr>
        <p:grpSpPr>
          <a:xfrm>
            <a:off x="9128437" y="1159462"/>
            <a:ext cx="2552029" cy="613689"/>
            <a:chOff x="442912" y="1828800"/>
            <a:chExt cx="1995600" cy="1872900"/>
          </a:xfrm>
          <a:solidFill>
            <a:schemeClr val="accent6">
              <a:lumMod val="20000"/>
              <a:lumOff val="80000"/>
            </a:schemeClr>
          </a:solidFill>
        </p:grpSpPr>
        <p:sp>
          <p:nvSpPr>
            <p:cNvPr id="11" name="Google Shape;17946;p2451">
              <a:extLst>
                <a:ext uri="{FF2B5EF4-FFF2-40B4-BE49-F238E27FC236}">
                  <a16:creationId xmlns:a16="http://schemas.microsoft.com/office/drawing/2014/main" id="{2B56BF33-09C8-F2C0-E35A-07FDEEEA9E93}"/>
                </a:ext>
              </a:extLst>
            </p:cNvPr>
            <p:cNvSpPr/>
            <p:nvPr/>
          </p:nvSpPr>
          <p:spPr>
            <a:xfrm>
              <a:off x="442912" y="1828800"/>
              <a:ext cx="1995600" cy="1872900"/>
            </a:xfrm>
            <a:prstGeom prst="rect">
              <a:avLst/>
            </a:prstGeom>
            <a:grpFill/>
            <a:ln>
              <a:noFill/>
            </a:ln>
          </p:spPr>
          <p:txBody>
            <a:bodyPr spcFirstLastPara="1" wrap="square" lIns="0" tIns="0" rIns="0" bIns="0" anchor="ctr" anchorCtr="0">
              <a:noAutofit/>
            </a:bodyPr>
            <a:lstStyle/>
            <a:p>
              <a:endParaRPr sz="105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p:txBody>
        </p:sp>
        <p:sp>
          <p:nvSpPr>
            <p:cNvPr id="12" name="Google Shape;17947;p2451">
              <a:extLst>
                <a:ext uri="{FF2B5EF4-FFF2-40B4-BE49-F238E27FC236}">
                  <a16:creationId xmlns:a16="http://schemas.microsoft.com/office/drawing/2014/main" id="{32179C44-0786-3122-D056-CCD6BA3A758B}"/>
                </a:ext>
              </a:extLst>
            </p:cNvPr>
            <p:cNvSpPr txBox="1"/>
            <p:nvPr/>
          </p:nvSpPr>
          <p:spPr>
            <a:xfrm>
              <a:off x="626839" y="2011681"/>
              <a:ext cx="1719459" cy="704030"/>
            </a:xfrm>
            <a:prstGeom prst="rect">
              <a:avLst/>
            </a:prstGeom>
            <a:grpFill/>
            <a:ln>
              <a:noFill/>
            </a:ln>
          </p:spPr>
          <p:txBody>
            <a:bodyPr spcFirstLastPara="1" wrap="square" lIns="0" tIns="0" rIns="0" bIns="0" anchor="t" anchorCtr="0">
              <a:noAutofit/>
            </a:bodyPr>
            <a:lstStyle/>
            <a:p>
              <a:pPr>
                <a:lnSpc>
                  <a:spcPct val="85000"/>
                </a:lnSpc>
              </a:pPr>
              <a:r>
                <a:rPr lang="en-GB" sz="1600" b="1" dirty="0">
                  <a:latin typeface="Calibri" panose="020F0502020204030204" pitchFamily="34" charset="0"/>
                  <a:ea typeface="Calibri" panose="020F0502020204030204" pitchFamily="34" charset="0"/>
                  <a:cs typeface="Calibri" panose="020F0502020204030204" pitchFamily="34" charset="0"/>
                  <a:sym typeface="Helvetica Neue"/>
                </a:rPr>
                <a:t>4</a:t>
              </a:r>
              <a:endParaRPr sz="1600" b="1" dirty="0">
                <a:latin typeface="Calibri" panose="020F0502020204030204" pitchFamily="34" charset="0"/>
                <a:ea typeface="Calibri" panose="020F0502020204030204" pitchFamily="34" charset="0"/>
                <a:cs typeface="Calibri" panose="020F0502020204030204" pitchFamily="34" charset="0"/>
                <a:sym typeface="Helvetica Neue"/>
              </a:endParaRPr>
            </a:p>
            <a:p>
              <a:r>
                <a:rPr lang="en-US" sz="1050" b="1" dirty="0">
                  <a:solidFill>
                    <a:srgbClr val="1B4332"/>
                  </a:solidFill>
                  <a:latin typeface="Calibri" pitchFamily="34" charset="0"/>
                  <a:ea typeface="Calibri" pitchFamily="34" charset="-122"/>
                  <a:cs typeface="Calibri" pitchFamily="34" charset="-120"/>
                </a:rPr>
                <a:t>Public-sector AI infrastructure</a:t>
              </a:r>
              <a:endParaRPr lang="en-US" sz="1050" dirty="0"/>
            </a:p>
          </p:txBody>
        </p:sp>
      </p:grpSp>
      <p:grpSp>
        <p:nvGrpSpPr>
          <p:cNvPr id="13" name="Google Shape;17954;p2451">
            <a:extLst>
              <a:ext uri="{FF2B5EF4-FFF2-40B4-BE49-F238E27FC236}">
                <a16:creationId xmlns:a16="http://schemas.microsoft.com/office/drawing/2014/main" id="{65A8D4D8-58C4-2B8D-4026-2C85994750B0}"/>
              </a:ext>
            </a:extLst>
          </p:cNvPr>
          <p:cNvGrpSpPr/>
          <p:nvPr/>
        </p:nvGrpSpPr>
        <p:grpSpPr>
          <a:xfrm>
            <a:off x="3926394" y="1163693"/>
            <a:ext cx="2552029" cy="613689"/>
            <a:chOff x="442912" y="1828800"/>
            <a:chExt cx="1995600" cy="1872900"/>
          </a:xfrm>
          <a:solidFill>
            <a:schemeClr val="accent6"/>
          </a:solidFill>
        </p:grpSpPr>
        <p:sp>
          <p:nvSpPr>
            <p:cNvPr id="14" name="Google Shape;17955;p2451">
              <a:extLst>
                <a:ext uri="{FF2B5EF4-FFF2-40B4-BE49-F238E27FC236}">
                  <a16:creationId xmlns:a16="http://schemas.microsoft.com/office/drawing/2014/main" id="{3D144FEC-5272-3AAA-14A1-29E6A8558171}"/>
                </a:ext>
              </a:extLst>
            </p:cNvPr>
            <p:cNvSpPr/>
            <p:nvPr/>
          </p:nvSpPr>
          <p:spPr>
            <a:xfrm>
              <a:off x="442912" y="1828800"/>
              <a:ext cx="1995600" cy="1872900"/>
            </a:xfrm>
            <a:prstGeom prst="rect">
              <a:avLst/>
            </a:prstGeom>
            <a:grpFill/>
            <a:ln>
              <a:noFill/>
            </a:ln>
          </p:spPr>
          <p:txBody>
            <a:bodyPr spcFirstLastPara="1" wrap="square" lIns="0" tIns="0" rIns="0" bIns="0" anchor="ctr" anchorCtr="0">
              <a:noAutofit/>
            </a:bodyPr>
            <a:lstStyle/>
            <a:p>
              <a:pPr algn="ctr"/>
              <a:endParaRPr sz="105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p:txBody>
        </p:sp>
        <p:sp>
          <p:nvSpPr>
            <p:cNvPr id="15" name="Google Shape;17956;p2451">
              <a:extLst>
                <a:ext uri="{FF2B5EF4-FFF2-40B4-BE49-F238E27FC236}">
                  <a16:creationId xmlns:a16="http://schemas.microsoft.com/office/drawing/2014/main" id="{96F25369-7FC7-B303-AAF9-CBA9CFF3749E}"/>
                </a:ext>
              </a:extLst>
            </p:cNvPr>
            <p:cNvSpPr txBox="1"/>
            <p:nvPr/>
          </p:nvSpPr>
          <p:spPr>
            <a:xfrm>
              <a:off x="626838" y="2011680"/>
              <a:ext cx="1716707" cy="606727"/>
            </a:xfrm>
            <a:prstGeom prst="rect">
              <a:avLst/>
            </a:prstGeom>
            <a:grpFill/>
            <a:ln>
              <a:noFill/>
            </a:ln>
          </p:spPr>
          <p:txBody>
            <a:bodyPr spcFirstLastPara="1" wrap="square" lIns="0" tIns="0" rIns="0" bIns="0" anchor="t" anchorCtr="0">
              <a:noAutofit/>
            </a:bodyPr>
            <a:lstStyle/>
            <a:p>
              <a:pPr>
                <a:lnSpc>
                  <a:spcPct val="85000"/>
                </a:lnSpc>
              </a:pPr>
              <a:r>
                <a:rPr lang="en-GB" sz="1600" b="1" dirty="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rPr>
                <a:t>2</a:t>
              </a:r>
              <a:endParaRPr sz="1600" b="1" dirty="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a:p>
              <a:r>
                <a:rPr lang="en-US" sz="1050" b="1" dirty="0">
                  <a:solidFill>
                    <a:schemeClr val="bg1"/>
                  </a:solidFill>
                  <a:latin typeface="Calibri" pitchFamily="34" charset="0"/>
                  <a:ea typeface="Calibri" pitchFamily="34" charset="-122"/>
                  <a:cs typeface="Calibri" pitchFamily="34" charset="-120"/>
                </a:rPr>
                <a:t>UIDAI (Aadhaar) Partnership – 2025 </a:t>
              </a:r>
              <a:endParaRPr lang="en-US" sz="1050" dirty="0">
                <a:solidFill>
                  <a:schemeClr val="bg1"/>
                </a:solidFill>
              </a:endParaRPr>
            </a:p>
          </p:txBody>
        </p:sp>
      </p:grpSp>
      <p:sp>
        <p:nvSpPr>
          <p:cNvPr id="16" name="Google Shape;17940;p2451">
            <a:extLst>
              <a:ext uri="{FF2B5EF4-FFF2-40B4-BE49-F238E27FC236}">
                <a16:creationId xmlns:a16="http://schemas.microsoft.com/office/drawing/2014/main" id="{DAF1934B-9AFF-B7F1-E993-F65B9F8155FF}"/>
              </a:ext>
            </a:extLst>
          </p:cNvPr>
          <p:cNvSpPr txBox="1">
            <a:spLocks/>
          </p:cNvSpPr>
          <p:nvPr/>
        </p:nvSpPr>
        <p:spPr>
          <a:xfrm>
            <a:off x="1260404" y="1685330"/>
            <a:ext cx="2552032" cy="1421891"/>
          </a:xfrm>
          <a:prstGeom prst="rect">
            <a:avLst/>
          </a:prstGeom>
          <a:solidFill>
            <a:schemeClr val="bg1"/>
          </a:solidFill>
          <a:ln w="3175">
            <a:solidFill>
              <a:schemeClr val="bg1">
                <a:lumMod val="95000"/>
              </a:schemeClr>
            </a:solidFill>
          </a:ln>
        </p:spPr>
        <p:txBody>
          <a:bodyPr spcFirstLastPara="1" vert="horz" wrap="square" lIns="0" tIns="0" rIns="0" bIns="0" rtlCol="0" anchor="ctr" anchorCtr="0">
            <a:noAutofit/>
          </a:bodyPr>
          <a:lstStyle>
            <a:lvl1pPr marL="342900" lvl="0" indent="-238125" algn="l" defTabSz="914400" rtl="0" eaLnBrk="1" latinLnBrk="0" hangingPunct="1">
              <a:lnSpc>
                <a:spcPct val="100000"/>
              </a:lnSpc>
              <a:spcBef>
                <a:spcPts val="0"/>
              </a:spcBef>
              <a:spcAft>
                <a:spcPts val="0"/>
              </a:spcAft>
              <a:buClr>
                <a:schemeClr val="dk1"/>
              </a:buClr>
              <a:buSzPts val="1400"/>
              <a:buFont typeface="Arial" pitchFamily="34" charset="0"/>
              <a:buChar char="•"/>
              <a:defRPr sz="1050" kern="1200">
                <a:solidFill>
                  <a:schemeClr val="accent1"/>
                </a:solidFill>
                <a:latin typeface="+mn-lt"/>
                <a:ea typeface="+mn-ea"/>
                <a:cs typeface="+mn-cs"/>
              </a:defRPr>
            </a:lvl1pPr>
            <a:lvl2pPr marL="685800" lvl="1"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2pPr>
            <a:lvl3pPr marL="1028700" lvl="2"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3pPr>
            <a:lvl4pPr marL="1371600" lvl="3"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4pPr>
            <a:lvl5pPr marL="1714500" lvl="4"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5pPr>
            <a:lvl6pPr marL="2057400" lvl="5"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6pPr>
            <a:lvl7pPr marL="2400300" lvl="6"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7pPr>
            <a:lvl8pPr marL="2743200" lvl="7"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8pPr>
            <a:lvl9pPr marL="3086100" lvl="8" indent="-238125" algn="l" defTabSz="914400" rtl="0" eaLnBrk="1" latinLnBrk="0" hangingPunct="1">
              <a:lnSpc>
                <a:spcPct val="100000"/>
              </a:lnSpc>
              <a:spcBef>
                <a:spcPts val="450"/>
              </a:spcBef>
              <a:spcAft>
                <a:spcPts val="450"/>
              </a:spcAft>
              <a:buClr>
                <a:schemeClr val="dk1"/>
              </a:buClr>
              <a:buSzPts val="1400"/>
              <a:buFont typeface="Arial" pitchFamily="34" charset="0"/>
              <a:buChar char="•"/>
              <a:defRPr sz="1050" kern="1200">
                <a:solidFill>
                  <a:schemeClr val="tx1"/>
                </a:solidFill>
                <a:latin typeface="+mn-lt"/>
                <a:ea typeface="+mn-ea"/>
                <a:cs typeface="+mn-cs"/>
              </a:defRPr>
            </a:lvl9pPr>
          </a:lstStyle>
          <a:p>
            <a:pPr marL="0" indent="0">
              <a:buNone/>
            </a:pPr>
            <a:r>
              <a:rPr lang="en-US" dirty="0">
                <a:solidFill>
                  <a:srgbClr val="1F2937"/>
                </a:solidFill>
                <a:latin typeface="Calibri" pitchFamily="34" charset="0"/>
                <a:ea typeface="Calibri" pitchFamily="34" charset="-122"/>
                <a:cs typeface="Calibri" pitchFamily="34" charset="-120"/>
              </a:rPr>
              <a:t>Sarvam AI was selected by the </a:t>
            </a:r>
            <a:r>
              <a:rPr lang="en-US" dirty="0" err="1">
                <a:solidFill>
                  <a:srgbClr val="1F2937"/>
                </a:solidFill>
                <a:latin typeface="Calibri" pitchFamily="34" charset="0"/>
                <a:ea typeface="Calibri" pitchFamily="34" charset="-122"/>
                <a:cs typeface="Calibri" pitchFamily="34" charset="-120"/>
              </a:rPr>
              <a:t>IndiaAI</a:t>
            </a:r>
            <a:r>
              <a:rPr lang="en-US" dirty="0">
                <a:solidFill>
                  <a:srgbClr val="1F2937"/>
                </a:solidFill>
                <a:latin typeface="Calibri" pitchFamily="34" charset="0"/>
                <a:ea typeface="Calibri" pitchFamily="34" charset="-122"/>
                <a:cs typeface="Calibri" pitchFamily="34" charset="-120"/>
              </a:rPr>
              <a:t> Mission to develop indigenous foundational AI models designed for Indian languages and use cases.</a:t>
            </a:r>
          </a:p>
        </p:txBody>
      </p:sp>
      <p:grpSp>
        <p:nvGrpSpPr>
          <p:cNvPr id="17" name="Google Shape;17935;p2451">
            <a:extLst>
              <a:ext uri="{FF2B5EF4-FFF2-40B4-BE49-F238E27FC236}">
                <a16:creationId xmlns:a16="http://schemas.microsoft.com/office/drawing/2014/main" id="{1776DBBF-4B63-DF26-41E2-7E114EB81193}"/>
              </a:ext>
            </a:extLst>
          </p:cNvPr>
          <p:cNvGrpSpPr/>
          <p:nvPr/>
        </p:nvGrpSpPr>
        <p:grpSpPr>
          <a:xfrm rot="16200000">
            <a:off x="-144972" y="1876402"/>
            <a:ext cx="1887198" cy="461777"/>
            <a:chOff x="442912" y="1828799"/>
            <a:chExt cx="1995600" cy="1872900"/>
          </a:xfrm>
          <a:solidFill>
            <a:schemeClr val="bg1">
              <a:lumMod val="65000"/>
            </a:schemeClr>
          </a:solidFill>
        </p:grpSpPr>
        <p:sp>
          <p:nvSpPr>
            <p:cNvPr id="18" name="Google Shape;17936;p2451">
              <a:extLst>
                <a:ext uri="{FF2B5EF4-FFF2-40B4-BE49-F238E27FC236}">
                  <a16:creationId xmlns:a16="http://schemas.microsoft.com/office/drawing/2014/main" id="{0E4F84A5-FF8D-349C-3C47-EAACEBD34F97}"/>
                </a:ext>
              </a:extLst>
            </p:cNvPr>
            <p:cNvSpPr/>
            <p:nvPr/>
          </p:nvSpPr>
          <p:spPr>
            <a:xfrm>
              <a:off x="442912" y="1828799"/>
              <a:ext cx="1995600" cy="1872900"/>
            </a:xfrm>
            <a:prstGeom prst="rect">
              <a:avLst/>
            </a:prstGeom>
            <a:grpFill/>
            <a:ln>
              <a:noFill/>
            </a:ln>
          </p:spPr>
          <p:txBody>
            <a:bodyPr spcFirstLastPara="1" wrap="square" lIns="0" tIns="0" rIns="0" bIns="0" anchor="ctr" anchorCtr="0">
              <a:noAutofit/>
            </a:bodyPr>
            <a:lstStyle/>
            <a:p>
              <a:pPr algn="ctr"/>
              <a:endParaRPr sz="1000">
                <a:solidFill>
                  <a:schemeClr val="lt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19" name="Google Shape;17937;p2451">
              <a:extLst>
                <a:ext uri="{FF2B5EF4-FFF2-40B4-BE49-F238E27FC236}">
                  <a16:creationId xmlns:a16="http://schemas.microsoft.com/office/drawing/2014/main" id="{3E3D6594-6E0D-045F-371D-8579ECFCA3D1}"/>
                </a:ext>
              </a:extLst>
            </p:cNvPr>
            <p:cNvSpPr txBox="1"/>
            <p:nvPr/>
          </p:nvSpPr>
          <p:spPr>
            <a:xfrm>
              <a:off x="620169" y="2011699"/>
              <a:ext cx="1634183" cy="1508701"/>
            </a:xfrm>
            <a:prstGeom prst="rect">
              <a:avLst/>
            </a:prstGeom>
            <a:grpFill/>
            <a:ln>
              <a:noFill/>
            </a:ln>
          </p:spPr>
          <p:txBody>
            <a:bodyPr spcFirstLastPara="1" wrap="square" lIns="0" tIns="0" rIns="0" bIns="0" anchor="ctr" anchorCtr="0">
              <a:noAutofit/>
            </a:bodyPr>
            <a:lstStyle/>
            <a:p>
              <a:pPr algn="ctr">
                <a:lnSpc>
                  <a:spcPct val="85000"/>
                </a:lnSpc>
              </a:pPr>
              <a:r>
                <a:rPr lang="en-US" sz="100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rPr>
                <a:t>Collaboration Activities</a:t>
              </a:r>
              <a:endParaRPr sz="100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p:txBody>
        </p:sp>
      </p:grpSp>
      <p:sp>
        <p:nvSpPr>
          <p:cNvPr id="20" name="Google Shape;17940;p2451">
            <a:extLst>
              <a:ext uri="{FF2B5EF4-FFF2-40B4-BE49-F238E27FC236}">
                <a16:creationId xmlns:a16="http://schemas.microsoft.com/office/drawing/2014/main" id="{B9890235-0E55-D545-E656-CDA9FE762A61}"/>
              </a:ext>
            </a:extLst>
          </p:cNvPr>
          <p:cNvSpPr txBox="1">
            <a:spLocks/>
          </p:cNvSpPr>
          <p:nvPr/>
        </p:nvSpPr>
        <p:spPr>
          <a:xfrm>
            <a:off x="3934074" y="1701968"/>
            <a:ext cx="2540971" cy="1402852"/>
          </a:xfrm>
          <a:prstGeom prst="rect">
            <a:avLst/>
          </a:prstGeom>
          <a:solidFill>
            <a:schemeClr val="bg1"/>
          </a:solidFill>
          <a:ln w="3175">
            <a:solidFill>
              <a:schemeClr val="bg1">
                <a:lumMod val="95000"/>
              </a:schemeClr>
            </a:solidFill>
          </a:ln>
        </p:spPr>
        <p:txBody>
          <a:bodyPr spcFirstLastPara="1" vert="horz" wrap="square" lIns="0" tIns="0" rIns="0" bIns="0" rtlCol="0" anchor="ctr" anchorCtr="0">
            <a:noAutofit/>
          </a:bodyPr>
          <a:lstStyle>
            <a:lvl1pPr marL="342900" lvl="0" indent="-238125" algn="l" defTabSz="914400" rtl="0" eaLnBrk="1" latinLnBrk="0" hangingPunct="1">
              <a:lnSpc>
                <a:spcPct val="100000"/>
              </a:lnSpc>
              <a:spcBef>
                <a:spcPts val="0"/>
              </a:spcBef>
              <a:spcAft>
                <a:spcPts val="0"/>
              </a:spcAft>
              <a:buClr>
                <a:schemeClr val="dk1"/>
              </a:buClr>
              <a:buSzPts val="1400"/>
              <a:buFont typeface="Arial" pitchFamily="34" charset="0"/>
              <a:buChar char="•"/>
              <a:defRPr sz="1050" kern="1200">
                <a:solidFill>
                  <a:schemeClr val="accent1"/>
                </a:solidFill>
                <a:latin typeface="+mn-lt"/>
                <a:ea typeface="+mn-ea"/>
                <a:cs typeface="+mn-cs"/>
              </a:defRPr>
            </a:lvl1pPr>
            <a:lvl2pPr marL="685800" lvl="1"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2pPr>
            <a:lvl3pPr marL="1028700" lvl="2"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3pPr>
            <a:lvl4pPr marL="1371600" lvl="3"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4pPr>
            <a:lvl5pPr marL="1714500" lvl="4"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5pPr>
            <a:lvl6pPr marL="2057400" lvl="5"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6pPr>
            <a:lvl7pPr marL="2400300" lvl="6"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7pPr>
            <a:lvl8pPr marL="2743200" lvl="7"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8pPr>
            <a:lvl9pPr marL="3086100" lvl="8" indent="-238125" algn="l" defTabSz="914400" rtl="0" eaLnBrk="1" latinLnBrk="0" hangingPunct="1">
              <a:lnSpc>
                <a:spcPct val="100000"/>
              </a:lnSpc>
              <a:spcBef>
                <a:spcPts val="450"/>
              </a:spcBef>
              <a:spcAft>
                <a:spcPts val="450"/>
              </a:spcAft>
              <a:buClr>
                <a:schemeClr val="dk1"/>
              </a:buClr>
              <a:buSzPts val="1400"/>
              <a:buFont typeface="Arial" pitchFamily="34" charset="0"/>
              <a:buChar char="•"/>
              <a:defRPr sz="1050" kern="1200">
                <a:solidFill>
                  <a:schemeClr val="tx1"/>
                </a:solidFill>
                <a:latin typeface="+mn-lt"/>
                <a:ea typeface="+mn-ea"/>
                <a:cs typeface="+mn-cs"/>
              </a:defRPr>
            </a:lvl9pPr>
          </a:lstStyle>
          <a:p>
            <a:pPr marL="0" indent="0">
              <a:buNone/>
            </a:pPr>
            <a:r>
              <a:rPr lang="en-US" dirty="0">
                <a:solidFill>
                  <a:srgbClr val="1F2937"/>
                </a:solidFill>
                <a:latin typeface="Calibri" pitchFamily="34" charset="0"/>
                <a:ea typeface="Calibri" pitchFamily="34" charset="-122"/>
                <a:cs typeface="Calibri" pitchFamily="34" charset="-120"/>
              </a:rPr>
              <a:t>Sarvam AI enabled secure, multilingual voice support, real-time fraud detection, and citizen feedback for Aadhaar services through an AI stack deployed entirely within UIDAI's air-gapped infrastructure.</a:t>
            </a:r>
            <a:endParaRPr lang="en-US" dirty="0"/>
          </a:p>
        </p:txBody>
      </p:sp>
      <p:sp>
        <p:nvSpPr>
          <p:cNvPr id="21" name="Google Shape;17940;p2451">
            <a:extLst>
              <a:ext uri="{FF2B5EF4-FFF2-40B4-BE49-F238E27FC236}">
                <a16:creationId xmlns:a16="http://schemas.microsoft.com/office/drawing/2014/main" id="{96CAD2D1-6DDB-4D78-8F86-8F1661A2694C}"/>
              </a:ext>
            </a:extLst>
          </p:cNvPr>
          <p:cNvSpPr txBox="1">
            <a:spLocks/>
          </p:cNvSpPr>
          <p:nvPr/>
        </p:nvSpPr>
        <p:spPr>
          <a:xfrm>
            <a:off x="6523520" y="1688837"/>
            <a:ext cx="2552030" cy="1417870"/>
          </a:xfrm>
          <a:prstGeom prst="rect">
            <a:avLst/>
          </a:prstGeom>
          <a:solidFill>
            <a:schemeClr val="bg1"/>
          </a:solidFill>
          <a:ln w="3175">
            <a:solidFill>
              <a:schemeClr val="bg1">
                <a:lumMod val="95000"/>
              </a:schemeClr>
            </a:solidFill>
          </a:ln>
        </p:spPr>
        <p:txBody>
          <a:bodyPr spcFirstLastPara="1" vert="horz" wrap="square" lIns="0" tIns="0" rIns="0" bIns="0" rtlCol="0" anchor="ctr" anchorCtr="0">
            <a:noAutofit/>
          </a:bodyPr>
          <a:lstStyle>
            <a:lvl1pPr marL="342900" lvl="0" indent="-238125" algn="l" defTabSz="914400" rtl="0" eaLnBrk="1" latinLnBrk="0" hangingPunct="1">
              <a:lnSpc>
                <a:spcPct val="100000"/>
              </a:lnSpc>
              <a:spcBef>
                <a:spcPts val="0"/>
              </a:spcBef>
              <a:spcAft>
                <a:spcPts val="0"/>
              </a:spcAft>
              <a:buClr>
                <a:schemeClr val="dk1"/>
              </a:buClr>
              <a:buSzPts val="1400"/>
              <a:buFont typeface="Arial" pitchFamily="34" charset="0"/>
              <a:buChar char="•"/>
              <a:defRPr sz="1050" kern="1200">
                <a:solidFill>
                  <a:schemeClr val="accent1"/>
                </a:solidFill>
                <a:latin typeface="+mn-lt"/>
                <a:ea typeface="+mn-ea"/>
                <a:cs typeface="+mn-cs"/>
              </a:defRPr>
            </a:lvl1pPr>
            <a:lvl2pPr marL="685800" lvl="1"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2pPr>
            <a:lvl3pPr marL="1028700" lvl="2"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3pPr>
            <a:lvl4pPr marL="1371600" lvl="3"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4pPr>
            <a:lvl5pPr marL="1714500" lvl="4"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5pPr>
            <a:lvl6pPr marL="2057400" lvl="5"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6pPr>
            <a:lvl7pPr marL="2400300" lvl="6"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7pPr>
            <a:lvl8pPr marL="2743200" lvl="7"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8pPr>
            <a:lvl9pPr marL="3086100" lvl="8" indent="-238125" algn="l" defTabSz="914400" rtl="0" eaLnBrk="1" latinLnBrk="0" hangingPunct="1">
              <a:lnSpc>
                <a:spcPct val="100000"/>
              </a:lnSpc>
              <a:spcBef>
                <a:spcPts val="450"/>
              </a:spcBef>
              <a:spcAft>
                <a:spcPts val="450"/>
              </a:spcAft>
              <a:buClr>
                <a:schemeClr val="dk1"/>
              </a:buClr>
              <a:buSzPts val="1400"/>
              <a:buFont typeface="Arial" pitchFamily="34" charset="0"/>
              <a:buChar char="•"/>
              <a:defRPr sz="1050" kern="1200">
                <a:solidFill>
                  <a:schemeClr val="tx1"/>
                </a:solidFill>
                <a:latin typeface="+mn-lt"/>
                <a:ea typeface="+mn-ea"/>
                <a:cs typeface="+mn-cs"/>
              </a:defRPr>
            </a:lvl9pPr>
          </a:lstStyle>
          <a:p>
            <a:pPr marL="0" indent="0">
              <a:buNone/>
            </a:pPr>
            <a:r>
              <a:rPr lang="en-US" dirty="0">
                <a:solidFill>
                  <a:srgbClr val="1F2937"/>
                </a:solidFill>
                <a:latin typeface="Calibri" pitchFamily="34" charset="0"/>
                <a:ea typeface="Calibri" pitchFamily="34" charset="-122"/>
                <a:cs typeface="Calibri" pitchFamily="34" charset="-120"/>
              </a:rPr>
              <a:t>Sarvam collaborates with institutions such as IIT Madras, including AI4Bharat and </a:t>
            </a:r>
            <a:r>
              <a:rPr lang="en-US" dirty="0" err="1">
                <a:solidFill>
                  <a:srgbClr val="1F2937"/>
                </a:solidFill>
                <a:latin typeface="Calibri" pitchFamily="34" charset="0"/>
                <a:ea typeface="Calibri" pitchFamily="34" charset="-122"/>
                <a:cs typeface="Calibri" pitchFamily="34" charset="-120"/>
              </a:rPr>
              <a:t>CeRAI</a:t>
            </a:r>
            <a:r>
              <a:rPr lang="en-US" dirty="0">
                <a:solidFill>
                  <a:srgbClr val="1F2937"/>
                </a:solidFill>
                <a:latin typeface="Calibri" pitchFamily="34" charset="0"/>
                <a:ea typeface="Calibri" pitchFamily="34" charset="-122"/>
                <a:cs typeface="Calibri" pitchFamily="34" charset="-120"/>
              </a:rPr>
              <a:t>, for developing foundational AI models under the </a:t>
            </a:r>
            <a:r>
              <a:rPr lang="en-US" dirty="0" err="1">
                <a:solidFill>
                  <a:srgbClr val="1F2937"/>
                </a:solidFill>
                <a:latin typeface="Calibri" pitchFamily="34" charset="0"/>
                <a:ea typeface="Calibri" pitchFamily="34" charset="-122"/>
                <a:cs typeface="Calibri" pitchFamily="34" charset="-120"/>
              </a:rPr>
              <a:t>IndiaAI</a:t>
            </a:r>
            <a:r>
              <a:rPr lang="en-US" dirty="0">
                <a:solidFill>
                  <a:srgbClr val="1F2937"/>
                </a:solidFill>
                <a:latin typeface="Calibri" pitchFamily="34" charset="0"/>
                <a:ea typeface="Calibri" pitchFamily="34" charset="-122"/>
                <a:cs typeface="Calibri" pitchFamily="34" charset="-120"/>
              </a:rPr>
              <a:t> ecosystem.</a:t>
            </a:r>
            <a:endParaRPr lang="en-US" dirty="0"/>
          </a:p>
        </p:txBody>
      </p:sp>
      <p:sp>
        <p:nvSpPr>
          <p:cNvPr id="22" name="Google Shape;17940;p2451">
            <a:extLst>
              <a:ext uri="{FF2B5EF4-FFF2-40B4-BE49-F238E27FC236}">
                <a16:creationId xmlns:a16="http://schemas.microsoft.com/office/drawing/2014/main" id="{24F3664C-25AF-D65E-5307-2D140272EA99}"/>
              </a:ext>
            </a:extLst>
          </p:cNvPr>
          <p:cNvSpPr txBox="1">
            <a:spLocks/>
          </p:cNvSpPr>
          <p:nvPr/>
        </p:nvSpPr>
        <p:spPr>
          <a:xfrm>
            <a:off x="9139197" y="1695945"/>
            <a:ext cx="2540969" cy="1417870"/>
          </a:xfrm>
          <a:prstGeom prst="rect">
            <a:avLst/>
          </a:prstGeom>
          <a:solidFill>
            <a:schemeClr val="bg1"/>
          </a:solidFill>
          <a:ln w="3175">
            <a:solidFill>
              <a:schemeClr val="bg1">
                <a:lumMod val="95000"/>
              </a:schemeClr>
            </a:solidFill>
          </a:ln>
        </p:spPr>
        <p:txBody>
          <a:bodyPr spcFirstLastPara="1" vert="horz" wrap="square" lIns="0" tIns="0" rIns="0" bIns="0" rtlCol="0" anchor="ctr" anchorCtr="0">
            <a:noAutofit/>
          </a:bodyPr>
          <a:lstStyle>
            <a:lvl1pPr marL="342900" lvl="0" indent="-238125" algn="l" defTabSz="914400" rtl="0" eaLnBrk="1" latinLnBrk="0" hangingPunct="1">
              <a:lnSpc>
                <a:spcPct val="100000"/>
              </a:lnSpc>
              <a:spcBef>
                <a:spcPts val="0"/>
              </a:spcBef>
              <a:spcAft>
                <a:spcPts val="0"/>
              </a:spcAft>
              <a:buClr>
                <a:schemeClr val="dk1"/>
              </a:buClr>
              <a:buSzPts val="1400"/>
              <a:buFont typeface="Arial" pitchFamily="34" charset="0"/>
              <a:buChar char="•"/>
              <a:defRPr sz="1050" kern="1200">
                <a:solidFill>
                  <a:schemeClr val="accent1"/>
                </a:solidFill>
                <a:latin typeface="+mn-lt"/>
                <a:ea typeface="+mn-ea"/>
                <a:cs typeface="+mn-cs"/>
              </a:defRPr>
            </a:lvl1pPr>
            <a:lvl2pPr marL="685800" lvl="1"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2pPr>
            <a:lvl3pPr marL="1028700" lvl="2"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3pPr>
            <a:lvl4pPr marL="1371600" lvl="3"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4pPr>
            <a:lvl5pPr marL="1714500" lvl="4"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5pPr>
            <a:lvl6pPr marL="2057400" lvl="5"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6pPr>
            <a:lvl7pPr marL="2400300" lvl="6"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7pPr>
            <a:lvl8pPr marL="2743200" lvl="7"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8pPr>
            <a:lvl9pPr marL="3086100" lvl="8" indent="-238125" algn="l" defTabSz="914400" rtl="0" eaLnBrk="1" latinLnBrk="0" hangingPunct="1">
              <a:lnSpc>
                <a:spcPct val="100000"/>
              </a:lnSpc>
              <a:spcBef>
                <a:spcPts val="450"/>
              </a:spcBef>
              <a:spcAft>
                <a:spcPts val="450"/>
              </a:spcAft>
              <a:buClr>
                <a:schemeClr val="dk1"/>
              </a:buClr>
              <a:buSzPts val="1400"/>
              <a:buFont typeface="Arial" pitchFamily="34" charset="0"/>
              <a:buChar char="•"/>
              <a:defRPr sz="1050" kern="1200">
                <a:solidFill>
                  <a:schemeClr val="tx1"/>
                </a:solidFill>
                <a:latin typeface="+mn-lt"/>
                <a:ea typeface="+mn-ea"/>
                <a:cs typeface="+mn-cs"/>
              </a:defRPr>
            </a:lvl9pPr>
          </a:lstStyle>
          <a:p>
            <a:pPr marL="0" indent="0">
              <a:buNone/>
            </a:pPr>
            <a:r>
              <a:rPr lang="en-US" dirty="0">
                <a:solidFill>
                  <a:srgbClr val="1F2937"/>
                </a:solidFill>
                <a:latin typeface="Calibri" pitchFamily="34" charset="0"/>
                <a:ea typeface="Calibri" pitchFamily="34" charset="-122"/>
                <a:cs typeface="Calibri" pitchFamily="34" charset="-120"/>
              </a:rPr>
              <a:t>Sarvam has also partnered with state governments, including Odisha and Tamil Nadu, to build sovereign AI infrastructure and AI-driven public-service capabilities..</a:t>
            </a:r>
            <a:endParaRPr lang="en-US" dirty="0"/>
          </a:p>
        </p:txBody>
      </p:sp>
      <p:graphicFrame>
        <p:nvGraphicFramePr>
          <p:cNvPr id="23" name="Table 0">
            <a:extLst>
              <a:ext uri="{FF2B5EF4-FFF2-40B4-BE49-F238E27FC236}">
                <a16:creationId xmlns:a16="http://schemas.microsoft.com/office/drawing/2014/main" id="{125F0B2F-B0F5-D9CB-DCA8-F11EC5875C3F}"/>
              </a:ext>
            </a:extLst>
          </p:cNvPr>
          <p:cNvGraphicFramePr>
            <a:graphicFrameLocks noGrp="1"/>
          </p:cNvGraphicFramePr>
          <p:nvPr>
            <p:extLst>
              <p:ext uri="{D42A27DB-BD31-4B8C-83A1-F6EECF244321}">
                <p14:modId xmlns:p14="http://schemas.microsoft.com/office/powerpoint/2010/main" val="1154194179"/>
              </p:ext>
            </p:extLst>
          </p:nvPr>
        </p:nvGraphicFramePr>
        <p:xfrm>
          <a:off x="612833" y="3289852"/>
          <a:ext cx="11067633" cy="1713117"/>
        </p:xfrm>
        <a:graphic>
          <a:graphicData uri="http://schemas.openxmlformats.org/drawingml/2006/table">
            <a:tbl>
              <a:tblPr/>
              <a:tblGrid>
                <a:gridCol w="3377784">
                  <a:extLst>
                    <a:ext uri="{9D8B030D-6E8A-4147-A177-3AD203B41FA5}">
                      <a16:colId xmlns:a16="http://schemas.microsoft.com/office/drawing/2014/main" val="20000"/>
                    </a:ext>
                  </a:extLst>
                </a:gridCol>
                <a:gridCol w="2802843">
                  <a:extLst>
                    <a:ext uri="{9D8B030D-6E8A-4147-A177-3AD203B41FA5}">
                      <a16:colId xmlns:a16="http://schemas.microsoft.com/office/drawing/2014/main" val="20001"/>
                    </a:ext>
                  </a:extLst>
                </a:gridCol>
                <a:gridCol w="4887006">
                  <a:extLst>
                    <a:ext uri="{9D8B030D-6E8A-4147-A177-3AD203B41FA5}">
                      <a16:colId xmlns:a16="http://schemas.microsoft.com/office/drawing/2014/main" val="20002"/>
                    </a:ext>
                  </a:extLst>
                </a:gridCol>
              </a:tblGrid>
              <a:tr h="269476">
                <a:tc>
                  <a:txBody>
                    <a:bodyPr/>
                    <a:lstStyle/>
                    <a:p>
                      <a:pPr marL="0" indent="0">
                        <a:buNone/>
                      </a:pPr>
                      <a:r>
                        <a:rPr lang="en-US" sz="1100" b="1">
                          <a:solidFill>
                            <a:srgbClr val="FFFFFF"/>
                          </a:solidFill>
                        </a:rPr>
                        <a:t>Use Case</a:t>
                      </a:r>
                      <a:endParaRPr lang="en-US" sz="110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3"/>
                    </a:solidFill>
                  </a:tcPr>
                </a:tc>
                <a:tc>
                  <a:txBody>
                    <a:bodyPr/>
                    <a:lstStyle/>
                    <a:p>
                      <a:pPr marL="0" indent="0">
                        <a:buNone/>
                      </a:pPr>
                      <a:r>
                        <a:rPr lang="en-US" sz="1100" b="1">
                          <a:solidFill>
                            <a:srgbClr val="FFFFFF"/>
                          </a:solidFill>
                        </a:rPr>
                        <a:t>Sector / Department</a:t>
                      </a:r>
                      <a:endParaRPr lang="en-US" sz="110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3"/>
                    </a:solidFill>
                  </a:tcPr>
                </a:tc>
                <a:tc>
                  <a:txBody>
                    <a:bodyPr/>
                    <a:lstStyle/>
                    <a:p>
                      <a:pPr marL="0" indent="0">
                        <a:buNone/>
                      </a:pPr>
                      <a:r>
                        <a:rPr lang="en-US" sz="1100" b="1">
                          <a:solidFill>
                            <a:srgbClr val="FFFFFF"/>
                          </a:solidFill>
                        </a:rPr>
                        <a:t>Outcome / Scale</a:t>
                      </a:r>
                      <a:endParaRPr lang="en-US" sz="110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3"/>
                    </a:solidFill>
                  </a:tcPr>
                </a:tc>
                <a:extLst>
                  <a:ext uri="{0D108BD9-81ED-4DB2-BD59-A6C34878D82A}">
                    <a16:rowId xmlns:a16="http://schemas.microsoft.com/office/drawing/2014/main" val="10000"/>
                  </a:ext>
                </a:extLst>
              </a:tr>
              <a:tr h="406756">
                <a:tc>
                  <a:txBody>
                    <a:bodyPr/>
                    <a:lstStyle/>
                    <a:p>
                      <a:pPr marL="0" indent="0">
                        <a:buNone/>
                      </a:pPr>
                      <a:r>
                        <a:rPr lang="en-US" sz="1000" b="1" kern="1200" dirty="0">
                          <a:solidFill>
                            <a:srgbClr val="222A28"/>
                          </a:solidFill>
                          <a:latin typeface="+mn-lt"/>
                          <a:ea typeface="+mn-ea"/>
                          <a:cs typeface="+mn-cs"/>
                        </a:rPr>
                        <a:t>Mining Safety &amp; Industrial Monitoring</a:t>
                      </a:r>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lgn="l" defTabSz="914400" rtl="0" eaLnBrk="1" latinLnBrk="0" hangingPunct="1">
                        <a:buNone/>
                      </a:pPr>
                      <a:r>
                        <a:rPr lang="en-US" sz="950" i="0" kern="1200" dirty="0">
                          <a:solidFill>
                            <a:srgbClr val="5B6670"/>
                          </a:solidFill>
                          <a:latin typeface="+mn-lt"/>
                          <a:ea typeface="+mn-ea"/>
                          <a:cs typeface="+mn-cs"/>
                        </a:rPr>
                        <a:t>Odisha Government</a:t>
                      </a:r>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IN" sz="1000" dirty="0"/>
                        <a:t>Vision AI for Mine safety monitoring, industrial compliance monitoring, workplace risk detection</a:t>
                      </a:r>
                      <a:endParaRPr lang="en-US" sz="950" dirty="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3"/>
                  </a:ext>
                </a:extLst>
              </a:tr>
              <a:tr h="254222">
                <a:tc>
                  <a:txBody>
                    <a:bodyPr/>
                    <a:lstStyle/>
                    <a:p>
                      <a:pPr marL="0" indent="0">
                        <a:buNone/>
                      </a:pPr>
                      <a:r>
                        <a:rPr lang="en-US" sz="1000" b="1" kern="1200" dirty="0">
                          <a:solidFill>
                            <a:srgbClr val="222A28"/>
                          </a:solidFill>
                          <a:latin typeface="+mn-lt"/>
                          <a:ea typeface="+mn-ea"/>
                          <a:cs typeface="+mn-cs"/>
                        </a:rPr>
                        <a:t>Odia-to-English Voice Skilling</a:t>
                      </a:r>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lgn="l" defTabSz="914400" rtl="0" eaLnBrk="1" latinLnBrk="0" hangingPunct="1">
                        <a:buNone/>
                      </a:pPr>
                      <a:r>
                        <a:rPr lang="en-IN" sz="950" i="0" kern="1200" dirty="0">
                          <a:solidFill>
                            <a:srgbClr val="5B6670"/>
                          </a:solidFill>
                          <a:latin typeface="+mn-lt"/>
                          <a:ea typeface="+mn-ea"/>
                          <a:cs typeface="+mn-cs"/>
                        </a:rPr>
                        <a:t>Odisha Government</a:t>
                      </a:r>
                      <a:endParaRPr lang="en-US" sz="950" i="0" kern="1200" dirty="0">
                        <a:solidFill>
                          <a:srgbClr val="5B6670"/>
                        </a:solidFill>
                        <a:latin typeface="+mn-lt"/>
                        <a:ea typeface="+mn-ea"/>
                        <a:cs typeface="+mn-cs"/>
                      </a:endParaRPr>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US" sz="1000" dirty="0"/>
                        <a:t>Sarvam announced Odia-English voice </a:t>
                      </a:r>
                      <a:r>
                        <a:rPr lang="en-US" sz="1000" dirty="0" err="1"/>
                        <a:t>toolYouth</a:t>
                      </a:r>
                      <a:r>
                        <a:rPr lang="en-US" sz="1000" dirty="0"/>
                        <a:t> skilling and job-readiness programs</a:t>
                      </a:r>
                      <a:endParaRPr lang="en-US" sz="950" dirty="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254222">
                <a:tc>
                  <a:txBody>
                    <a:bodyPr/>
                    <a:lstStyle/>
                    <a:p>
                      <a:pPr marL="0" indent="0">
                        <a:buNone/>
                      </a:pPr>
                      <a:r>
                        <a:rPr lang="en-US" sz="1000" b="1" kern="1200" dirty="0">
                          <a:solidFill>
                            <a:srgbClr val="222A28"/>
                          </a:solidFill>
                          <a:latin typeface="+mn-lt"/>
                          <a:ea typeface="+mn-ea"/>
                          <a:cs typeface="+mn-cs"/>
                        </a:rPr>
                        <a:t>AI enabled Document Digitization</a:t>
                      </a:r>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US" sz="950" i="0" dirty="0" err="1">
                          <a:solidFill>
                            <a:srgbClr val="5B6670"/>
                          </a:solidFill>
                        </a:rPr>
                        <a:t>GoI</a:t>
                      </a:r>
                      <a:r>
                        <a:rPr lang="en-US" sz="950" i="0" dirty="0">
                          <a:solidFill>
                            <a:srgbClr val="5B6670"/>
                          </a:solidFill>
                        </a:rPr>
                        <a:t> </a:t>
                      </a:r>
                      <a:endParaRPr lang="en-US" sz="950" i="0" dirty="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US" sz="950" dirty="0"/>
                        <a:t>Government forms digitization Record extraction Regional-language document processing (</a:t>
                      </a:r>
                      <a:r>
                        <a:rPr lang="en-US" sz="950" dirty="0" err="1"/>
                        <a:t>sarvam’s</a:t>
                      </a:r>
                      <a:r>
                        <a:rPr lang="en-US" sz="950" dirty="0"/>
                        <a:t> vision Api across 22 </a:t>
                      </a:r>
                      <a:r>
                        <a:rPr lang="en-US" sz="950"/>
                        <a:t>different languages)</a:t>
                      </a:r>
                      <a:endParaRPr lang="en-US" sz="950" dirty="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5"/>
                  </a:ext>
                </a:extLst>
              </a:tr>
              <a:tr h="391503">
                <a:tc>
                  <a:txBody>
                    <a:bodyPr/>
                    <a:lstStyle/>
                    <a:p>
                      <a:pPr marL="0" indent="0">
                        <a:buNone/>
                      </a:pPr>
                      <a:r>
                        <a:rPr lang="en-US" sz="1000" b="1" kern="1200" dirty="0">
                          <a:solidFill>
                            <a:srgbClr val="222A28"/>
                          </a:solidFill>
                          <a:latin typeface="+mn-lt"/>
                          <a:ea typeface="+mn-ea"/>
                          <a:cs typeface="+mn-cs"/>
                        </a:rPr>
                        <a:t>Agriculture Advisory (Farmer-Facing)</a:t>
                      </a:r>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US" sz="950" i="0">
                          <a:solidFill>
                            <a:srgbClr val="5B6670"/>
                          </a:solidFill>
                        </a:rPr>
                        <a:t>GoI</a:t>
                      </a:r>
                      <a:endParaRPr lang="en-US" sz="950" i="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US" sz="950" dirty="0"/>
                        <a:t>Crop guidance, Farmer advisory services, Mandi price lookup, Weather </a:t>
                      </a:r>
                      <a:r>
                        <a:rPr lang="en-US" sz="950" dirty="0" err="1"/>
                        <a:t>alerts.Government</a:t>
                      </a:r>
                      <a:r>
                        <a:rPr lang="en-US" sz="950" dirty="0"/>
                        <a:t> scheme information (e.g., PM-Kisan) Pilot (1-25 Oct 2025)</a:t>
                      </a:r>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866867235"/>
                  </a:ext>
                </a:extLst>
              </a:tr>
            </a:tbl>
          </a:graphicData>
        </a:graphic>
      </p:graphicFrame>
      <p:sp>
        <p:nvSpPr>
          <p:cNvPr id="24" name="Text 28">
            <a:extLst>
              <a:ext uri="{FF2B5EF4-FFF2-40B4-BE49-F238E27FC236}">
                <a16:creationId xmlns:a16="http://schemas.microsoft.com/office/drawing/2014/main" id="{B8E321BB-F83C-DC56-A151-C4EE228450B7}"/>
              </a:ext>
            </a:extLst>
          </p:cNvPr>
          <p:cNvSpPr/>
          <p:nvPr/>
        </p:nvSpPr>
        <p:spPr>
          <a:xfrm>
            <a:off x="457200" y="5030056"/>
            <a:ext cx="5486400" cy="274320"/>
          </a:xfrm>
          <a:prstGeom prst="rect">
            <a:avLst/>
          </a:prstGeom>
          <a:noFill/>
          <a:ln/>
        </p:spPr>
        <p:txBody>
          <a:bodyPr wrap="square" lIns="0" tIns="0" rIns="0" bIns="0" rtlCol="0" anchor="ctr"/>
          <a:lstStyle/>
          <a:p>
            <a:pPr marL="0" indent="0">
              <a:buNone/>
            </a:pPr>
            <a:r>
              <a:rPr lang="en-US" sz="1050" b="1" kern="0" spc="150">
                <a:solidFill>
                  <a:srgbClr val="5B6670"/>
                </a:solidFill>
                <a:latin typeface="Calibri" pitchFamily="34" charset="0"/>
                <a:ea typeface="Calibri" pitchFamily="34" charset="-122"/>
                <a:cs typeface="Calibri" pitchFamily="34" charset="-120"/>
              </a:rPr>
              <a:t>STRATEGIC PILLARS</a:t>
            </a:r>
            <a:endParaRPr lang="en-US" sz="1050"/>
          </a:p>
        </p:txBody>
      </p:sp>
      <p:sp>
        <p:nvSpPr>
          <p:cNvPr id="25" name="Shape 29">
            <a:extLst>
              <a:ext uri="{FF2B5EF4-FFF2-40B4-BE49-F238E27FC236}">
                <a16:creationId xmlns:a16="http://schemas.microsoft.com/office/drawing/2014/main" id="{5C576A88-19BF-18C9-F34E-752C020BE14F}"/>
              </a:ext>
            </a:extLst>
          </p:cNvPr>
          <p:cNvSpPr/>
          <p:nvPr/>
        </p:nvSpPr>
        <p:spPr>
          <a:xfrm>
            <a:off x="457200" y="5331808"/>
            <a:ext cx="11274552" cy="0"/>
          </a:xfrm>
          <a:prstGeom prst="line">
            <a:avLst/>
          </a:prstGeom>
          <a:noFill/>
          <a:ln w="9525">
            <a:solidFill>
              <a:srgbClr val="C7CCC9"/>
            </a:solidFill>
            <a:prstDash val="solid"/>
          </a:ln>
        </p:spPr>
        <p:txBody>
          <a:bodyPr/>
          <a:lstStyle/>
          <a:p>
            <a:endParaRPr lang="en-IN"/>
          </a:p>
        </p:txBody>
      </p:sp>
      <p:sp>
        <p:nvSpPr>
          <p:cNvPr id="26" name="Shape 30">
            <a:extLst>
              <a:ext uri="{FF2B5EF4-FFF2-40B4-BE49-F238E27FC236}">
                <a16:creationId xmlns:a16="http://schemas.microsoft.com/office/drawing/2014/main" id="{09DC55DF-B32C-CF21-3A95-86E52E048E9F}"/>
              </a:ext>
            </a:extLst>
          </p:cNvPr>
          <p:cNvSpPr/>
          <p:nvPr/>
        </p:nvSpPr>
        <p:spPr>
          <a:xfrm>
            <a:off x="457200" y="5532976"/>
            <a:ext cx="457200" cy="457200"/>
          </a:xfrm>
          <a:prstGeom prst="ellipse">
            <a:avLst/>
          </a:prstGeom>
          <a:solidFill>
            <a:schemeClr val="bg1">
              <a:lumMod val="85000"/>
            </a:schemeClr>
          </a:solidFill>
          <a:ln/>
        </p:spPr>
        <p:txBody>
          <a:bodyPr/>
          <a:lstStyle/>
          <a:p>
            <a:endParaRPr lang="en-IN"/>
          </a:p>
        </p:txBody>
      </p:sp>
      <p:pic>
        <p:nvPicPr>
          <p:cNvPr id="27" name="Image 1" descr="preencoded.png">
            <a:extLst>
              <a:ext uri="{FF2B5EF4-FFF2-40B4-BE49-F238E27FC236}">
                <a16:creationId xmlns:a16="http://schemas.microsoft.com/office/drawing/2014/main" id="{C6EB04D7-1B97-2F1F-D55E-6620BE1B1ABB}"/>
              </a:ext>
            </a:extLst>
          </p:cNvPr>
          <p:cNvPicPr>
            <a:picLocks noChangeAspect="1"/>
          </p:cNvPicPr>
          <p:nvPr/>
        </p:nvPicPr>
        <p:blipFill>
          <a:blip r:embed="rId2"/>
          <a:stretch>
            <a:fillRect/>
          </a:stretch>
        </p:blipFill>
        <p:spPr>
          <a:xfrm>
            <a:off x="576072" y="5651848"/>
            <a:ext cx="219456" cy="219456"/>
          </a:xfrm>
          <a:prstGeom prst="rect">
            <a:avLst/>
          </a:prstGeom>
        </p:spPr>
      </p:pic>
      <p:sp>
        <p:nvSpPr>
          <p:cNvPr id="28" name="Text 31">
            <a:extLst>
              <a:ext uri="{FF2B5EF4-FFF2-40B4-BE49-F238E27FC236}">
                <a16:creationId xmlns:a16="http://schemas.microsoft.com/office/drawing/2014/main" id="{8B7AB6E5-F495-14B3-9ED7-997D1A831587}"/>
              </a:ext>
            </a:extLst>
          </p:cNvPr>
          <p:cNvSpPr/>
          <p:nvPr/>
        </p:nvSpPr>
        <p:spPr>
          <a:xfrm>
            <a:off x="1024128" y="5514688"/>
            <a:ext cx="3072384" cy="274320"/>
          </a:xfrm>
          <a:prstGeom prst="rect">
            <a:avLst/>
          </a:prstGeom>
          <a:noFill/>
          <a:ln/>
        </p:spPr>
        <p:txBody>
          <a:bodyPr wrap="square" lIns="0" tIns="0" rIns="0" bIns="0" rtlCol="0" anchor="ctr"/>
          <a:lstStyle/>
          <a:p>
            <a:pPr marL="0" indent="0">
              <a:buNone/>
            </a:pPr>
            <a:r>
              <a:rPr lang="en-US" sz="1150" b="1" dirty="0">
                <a:solidFill>
                  <a:srgbClr val="1B4332"/>
                </a:solidFill>
                <a:latin typeface="Calibri" pitchFamily="34" charset="0"/>
                <a:ea typeface="Calibri" pitchFamily="34" charset="-122"/>
                <a:cs typeface="Calibri" pitchFamily="34" charset="-120"/>
              </a:rPr>
              <a:t>Sovereign AI Compute Infrastructure</a:t>
            </a:r>
            <a:endParaRPr lang="en-US" sz="1150" dirty="0"/>
          </a:p>
        </p:txBody>
      </p:sp>
      <p:sp>
        <p:nvSpPr>
          <p:cNvPr id="29" name="Text 32">
            <a:extLst>
              <a:ext uri="{FF2B5EF4-FFF2-40B4-BE49-F238E27FC236}">
                <a16:creationId xmlns:a16="http://schemas.microsoft.com/office/drawing/2014/main" id="{B4293DE0-0D3E-F3B1-D8D4-7392A7FBC2F7}"/>
              </a:ext>
            </a:extLst>
          </p:cNvPr>
          <p:cNvSpPr/>
          <p:nvPr/>
        </p:nvSpPr>
        <p:spPr>
          <a:xfrm>
            <a:off x="1024128" y="5789008"/>
            <a:ext cx="3072384" cy="640080"/>
          </a:xfrm>
          <a:prstGeom prst="rect">
            <a:avLst/>
          </a:prstGeom>
          <a:noFill/>
          <a:ln/>
        </p:spPr>
        <p:txBody>
          <a:bodyPr wrap="square" lIns="0" tIns="0" rIns="0" bIns="0" rtlCol="0" anchor="t"/>
          <a:lstStyle/>
          <a:p>
            <a:pPr marL="0" indent="0">
              <a:buNone/>
            </a:pPr>
            <a:r>
              <a:rPr lang="en-US" sz="930" dirty="0">
                <a:solidFill>
                  <a:srgbClr val="222A28"/>
                </a:solidFill>
                <a:latin typeface="Calibri" pitchFamily="34" charset="0"/>
                <a:ea typeface="Calibri" pitchFamily="34" charset="-122"/>
                <a:cs typeface="Calibri" pitchFamily="34" charset="-120"/>
              </a:rPr>
              <a:t>Under partnerships with states such as Odisha, Sarvam is planning AI-optimized compute infrastructure intended to serve both state and national AI requirements.</a:t>
            </a:r>
            <a:endParaRPr lang="en-US" sz="930" dirty="0"/>
          </a:p>
        </p:txBody>
      </p:sp>
      <p:sp>
        <p:nvSpPr>
          <p:cNvPr id="30" name="Shape 33">
            <a:extLst>
              <a:ext uri="{FF2B5EF4-FFF2-40B4-BE49-F238E27FC236}">
                <a16:creationId xmlns:a16="http://schemas.microsoft.com/office/drawing/2014/main" id="{1B569C71-1725-6A63-B890-8ADCC0E11EEC}"/>
              </a:ext>
            </a:extLst>
          </p:cNvPr>
          <p:cNvSpPr/>
          <p:nvPr/>
        </p:nvSpPr>
        <p:spPr>
          <a:xfrm>
            <a:off x="4215384" y="5532976"/>
            <a:ext cx="457200" cy="457200"/>
          </a:xfrm>
          <a:prstGeom prst="ellipse">
            <a:avLst/>
          </a:prstGeom>
          <a:solidFill>
            <a:schemeClr val="bg1">
              <a:lumMod val="85000"/>
            </a:schemeClr>
          </a:solidFill>
          <a:ln/>
        </p:spPr>
        <p:txBody>
          <a:bodyPr/>
          <a:lstStyle/>
          <a:p>
            <a:endParaRPr lang="en-IN"/>
          </a:p>
        </p:txBody>
      </p:sp>
      <p:sp>
        <p:nvSpPr>
          <p:cNvPr id="32" name="Text 34">
            <a:extLst>
              <a:ext uri="{FF2B5EF4-FFF2-40B4-BE49-F238E27FC236}">
                <a16:creationId xmlns:a16="http://schemas.microsoft.com/office/drawing/2014/main" id="{38216309-9EE4-6DA7-1556-EBAD719E0EDE}"/>
              </a:ext>
            </a:extLst>
          </p:cNvPr>
          <p:cNvSpPr/>
          <p:nvPr/>
        </p:nvSpPr>
        <p:spPr>
          <a:xfrm>
            <a:off x="4782312" y="5514688"/>
            <a:ext cx="3072384" cy="274320"/>
          </a:xfrm>
          <a:prstGeom prst="rect">
            <a:avLst/>
          </a:prstGeom>
          <a:noFill/>
          <a:ln/>
        </p:spPr>
        <p:txBody>
          <a:bodyPr wrap="square" lIns="0" tIns="0" rIns="0" bIns="0" rtlCol="0" anchor="ctr"/>
          <a:lstStyle/>
          <a:p>
            <a:pPr marL="0" indent="0">
              <a:buNone/>
            </a:pPr>
            <a:r>
              <a:rPr lang="en-US" sz="1150" b="1" dirty="0">
                <a:solidFill>
                  <a:srgbClr val="1B4332"/>
                </a:solidFill>
                <a:latin typeface="Calibri" pitchFamily="34" charset="0"/>
                <a:ea typeface="Calibri" pitchFamily="34" charset="-122"/>
                <a:cs typeface="Calibri" pitchFamily="34" charset="-120"/>
              </a:rPr>
              <a:t> Indian Foundation Models</a:t>
            </a:r>
            <a:endParaRPr lang="en-US" sz="1150" dirty="0"/>
          </a:p>
        </p:txBody>
      </p:sp>
      <p:sp>
        <p:nvSpPr>
          <p:cNvPr id="33" name="Text 35">
            <a:extLst>
              <a:ext uri="{FF2B5EF4-FFF2-40B4-BE49-F238E27FC236}">
                <a16:creationId xmlns:a16="http://schemas.microsoft.com/office/drawing/2014/main" id="{2DAEB9E9-5EFB-C144-7205-CD3C319E91A0}"/>
              </a:ext>
            </a:extLst>
          </p:cNvPr>
          <p:cNvSpPr/>
          <p:nvPr/>
        </p:nvSpPr>
        <p:spPr>
          <a:xfrm>
            <a:off x="4782312" y="5789008"/>
            <a:ext cx="3072384" cy="640080"/>
          </a:xfrm>
          <a:prstGeom prst="rect">
            <a:avLst/>
          </a:prstGeom>
          <a:noFill/>
          <a:ln/>
        </p:spPr>
        <p:txBody>
          <a:bodyPr wrap="square" lIns="0" tIns="0" rIns="0" bIns="0" rtlCol="0" anchor="t"/>
          <a:lstStyle/>
          <a:p>
            <a:pPr marL="0" indent="0">
              <a:buNone/>
            </a:pPr>
            <a:r>
              <a:rPr lang="en-US" sz="930" dirty="0">
                <a:solidFill>
                  <a:srgbClr val="222A28"/>
                </a:solidFill>
                <a:latin typeface="Calibri" pitchFamily="34" charset="0"/>
                <a:ea typeface="Calibri" pitchFamily="34" charset="-122"/>
                <a:cs typeface="Calibri" pitchFamily="34" charset="-120"/>
              </a:rPr>
              <a:t>The company was selected under the </a:t>
            </a:r>
            <a:r>
              <a:rPr lang="en-US" sz="930" dirty="0" err="1">
                <a:solidFill>
                  <a:srgbClr val="222A28"/>
                </a:solidFill>
                <a:latin typeface="Calibri" pitchFamily="34" charset="0"/>
                <a:ea typeface="Calibri" pitchFamily="34" charset="-122"/>
                <a:cs typeface="Calibri" pitchFamily="34" charset="-120"/>
              </a:rPr>
              <a:t>IndiaAI</a:t>
            </a:r>
            <a:r>
              <a:rPr lang="en-US" sz="930" dirty="0">
                <a:solidFill>
                  <a:srgbClr val="222A28"/>
                </a:solidFill>
                <a:latin typeface="Calibri" pitchFamily="34" charset="0"/>
                <a:ea typeface="Calibri" pitchFamily="34" charset="-122"/>
                <a:cs typeface="Calibri" pitchFamily="34" charset="-120"/>
              </a:rPr>
              <a:t> Mission to develop indigenous foundation models for India.</a:t>
            </a:r>
            <a:endParaRPr lang="en-US" sz="930" dirty="0"/>
          </a:p>
        </p:txBody>
      </p:sp>
      <p:sp>
        <p:nvSpPr>
          <p:cNvPr id="34" name="Shape 36">
            <a:extLst>
              <a:ext uri="{FF2B5EF4-FFF2-40B4-BE49-F238E27FC236}">
                <a16:creationId xmlns:a16="http://schemas.microsoft.com/office/drawing/2014/main" id="{01D213C7-C5E0-A5A2-AD86-6B8765A82A1F}"/>
              </a:ext>
            </a:extLst>
          </p:cNvPr>
          <p:cNvSpPr/>
          <p:nvPr/>
        </p:nvSpPr>
        <p:spPr>
          <a:xfrm>
            <a:off x="7973568" y="5532976"/>
            <a:ext cx="457200" cy="457200"/>
          </a:xfrm>
          <a:prstGeom prst="ellipse">
            <a:avLst/>
          </a:prstGeom>
          <a:solidFill>
            <a:schemeClr val="bg1">
              <a:lumMod val="85000"/>
            </a:schemeClr>
          </a:solidFill>
          <a:ln/>
        </p:spPr>
        <p:txBody>
          <a:bodyPr/>
          <a:lstStyle/>
          <a:p>
            <a:endParaRPr lang="en-IN"/>
          </a:p>
        </p:txBody>
      </p:sp>
      <p:pic>
        <p:nvPicPr>
          <p:cNvPr id="35" name="Image 3" descr="preencoded.png">
            <a:extLst>
              <a:ext uri="{FF2B5EF4-FFF2-40B4-BE49-F238E27FC236}">
                <a16:creationId xmlns:a16="http://schemas.microsoft.com/office/drawing/2014/main" id="{C5341F87-7D74-1D5E-6076-4BA0388998A2}"/>
              </a:ext>
            </a:extLst>
          </p:cNvPr>
          <p:cNvPicPr>
            <a:picLocks noChangeAspect="1"/>
          </p:cNvPicPr>
          <p:nvPr/>
        </p:nvPicPr>
        <p:blipFill>
          <a:blip r:embed="rId3"/>
          <a:stretch>
            <a:fillRect/>
          </a:stretch>
        </p:blipFill>
        <p:spPr>
          <a:xfrm>
            <a:off x="8092440" y="5651848"/>
            <a:ext cx="219456" cy="219456"/>
          </a:xfrm>
          <a:prstGeom prst="rect">
            <a:avLst/>
          </a:prstGeom>
        </p:spPr>
      </p:pic>
      <p:sp>
        <p:nvSpPr>
          <p:cNvPr id="36" name="Text 37">
            <a:extLst>
              <a:ext uri="{FF2B5EF4-FFF2-40B4-BE49-F238E27FC236}">
                <a16:creationId xmlns:a16="http://schemas.microsoft.com/office/drawing/2014/main" id="{FF337742-E8FE-1D28-561B-0B7CC55FBF1B}"/>
              </a:ext>
            </a:extLst>
          </p:cNvPr>
          <p:cNvSpPr/>
          <p:nvPr/>
        </p:nvSpPr>
        <p:spPr>
          <a:xfrm>
            <a:off x="8540496" y="5514688"/>
            <a:ext cx="3072384" cy="274320"/>
          </a:xfrm>
          <a:prstGeom prst="rect">
            <a:avLst/>
          </a:prstGeom>
          <a:noFill/>
          <a:ln/>
        </p:spPr>
        <p:txBody>
          <a:bodyPr wrap="square" lIns="0" tIns="0" rIns="0" bIns="0" rtlCol="0" anchor="ctr"/>
          <a:lstStyle/>
          <a:p>
            <a:pPr marL="0" indent="0">
              <a:buNone/>
            </a:pPr>
            <a:r>
              <a:rPr lang="en-US" sz="1150" b="1" dirty="0">
                <a:solidFill>
                  <a:srgbClr val="1B4332"/>
                </a:solidFill>
                <a:latin typeface="Calibri" pitchFamily="34" charset="0"/>
                <a:ea typeface="Calibri" pitchFamily="34" charset="-122"/>
                <a:cs typeface="Calibri" pitchFamily="34" charset="-120"/>
              </a:rPr>
              <a:t>Population-Scale AI Applications</a:t>
            </a:r>
            <a:endParaRPr lang="en-US" sz="1150" dirty="0"/>
          </a:p>
        </p:txBody>
      </p:sp>
      <p:sp>
        <p:nvSpPr>
          <p:cNvPr id="37" name="Text 38">
            <a:extLst>
              <a:ext uri="{FF2B5EF4-FFF2-40B4-BE49-F238E27FC236}">
                <a16:creationId xmlns:a16="http://schemas.microsoft.com/office/drawing/2014/main" id="{51AB5ED9-97A6-5E5B-88A6-43FEF1250978}"/>
              </a:ext>
            </a:extLst>
          </p:cNvPr>
          <p:cNvSpPr/>
          <p:nvPr/>
        </p:nvSpPr>
        <p:spPr>
          <a:xfrm>
            <a:off x="8540496" y="5789008"/>
            <a:ext cx="3072384" cy="640080"/>
          </a:xfrm>
          <a:prstGeom prst="rect">
            <a:avLst/>
          </a:prstGeom>
          <a:noFill/>
          <a:ln/>
        </p:spPr>
        <p:txBody>
          <a:bodyPr wrap="square" lIns="0" tIns="0" rIns="0" bIns="0" rtlCol="0" anchor="t"/>
          <a:lstStyle/>
          <a:p>
            <a:pPr marL="0" indent="0">
              <a:buNone/>
            </a:pPr>
            <a:r>
              <a:rPr lang="en-US" sz="930" dirty="0">
                <a:solidFill>
                  <a:srgbClr val="222A28"/>
                </a:solidFill>
                <a:latin typeface="Calibri" pitchFamily="34" charset="0"/>
                <a:ea typeface="Calibri" pitchFamily="34" charset="-122"/>
                <a:cs typeface="Calibri" pitchFamily="34" charset="-120"/>
              </a:rPr>
              <a:t>The focus is on making AI accessible through voice, local languages, and conversational interfaces.</a:t>
            </a:r>
            <a:endParaRPr lang="en-US" sz="930" dirty="0"/>
          </a:p>
        </p:txBody>
      </p:sp>
      <p:pic>
        <p:nvPicPr>
          <p:cNvPr id="45" name="Image 2" descr="preencoded.png">
            <a:extLst>
              <a:ext uri="{FF2B5EF4-FFF2-40B4-BE49-F238E27FC236}">
                <a16:creationId xmlns:a16="http://schemas.microsoft.com/office/drawing/2014/main" id="{1913A9B3-C8AF-4C14-E6EA-7DEEE0E81808}"/>
              </a:ext>
            </a:extLst>
          </p:cNvPr>
          <p:cNvPicPr>
            <a:picLocks noChangeAspect="1"/>
          </p:cNvPicPr>
          <p:nvPr/>
        </p:nvPicPr>
        <p:blipFill>
          <a:blip r:embed="rId4"/>
          <a:stretch>
            <a:fillRect/>
          </a:stretch>
        </p:blipFill>
        <p:spPr>
          <a:xfrm>
            <a:off x="4334256" y="5651848"/>
            <a:ext cx="219456" cy="219456"/>
          </a:xfrm>
          <a:prstGeom prst="rect">
            <a:avLst/>
          </a:prstGeom>
        </p:spPr>
      </p:pic>
    </p:spTree>
    <p:extLst>
      <p:ext uri="{BB962C8B-B14F-4D97-AF65-F5344CB8AC3E}">
        <p14:creationId xmlns:p14="http://schemas.microsoft.com/office/powerpoint/2010/main" val="9258257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924A8D-F734-AC52-9D35-657A27AA6CF1}"/>
            </a:ext>
          </a:extLst>
        </p:cNvPr>
        <p:cNvGrpSpPr/>
        <p:nvPr/>
      </p:nvGrpSpPr>
      <p:grpSpPr>
        <a:xfrm>
          <a:off x="0" y="0"/>
          <a:ext cx="0" cy="0"/>
          <a:chOff x="0" y="0"/>
          <a:chExt cx="0" cy="0"/>
        </a:xfrm>
      </p:grpSpPr>
      <p:sp>
        <p:nvSpPr>
          <p:cNvPr id="2" name="Text 3">
            <a:extLst>
              <a:ext uri="{FF2B5EF4-FFF2-40B4-BE49-F238E27FC236}">
                <a16:creationId xmlns:a16="http://schemas.microsoft.com/office/drawing/2014/main" id="{CB249ADE-8B35-6516-E718-954BB602364C}"/>
              </a:ext>
            </a:extLst>
          </p:cNvPr>
          <p:cNvSpPr/>
          <p:nvPr/>
        </p:nvSpPr>
        <p:spPr>
          <a:xfrm>
            <a:off x="495157" y="353683"/>
            <a:ext cx="10360152" cy="457200"/>
          </a:xfrm>
          <a:prstGeom prst="rect">
            <a:avLst/>
          </a:prstGeom>
          <a:noFill/>
          <a:ln/>
        </p:spPr>
        <p:txBody>
          <a:bodyPr wrap="square" lIns="0" tIns="0" rIns="0" bIns="0" rtlCol="0" anchor="ctr"/>
          <a:lstStyle/>
          <a:p>
            <a:r>
              <a:rPr lang="en-US" sz="2200" b="1" dirty="0">
                <a:latin typeface="Cambria"/>
                <a:ea typeface="Cambria"/>
              </a:rPr>
              <a:t>Gnani.ai – Work with Indian Government </a:t>
            </a:r>
            <a:endParaRPr lang="en-US" sz="2200" dirty="0"/>
          </a:p>
        </p:txBody>
      </p:sp>
      <p:cxnSp>
        <p:nvCxnSpPr>
          <p:cNvPr id="3" name="Google Shape;17933;p2451">
            <a:extLst>
              <a:ext uri="{FF2B5EF4-FFF2-40B4-BE49-F238E27FC236}">
                <a16:creationId xmlns:a16="http://schemas.microsoft.com/office/drawing/2014/main" id="{E837FFEA-4C47-5262-D253-03015EEFE3CF}"/>
              </a:ext>
            </a:extLst>
          </p:cNvPr>
          <p:cNvCxnSpPr>
            <a:cxnSpLocks/>
          </p:cNvCxnSpPr>
          <p:nvPr/>
        </p:nvCxnSpPr>
        <p:spPr>
          <a:xfrm>
            <a:off x="2585348" y="1422421"/>
            <a:ext cx="8575442" cy="1"/>
          </a:xfrm>
          <a:prstGeom prst="straightConnector1">
            <a:avLst/>
          </a:prstGeom>
          <a:noFill/>
          <a:ln w="152400" cap="flat" cmpd="sng">
            <a:solidFill>
              <a:srgbClr val="999999"/>
            </a:solidFill>
            <a:prstDash val="solid"/>
            <a:round/>
            <a:headEnd type="none" w="med" len="med"/>
            <a:tailEnd type="none" w="med" len="med"/>
          </a:ln>
        </p:spPr>
      </p:cxnSp>
      <p:grpSp>
        <p:nvGrpSpPr>
          <p:cNvPr id="4" name="Google Shape;17935;p2451">
            <a:extLst>
              <a:ext uri="{FF2B5EF4-FFF2-40B4-BE49-F238E27FC236}">
                <a16:creationId xmlns:a16="http://schemas.microsoft.com/office/drawing/2014/main" id="{E2C7A643-9F91-851E-1931-EA0E0E8276FA}"/>
              </a:ext>
            </a:extLst>
          </p:cNvPr>
          <p:cNvGrpSpPr/>
          <p:nvPr/>
        </p:nvGrpSpPr>
        <p:grpSpPr>
          <a:xfrm>
            <a:off x="1260407" y="1159460"/>
            <a:ext cx="2552029" cy="613689"/>
            <a:chOff x="442912" y="1828799"/>
            <a:chExt cx="1995600" cy="1872900"/>
          </a:xfrm>
          <a:solidFill>
            <a:schemeClr val="accent3">
              <a:lumMod val="75000"/>
            </a:schemeClr>
          </a:solidFill>
        </p:grpSpPr>
        <p:sp>
          <p:nvSpPr>
            <p:cNvPr id="5" name="Google Shape;17936;p2451">
              <a:extLst>
                <a:ext uri="{FF2B5EF4-FFF2-40B4-BE49-F238E27FC236}">
                  <a16:creationId xmlns:a16="http://schemas.microsoft.com/office/drawing/2014/main" id="{E8946D58-98EA-75C2-48C0-A23260F76E91}"/>
                </a:ext>
              </a:extLst>
            </p:cNvPr>
            <p:cNvSpPr/>
            <p:nvPr/>
          </p:nvSpPr>
          <p:spPr>
            <a:xfrm>
              <a:off x="442912" y="1828799"/>
              <a:ext cx="1995600" cy="1872900"/>
            </a:xfrm>
            <a:prstGeom prst="rect">
              <a:avLst/>
            </a:prstGeom>
            <a:grpFill/>
            <a:ln>
              <a:noFill/>
            </a:ln>
          </p:spPr>
          <p:txBody>
            <a:bodyPr spcFirstLastPara="1" wrap="square" lIns="0" tIns="0" rIns="0" bIns="0" anchor="ctr" anchorCtr="0">
              <a:noAutofit/>
            </a:bodyPr>
            <a:lstStyle/>
            <a:p>
              <a:pPr algn="ctr"/>
              <a:endParaRPr sz="1050">
                <a:solidFill>
                  <a:schemeClr val="lt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6" name="Google Shape;17937;p2451">
              <a:extLst>
                <a:ext uri="{FF2B5EF4-FFF2-40B4-BE49-F238E27FC236}">
                  <a16:creationId xmlns:a16="http://schemas.microsoft.com/office/drawing/2014/main" id="{B4E69565-C2AF-ED80-B95C-3EB93E61FFAE}"/>
                </a:ext>
              </a:extLst>
            </p:cNvPr>
            <p:cNvSpPr txBox="1"/>
            <p:nvPr/>
          </p:nvSpPr>
          <p:spPr>
            <a:xfrm>
              <a:off x="626850" y="2011695"/>
              <a:ext cx="1627500" cy="1508700"/>
            </a:xfrm>
            <a:prstGeom prst="rect">
              <a:avLst/>
            </a:prstGeom>
            <a:grpFill/>
            <a:ln>
              <a:noFill/>
            </a:ln>
          </p:spPr>
          <p:txBody>
            <a:bodyPr spcFirstLastPara="1" wrap="square" lIns="0" tIns="0" rIns="0" bIns="0" anchor="t" anchorCtr="0">
              <a:noAutofit/>
            </a:bodyPr>
            <a:lstStyle/>
            <a:p>
              <a:pPr>
                <a:lnSpc>
                  <a:spcPct val="85000"/>
                </a:lnSpc>
              </a:pPr>
              <a:r>
                <a:rPr lang="en-GB" sz="1600" b="1" dirty="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rPr>
                <a:t>1</a:t>
              </a:r>
            </a:p>
            <a:p>
              <a:r>
                <a:rPr lang="en-US" sz="1050" b="1" dirty="0" err="1">
                  <a:solidFill>
                    <a:schemeClr val="bg1"/>
                  </a:solidFill>
                  <a:latin typeface="Calibri" pitchFamily="34" charset="0"/>
                  <a:ea typeface="Calibri" pitchFamily="34" charset="-122"/>
                  <a:cs typeface="Calibri" pitchFamily="34" charset="-120"/>
                </a:rPr>
                <a:t>IndiaAI</a:t>
              </a:r>
              <a:r>
                <a:rPr lang="en-US" sz="1050" b="1" dirty="0">
                  <a:solidFill>
                    <a:schemeClr val="bg1"/>
                  </a:solidFill>
                  <a:latin typeface="Calibri" pitchFamily="34" charset="0"/>
                  <a:ea typeface="Calibri" pitchFamily="34" charset="-122"/>
                  <a:cs typeface="Calibri" pitchFamily="34" charset="-120"/>
                </a:rPr>
                <a:t> Mission Partnership</a:t>
              </a:r>
              <a:endParaRPr lang="en-US" sz="1050" dirty="0">
                <a:solidFill>
                  <a:schemeClr val="bg1"/>
                </a:solidFill>
              </a:endParaRPr>
            </a:p>
          </p:txBody>
        </p:sp>
      </p:grpSp>
      <p:grpSp>
        <p:nvGrpSpPr>
          <p:cNvPr id="7" name="Google Shape;17941;p2451">
            <a:extLst>
              <a:ext uri="{FF2B5EF4-FFF2-40B4-BE49-F238E27FC236}">
                <a16:creationId xmlns:a16="http://schemas.microsoft.com/office/drawing/2014/main" id="{9471CECA-1D5F-2750-5C49-303B3CC38317}"/>
              </a:ext>
            </a:extLst>
          </p:cNvPr>
          <p:cNvGrpSpPr/>
          <p:nvPr/>
        </p:nvGrpSpPr>
        <p:grpSpPr>
          <a:xfrm>
            <a:off x="6523522" y="1159460"/>
            <a:ext cx="2552029" cy="613689"/>
            <a:chOff x="442912" y="1828799"/>
            <a:chExt cx="1995600" cy="1872900"/>
          </a:xfrm>
          <a:solidFill>
            <a:srgbClr val="92D050"/>
          </a:solidFill>
        </p:grpSpPr>
        <p:sp>
          <p:nvSpPr>
            <p:cNvPr id="8" name="Google Shape;17942;p2451">
              <a:extLst>
                <a:ext uri="{FF2B5EF4-FFF2-40B4-BE49-F238E27FC236}">
                  <a16:creationId xmlns:a16="http://schemas.microsoft.com/office/drawing/2014/main" id="{BB0C5374-4B52-F0F1-E8FB-C65C1A47E9C9}"/>
                </a:ext>
              </a:extLst>
            </p:cNvPr>
            <p:cNvSpPr/>
            <p:nvPr/>
          </p:nvSpPr>
          <p:spPr>
            <a:xfrm>
              <a:off x="442912" y="1828799"/>
              <a:ext cx="1995600" cy="1872900"/>
            </a:xfrm>
            <a:prstGeom prst="rect">
              <a:avLst/>
            </a:prstGeom>
            <a:grpFill/>
            <a:ln>
              <a:noFill/>
            </a:ln>
          </p:spPr>
          <p:txBody>
            <a:bodyPr spcFirstLastPara="1" wrap="square" lIns="0" tIns="0" rIns="0" bIns="0" anchor="ctr" anchorCtr="0">
              <a:noAutofit/>
            </a:bodyPr>
            <a:lstStyle/>
            <a:p>
              <a:pPr algn="ctr"/>
              <a:endParaRPr sz="105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p:txBody>
        </p:sp>
        <p:sp>
          <p:nvSpPr>
            <p:cNvPr id="9" name="Google Shape;17943;p2451">
              <a:extLst>
                <a:ext uri="{FF2B5EF4-FFF2-40B4-BE49-F238E27FC236}">
                  <a16:creationId xmlns:a16="http://schemas.microsoft.com/office/drawing/2014/main" id="{B185D7A3-34B8-3B78-9819-E4C0DD04856F}"/>
                </a:ext>
              </a:extLst>
            </p:cNvPr>
            <p:cNvSpPr txBox="1"/>
            <p:nvPr/>
          </p:nvSpPr>
          <p:spPr>
            <a:xfrm>
              <a:off x="626835" y="2011689"/>
              <a:ext cx="1627500" cy="1690007"/>
            </a:xfrm>
            <a:prstGeom prst="rect">
              <a:avLst/>
            </a:prstGeom>
            <a:grpFill/>
            <a:ln>
              <a:noFill/>
            </a:ln>
          </p:spPr>
          <p:txBody>
            <a:bodyPr spcFirstLastPara="1" wrap="square" lIns="0" tIns="0" rIns="0" bIns="0" anchor="t" anchorCtr="0">
              <a:noAutofit/>
            </a:bodyPr>
            <a:lstStyle/>
            <a:p>
              <a:pPr>
                <a:lnSpc>
                  <a:spcPct val="85000"/>
                </a:lnSpc>
              </a:pPr>
              <a:r>
                <a:rPr lang="en-GB" sz="1600" b="1" dirty="0">
                  <a:latin typeface="Calibri" panose="020F0502020204030204" pitchFamily="34" charset="0"/>
                  <a:ea typeface="Calibri" panose="020F0502020204030204" pitchFamily="34" charset="0"/>
                  <a:cs typeface="Calibri" panose="020F0502020204030204" pitchFamily="34" charset="0"/>
                  <a:sym typeface="Helvetica Neue"/>
                </a:rPr>
                <a:t>3</a:t>
              </a:r>
              <a:endParaRPr sz="1600" b="1" dirty="0">
                <a:latin typeface="Calibri" panose="020F0502020204030204" pitchFamily="34" charset="0"/>
                <a:ea typeface="Calibri" panose="020F0502020204030204" pitchFamily="34" charset="0"/>
                <a:cs typeface="Calibri" panose="020F0502020204030204" pitchFamily="34" charset="0"/>
                <a:sym typeface="Helvetica Neue"/>
              </a:endParaRPr>
            </a:p>
            <a:p>
              <a:r>
                <a:rPr lang="en-US" sz="1050" b="1" dirty="0">
                  <a:solidFill>
                    <a:srgbClr val="1B4332"/>
                  </a:solidFill>
                  <a:latin typeface="Calibri" pitchFamily="34" charset="0"/>
                  <a:ea typeface="Calibri" pitchFamily="34" charset="-122"/>
                  <a:cs typeface="Calibri" pitchFamily="34" charset="-120"/>
                </a:rPr>
                <a:t>Skill India</a:t>
              </a:r>
              <a:endParaRPr lang="en-US" sz="1050" dirty="0"/>
            </a:p>
          </p:txBody>
        </p:sp>
      </p:grpSp>
      <p:grpSp>
        <p:nvGrpSpPr>
          <p:cNvPr id="10" name="Google Shape;17945;p2451">
            <a:extLst>
              <a:ext uri="{FF2B5EF4-FFF2-40B4-BE49-F238E27FC236}">
                <a16:creationId xmlns:a16="http://schemas.microsoft.com/office/drawing/2014/main" id="{0E0AEF78-22C7-E6A4-6BAA-3977A6CAF948}"/>
              </a:ext>
            </a:extLst>
          </p:cNvPr>
          <p:cNvGrpSpPr/>
          <p:nvPr/>
        </p:nvGrpSpPr>
        <p:grpSpPr>
          <a:xfrm>
            <a:off x="9128437" y="1159462"/>
            <a:ext cx="2552029" cy="613689"/>
            <a:chOff x="442912" y="1828800"/>
            <a:chExt cx="1995600" cy="1872900"/>
          </a:xfrm>
          <a:solidFill>
            <a:schemeClr val="accent6">
              <a:lumMod val="20000"/>
              <a:lumOff val="80000"/>
            </a:schemeClr>
          </a:solidFill>
        </p:grpSpPr>
        <p:sp>
          <p:nvSpPr>
            <p:cNvPr id="11" name="Google Shape;17946;p2451">
              <a:extLst>
                <a:ext uri="{FF2B5EF4-FFF2-40B4-BE49-F238E27FC236}">
                  <a16:creationId xmlns:a16="http://schemas.microsoft.com/office/drawing/2014/main" id="{C8D7C95A-468A-2095-54F1-09F39AF41AC4}"/>
                </a:ext>
              </a:extLst>
            </p:cNvPr>
            <p:cNvSpPr/>
            <p:nvPr/>
          </p:nvSpPr>
          <p:spPr>
            <a:xfrm>
              <a:off x="442912" y="1828800"/>
              <a:ext cx="1995600" cy="1872900"/>
            </a:xfrm>
            <a:prstGeom prst="rect">
              <a:avLst/>
            </a:prstGeom>
            <a:grpFill/>
            <a:ln>
              <a:noFill/>
            </a:ln>
          </p:spPr>
          <p:txBody>
            <a:bodyPr spcFirstLastPara="1" wrap="square" lIns="0" tIns="0" rIns="0" bIns="0" anchor="ctr" anchorCtr="0">
              <a:noAutofit/>
            </a:bodyPr>
            <a:lstStyle/>
            <a:p>
              <a:endParaRPr sz="105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p:txBody>
        </p:sp>
        <p:sp>
          <p:nvSpPr>
            <p:cNvPr id="12" name="Google Shape;17947;p2451">
              <a:extLst>
                <a:ext uri="{FF2B5EF4-FFF2-40B4-BE49-F238E27FC236}">
                  <a16:creationId xmlns:a16="http://schemas.microsoft.com/office/drawing/2014/main" id="{4C6C8B0A-E7C9-6B65-5563-08E0B6484C3E}"/>
                </a:ext>
              </a:extLst>
            </p:cNvPr>
            <p:cNvSpPr txBox="1"/>
            <p:nvPr/>
          </p:nvSpPr>
          <p:spPr>
            <a:xfrm>
              <a:off x="626839" y="2011681"/>
              <a:ext cx="1719459" cy="704030"/>
            </a:xfrm>
            <a:prstGeom prst="rect">
              <a:avLst/>
            </a:prstGeom>
            <a:grpFill/>
            <a:ln>
              <a:noFill/>
            </a:ln>
          </p:spPr>
          <p:txBody>
            <a:bodyPr spcFirstLastPara="1" wrap="square" lIns="0" tIns="0" rIns="0" bIns="0" anchor="t" anchorCtr="0">
              <a:noAutofit/>
            </a:bodyPr>
            <a:lstStyle/>
            <a:p>
              <a:pPr>
                <a:lnSpc>
                  <a:spcPct val="85000"/>
                </a:lnSpc>
              </a:pPr>
              <a:r>
                <a:rPr lang="en-GB" sz="1600" b="1" dirty="0">
                  <a:latin typeface="Calibri" panose="020F0502020204030204" pitchFamily="34" charset="0"/>
                  <a:ea typeface="Calibri" panose="020F0502020204030204" pitchFamily="34" charset="0"/>
                  <a:cs typeface="Calibri" panose="020F0502020204030204" pitchFamily="34" charset="0"/>
                  <a:sym typeface="Helvetica Neue"/>
                </a:rPr>
                <a:t>4</a:t>
              </a:r>
            </a:p>
            <a:p>
              <a:r>
                <a:rPr lang="en-US" sz="1050" b="1"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Healthcare</a:t>
              </a:r>
            </a:p>
          </p:txBody>
        </p:sp>
      </p:grpSp>
      <p:grpSp>
        <p:nvGrpSpPr>
          <p:cNvPr id="13" name="Google Shape;17954;p2451">
            <a:extLst>
              <a:ext uri="{FF2B5EF4-FFF2-40B4-BE49-F238E27FC236}">
                <a16:creationId xmlns:a16="http://schemas.microsoft.com/office/drawing/2014/main" id="{D6505E39-202B-26C5-EFB1-E0E31B22C4B4}"/>
              </a:ext>
            </a:extLst>
          </p:cNvPr>
          <p:cNvGrpSpPr/>
          <p:nvPr/>
        </p:nvGrpSpPr>
        <p:grpSpPr>
          <a:xfrm>
            <a:off x="3926394" y="1163693"/>
            <a:ext cx="2552029" cy="613689"/>
            <a:chOff x="442912" y="1828800"/>
            <a:chExt cx="1995600" cy="1872900"/>
          </a:xfrm>
          <a:solidFill>
            <a:schemeClr val="accent6"/>
          </a:solidFill>
        </p:grpSpPr>
        <p:sp>
          <p:nvSpPr>
            <p:cNvPr id="14" name="Google Shape;17955;p2451">
              <a:extLst>
                <a:ext uri="{FF2B5EF4-FFF2-40B4-BE49-F238E27FC236}">
                  <a16:creationId xmlns:a16="http://schemas.microsoft.com/office/drawing/2014/main" id="{917BB717-0B9E-7B73-6A67-D2AF62550ED5}"/>
                </a:ext>
              </a:extLst>
            </p:cNvPr>
            <p:cNvSpPr/>
            <p:nvPr/>
          </p:nvSpPr>
          <p:spPr>
            <a:xfrm>
              <a:off x="442912" y="1828800"/>
              <a:ext cx="1995600" cy="1872900"/>
            </a:xfrm>
            <a:prstGeom prst="rect">
              <a:avLst/>
            </a:prstGeom>
            <a:grpFill/>
            <a:ln>
              <a:noFill/>
            </a:ln>
          </p:spPr>
          <p:txBody>
            <a:bodyPr spcFirstLastPara="1" wrap="square" lIns="0" tIns="0" rIns="0" bIns="0" anchor="ctr" anchorCtr="0">
              <a:noAutofit/>
            </a:bodyPr>
            <a:lstStyle/>
            <a:p>
              <a:pPr algn="ctr"/>
              <a:endParaRPr sz="105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p:txBody>
        </p:sp>
        <p:sp>
          <p:nvSpPr>
            <p:cNvPr id="15" name="Google Shape;17956;p2451">
              <a:extLst>
                <a:ext uri="{FF2B5EF4-FFF2-40B4-BE49-F238E27FC236}">
                  <a16:creationId xmlns:a16="http://schemas.microsoft.com/office/drawing/2014/main" id="{D5AFD07C-AD86-43F1-D47B-1D57DE71C43C}"/>
                </a:ext>
              </a:extLst>
            </p:cNvPr>
            <p:cNvSpPr txBox="1"/>
            <p:nvPr/>
          </p:nvSpPr>
          <p:spPr>
            <a:xfrm>
              <a:off x="626838" y="2011680"/>
              <a:ext cx="1716707" cy="691118"/>
            </a:xfrm>
            <a:prstGeom prst="rect">
              <a:avLst/>
            </a:prstGeom>
            <a:grpFill/>
            <a:ln>
              <a:noFill/>
            </a:ln>
          </p:spPr>
          <p:txBody>
            <a:bodyPr spcFirstLastPara="1" wrap="square" lIns="0" tIns="0" rIns="0" bIns="0" anchor="t" anchorCtr="0">
              <a:noAutofit/>
            </a:bodyPr>
            <a:lstStyle/>
            <a:p>
              <a:pPr>
                <a:lnSpc>
                  <a:spcPct val="85000"/>
                </a:lnSpc>
              </a:pPr>
              <a:r>
                <a:rPr lang="en-GB" sz="1600" b="1" dirty="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rPr>
                <a:t>2</a:t>
              </a:r>
              <a:endParaRPr sz="1600" b="1" dirty="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a:p>
              <a:r>
                <a:rPr lang="en-US" sz="1050" b="1" dirty="0">
                  <a:solidFill>
                    <a:schemeClr val="bg1"/>
                  </a:solidFill>
                  <a:latin typeface="Calibri" pitchFamily="34" charset="0"/>
                  <a:ea typeface="Calibri" pitchFamily="34" charset="-122"/>
                  <a:cs typeface="Calibri" pitchFamily="34" charset="-120"/>
                </a:rPr>
                <a:t>Madhya Pradesh E-Governance</a:t>
              </a:r>
              <a:endParaRPr lang="en-US" sz="1050" dirty="0">
                <a:solidFill>
                  <a:schemeClr val="bg1"/>
                </a:solidFill>
              </a:endParaRPr>
            </a:p>
          </p:txBody>
        </p:sp>
      </p:grpSp>
      <p:sp>
        <p:nvSpPr>
          <p:cNvPr id="16" name="Google Shape;17940;p2451">
            <a:extLst>
              <a:ext uri="{FF2B5EF4-FFF2-40B4-BE49-F238E27FC236}">
                <a16:creationId xmlns:a16="http://schemas.microsoft.com/office/drawing/2014/main" id="{43204A29-B2C3-9EBC-6FC8-A65AE614EDC9}"/>
              </a:ext>
            </a:extLst>
          </p:cNvPr>
          <p:cNvSpPr txBox="1">
            <a:spLocks/>
          </p:cNvSpPr>
          <p:nvPr/>
        </p:nvSpPr>
        <p:spPr>
          <a:xfrm>
            <a:off x="1260404" y="1685330"/>
            <a:ext cx="2552032" cy="1421891"/>
          </a:xfrm>
          <a:prstGeom prst="rect">
            <a:avLst/>
          </a:prstGeom>
          <a:solidFill>
            <a:schemeClr val="bg1"/>
          </a:solidFill>
          <a:ln w="3175">
            <a:solidFill>
              <a:schemeClr val="bg1">
                <a:lumMod val="95000"/>
              </a:schemeClr>
            </a:solidFill>
          </a:ln>
        </p:spPr>
        <p:txBody>
          <a:bodyPr spcFirstLastPara="1" vert="horz" wrap="square" lIns="0" tIns="0" rIns="0" bIns="0" rtlCol="0" anchor="ctr" anchorCtr="0">
            <a:noAutofit/>
          </a:bodyPr>
          <a:lstStyle>
            <a:lvl1pPr marL="342900" lvl="0" indent="-238125" algn="l" defTabSz="914400" rtl="0" eaLnBrk="1" latinLnBrk="0" hangingPunct="1">
              <a:lnSpc>
                <a:spcPct val="100000"/>
              </a:lnSpc>
              <a:spcBef>
                <a:spcPts val="0"/>
              </a:spcBef>
              <a:spcAft>
                <a:spcPts val="0"/>
              </a:spcAft>
              <a:buClr>
                <a:schemeClr val="dk1"/>
              </a:buClr>
              <a:buSzPts val="1400"/>
              <a:buFont typeface="Arial" pitchFamily="34" charset="0"/>
              <a:buChar char="•"/>
              <a:defRPr sz="1050" kern="1200">
                <a:solidFill>
                  <a:schemeClr val="accent1"/>
                </a:solidFill>
                <a:latin typeface="+mn-lt"/>
                <a:ea typeface="+mn-ea"/>
                <a:cs typeface="+mn-cs"/>
              </a:defRPr>
            </a:lvl1pPr>
            <a:lvl2pPr marL="685800" lvl="1"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2pPr>
            <a:lvl3pPr marL="1028700" lvl="2"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3pPr>
            <a:lvl4pPr marL="1371600" lvl="3"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4pPr>
            <a:lvl5pPr marL="1714500" lvl="4"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5pPr>
            <a:lvl6pPr marL="2057400" lvl="5"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6pPr>
            <a:lvl7pPr marL="2400300" lvl="6"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7pPr>
            <a:lvl8pPr marL="2743200" lvl="7"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8pPr>
            <a:lvl9pPr marL="3086100" lvl="8" indent="-238125" algn="l" defTabSz="914400" rtl="0" eaLnBrk="1" latinLnBrk="0" hangingPunct="1">
              <a:lnSpc>
                <a:spcPct val="100000"/>
              </a:lnSpc>
              <a:spcBef>
                <a:spcPts val="450"/>
              </a:spcBef>
              <a:spcAft>
                <a:spcPts val="450"/>
              </a:spcAft>
              <a:buClr>
                <a:schemeClr val="dk1"/>
              </a:buClr>
              <a:buSzPts val="1400"/>
              <a:buFont typeface="Arial" pitchFamily="34" charset="0"/>
              <a:buChar char="•"/>
              <a:defRPr sz="1050" kern="1200">
                <a:solidFill>
                  <a:schemeClr val="tx1"/>
                </a:solidFill>
                <a:latin typeface="+mn-lt"/>
                <a:ea typeface="+mn-ea"/>
                <a:cs typeface="+mn-cs"/>
              </a:defRPr>
            </a:lvl9pPr>
          </a:lstStyle>
          <a:p>
            <a:pPr marL="0" indent="0">
              <a:buNone/>
            </a:pPr>
            <a:r>
              <a:rPr lang="en-US" dirty="0">
                <a:solidFill>
                  <a:srgbClr val="1F2937"/>
                </a:solidFill>
                <a:latin typeface="Calibri" pitchFamily="34" charset="0"/>
                <a:ea typeface="Calibri" pitchFamily="34" charset="-122"/>
                <a:cs typeface="Calibri" pitchFamily="34" charset="-120"/>
              </a:rPr>
              <a:t>Gnani.ai was selected by the Government of India to develop a 14 billion parameter Voice Large Language Model (Voice LLM) that understands Indian languages, contexts, and accents.</a:t>
            </a:r>
          </a:p>
        </p:txBody>
      </p:sp>
      <p:grpSp>
        <p:nvGrpSpPr>
          <p:cNvPr id="17" name="Google Shape;17935;p2451">
            <a:extLst>
              <a:ext uri="{FF2B5EF4-FFF2-40B4-BE49-F238E27FC236}">
                <a16:creationId xmlns:a16="http://schemas.microsoft.com/office/drawing/2014/main" id="{E130D3A0-03CF-75D7-CBF9-7F327F7BB809}"/>
              </a:ext>
            </a:extLst>
          </p:cNvPr>
          <p:cNvGrpSpPr/>
          <p:nvPr/>
        </p:nvGrpSpPr>
        <p:grpSpPr>
          <a:xfrm rot="16200000">
            <a:off x="-144972" y="1876402"/>
            <a:ext cx="1887198" cy="461777"/>
            <a:chOff x="442912" y="1828799"/>
            <a:chExt cx="1995600" cy="1872900"/>
          </a:xfrm>
          <a:solidFill>
            <a:schemeClr val="bg1">
              <a:lumMod val="65000"/>
            </a:schemeClr>
          </a:solidFill>
        </p:grpSpPr>
        <p:sp>
          <p:nvSpPr>
            <p:cNvPr id="18" name="Google Shape;17936;p2451">
              <a:extLst>
                <a:ext uri="{FF2B5EF4-FFF2-40B4-BE49-F238E27FC236}">
                  <a16:creationId xmlns:a16="http://schemas.microsoft.com/office/drawing/2014/main" id="{442DA893-6AD4-C603-5B05-ADF7F34FA43B}"/>
                </a:ext>
              </a:extLst>
            </p:cNvPr>
            <p:cNvSpPr/>
            <p:nvPr/>
          </p:nvSpPr>
          <p:spPr>
            <a:xfrm>
              <a:off x="442912" y="1828799"/>
              <a:ext cx="1995600" cy="1872900"/>
            </a:xfrm>
            <a:prstGeom prst="rect">
              <a:avLst/>
            </a:prstGeom>
            <a:grpFill/>
            <a:ln>
              <a:noFill/>
            </a:ln>
          </p:spPr>
          <p:txBody>
            <a:bodyPr spcFirstLastPara="1" wrap="square" lIns="0" tIns="0" rIns="0" bIns="0" anchor="ctr" anchorCtr="0">
              <a:noAutofit/>
            </a:bodyPr>
            <a:lstStyle/>
            <a:p>
              <a:pPr algn="ctr"/>
              <a:endParaRPr sz="1000">
                <a:solidFill>
                  <a:schemeClr val="lt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19" name="Google Shape;17937;p2451">
              <a:extLst>
                <a:ext uri="{FF2B5EF4-FFF2-40B4-BE49-F238E27FC236}">
                  <a16:creationId xmlns:a16="http://schemas.microsoft.com/office/drawing/2014/main" id="{1C02D0D7-5D9B-9CE1-81EE-D29A84DFF036}"/>
                </a:ext>
              </a:extLst>
            </p:cNvPr>
            <p:cNvSpPr txBox="1"/>
            <p:nvPr/>
          </p:nvSpPr>
          <p:spPr>
            <a:xfrm>
              <a:off x="620169" y="2011699"/>
              <a:ext cx="1634183" cy="1508701"/>
            </a:xfrm>
            <a:prstGeom prst="rect">
              <a:avLst/>
            </a:prstGeom>
            <a:grpFill/>
            <a:ln>
              <a:noFill/>
            </a:ln>
          </p:spPr>
          <p:txBody>
            <a:bodyPr spcFirstLastPara="1" wrap="square" lIns="0" tIns="0" rIns="0" bIns="0" anchor="ctr" anchorCtr="0">
              <a:noAutofit/>
            </a:bodyPr>
            <a:lstStyle/>
            <a:p>
              <a:pPr algn="ctr">
                <a:lnSpc>
                  <a:spcPct val="85000"/>
                </a:lnSpc>
              </a:pPr>
              <a:r>
                <a:rPr lang="en-US" sz="100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rPr>
                <a:t>Collaboration Activities</a:t>
              </a:r>
              <a:endParaRPr sz="100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p:txBody>
        </p:sp>
      </p:grpSp>
      <p:sp>
        <p:nvSpPr>
          <p:cNvPr id="20" name="Google Shape;17940;p2451">
            <a:extLst>
              <a:ext uri="{FF2B5EF4-FFF2-40B4-BE49-F238E27FC236}">
                <a16:creationId xmlns:a16="http://schemas.microsoft.com/office/drawing/2014/main" id="{7D2C21AE-9C69-8E0B-47D8-8D62F4115866}"/>
              </a:ext>
            </a:extLst>
          </p:cNvPr>
          <p:cNvSpPr txBox="1">
            <a:spLocks/>
          </p:cNvSpPr>
          <p:nvPr/>
        </p:nvSpPr>
        <p:spPr>
          <a:xfrm>
            <a:off x="3934074" y="1701968"/>
            <a:ext cx="2540971" cy="1402852"/>
          </a:xfrm>
          <a:prstGeom prst="rect">
            <a:avLst/>
          </a:prstGeom>
          <a:solidFill>
            <a:schemeClr val="bg1"/>
          </a:solidFill>
          <a:ln w="3175">
            <a:solidFill>
              <a:schemeClr val="bg1">
                <a:lumMod val="95000"/>
              </a:schemeClr>
            </a:solidFill>
          </a:ln>
        </p:spPr>
        <p:txBody>
          <a:bodyPr spcFirstLastPara="1" vert="horz" wrap="square" lIns="0" tIns="0" rIns="0" bIns="0" rtlCol="0" anchor="ctr" anchorCtr="0">
            <a:noAutofit/>
          </a:bodyPr>
          <a:lstStyle>
            <a:lvl1pPr marL="342900" lvl="0" indent="-238125" algn="l" defTabSz="914400" rtl="0" eaLnBrk="1" latinLnBrk="0" hangingPunct="1">
              <a:lnSpc>
                <a:spcPct val="100000"/>
              </a:lnSpc>
              <a:spcBef>
                <a:spcPts val="0"/>
              </a:spcBef>
              <a:spcAft>
                <a:spcPts val="0"/>
              </a:spcAft>
              <a:buClr>
                <a:schemeClr val="dk1"/>
              </a:buClr>
              <a:buSzPts val="1400"/>
              <a:buFont typeface="Arial" pitchFamily="34" charset="0"/>
              <a:buChar char="•"/>
              <a:defRPr sz="1050" kern="1200">
                <a:solidFill>
                  <a:schemeClr val="accent1"/>
                </a:solidFill>
                <a:latin typeface="+mn-lt"/>
                <a:ea typeface="+mn-ea"/>
                <a:cs typeface="+mn-cs"/>
              </a:defRPr>
            </a:lvl1pPr>
            <a:lvl2pPr marL="685800" lvl="1"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2pPr>
            <a:lvl3pPr marL="1028700" lvl="2"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3pPr>
            <a:lvl4pPr marL="1371600" lvl="3"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4pPr>
            <a:lvl5pPr marL="1714500" lvl="4"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5pPr>
            <a:lvl6pPr marL="2057400" lvl="5"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6pPr>
            <a:lvl7pPr marL="2400300" lvl="6"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7pPr>
            <a:lvl8pPr marL="2743200" lvl="7"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8pPr>
            <a:lvl9pPr marL="3086100" lvl="8" indent="-238125" algn="l" defTabSz="914400" rtl="0" eaLnBrk="1" latinLnBrk="0" hangingPunct="1">
              <a:lnSpc>
                <a:spcPct val="100000"/>
              </a:lnSpc>
              <a:spcBef>
                <a:spcPts val="450"/>
              </a:spcBef>
              <a:spcAft>
                <a:spcPts val="450"/>
              </a:spcAft>
              <a:buClr>
                <a:schemeClr val="dk1"/>
              </a:buClr>
              <a:buSzPts val="1400"/>
              <a:buFont typeface="Arial" pitchFamily="34" charset="0"/>
              <a:buChar char="•"/>
              <a:defRPr sz="1050" kern="1200">
                <a:solidFill>
                  <a:schemeClr val="tx1"/>
                </a:solidFill>
                <a:latin typeface="+mn-lt"/>
                <a:ea typeface="+mn-ea"/>
                <a:cs typeface="+mn-cs"/>
              </a:defRPr>
            </a:lvl9pPr>
          </a:lstStyle>
          <a:p>
            <a:pPr marL="0" indent="0">
              <a:buNone/>
            </a:pPr>
            <a:r>
              <a:rPr lang="en-US" dirty="0">
                <a:solidFill>
                  <a:srgbClr val="1F2937"/>
                </a:solidFill>
                <a:latin typeface="Calibri" pitchFamily="34" charset="0"/>
                <a:ea typeface="Calibri" pitchFamily="34" charset="-122"/>
                <a:cs typeface="Calibri" pitchFamily="34" charset="-120"/>
              </a:rPr>
              <a:t>MoU with </a:t>
            </a:r>
            <a:r>
              <a:rPr lang="en-US" dirty="0" err="1">
                <a:solidFill>
                  <a:srgbClr val="1F2937"/>
                </a:solidFill>
                <a:latin typeface="Calibri" pitchFamily="34" charset="0"/>
                <a:ea typeface="Calibri" pitchFamily="34" charset="-122"/>
                <a:cs typeface="Calibri" pitchFamily="34" charset="-120"/>
              </a:rPr>
              <a:t>MPOnline</a:t>
            </a:r>
            <a:r>
              <a:rPr lang="en-US" dirty="0">
                <a:solidFill>
                  <a:srgbClr val="1F2937"/>
                </a:solidFill>
                <a:latin typeface="Calibri" pitchFamily="34" charset="0"/>
                <a:ea typeface="Calibri" pitchFamily="34" charset="-122"/>
                <a:cs typeface="Calibri" pitchFamily="34" charset="-120"/>
              </a:rPr>
              <a:t> (a joint venture by the MP Government and TCS) to integrate AI-driven conversational solutions for citizen services, aims to make digital document management and service delivery more accessible</a:t>
            </a:r>
            <a:endParaRPr lang="en-US" dirty="0"/>
          </a:p>
        </p:txBody>
      </p:sp>
      <p:sp>
        <p:nvSpPr>
          <p:cNvPr id="21" name="Google Shape;17940;p2451">
            <a:extLst>
              <a:ext uri="{FF2B5EF4-FFF2-40B4-BE49-F238E27FC236}">
                <a16:creationId xmlns:a16="http://schemas.microsoft.com/office/drawing/2014/main" id="{61A09748-339E-F726-18BC-33C50E9134F9}"/>
              </a:ext>
            </a:extLst>
          </p:cNvPr>
          <p:cNvSpPr txBox="1">
            <a:spLocks/>
          </p:cNvSpPr>
          <p:nvPr/>
        </p:nvSpPr>
        <p:spPr>
          <a:xfrm>
            <a:off x="6523520" y="1688837"/>
            <a:ext cx="2552030" cy="1417870"/>
          </a:xfrm>
          <a:prstGeom prst="rect">
            <a:avLst/>
          </a:prstGeom>
          <a:solidFill>
            <a:schemeClr val="bg1"/>
          </a:solidFill>
          <a:ln w="3175">
            <a:solidFill>
              <a:schemeClr val="bg1">
                <a:lumMod val="95000"/>
              </a:schemeClr>
            </a:solidFill>
          </a:ln>
        </p:spPr>
        <p:txBody>
          <a:bodyPr spcFirstLastPara="1" vert="horz" wrap="square" lIns="0" tIns="0" rIns="0" bIns="0" rtlCol="0" anchor="ctr" anchorCtr="0">
            <a:noAutofit/>
          </a:bodyPr>
          <a:lstStyle>
            <a:lvl1pPr marL="342900" lvl="0" indent="-238125" algn="l" defTabSz="914400" rtl="0" eaLnBrk="1" latinLnBrk="0" hangingPunct="1">
              <a:lnSpc>
                <a:spcPct val="100000"/>
              </a:lnSpc>
              <a:spcBef>
                <a:spcPts val="0"/>
              </a:spcBef>
              <a:spcAft>
                <a:spcPts val="0"/>
              </a:spcAft>
              <a:buClr>
                <a:schemeClr val="dk1"/>
              </a:buClr>
              <a:buSzPts val="1400"/>
              <a:buFont typeface="Arial" pitchFamily="34" charset="0"/>
              <a:buChar char="•"/>
              <a:defRPr sz="1050" kern="1200">
                <a:solidFill>
                  <a:schemeClr val="accent1"/>
                </a:solidFill>
                <a:latin typeface="+mn-lt"/>
                <a:ea typeface="+mn-ea"/>
                <a:cs typeface="+mn-cs"/>
              </a:defRPr>
            </a:lvl1pPr>
            <a:lvl2pPr marL="685800" lvl="1"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2pPr>
            <a:lvl3pPr marL="1028700" lvl="2"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3pPr>
            <a:lvl4pPr marL="1371600" lvl="3"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4pPr>
            <a:lvl5pPr marL="1714500" lvl="4"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5pPr>
            <a:lvl6pPr marL="2057400" lvl="5"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6pPr>
            <a:lvl7pPr marL="2400300" lvl="6"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7pPr>
            <a:lvl8pPr marL="2743200" lvl="7"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8pPr>
            <a:lvl9pPr marL="3086100" lvl="8" indent="-238125" algn="l" defTabSz="914400" rtl="0" eaLnBrk="1" latinLnBrk="0" hangingPunct="1">
              <a:lnSpc>
                <a:spcPct val="100000"/>
              </a:lnSpc>
              <a:spcBef>
                <a:spcPts val="450"/>
              </a:spcBef>
              <a:spcAft>
                <a:spcPts val="450"/>
              </a:spcAft>
              <a:buClr>
                <a:schemeClr val="dk1"/>
              </a:buClr>
              <a:buSzPts val="1400"/>
              <a:buFont typeface="Arial" pitchFamily="34" charset="0"/>
              <a:buChar char="•"/>
              <a:defRPr sz="1050" kern="1200">
                <a:solidFill>
                  <a:schemeClr val="tx1"/>
                </a:solidFill>
                <a:latin typeface="+mn-lt"/>
                <a:ea typeface="+mn-ea"/>
                <a:cs typeface="+mn-cs"/>
              </a:defRPr>
            </a:lvl9pPr>
          </a:lstStyle>
          <a:p>
            <a:pPr marL="0" indent="0">
              <a:buNone/>
            </a:pPr>
            <a:r>
              <a:rPr lang="en-US" dirty="0">
                <a:solidFill>
                  <a:srgbClr val="1F2937"/>
                </a:solidFill>
                <a:latin typeface="Calibri" pitchFamily="34" charset="0"/>
                <a:ea typeface="Calibri" pitchFamily="34" charset="-122"/>
                <a:cs typeface="Calibri" pitchFamily="34" charset="-120"/>
              </a:rPr>
              <a:t>Partnered with the National Institute of Electronics and Information Technology (NIELIT) to enhance the Digital University platform with advanced speech and language technologies to support multilingual capabilities</a:t>
            </a:r>
            <a:endParaRPr lang="en-US" dirty="0"/>
          </a:p>
        </p:txBody>
      </p:sp>
      <p:sp>
        <p:nvSpPr>
          <p:cNvPr id="22" name="Google Shape;17940;p2451">
            <a:extLst>
              <a:ext uri="{FF2B5EF4-FFF2-40B4-BE49-F238E27FC236}">
                <a16:creationId xmlns:a16="http://schemas.microsoft.com/office/drawing/2014/main" id="{98F5C4C4-7417-219F-E4EA-D78CAE8C4446}"/>
              </a:ext>
            </a:extLst>
          </p:cNvPr>
          <p:cNvSpPr txBox="1">
            <a:spLocks/>
          </p:cNvSpPr>
          <p:nvPr/>
        </p:nvSpPr>
        <p:spPr>
          <a:xfrm>
            <a:off x="9139197" y="1695945"/>
            <a:ext cx="2540969" cy="1417870"/>
          </a:xfrm>
          <a:prstGeom prst="rect">
            <a:avLst/>
          </a:prstGeom>
          <a:solidFill>
            <a:schemeClr val="bg1"/>
          </a:solidFill>
          <a:ln w="3175">
            <a:solidFill>
              <a:schemeClr val="bg1">
                <a:lumMod val="95000"/>
              </a:schemeClr>
            </a:solidFill>
          </a:ln>
        </p:spPr>
        <p:txBody>
          <a:bodyPr spcFirstLastPara="1" vert="horz" wrap="square" lIns="0" tIns="0" rIns="0" bIns="0" rtlCol="0" anchor="ctr" anchorCtr="0">
            <a:noAutofit/>
          </a:bodyPr>
          <a:lstStyle>
            <a:lvl1pPr marL="342900" lvl="0" indent="-238125" algn="l" defTabSz="914400" rtl="0" eaLnBrk="1" latinLnBrk="0" hangingPunct="1">
              <a:lnSpc>
                <a:spcPct val="100000"/>
              </a:lnSpc>
              <a:spcBef>
                <a:spcPts val="0"/>
              </a:spcBef>
              <a:spcAft>
                <a:spcPts val="0"/>
              </a:spcAft>
              <a:buClr>
                <a:schemeClr val="dk1"/>
              </a:buClr>
              <a:buSzPts val="1400"/>
              <a:buFont typeface="Arial" pitchFamily="34" charset="0"/>
              <a:buChar char="•"/>
              <a:defRPr sz="1050" kern="1200">
                <a:solidFill>
                  <a:schemeClr val="accent1"/>
                </a:solidFill>
                <a:latin typeface="+mn-lt"/>
                <a:ea typeface="+mn-ea"/>
                <a:cs typeface="+mn-cs"/>
              </a:defRPr>
            </a:lvl1pPr>
            <a:lvl2pPr marL="685800" lvl="1"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2pPr>
            <a:lvl3pPr marL="1028700" lvl="2"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3pPr>
            <a:lvl4pPr marL="1371600" lvl="3"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4pPr>
            <a:lvl5pPr marL="1714500" lvl="4"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5pPr>
            <a:lvl6pPr marL="2057400" lvl="5"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6pPr>
            <a:lvl7pPr marL="2400300" lvl="6"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7pPr>
            <a:lvl8pPr marL="2743200" lvl="7"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8pPr>
            <a:lvl9pPr marL="3086100" lvl="8" indent="-238125" algn="l" defTabSz="914400" rtl="0" eaLnBrk="1" latinLnBrk="0" hangingPunct="1">
              <a:lnSpc>
                <a:spcPct val="100000"/>
              </a:lnSpc>
              <a:spcBef>
                <a:spcPts val="450"/>
              </a:spcBef>
              <a:spcAft>
                <a:spcPts val="450"/>
              </a:spcAft>
              <a:buClr>
                <a:schemeClr val="dk1"/>
              </a:buClr>
              <a:buSzPts val="1400"/>
              <a:buFont typeface="Arial" pitchFamily="34" charset="0"/>
              <a:buChar char="•"/>
              <a:defRPr sz="1050" kern="1200">
                <a:solidFill>
                  <a:schemeClr val="tx1"/>
                </a:solidFill>
                <a:latin typeface="+mn-lt"/>
                <a:ea typeface="+mn-ea"/>
                <a:cs typeface="+mn-cs"/>
              </a:defRPr>
            </a:lvl9pPr>
          </a:lstStyle>
          <a:p>
            <a:pPr marL="0" indent="0">
              <a:buNone/>
            </a:pPr>
            <a:r>
              <a:rPr lang="en-US" dirty="0">
                <a:solidFill>
                  <a:srgbClr val="1F2937"/>
                </a:solidFill>
                <a:latin typeface="Calibri" pitchFamily="34" charset="0"/>
                <a:ea typeface="Calibri" pitchFamily="34" charset="-122"/>
                <a:cs typeface="Calibri" pitchFamily="34" charset="-120"/>
              </a:rPr>
              <a:t>Provides omnichannel Voice AI assistants for healthcare and pharmaceutical customer engagement in partnership with Televox</a:t>
            </a:r>
          </a:p>
        </p:txBody>
      </p:sp>
      <p:sp>
        <p:nvSpPr>
          <p:cNvPr id="24" name="Text 28">
            <a:extLst>
              <a:ext uri="{FF2B5EF4-FFF2-40B4-BE49-F238E27FC236}">
                <a16:creationId xmlns:a16="http://schemas.microsoft.com/office/drawing/2014/main" id="{B504DCB6-DA0F-1C5C-1377-8024F66F6797}"/>
              </a:ext>
            </a:extLst>
          </p:cNvPr>
          <p:cNvSpPr/>
          <p:nvPr/>
        </p:nvSpPr>
        <p:spPr>
          <a:xfrm>
            <a:off x="457200" y="4892040"/>
            <a:ext cx="5486400" cy="274320"/>
          </a:xfrm>
          <a:prstGeom prst="rect">
            <a:avLst/>
          </a:prstGeom>
          <a:noFill/>
          <a:ln/>
        </p:spPr>
        <p:txBody>
          <a:bodyPr wrap="square" lIns="0" tIns="0" rIns="0" bIns="0" rtlCol="0" anchor="ctr"/>
          <a:lstStyle/>
          <a:p>
            <a:pPr marL="0" indent="0">
              <a:buNone/>
            </a:pPr>
            <a:r>
              <a:rPr lang="en-US" sz="1050" b="1" kern="0" spc="150">
                <a:solidFill>
                  <a:srgbClr val="5B6670"/>
                </a:solidFill>
                <a:latin typeface="Calibri" pitchFamily="34" charset="0"/>
                <a:ea typeface="Calibri" pitchFamily="34" charset="-122"/>
                <a:cs typeface="Calibri" pitchFamily="34" charset="-120"/>
              </a:rPr>
              <a:t>STRATEGIC PILLARS</a:t>
            </a:r>
            <a:endParaRPr lang="en-US" sz="1050"/>
          </a:p>
        </p:txBody>
      </p:sp>
      <p:sp>
        <p:nvSpPr>
          <p:cNvPr id="25" name="Shape 29">
            <a:extLst>
              <a:ext uri="{FF2B5EF4-FFF2-40B4-BE49-F238E27FC236}">
                <a16:creationId xmlns:a16="http://schemas.microsoft.com/office/drawing/2014/main" id="{73B57A8F-205D-A14F-5DF8-83F4090FF608}"/>
              </a:ext>
            </a:extLst>
          </p:cNvPr>
          <p:cNvSpPr/>
          <p:nvPr/>
        </p:nvSpPr>
        <p:spPr>
          <a:xfrm>
            <a:off x="457200" y="5193792"/>
            <a:ext cx="11274552" cy="0"/>
          </a:xfrm>
          <a:prstGeom prst="line">
            <a:avLst/>
          </a:prstGeom>
          <a:noFill/>
          <a:ln w="9525">
            <a:solidFill>
              <a:srgbClr val="C7CCC9"/>
            </a:solidFill>
            <a:prstDash val="solid"/>
          </a:ln>
        </p:spPr>
        <p:txBody>
          <a:bodyPr/>
          <a:lstStyle/>
          <a:p>
            <a:endParaRPr lang="en-IN"/>
          </a:p>
        </p:txBody>
      </p:sp>
      <p:sp>
        <p:nvSpPr>
          <p:cNvPr id="26" name="Shape 30">
            <a:extLst>
              <a:ext uri="{FF2B5EF4-FFF2-40B4-BE49-F238E27FC236}">
                <a16:creationId xmlns:a16="http://schemas.microsoft.com/office/drawing/2014/main" id="{F9831FA7-713C-61AE-79BE-F3A88C3DBE05}"/>
              </a:ext>
            </a:extLst>
          </p:cNvPr>
          <p:cNvSpPr/>
          <p:nvPr/>
        </p:nvSpPr>
        <p:spPr>
          <a:xfrm>
            <a:off x="457200" y="5394960"/>
            <a:ext cx="457200" cy="457200"/>
          </a:xfrm>
          <a:prstGeom prst="ellipse">
            <a:avLst/>
          </a:prstGeom>
          <a:solidFill>
            <a:schemeClr val="bg1">
              <a:lumMod val="85000"/>
            </a:schemeClr>
          </a:solidFill>
          <a:ln/>
        </p:spPr>
        <p:txBody>
          <a:bodyPr/>
          <a:lstStyle/>
          <a:p>
            <a:endParaRPr lang="en-IN"/>
          </a:p>
        </p:txBody>
      </p:sp>
      <p:pic>
        <p:nvPicPr>
          <p:cNvPr id="27" name="Image 1" descr="preencoded.png">
            <a:extLst>
              <a:ext uri="{FF2B5EF4-FFF2-40B4-BE49-F238E27FC236}">
                <a16:creationId xmlns:a16="http://schemas.microsoft.com/office/drawing/2014/main" id="{552F7F1C-1AB8-5461-BDF4-A486D8B20E15}"/>
              </a:ext>
            </a:extLst>
          </p:cNvPr>
          <p:cNvPicPr>
            <a:picLocks noChangeAspect="1"/>
          </p:cNvPicPr>
          <p:nvPr/>
        </p:nvPicPr>
        <p:blipFill>
          <a:blip r:embed="rId2"/>
          <a:stretch>
            <a:fillRect/>
          </a:stretch>
        </p:blipFill>
        <p:spPr>
          <a:xfrm>
            <a:off x="576072" y="5513832"/>
            <a:ext cx="219456" cy="219456"/>
          </a:xfrm>
          <a:prstGeom prst="rect">
            <a:avLst/>
          </a:prstGeom>
        </p:spPr>
      </p:pic>
      <p:sp>
        <p:nvSpPr>
          <p:cNvPr id="28" name="Text 31">
            <a:extLst>
              <a:ext uri="{FF2B5EF4-FFF2-40B4-BE49-F238E27FC236}">
                <a16:creationId xmlns:a16="http://schemas.microsoft.com/office/drawing/2014/main" id="{5E0B2FB9-543C-C19F-C1CF-A3EC7C634EEE}"/>
              </a:ext>
            </a:extLst>
          </p:cNvPr>
          <p:cNvSpPr/>
          <p:nvPr/>
        </p:nvSpPr>
        <p:spPr>
          <a:xfrm>
            <a:off x="1024128" y="5376672"/>
            <a:ext cx="3072384" cy="274320"/>
          </a:xfrm>
          <a:prstGeom prst="rect">
            <a:avLst/>
          </a:prstGeom>
          <a:noFill/>
          <a:ln/>
        </p:spPr>
        <p:txBody>
          <a:bodyPr wrap="square" lIns="0" tIns="0" rIns="0" bIns="0" rtlCol="0" anchor="ctr"/>
          <a:lstStyle/>
          <a:p>
            <a:pPr marL="0" indent="0">
              <a:buNone/>
            </a:pPr>
            <a:r>
              <a:rPr lang="en-US" sz="1150" b="1" dirty="0">
                <a:solidFill>
                  <a:srgbClr val="1B4332"/>
                </a:solidFill>
                <a:latin typeface="Calibri" pitchFamily="34" charset="0"/>
                <a:ea typeface="Calibri" pitchFamily="34" charset="-122"/>
                <a:cs typeface="Calibri" pitchFamily="34" charset="-120"/>
              </a:rPr>
              <a:t>Voice AI Foundation Models</a:t>
            </a:r>
            <a:endParaRPr lang="en-US" sz="1150" dirty="0"/>
          </a:p>
        </p:txBody>
      </p:sp>
      <p:sp>
        <p:nvSpPr>
          <p:cNvPr id="29" name="Text 32">
            <a:extLst>
              <a:ext uri="{FF2B5EF4-FFF2-40B4-BE49-F238E27FC236}">
                <a16:creationId xmlns:a16="http://schemas.microsoft.com/office/drawing/2014/main" id="{6A6DDA66-0AF1-10D9-B458-78108EECCA40}"/>
              </a:ext>
            </a:extLst>
          </p:cNvPr>
          <p:cNvSpPr/>
          <p:nvPr/>
        </p:nvSpPr>
        <p:spPr>
          <a:xfrm>
            <a:off x="1024128" y="5650992"/>
            <a:ext cx="3072384" cy="640080"/>
          </a:xfrm>
          <a:prstGeom prst="rect">
            <a:avLst/>
          </a:prstGeom>
          <a:noFill/>
          <a:ln/>
        </p:spPr>
        <p:txBody>
          <a:bodyPr wrap="square" lIns="0" tIns="0" rIns="0" bIns="0" rtlCol="0" anchor="t"/>
          <a:lstStyle/>
          <a:p>
            <a:pPr marL="0" indent="0">
              <a:buNone/>
            </a:pPr>
            <a:r>
              <a:rPr lang="en-US" sz="930" dirty="0">
                <a:solidFill>
                  <a:srgbClr val="222A28"/>
                </a:solidFill>
                <a:latin typeface="Calibri" pitchFamily="34" charset="0"/>
                <a:ea typeface="Calibri" pitchFamily="34" charset="-122"/>
                <a:cs typeface="Calibri" pitchFamily="34" charset="-120"/>
              </a:rPr>
              <a:t>Develops proprietary speech-to-text, text-to-speech, speech-to-speech, and language models optimized for real-world enterprise conversations</a:t>
            </a:r>
            <a:endParaRPr lang="en-US" sz="930" dirty="0"/>
          </a:p>
        </p:txBody>
      </p:sp>
      <p:sp>
        <p:nvSpPr>
          <p:cNvPr id="30" name="Shape 33">
            <a:extLst>
              <a:ext uri="{FF2B5EF4-FFF2-40B4-BE49-F238E27FC236}">
                <a16:creationId xmlns:a16="http://schemas.microsoft.com/office/drawing/2014/main" id="{BC18DC7F-3272-5900-EEE8-32FEFC447888}"/>
              </a:ext>
            </a:extLst>
          </p:cNvPr>
          <p:cNvSpPr/>
          <p:nvPr/>
        </p:nvSpPr>
        <p:spPr>
          <a:xfrm>
            <a:off x="4215384" y="5394960"/>
            <a:ext cx="457200" cy="457200"/>
          </a:xfrm>
          <a:prstGeom prst="ellipse">
            <a:avLst/>
          </a:prstGeom>
          <a:solidFill>
            <a:schemeClr val="bg1">
              <a:lumMod val="85000"/>
            </a:schemeClr>
          </a:solidFill>
          <a:ln/>
        </p:spPr>
        <p:txBody>
          <a:bodyPr/>
          <a:lstStyle/>
          <a:p>
            <a:endParaRPr lang="en-IN"/>
          </a:p>
        </p:txBody>
      </p:sp>
      <p:sp>
        <p:nvSpPr>
          <p:cNvPr id="32" name="Text 34">
            <a:extLst>
              <a:ext uri="{FF2B5EF4-FFF2-40B4-BE49-F238E27FC236}">
                <a16:creationId xmlns:a16="http://schemas.microsoft.com/office/drawing/2014/main" id="{F62E6896-FE65-B63F-EF7D-1E74168B0B9D}"/>
              </a:ext>
            </a:extLst>
          </p:cNvPr>
          <p:cNvSpPr/>
          <p:nvPr/>
        </p:nvSpPr>
        <p:spPr>
          <a:xfrm>
            <a:off x="4782312" y="5376672"/>
            <a:ext cx="3072384" cy="274320"/>
          </a:xfrm>
          <a:prstGeom prst="rect">
            <a:avLst/>
          </a:prstGeom>
          <a:noFill/>
          <a:ln/>
        </p:spPr>
        <p:txBody>
          <a:bodyPr wrap="square" lIns="0" tIns="0" rIns="0" bIns="0" rtlCol="0" anchor="ctr"/>
          <a:lstStyle/>
          <a:p>
            <a:pPr marL="0" indent="0">
              <a:buNone/>
            </a:pPr>
            <a:r>
              <a:rPr lang="en-US" sz="1150" b="1" dirty="0">
                <a:solidFill>
                  <a:srgbClr val="1B4332"/>
                </a:solidFill>
                <a:latin typeface="Calibri" pitchFamily="34" charset="0"/>
                <a:ea typeface="Calibri" pitchFamily="34" charset="-122"/>
                <a:cs typeface="Calibri" pitchFamily="34" charset="-120"/>
              </a:rPr>
              <a:t>Agentic AI &amp; Enterprise Automation</a:t>
            </a:r>
            <a:endParaRPr lang="en-US" sz="1150" dirty="0"/>
          </a:p>
        </p:txBody>
      </p:sp>
      <p:sp>
        <p:nvSpPr>
          <p:cNvPr id="33" name="Text 35">
            <a:extLst>
              <a:ext uri="{FF2B5EF4-FFF2-40B4-BE49-F238E27FC236}">
                <a16:creationId xmlns:a16="http://schemas.microsoft.com/office/drawing/2014/main" id="{5FA87EE5-F0D4-E5EA-5BA0-AFBFACED2B32}"/>
              </a:ext>
            </a:extLst>
          </p:cNvPr>
          <p:cNvSpPr/>
          <p:nvPr/>
        </p:nvSpPr>
        <p:spPr>
          <a:xfrm>
            <a:off x="4782312" y="5650992"/>
            <a:ext cx="3072384" cy="640080"/>
          </a:xfrm>
          <a:prstGeom prst="rect">
            <a:avLst/>
          </a:prstGeom>
          <a:noFill/>
          <a:ln/>
        </p:spPr>
        <p:txBody>
          <a:bodyPr wrap="square" lIns="0" tIns="0" rIns="0" bIns="0" rtlCol="0" anchor="t"/>
          <a:lstStyle/>
          <a:p>
            <a:pPr marL="0" indent="0">
              <a:buNone/>
            </a:pPr>
            <a:r>
              <a:rPr lang="en-US" sz="930" dirty="0">
                <a:solidFill>
                  <a:srgbClr val="222A28"/>
                </a:solidFill>
                <a:latin typeface="Calibri" pitchFamily="34" charset="0"/>
                <a:ea typeface="Calibri" pitchFamily="34" charset="-122"/>
                <a:cs typeface="Calibri" pitchFamily="34" charset="-120"/>
              </a:rPr>
              <a:t>Builds AI agents capable of understanding intent, executing workflows, automating customer interactions, and integrating with enterprise systems.</a:t>
            </a:r>
            <a:endParaRPr lang="en-US" sz="930" dirty="0"/>
          </a:p>
        </p:txBody>
      </p:sp>
      <p:sp>
        <p:nvSpPr>
          <p:cNvPr id="34" name="Shape 36">
            <a:extLst>
              <a:ext uri="{FF2B5EF4-FFF2-40B4-BE49-F238E27FC236}">
                <a16:creationId xmlns:a16="http://schemas.microsoft.com/office/drawing/2014/main" id="{66DD6F00-ED93-2ED3-531E-F4A40B46D657}"/>
              </a:ext>
            </a:extLst>
          </p:cNvPr>
          <p:cNvSpPr/>
          <p:nvPr/>
        </p:nvSpPr>
        <p:spPr>
          <a:xfrm>
            <a:off x="7973568" y="5394960"/>
            <a:ext cx="457200" cy="457200"/>
          </a:xfrm>
          <a:prstGeom prst="ellipse">
            <a:avLst/>
          </a:prstGeom>
          <a:solidFill>
            <a:schemeClr val="bg1">
              <a:lumMod val="85000"/>
            </a:schemeClr>
          </a:solidFill>
          <a:ln/>
        </p:spPr>
        <p:txBody>
          <a:bodyPr/>
          <a:lstStyle/>
          <a:p>
            <a:endParaRPr lang="en-IN"/>
          </a:p>
        </p:txBody>
      </p:sp>
      <p:pic>
        <p:nvPicPr>
          <p:cNvPr id="35" name="Image 3" descr="preencoded.png">
            <a:extLst>
              <a:ext uri="{FF2B5EF4-FFF2-40B4-BE49-F238E27FC236}">
                <a16:creationId xmlns:a16="http://schemas.microsoft.com/office/drawing/2014/main" id="{9C839322-F262-BB1C-9A2C-2B9C0C4DA2D4}"/>
              </a:ext>
            </a:extLst>
          </p:cNvPr>
          <p:cNvPicPr>
            <a:picLocks noChangeAspect="1"/>
          </p:cNvPicPr>
          <p:nvPr/>
        </p:nvPicPr>
        <p:blipFill>
          <a:blip r:embed="rId3"/>
          <a:stretch>
            <a:fillRect/>
          </a:stretch>
        </p:blipFill>
        <p:spPr>
          <a:xfrm>
            <a:off x="8092440" y="5513832"/>
            <a:ext cx="219456" cy="219456"/>
          </a:xfrm>
          <a:prstGeom prst="rect">
            <a:avLst/>
          </a:prstGeom>
        </p:spPr>
      </p:pic>
      <p:sp>
        <p:nvSpPr>
          <p:cNvPr id="36" name="Text 37">
            <a:extLst>
              <a:ext uri="{FF2B5EF4-FFF2-40B4-BE49-F238E27FC236}">
                <a16:creationId xmlns:a16="http://schemas.microsoft.com/office/drawing/2014/main" id="{DC007886-C80B-6A95-5F20-2709CC254DAA}"/>
              </a:ext>
            </a:extLst>
          </p:cNvPr>
          <p:cNvSpPr/>
          <p:nvPr/>
        </p:nvSpPr>
        <p:spPr>
          <a:xfrm>
            <a:off x="8540496" y="5376672"/>
            <a:ext cx="3072384" cy="274320"/>
          </a:xfrm>
          <a:prstGeom prst="rect">
            <a:avLst/>
          </a:prstGeom>
          <a:noFill/>
          <a:ln/>
        </p:spPr>
        <p:txBody>
          <a:bodyPr wrap="square" lIns="0" tIns="0" rIns="0" bIns="0" rtlCol="0" anchor="ctr"/>
          <a:lstStyle/>
          <a:p>
            <a:pPr marL="0" indent="0">
              <a:buNone/>
            </a:pPr>
            <a:r>
              <a:rPr lang="en-US" sz="1150" b="1" dirty="0">
                <a:solidFill>
                  <a:srgbClr val="1B4332"/>
                </a:solidFill>
                <a:latin typeface="Calibri" pitchFamily="34" charset="0"/>
                <a:ea typeface="Calibri" pitchFamily="34" charset="-122"/>
                <a:cs typeface="Calibri" pitchFamily="34" charset="-120"/>
              </a:rPr>
              <a:t>Multilingual &amp; Indic AI</a:t>
            </a:r>
            <a:endParaRPr lang="en-US" sz="1150" dirty="0"/>
          </a:p>
        </p:txBody>
      </p:sp>
      <p:sp>
        <p:nvSpPr>
          <p:cNvPr id="37" name="Text 38">
            <a:extLst>
              <a:ext uri="{FF2B5EF4-FFF2-40B4-BE49-F238E27FC236}">
                <a16:creationId xmlns:a16="http://schemas.microsoft.com/office/drawing/2014/main" id="{8EF2864C-29AA-B1DC-E6B8-8D6A10D25D73}"/>
              </a:ext>
            </a:extLst>
          </p:cNvPr>
          <p:cNvSpPr/>
          <p:nvPr/>
        </p:nvSpPr>
        <p:spPr>
          <a:xfrm>
            <a:off x="8540496" y="5650992"/>
            <a:ext cx="3072384" cy="640080"/>
          </a:xfrm>
          <a:prstGeom prst="rect">
            <a:avLst/>
          </a:prstGeom>
          <a:noFill/>
          <a:ln/>
        </p:spPr>
        <p:txBody>
          <a:bodyPr wrap="square" lIns="0" tIns="0" rIns="0" bIns="0" rtlCol="0" anchor="t"/>
          <a:lstStyle/>
          <a:p>
            <a:pPr marL="0" indent="0">
              <a:buNone/>
            </a:pPr>
            <a:r>
              <a:rPr lang="en-US" sz="930" dirty="0">
                <a:solidFill>
                  <a:srgbClr val="222A28"/>
                </a:solidFill>
                <a:latin typeface="Calibri" pitchFamily="34" charset="0"/>
                <a:ea typeface="Calibri" pitchFamily="34" charset="-122"/>
                <a:cs typeface="Calibri" pitchFamily="34" charset="-120"/>
              </a:rPr>
              <a:t>Supports 40+ languages with strong performance in Indian languages, enabling voice-first AI for diverse users and multilingual service delivery</a:t>
            </a:r>
            <a:endParaRPr lang="en-US" sz="930" dirty="0"/>
          </a:p>
        </p:txBody>
      </p:sp>
      <p:pic>
        <p:nvPicPr>
          <p:cNvPr id="45" name="Image 2" descr="preencoded.png">
            <a:extLst>
              <a:ext uri="{FF2B5EF4-FFF2-40B4-BE49-F238E27FC236}">
                <a16:creationId xmlns:a16="http://schemas.microsoft.com/office/drawing/2014/main" id="{27F4ECEA-FC37-A3F2-8681-8BD34F49BA49}"/>
              </a:ext>
            </a:extLst>
          </p:cNvPr>
          <p:cNvPicPr>
            <a:picLocks noChangeAspect="1"/>
          </p:cNvPicPr>
          <p:nvPr/>
        </p:nvPicPr>
        <p:blipFill>
          <a:blip r:embed="rId4"/>
          <a:stretch>
            <a:fillRect/>
          </a:stretch>
        </p:blipFill>
        <p:spPr>
          <a:xfrm>
            <a:off x="4334256" y="5513832"/>
            <a:ext cx="219456" cy="219456"/>
          </a:xfrm>
          <a:prstGeom prst="rect">
            <a:avLst/>
          </a:prstGeom>
        </p:spPr>
      </p:pic>
      <p:graphicFrame>
        <p:nvGraphicFramePr>
          <p:cNvPr id="31" name="Table 30">
            <a:extLst>
              <a:ext uri="{FF2B5EF4-FFF2-40B4-BE49-F238E27FC236}">
                <a16:creationId xmlns:a16="http://schemas.microsoft.com/office/drawing/2014/main" id="{FE50BC44-2C2E-503F-CBC9-61604CB6D855}"/>
              </a:ext>
            </a:extLst>
          </p:cNvPr>
          <p:cNvGraphicFramePr>
            <a:graphicFrameLocks noGrp="1"/>
          </p:cNvGraphicFramePr>
          <p:nvPr>
            <p:extLst>
              <p:ext uri="{D42A27DB-BD31-4B8C-83A1-F6EECF244321}">
                <p14:modId xmlns:p14="http://schemas.microsoft.com/office/powerpoint/2010/main" val="3166320771"/>
              </p:ext>
            </p:extLst>
          </p:nvPr>
        </p:nvGraphicFramePr>
        <p:xfrm>
          <a:off x="532249" y="3340116"/>
          <a:ext cx="11219919" cy="1235784"/>
        </p:xfrm>
        <a:graphic>
          <a:graphicData uri="http://schemas.openxmlformats.org/drawingml/2006/table">
            <a:tbl>
              <a:tblPr>
                <a:tableStyleId>{073A0DAA-6AF3-43AB-8588-CEC1D06C72B9}</a:tableStyleId>
              </a:tblPr>
              <a:tblGrid>
                <a:gridCol w="2121499">
                  <a:extLst>
                    <a:ext uri="{9D8B030D-6E8A-4147-A177-3AD203B41FA5}">
                      <a16:colId xmlns:a16="http://schemas.microsoft.com/office/drawing/2014/main" val="3636587700"/>
                    </a:ext>
                  </a:extLst>
                </a:gridCol>
                <a:gridCol w="2922104">
                  <a:extLst>
                    <a:ext uri="{9D8B030D-6E8A-4147-A177-3AD203B41FA5}">
                      <a16:colId xmlns:a16="http://schemas.microsoft.com/office/drawing/2014/main" val="1965582200"/>
                    </a:ext>
                  </a:extLst>
                </a:gridCol>
                <a:gridCol w="6176316">
                  <a:extLst>
                    <a:ext uri="{9D8B030D-6E8A-4147-A177-3AD203B41FA5}">
                      <a16:colId xmlns:a16="http://schemas.microsoft.com/office/drawing/2014/main" val="1762070819"/>
                    </a:ext>
                  </a:extLst>
                </a:gridCol>
              </a:tblGrid>
              <a:tr h="119516">
                <a:tc>
                  <a:txBody>
                    <a:bodyPr/>
                    <a:lstStyle/>
                    <a:p>
                      <a:pPr>
                        <a:buNone/>
                      </a:pPr>
                      <a:r>
                        <a:rPr lang="en-IN" sz="1000" b="1">
                          <a:solidFill>
                            <a:schemeClr val="bg1"/>
                          </a:solidFill>
                        </a:rPr>
                        <a:t>Use Case / Initiative</a:t>
                      </a:r>
                      <a:endParaRPr lang="en-IN" sz="1000">
                        <a:solidFill>
                          <a:schemeClr val="bg1"/>
                        </a:solidFill>
                      </a:endParaRPr>
                    </a:p>
                  </a:txBody>
                  <a:tcPr marL="42246" marR="42246" marT="21123" marB="21123" anchor="ctr">
                    <a:solidFill>
                      <a:srgbClr val="196B24"/>
                    </a:solidFill>
                  </a:tcPr>
                </a:tc>
                <a:tc>
                  <a:txBody>
                    <a:bodyPr/>
                    <a:lstStyle/>
                    <a:p>
                      <a:pPr>
                        <a:buNone/>
                      </a:pPr>
                      <a:r>
                        <a:rPr lang="en-IN" sz="1000" b="1">
                          <a:solidFill>
                            <a:schemeClr val="bg1"/>
                          </a:solidFill>
                        </a:rPr>
                        <a:t>Sector / Department / Partner</a:t>
                      </a:r>
                      <a:endParaRPr lang="en-IN" sz="1000">
                        <a:solidFill>
                          <a:schemeClr val="bg1"/>
                        </a:solidFill>
                      </a:endParaRPr>
                    </a:p>
                  </a:txBody>
                  <a:tcPr marL="42246" marR="42246" marT="21123" marB="21123" anchor="ctr">
                    <a:solidFill>
                      <a:srgbClr val="196B24"/>
                    </a:solidFill>
                  </a:tcPr>
                </a:tc>
                <a:tc>
                  <a:txBody>
                    <a:bodyPr/>
                    <a:lstStyle/>
                    <a:p>
                      <a:pPr>
                        <a:buNone/>
                      </a:pPr>
                      <a:r>
                        <a:rPr lang="en-IN" sz="1000" b="1" dirty="0">
                          <a:solidFill>
                            <a:schemeClr val="bg1"/>
                          </a:solidFill>
                        </a:rPr>
                        <a:t>Outcome</a:t>
                      </a:r>
                      <a:endParaRPr lang="en-IN" sz="1000" dirty="0">
                        <a:solidFill>
                          <a:schemeClr val="bg1"/>
                        </a:solidFill>
                      </a:endParaRPr>
                    </a:p>
                  </a:txBody>
                  <a:tcPr marL="42246" marR="42246" marT="21123" marB="21123" anchor="ctr">
                    <a:solidFill>
                      <a:srgbClr val="196B24"/>
                    </a:solidFill>
                  </a:tcPr>
                </a:tc>
                <a:extLst>
                  <a:ext uri="{0D108BD9-81ED-4DB2-BD59-A6C34878D82A}">
                    <a16:rowId xmlns:a16="http://schemas.microsoft.com/office/drawing/2014/main" val="1290219540"/>
                  </a:ext>
                </a:extLst>
              </a:tr>
              <a:tr h="297037">
                <a:tc>
                  <a:txBody>
                    <a:bodyPr/>
                    <a:lstStyle/>
                    <a:p>
                      <a:pPr>
                        <a:buNone/>
                      </a:pPr>
                      <a:r>
                        <a:rPr lang="en-IN" sz="1000" b="0" dirty="0"/>
                        <a:t>14B Voice AI Foundation Model</a:t>
                      </a:r>
                    </a:p>
                  </a:txBody>
                  <a:tcPr marL="42246" marR="42246" marT="21123" marB="21123" anchor="ctr"/>
                </a:tc>
                <a:tc>
                  <a:txBody>
                    <a:bodyPr/>
                    <a:lstStyle/>
                    <a:p>
                      <a:pPr>
                        <a:buNone/>
                      </a:pPr>
                      <a:r>
                        <a:rPr lang="en-IN" sz="950" i="0" kern="1200" dirty="0" err="1">
                          <a:solidFill>
                            <a:srgbClr val="5B6670"/>
                          </a:solidFill>
                          <a:latin typeface="+mn-lt"/>
                          <a:ea typeface="+mn-ea"/>
                          <a:cs typeface="+mn-cs"/>
                        </a:rPr>
                        <a:t>IndiaAI</a:t>
                      </a:r>
                      <a:r>
                        <a:rPr lang="en-IN" sz="950" i="0" kern="1200" dirty="0">
                          <a:solidFill>
                            <a:srgbClr val="5B6670"/>
                          </a:solidFill>
                          <a:latin typeface="+mn-lt"/>
                          <a:ea typeface="+mn-ea"/>
                          <a:cs typeface="+mn-cs"/>
                        </a:rPr>
                        <a:t> Mission (</a:t>
                      </a:r>
                      <a:r>
                        <a:rPr lang="en-IN" sz="950" i="0" kern="1200" dirty="0" err="1">
                          <a:solidFill>
                            <a:srgbClr val="5B6670"/>
                          </a:solidFill>
                          <a:latin typeface="+mn-lt"/>
                          <a:ea typeface="+mn-ea"/>
                          <a:cs typeface="+mn-cs"/>
                        </a:rPr>
                        <a:t>MeitY</a:t>
                      </a:r>
                      <a:r>
                        <a:rPr lang="en-IN" sz="950" i="0" kern="1200" dirty="0">
                          <a:solidFill>
                            <a:srgbClr val="5B6670"/>
                          </a:solidFill>
                          <a:latin typeface="+mn-lt"/>
                          <a:ea typeface="+mn-ea"/>
                          <a:cs typeface="+mn-cs"/>
                        </a:rPr>
                        <a:t>)</a:t>
                      </a:r>
                    </a:p>
                  </a:txBody>
                  <a:tcPr marL="42246" marR="42246" marT="21123" marB="21123" anchor="ctr"/>
                </a:tc>
                <a:tc>
                  <a:txBody>
                    <a:bodyPr/>
                    <a:lstStyle/>
                    <a:p>
                      <a:pPr>
                        <a:buNone/>
                      </a:pPr>
                      <a:r>
                        <a:rPr lang="en-IN" sz="1000" b="0" dirty="0"/>
                        <a:t>Developing a 14-billion parameter multilingual Voice AI foundation model for real-time speech processing and advanced reasoning in Indian languages. </a:t>
                      </a:r>
                    </a:p>
                  </a:txBody>
                  <a:tcPr marL="42246" marR="42246" marT="21123" marB="21123" anchor="ctr"/>
                </a:tc>
                <a:extLst>
                  <a:ext uri="{0D108BD9-81ED-4DB2-BD59-A6C34878D82A}">
                    <a16:rowId xmlns:a16="http://schemas.microsoft.com/office/drawing/2014/main" val="1350410301"/>
                  </a:ext>
                </a:extLst>
              </a:tr>
              <a:tr h="225343">
                <a:tc>
                  <a:txBody>
                    <a:bodyPr/>
                    <a:lstStyle/>
                    <a:p>
                      <a:pPr>
                        <a:buNone/>
                      </a:pPr>
                      <a:r>
                        <a:rPr lang="en-IN" sz="1000" b="0"/>
                        <a:t>Voice AI for Public Sector Banking</a:t>
                      </a:r>
                    </a:p>
                  </a:txBody>
                  <a:tcPr marL="42246" marR="42246" marT="21123" marB="21123" anchor="ctr"/>
                </a:tc>
                <a:tc>
                  <a:txBody>
                    <a:bodyPr/>
                    <a:lstStyle/>
                    <a:p>
                      <a:pPr>
                        <a:buNone/>
                      </a:pPr>
                      <a:r>
                        <a:rPr lang="en-IN" sz="950" i="0" kern="1200" dirty="0">
                          <a:solidFill>
                            <a:srgbClr val="5B6670"/>
                          </a:solidFill>
                          <a:latin typeface="+mn-lt"/>
                          <a:ea typeface="+mn-ea"/>
                          <a:cs typeface="+mn-cs"/>
                        </a:rPr>
                        <a:t>Central Bank of India</a:t>
                      </a:r>
                    </a:p>
                  </a:txBody>
                  <a:tcPr marL="42246" marR="42246" marT="21123" marB="21123" anchor="ctr"/>
                </a:tc>
                <a:tc>
                  <a:txBody>
                    <a:bodyPr/>
                    <a:lstStyle/>
                    <a:p>
                      <a:pPr>
                        <a:buNone/>
                      </a:pPr>
                      <a:r>
                        <a:rPr lang="en-IN" sz="1000" b="0" dirty="0"/>
                        <a:t>Uses multilingual voice AI to improve repayment engagement and increase customer "Promise-to-Pay" rates through automated outreach. </a:t>
                      </a:r>
                    </a:p>
                  </a:txBody>
                  <a:tcPr marL="42246" marR="42246" marT="21123" marB="21123" anchor="ctr"/>
                </a:tc>
                <a:extLst>
                  <a:ext uri="{0D108BD9-81ED-4DB2-BD59-A6C34878D82A}">
                    <a16:rowId xmlns:a16="http://schemas.microsoft.com/office/drawing/2014/main" val="1529134954"/>
                  </a:ext>
                </a:extLst>
              </a:tr>
              <a:tr h="225343">
                <a:tc>
                  <a:txBody>
                    <a:bodyPr/>
                    <a:lstStyle/>
                    <a:p>
                      <a:pPr>
                        <a:buNone/>
                      </a:pPr>
                      <a:r>
                        <a:rPr lang="en-IN" sz="1000" b="0"/>
                        <a:t>Enterprise Voice AI Platform</a:t>
                      </a:r>
                    </a:p>
                  </a:txBody>
                  <a:tcPr marL="42246" marR="42246" marT="21123" marB="21123" anchor="ctr"/>
                </a:tc>
                <a:tc>
                  <a:txBody>
                    <a:bodyPr/>
                    <a:lstStyle/>
                    <a:p>
                      <a:pPr>
                        <a:buNone/>
                      </a:pPr>
                      <a:r>
                        <a:rPr lang="en-IN" sz="950" i="0" kern="1200" dirty="0">
                          <a:solidFill>
                            <a:srgbClr val="5B6670"/>
                          </a:solidFill>
                          <a:latin typeface="+mn-lt"/>
                          <a:ea typeface="+mn-ea"/>
                          <a:cs typeface="+mn-cs"/>
                        </a:rPr>
                        <a:t>200+ Enterprises across Banking, Government &amp; Healthcare</a:t>
                      </a:r>
                    </a:p>
                  </a:txBody>
                  <a:tcPr marL="42246" marR="42246" marT="21123" marB="21123" anchor="ctr"/>
                </a:tc>
                <a:tc>
                  <a:txBody>
                    <a:bodyPr/>
                    <a:lstStyle/>
                    <a:p>
                      <a:pPr>
                        <a:buNone/>
                      </a:pPr>
                      <a:r>
                        <a:rPr lang="en-IN" sz="1000" b="0" dirty="0"/>
                        <a:t>Deploys Voice Agents, Speech Analytics, Voice Biometrics, and Agent Assist solutions, processing over 30 million voice interactions daily. </a:t>
                      </a:r>
                    </a:p>
                  </a:txBody>
                  <a:tcPr marL="42246" marR="42246" marT="21123" marB="21123" anchor="ctr"/>
                </a:tc>
                <a:extLst>
                  <a:ext uri="{0D108BD9-81ED-4DB2-BD59-A6C34878D82A}">
                    <a16:rowId xmlns:a16="http://schemas.microsoft.com/office/drawing/2014/main" val="2767712617"/>
                  </a:ext>
                </a:extLst>
              </a:tr>
            </a:tbl>
          </a:graphicData>
        </a:graphic>
      </p:graphicFrame>
    </p:spTree>
    <p:extLst>
      <p:ext uri="{BB962C8B-B14F-4D97-AF65-F5344CB8AC3E}">
        <p14:creationId xmlns:p14="http://schemas.microsoft.com/office/powerpoint/2010/main" val="17677029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8D26C-667D-35F5-709C-41C26FC70BBE}"/>
            </a:ext>
          </a:extLst>
        </p:cNvPr>
        <p:cNvGrpSpPr/>
        <p:nvPr/>
      </p:nvGrpSpPr>
      <p:grpSpPr>
        <a:xfrm>
          <a:off x="0" y="0"/>
          <a:ext cx="0" cy="0"/>
          <a:chOff x="0" y="0"/>
          <a:chExt cx="0" cy="0"/>
        </a:xfrm>
      </p:grpSpPr>
      <p:sp>
        <p:nvSpPr>
          <p:cNvPr id="3" name="Text 3">
            <a:extLst>
              <a:ext uri="{FF2B5EF4-FFF2-40B4-BE49-F238E27FC236}">
                <a16:creationId xmlns:a16="http://schemas.microsoft.com/office/drawing/2014/main" id="{11DCFF3B-5224-FE4C-60E9-8F47755F6237}"/>
              </a:ext>
            </a:extLst>
          </p:cNvPr>
          <p:cNvSpPr/>
          <p:nvPr/>
        </p:nvSpPr>
        <p:spPr>
          <a:xfrm>
            <a:off x="495157" y="353683"/>
            <a:ext cx="10360152"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b="1" dirty="0" err="1">
                <a:solidFill>
                  <a:prstClr val="black"/>
                </a:solidFill>
                <a:latin typeface="Cambria"/>
                <a:ea typeface="Cambria"/>
              </a:rPr>
              <a:t>Shodh</a:t>
            </a:r>
            <a:r>
              <a:rPr lang="en-US" sz="2200" b="1" dirty="0">
                <a:solidFill>
                  <a:prstClr val="black"/>
                </a:solidFill>
                <a:latin typeface="Cambria"/>
                <a:ea typeface="Cambria"/>
              </a:rPr>
              <a:t> AI</a:t>
            </a:r>
            <a:r>
              <a:rPr kumimoji="0" lang="en-US" sz="2200" b="1" i="0" u="none" strike="noStrike" kern="1200" cap="none" spc="0" normalizeH="0" baseline="0" noProof="0" dirty="0">
                <a:ln>
                  <a:noFill/>
                </a:ln>
                <a:solidFill>
                  <a:prstClr val="black"/>
                </a:solidFill>
                <a:effectLst/>
                <a:uLnTx/>
                <a:uFillTx/>
                <a:latin typeface="Cambria"/>
                <a:ea typeface="Cambria"/>
                <a:cs typeface="+mn-cs"/>
              </a:rPr>
              <a:t> – Work with Indian Government </a:t>
            </a:r>
            <a:endParaRPr kumimoji="0" lang="en-US" sz="2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cxnSp>
        <p:nvCxnSpPr>
          <p:cNvPr id="4" name="Google Shape;17933;p2451">
            <a:extLst>
              <a:ext uri="{FF2B5EF4-FFF2-40B4-BE49-F238E27FC236}">
                <a16:creationId xmlns:a16="http://schemas.microsoft.com/office/drawing/2014/main" id="{020197BE-31D0-9920-EF35-1976E40708D7}"/>
              </a:ext>
            </a:extLst>
          </p:cNvPr>
          <p:cNvCxnSpPr>
            <a:cxnSpLocks/>
          </p:cNvCxnSpPr>
          <p:nvPr/>
        </p:nvCxnSpPr>
        <p:spPr>
          <a:xfrm>
            <a:off x="2585348" y="1422421"/>
            <a:ext cx="8575442" cy="1"/>
          </a:xfrm>
          <a:prstGeom prst="straightConnector1">
            <a:avLst/>
          </a:prstGeom>
          <a:noFill/>
          <a:ln w="152400" cap="flat" cmpd="sng">
            <a:solidFill>
              <a:srgbClr val="999999"/>
            </a:solidFill>
            <a:prstDash val="solid"/>
            <a:round/>
            <a:headEnd type="none" w="med" len="med"/>
            <a:tailEnd type="none" w="med" len="med"/>
          </a:ln>
        </p:spPr>
      </p:cxnSp>
      <p:grpSp>
        <p:nvGrpSpPr>
          <p:cNvPr id="5" name="Google Shape;17935;p2451">
            <a:extLst>
              <a:ext uri="{FF2B5EF4-FFF2-40B4-BE49-F238E27FC236}">
                <a16:creationId xmlns:a16="http://schemas.microsoft.com/office/drawing/2014/main" id="{B76CD874-AF39-E323-7FB5-1C1879C87B90}"/>
              </a:ext>
            </a:extLst>
          </p:cNvPr>
          <p:cNvGrpSpPr/>
          <p:nvPr/>
        </p:nvGrpSpPr>
        <p:grpSpPr>
          <a:xfrm>
            <a:off x="1260407" y="1235767"/>
            <a:ext cx="2552029" cy="461074"/>
            <a:chOff x="442912" y="1828799"/>
            <a:chExt cx="1995600" cy="1872900"/>
          </a:xfrm>
          <a:solidFill>
            <a:schemeClr val="accent3">
              <a:lumMod val="75000"/>
            </a:schemeClr>
          </a:solidFill>
        </p:grpSpPr>
        <p:sp>
          <p:nvSpPr>
            <p:cNvPr id="6" name="Google Shape;17936;p2451">
              <a:extLst>
                <a:ext uri="{FF2B5EF4-FFF2-40B4-BE49-F238E27FC236}">
                  <a16:creationId xmlns:a16="http://schemas.microsoft.com/office/drawing/2014/main" id="{1E4EC809-4C09-3268-AA2B-7DFDDCF90386}"/>
                </a:ext>
              </a:extLst>
            </p:cNvPr>
            <p:cNvSpPr/>
            <p:nvPr/>
          </p:nvSpPr>
          <p:spPr>
            <a:xfrm>
              <a:off x="442912" y="1828799"/>
              <a:ext cx="1995600" cy="1872900"/>
            </a:xfrm>
            <a:prstGeom prst="rect">
              <a:avLst/>
            </a:prstGeom>
            <a:grp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050" b="0" i="0" u="none" strike="noStrike" kern="120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7" name="Google Shape;17937;p2451">
              <a:extLst>
                <a:ext uri="{FF2B5EF4-FFF2-40B4-BE49-F238E27FC236}">
                  <a16:creationId xmlns:a16="http://schemas.microsoft.com/office/drawing/2014/main" id="{C6D75E29-398F-08B7-5C41-7F155380CADB}"/>
                </a:ext>
              </a:extLst>
            </p:cNvPr>
            <p:cNvSpPr txBox="1"/>
            <p:nvPr/>
          </p:nvSpPr>
          <p:spPr>
            <a:xfrm>
              <a:off x="626850" y="2011695"/>
              <a:ext cx="1627500" cy="1508700"/>
            </a:xfrm>
            <a:prstGeom prst="rect">
              <a:avLst/>
            </a:prstGeom>
            <a:grpFill/>
            <a:ln>
              <a:noFill/>
            </a:ln>
          </p:spPr>
          <p:txBody>
            <a:bodyPr spcFirstLastPara="1" wrap="square" lIns="0" tIns="0" rIns="0" bIns="0" anchor="t" anchorCtr="0">
              <a:noAutofit/>
            </a:bodyPr>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n-GB" sz="1600" b="1"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sym typeface="Helvetica Neue"/>
                </a:rPr>
                <a:t>1</a:t>
              </a:r>
              <a:endParaRPr kumimoji="0" sz="1600" b="1"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sym typeface="Helvetica Neue"/>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err="1">
                  <a:ln>
                    <a:noFill/>
                  </a:ln>
                  <a:solidFill>
                    <a:prstClr val="white"/>
                  </a:solidFill>
                  <a:effectLst/>
                  <a:uLnTx/>
                  <a:uFillTx/>
                  <a:latin typeface="Calibri" pitchFamily="34" charset="0"/>
                  <a:ea typeface="Calibri" pitchFamily="34" charset="-122"/>
                  <a:cs typeface="Calibri" pitchFamily="34" charset="-120"/>
                </a:rPr>
                <a:t>IndiaAI</a:t>
              </a:r>
              <a:r>
                <a:rPr kumimoji="0" lang="en-US" sz="1050" b="1" i="0" u="none" strike="noStrike" kern="1200" cap="none" spc="0" normalizeH="0" baseline="0" noProof="0" dirty="0">
                  <a:ln>
                    <a:noFill/>
                  </a:ln>
                  <a:solidFill>
                    <a:prstClr val="white"/>
                  </a:solidFill>
                  <a:effectLst/>
                  <a:uLnTx/>
                  <a:uFillTx/>
                  <a:latin typeface="Calibri" pitchFamily="34" charset="0"/>
                  <a:ea typeface="Calibri" pitchFamily="34" charset="-122"/>
                  <a:cs typeface="Calibri" pitchFamily="34" charset="-120"/>
                </a:rPr>
                <a:t> Mission &amp; </a:t>
              </a:r>
              <a:r>
                <a:rPr kumimoji="0" lang="en-US" sz="1050" b="1" i="0" u="none" strike="noStrike" kern="1200" cap="none" spc="0" normalizeH="0" baseline="0" noProof="0" dirty="0" err="1">
                  <a:ln>
                    <a:noFill/>
                  </a:ln>
                  <a:solidFill>
                    <a:prstClr val="white"/>
                  </a:solidFill>
                  <a:effectLst/>
                  <a:uLnTx/>
                  <a:uFillTx/>
                  <a:latin typeface="Calibri" pitchFamily="34" charset="0"/>
                  <a:ea typeface="Calibri" pitchFamily="34" charset="-122"/>
                  <a:cs typeface="Calibri" pitchFamily="34" charset="-120"/>
                </a:rPr>
                <a:t>MeitY</a:t>
              </a:r>
              <a:endParaRPr kumimoji="0" lang="en-US" sz="105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grpSp>
        <p:nvGrpSpPr>
          <p:cNvPr id="8" name="Google Shape;17941;p2451">
            <a:extLst>
              <a:ext uri="{FF2B5EF4-FFF2-40B4-BE49-F238E27FC236}">
                <a16:creationId xmlns:a16="http://schemas.microsoft.com/office/drawing/2014/main" id="{7B418C07-CDEC-F89F-EC4A-0D8E16DCA3A0}"/>
              </a:ext>
            </a:extLst>
          </p:cNvPr>
          <p:cNvGrpSpPr/>
          <p:nvPr/>
        </p:nvGrpSpPr>
        <p:grpSpPr>
          <a:xfrm>
            <a:off x="6523522" y="1159460"/>
            <a:ext cx="2552029" cy="613689"/>
            <a:chOff x="442912" y="1828799"/>
            <a:chExt cx="1995600" cy="1872900"/>
          </a:xfrm>
          <a:solidFill>
            <a:srgbClr val="92D050"/>
          </a:solidFill>
        </p:grpSpPr>
        <p:sp>
          <p:nvSpPr>
            <p:cNvPr id="9" name="Google Shape;17942;p2451">
              <a:extLst>
                <a:ext uri="{FF2B5EF4-FFF2-40B4-BE49-F238E27FC236}">
                  <a16:creationId xmlns:a16="http://schemas.microsoft.com/office/drawing/2014/main" id="{4B1C8257-634F-DE48-BEE4-1C1042A84348}"/>
                </a:ext>
              </a:extLst>
            </p:cNvPr>
            <p:cNvSpPr/>
            <p:nvPr/>
          </p:nvSpPr>
          <p:spPr>
            <a:xfrm>
              <a:off x="442912" y="1828799"/>
              <a:ext cx="1995600" cy="1872900"/>
            </a:xfrm>
            <a:prstGeom prst="rect">
              <a:avLst/>
            </a:prstGeom>
            <a:grp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050" b="0" i="0" u="none" strike="noStrike" kern="120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sym typeface="Helvetica Neue"/>
              </a:endParaRPr>
            </a:p>
          </p:txBody>
        </p:sp>
        <p:sp>
          <p:nvSpPr>
            <p:cNvPr id="10" name="Google Shape;17943;p2451">
              <a:extLst>
                <a:ext uri="{FF2B5EF4-FFF2-40B4-BE49-F238E27FC236}">
                  <a16:creationId xmlns:a16="http://schemas.microsoft.com/office/drawing/2014/main" id="{A0D972A3-9202-413C-D756-167BADADAD4B}"/>
                </a:ext>
              </a:extLst>
            </p:cNvPr>
            <p:cNvSpPr txBox="1"/>
            <p:nvPr/>
          </p:nvSpPr>
          <p:spPr>
            <a:xfrm>
              <a:off x="626835" y="2011693"/>
              <a:ext cx="1627500" cy="1322100"/>
            </a:xfrm>
            <a:prstGeom prst="rect">
              <a:avLst/>
            </a:prstGeom>
            <a:grpFill/>
            <a:ln>
              <a:noFill/>
            </a:ln>
          </p:spPr>
          <p:txBody>
            <a:bodyPr spcFirstLastPara="1" wrap="square" lIns="0" tIns="0" rIns="0" bIns="0" anchor="t" anchorCtr="0">
              <a:noAutofit/>
            </a:bodyPr>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n-GB" sz="16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Helvetica Neue"/>
                </a:rPr>
                <a:t>3</a:t>
              </a:r>
              <a:endParaRPr kumimoji="0" sz="16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Helvetica Neue"/>
              </a:endParaRPr>
            </a:p>
            <a:p>
              <a:pPr>
                <a:defRPr/>
              </a:pPr>
              <a:r>
                <a:rPr lang="en-US" sz="1050" b="1" dirty="0">
                  <a:solidFill>
                    <a:srgbClr val="1B4332"/>
                  </a:solidFill>
                  <a:latin typeface="Calibri" pitchFamily="34" charset="0"/>
                  <a:ea typeface="Calibri" pitchFamily="34" charset="-122"/>
                  <a:cs typeface="Calibri" pitchFamily="34" charset="-120"/>
                </a:rPr>
                <a:t>State Government Programs</a:t>
              </a:r>
            </a:p>
          </p:txBody>
        </p:sp>
      </p:grpSp>
      <p:grpSp>
        <p:nvGrpSpPr>
          <p:cNvPr id="11" name="Google Shape;17945;p2451">
            <a:extLst>
              <a:ext uri="{FF2B5EF4-FFF2-40B4-BE49-F238E27FC236}">
                <a16:creationId xmlns:a16="http://schemas.microsoft.com/office/drawing/2014/main" id="{FB59E601-75E7-F086-918A-4BF080127B16}"/>
              </a:ext>
            </a:extLst>
          </p:cNvPr>
          <p:cNvGrpSpPr/>
          <p:nvPr/>
        </p:nvGrpSpPr>
        <p:grpSpPr>
          <a:xfrm>
            <a:off x="9128437" y="1159462"/>
            <a:ext cx="2552029" cy="613689"/>
            <a:chOff x="442912" y="1828800"/>
            <a:chExt cx="1995600" cy="1872900"/>
          </a:xfrm>
          <a:solidFill>
            <a:schemeClr val="accent6">
              <a:lumMod val="20000"/>
              <a:lumOff val="80000"/>
            </a:schemeClr>
          </a:solidFill>
        </p:grpSpPr>
        <p:sp>
          <p:nvSpPr>
            <p:cNvPr id="12" name="Google Shape;17946;p2451">
              <a:extLst>
                <a:ext uri="{FF2B5EF4-FFF2-40B4-BE49-F238E27FC236}">
                  <a16:creationId xmlns:a16="http://schemas.microsoft.com/office/drawing/2014/main" id="{BE55AF56-D94C-7378-4D18-A75993C995FE}"/>
                </a:ext>
              </a:extLst>
            </p:cNvPr>
            <p:cNvSpPr/>
            <p:nvPr/>
          </p:nvSpPr>
          <p:spPr>
            <a:xfrm>
              <a:off x="442912" y="1828800"/>
              <a:ext cx="1995600" cy="1872900"/>
            </a:xfrm>
            <a:prstGeom prst="rect">
              <a:avLst/>
            </a:prstGeom>
            <a:grp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50" b="0" i="0" u="none" strike="noStrike" kern="120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sym typeface="Helvetica Neue"/>
              </a:endParaRPr>
            </a:p>
          </p:txBody>
        </p:sp>
        <p:sp>
          <p:nvSpPr>
            <p:cNvPr id="13" name="Google Shape;17947;p2451">
              <a:extLst>
                <a:ext uri="{FF2B5EF4-FFF2-40B4-BE49-F238E27FC236}">
                  <a16:creationId xmlns:a16="http://schemas.microsoft.com/office/drawing/2014/main" id="{927E98D5-362C-0012-ABF8-B10702107007}"/>
                </a:ext>
              </a:extLst>
            </p:cNvPr>
            <p:cNvSpPr txBox="1"/>
            <p:nvPr/>
          </p:nvSpPr>
          <p:spPr>
            <a:xfrm>
              <a:off x="626839" y="2011681"/>
              <a:ext cx="1719459" cy="704030"/>
            </a:xfrm>
            <a:prstGeom prst="rect">
              <a:avLst/>
            </a:prstGeom>
            <a:grpFill/>
            <a:ln>
              <a:noFill/>
            </a:ln>
          </p:spPr>
          <p:txBody>
            <a:bodyPr spcFirstLastPara="1" wrap="square" lIns="0" tIns="0" rIns="0" bIns="0" anchor="t" anchorCtr="0">
              <a:noAutofit/>
            </a:bodyPr>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n-GB" sz="16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Helvetica Neue"/>
                </a:rPr>
                <a:t>4</a:t>
              </a:r>
              <a:endParaRPr kumimoji="0" sz="16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Helvetica Neue"/>
              </a:endParaRPr>
            </a:p>
          </p:txBody>
        </p:sp>
      </p:grpSp>
      <p:grpSp>
        <p:nvGrpSpPr>
          <p:cNvPr id="14" name="Google Shape;17954;p2451">
            <a:extLst>
              <a:ext uri="{FF2B5EF4-FFF2-40B4-BE49-F238E27FC236}">
                <a16:creationId xmlns:a16="http://schemas.microsoft.com/office/drawing/2014/main" id="{F024B0E0-BC92-E9D9-E0A5-C8B249868B5B}"/>
              </a:ext>
            </a:extLst>
          </p:cNvPr>
          <p:cNvGrpSpPr/>
          <p:nvPr/>
        </p:nvGrpSpPr>
        <p:grpSpPr>
          <a:xfrm>
            <a:off x="3926394" y="1163693"/>
            <a:ext cx="2552029" cy="613689"/>
            <a:chOff x="442912" y="1828800"/>
            <a:chExt cx="1995600" cy="1872900"/>
          </a:xfrm>
          <a:solidFill>
            <a:schemeClr val="accent6"/>
          </a:solidFill>
        </p:grpSpPr>
        <p:sp>
          <p:nvSpPr>
            <p:cNvPr id="15" name="Google Shape;17955;p2451">
              <a:extLst>
                <a:ext uri="{FF2B5EF4-FFF2-40B4-BE49-F238E27FC236}">
                  <a16:creationId xmlns:a16="http://schemas.microsoft.com/office/drawing/2014/main" id="{69712C6C-C1A0-BCDB-8D7D-E721890A3F8C}"/>
                </a:ext>
              </a:extLst>
            </p:cNvPr>
            <p:cNvSpPr/>
            <p:nvPr/>
          </p:nvSpPr>
          <p:spPr>
            <a:xfrm>
              <a:off x="442912" y="1828800"/>
              <a:ext cx="1995600" cy="1872900"/>
            </a:xfrm>
            <a:prstGeom prst="rect">
              <a:avLst/>
            </a:prstGeom>
            <a:grp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050" b="0" i="0" u="none" strike="noStrike" kern="120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sym typeface="Helvetica Neue"/>
              </a:endParaRPr>
            </a:p>
          </p:txBody>
        </p:sp>
        <p:sp>
          <p:nvSpPr>
            <p:cNvPr id="16" name="Google Shape;17956;p2451">
              <a:extLst>
                <a:ext uri="{FF2B5EF4-FFF2-40B4-BE49-F238E27FC236}">
                  <a16:creationId xmlns:a16="http://schemas.microsoft.com/office/drawing/2014/main" id="{C04C2F1C-EB9D-617C-D49B-1B55527C5927}"/>
                </a:ext>
              </a:extLst>
            </p:cNvPr>
            <p:cNvSpPr txBox="1"/>
            <p:nvPr/>
          </p:nvSpPr>
          <p:spPr>
            <a:xfrm>
              <a:off x="626839" y="2011679"/>
              <a:ext cx="1627500" cy="687300"/>
            </a:xfrm>
            <a:prstGeom prst="rect">
              <a:avLst/>
            </a:prstGeom>
            <a:grpFill/>
            <a:ln>
              <a:noFill/>
            </a:ln>
          </p:spPr>
          <p:txBody>
            <a:bodyPr spcFirstLastPara="1" wrap="square" lIns="0" tIns="0" rIns="0" bIns="0" anchor="t" anchorCtr="0">
              <a:noAutofit/>
            </a:bodyPr>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n-GB" sz="1600" b="1"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sym typeface="Helvetica Neue"/>
                </a:rPr>
                <a:t>2</a:t>
              </a:r>
              <a:endParaRPr kumimoji="0" sz="1600" b="1"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sym typeface="Helvetica Neue"/>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1B4332"/>
                  </a:solidFill>
                  <a:effectLst/>
                  <a:uLnTx/>
                  <a:uFillTx/>
                  <a:latin typeface="Calibri" pitchFamily="34" charset="0"/>
                  <a:ea typeface="Calibri" pitchFamily="34" charset="-122"/>
                  <a:cs typeface="Calibri" pitchFamily="34" charset="-120"/>
                </a:rPr>
                <a:t>Project Skanda</a:t>
              </a:r>
              <a:endPar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grpSp>
      <p:sp>
        <p:nvSpPr>
          <p:cNvPr id="17" name="Google Shape;17940;p2451">
            <a:extLst>
              <a:ext uri="{FF2B5EF4-FFF2-40B4-BE49-F238E27FC236}">
                <a16:creationId xmlns:a16="http://schemas.microsoft.com/office/drawing/2014/main" id="{9A3AFC78-992C-245A-6E89-ADC4BC39770C}"/>
              </a:ext>
            </a:extLst>
          </p:cNvPr>
          <p:cNvSpPr txBox="1">
            <a:spLocks/>
          </p:cNvSpPr>
          <p:nvPr/>
        </p:nvSpPr>
        <p:spPr>
          <a:xfrm>
            <a:off x="1260404" y="1685330"/>
            <a:ext cx="2552032" cy="970936"/>
          </a:xfrm>
          <a:prstGeom prst="rect">
            <a:avLst/>
          </a:prstGeom>
          <a:solidFill>
            <a:schemeClr val="bg1"/>
          </a:solidFill>
          <a:ln w="3175">
            <a:solidFill>
              <a:schemeClr val="bg1">
                <a:lumMod val="95000"/>
              </a:schemeClr>
            </a:solidFill>
          </a:ln>
        </p:spPr>
        <p:txBody>
          <a:bodyPr spcFirstLastPara="1" vert="horz" wrap="square" lIns="0" tIns="0" rIns="0" bIns="0" rtlCol="0" anchor="ctr" anchorCtr="0">
            <a:noAutofit/>
          </a:bodyPr>
          <a:lstStyle>
            <a:lvl1pPr marL="342900" lvl="0" indent="-238125" algn="l" defTabSz="914400" rtl="0" eaLnBrk="1" latinLnBrk="0" hangingPunct="1">
              <a:lnSpc>
                <a:spcPct val="100000"/>
              </a:lnSpc>
              <a:spcBef>
                <a:spcPts val="0"/>
              </a:spcBef>
              <a:spcAft>
                <a:spcPts val="0"/>
              </a:spcAft>
              <a:buClr>
                <a:schemeClr val="dk1"/>
              </a:buClr>
              <a:buSzPts val="1400"/>
              <a:buFont typeface="Arial" pitchFamily="34" charset="0"/>
              <a:buChar char="•"/>
              <a:defRPr sz="1050" kern="1200">
                <a:solidFill>
                  <a:schemeClr val="accent1"/>
                </a:solidFill>
                <a:latin typeface="+mn-lt"/>
                <a:ea typeface="+mn-ea"/>
                <a:cs typeface="+mn-cs"/>
              </a:defRPr>
            </a:lvl1pPr>
            <a:lvl2pPr marL="685800" lvl="1"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2pPr>
            <a:lvl3pPr marL="1028700" lvl="2"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3pPr>
            <a:lvl4pPr marL="1371600" lvl="3"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4pPr>
            <a:lvl5pPr marL="1714500" lvl="4"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5pPr>
            <a:lvl6pPr marL="2057400" lvl="5"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6pPr>
            <a:lvl7pPr marL="2400300" lvl="6"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7pPr>
            <a:lvl8pPr marL="2743200" lvl="7"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8pPr>
            <a:lvl9pPr marL="3086100" lvl="8" indent="-238125" algn="l" defTabSz="914400" rtl="0" eaLnBrk="1" latinLnBrk="0" hangingPunct="1">
              <a:lnSpc>
                <a:spcPct val="100000"/>
              </a:lnSpc>
              <a:spcBef>
                <a:spcPts val="450"/>
              </a:spcBef>
              <a:spcAft>
                <a:spcPts val="450"/>
              </a:spcAft>
              <a:buClr>
                <a:schemeClr val="dk1"/>
              </a:buClr>
              <a:buSzPts val="1400"/>
              <a:buFont typeface="Arial" pitchFamily="34" charset="0"/>
              <a:buChar char="•"/>
              <a:defRPr sz="1050" kern="1200">
                <a:solidFill>
                  <a:schemeClr val="tx1"/>
                </a:solidFill>
                <a:latin typeface="+mn-lt"/>
                <a:ea typeface="+mn-ea"/>
                <a:cs typeface="+mn-cs"/>
              </a:defRPr>
            </a:lvl9pPr>
          </a:lstStyle>
          <a:p>
            <a:pPr marL="0" indent="0">
              <a:buClr>
                <a:prstClr val="black"/>
              </a:buClr>
              <a:buNone/>
              <a:defRPr/>
            </a:pPr>
            <a:r>
              <a:rPr lang="en-US" dirty="0" err="1">
                <a:solidFill>
                  <a:srgbClr val="1F2937"/>
                </a:solidFill>
                <a:latin typeface="Calibri" pitchFamily="34" charset="0"/>
                <a:ea typeface="Calibri" pitchFamily="34" charset="-122"/>
                <a:cs typeface="Calibri" pitchFamily="34" charset="-120"/>
              </a:rPr>
              <a:t>Shodh</a:t>
            </a:r>
            <a:r>
              <a:rPr lang="en-US" dirty="0">
                <a:solidFill>
                  <a:srgbClr val="1F2937"/>
                </a:solidFill>
                <a:latin typeface="Calibri" pitchFamily="34" charset="0"/>
                <a:ea typeface="Calibri" pitchFamily="34" charset="-122"/>
                <a:cs typeface="Calibri" pitchFamily="34" charset="-120"/>
              </a:rPr>
              <a:t> AI is a deep-tech company selected under the Government of India’s </a:t>
            </a:r>
            <a:r>
              <a:rPr lang="en-US" dirty="0" err="1">
                <a:solidFill>
                  <a:srgbClr val="1F2937"/>
                </a:solidFill>
                <a:latin typeface="Calibri" pitchFamily="34" charset="0"/>
                <a:ea typeface="Calibri" pitchFamily="34" charset="-122"/>
                <a:cs typeface="Calibri" pitchFamily="34" charset="-120"/>
              </a:rPr>
              <a:t>IndiaAI</a:t>
            </a:r>
            <a:r>
              <a:rPr lang="en-US" dirty="0">
                <a:solidFill>
                  <a:srgbClr val="1F2937"/>
                </a:solidFill>
                <a:latin typeface="Calibri" pitchFamily="34" charset="0"/>
                <a:ea typeface="Calibri" pitchFamily="34" charset="-122"/>
                <a:cs typeface="Calibri" pitchFamily="34" charset="-120"/>
              </a:rPr>
              <a:t> Mission. Headquartered in Jaipur with operations in London, it builds specialized artificial intelligence solutions for scientific discovery and advanced research</a:t>
            </a:r>
          </a:p>
        </p:txBody>
      </p:sp>
      <p:grpSp>
        <p:nvGrpSpPr>
          <p:cNvPr id="21" name="Google Shape;17935;p2451">
            <a:extLst>
              <a:ext uri="{FF2B5EF4-FFF2-40B4-BE49-F238E27FC236}">
                <a16:creationId xmlns:a16="http://schemas.microsoft.com/office/drawing/2014/main" id="{755C3929-9681-E3F6-0330-7DFEBEED4786}"/>
              </a:ext>
            </a:extLst>
          </p:cNvPr>
          <p:cNvGrpSpPr/>
          <p:nvPr/>
        </p:nvGrpSpPr>
        <p:grpSpPr>
          <a:xfrm rot="16200000">
            <a:off x="41944" y="1689488"/>
            <a:ext cx="1513370" cy="461777"/>
            <a:chOff x="442912" y="1828799"/>
            <a:chExt cx="1995600" cy="1872900"/>
          </a:xfrm>
          <a:solidFill>
            <a:schemeClr val="bg1">
              <a:lumMod val="65000"/>
            </a:schemeClr>
          </a:solidFill>
        </p:grpSpPr>
        <p:sp>
          <p:nvSpPr>
            <p:cNvPr id="22" name="Google Shape;17936;p2451">
              <a:extLst>
                <a:ext uri="{FF2B5EF4-FFF2-40B4-BE49-F238E27FC236}">
                  <a16:creationId xmlns:a16="http://schemas.microsoft.com/office/drawing/2014/main" id="{EF6C38BB-6863-8D5D-D6F2-2594DA0B476B}"/>
                </a:ext>
              </a:extLst>
            </p:cNvPr>
            <p:cNvSpPr/>
            <p:nvPr/>
          </p:nvSpPr>
          <p:spPr>
            <a:xfrm>
              <a:off x="442912" y="1828799"/>
              <a:ext cx="1995600" cy="1872900"/>
            </a:xfrm>
            <a:prstGeom prst="rect">
              <a:avLst/>
            </a:prstGeom>
            <a:grp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23" name="Google Shape;17937;p2451">
              <a:extLst>
                <a:ext uri="{FF2B5EF4-FFF2-40B4-BE49-F238E27FC236}">
                  <a16:creationId xmlns:a16="http://schemas.microsoft.com/office/drawing/2014/main" id="{5E370612-87E8-22D0-4DDF-83A00699B4FF}"/>
                </a:ext>
              </a:extLst>
            </p:cNvPr>
            <p:cNvSpPr txBox="1"/>
            <p:nvPr/>
          </p:nvSpPr>
          <p:spPr>
            <a:xfrm>
              <a:off x="620169" y="2011699"/>
              <a:ext cx="1634183" cy="1508701"/>
            </a:xfrm>
            <a:prstGeom prst="rect">
              <a:avLst/>
            </a:prstGeom>
            <a:grpFill/>
            <a:ln>
              <a:noFill/>
            </a:ln>
          </p:spPr>
          <p:txBody>
            <a:bodyPr spcFirstLastPara="1" wrap="square" lIns="0" tIns="0" rIns="0" bIns="0" anchor="ctr" anchorCtr="0">
              <a:noAutofit/>
            </a:bodyP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sym typeface="Helvetica Neue"/>
                </a:rPr>
                <a:t>Collaboration Activities</a:t>
              </a:r>
              <a:endParaRPr kumimoji="0" sz="1000" b="0" i="0" u="none" strike="noStrike" kern="120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sym typeface="Helvetica Neue"/>
              </a:endParaRPr>
            </a:p>
          </p:txBody>
        </p:sp>
      </p:grpSp>
      <p:sp>
        <p:nvSpPr>
          <p:cNvPr id="24" name="Google Shape;17940;p2451">
            <a:extLst>
              <a:ext uri="{FF2B5EF4-FFF2-40B4-BE49-F238E27FC236}">
                <a16:creationId xmlns:a16="http://schemas.microsoft.com/office/drawing/2014/main" id="{88C1AC37-B8D7-25D1-1866-FC37F7371A7B}"/>
              </a:ext>
            </a:extLst>
          </p:cNvPr>
          <p:cNvSpPr txBox="1">
            <a:spLocks/>
          </p:cNvSpPr>
          <p:nvPr/>
        </p:nvSpPr>
        <p:spPr>
          <a:xfrm>
            <a:off x="3934074" y="1701967"/>
            <a:ext cx="2540971" cy="957935"/>
          </a:xfrm>
          <a:prstGeom prst="rect">
            <a:avLst/>
          </a:prstGeom>
          <a:solidFill>
            <a:schemeClr val="bg1"/>
          </a:solidFill>
          <a:ln w="3175">
            <a:solidFill>
              <a:schemeClr val="bg1">
                <a:lumMod val="95000"/>
              </a:schemeClr>
            </a:solidFill>
          </a:ln>
        </p:spPr>
        <p:txBody>
          <a:bodyPr spcFirstLastPara="1" vert="horz" wrap="square" lIns="0" tIns="0" rIns="0" bIns="0" rtlCol="0" anchor="ctr" anchorCtr="0">
            <a:noAutofit/>
          </a:bodyPr>
          <a:lstStyle>
            <a:lvl1pPr marL="342900" lvl="0" indent="-238125" algn="l" defTabSz="914400" rtl="0" eaLnBrk="1" latinLnBrk="0" hangingPunct="1">
              <a:lnSpc>
                <a:spcPct val="100000"/>
              </a:lnSpc>
              <a:spcBef>
                <a:spcPts val="0"/>
              </a:spcBef>
              <a:spcAft>
                <a:spcPts val="0"/>
              </a:spcAft>
              <a:buClr>
                <a:schemeClr val="dk1"/>
              </a:buClr>
              <a:buSzPts val="1400"/>
              <a:buFont typeface="Arial" pitchFamily="34" charset="0"/>
              <a:buChar char="•"/>
              <a:defRPr sz="1050" kern="1200">
                <a:solidFill>
                  <a:schemeClr val="accent1"/>
                </a:solidFill>
                <a:latin typeface="+mn-lt"/>
                <a:ea typeface="+mn-ea"/>
                <a:cs typeface="+mn-cs"/>
              </a:defRPr>
            </a:lvl1pPr>
            <a:lvl2pPr marL="685800" lvl="1"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2pPr>
            <a:lvl3pPr marL="1028700" lvl="2"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3pPr>
            <a:lvl4pPr marL="1371600" lvl="3"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4pPr>
            <a:lvl5pPr marL="1714500" lvl="4"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5pPr>
            <a:lvl6pPr marL="2057400" lvl="5"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6pPr>
            <a:lvl7pPr marL="2400300" lvl="6"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7pPr>
            <a:lvl8pPr marL="2743200" lvl="7"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8pPr>
            <a:lvl9pPr marL="3086100" lvl="8" indent="-238125" algn="l" defTabSz="914400" rtl="0" eaLnBrk="1" latinLnBrk="0" hangingPunct="1">
              <a:lnSpc>
                <a:spcPct val="100000"/>
              </a:lnSpc>
              <a:spcBef>
                <a:spcPts val="450"/>
              </a:spcBef>
              <a:spcAft>
                <a:spcPts val="450"/>
              </a:spcAft>
              <a:buClr>
                <a:schemeClr val="dk1"/>
              </a:buClr>
              <a:buSzPts val="1400"/>
              <a:buFont typeface="Arial" pitchFamily="34" charset="0"/>
              <a:buChar char="•"/>
              <a:defRPr sz="105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
                <a:prstClr val="black"/>
              </a:buClr>
              <a:buSzPts val="1400"/>
              <a:buFont typeface="Arial" pitchFamily="34" charset="0"/>
              <a:buNone/>
              <a:tabLst/>
              <a:defRPr/>
            </a:pPr>
            <a:r>
              <a:rPr kumimoji="0" lang="en-US" sz="1050" b="0" i="0" u="none" strike="noStrike" kern="1200" cap="none" spc="0" normalizeH="0" baseline="0" noProof="0" dirty="0" err="1">
                <a:ln>
                  <a:noFill/>
                </a:ln>
                <a:solidFill>
                  <a:srgbClr val="1F2937"/>
                </a:solidFill>
                <a:effectLst/>
                <a:uLnTx/>
                <a:uFillTx/>
                <a:latin typeface="Calibri" pitchFamily="34" charset="0"/>
                <a:ea typeface="Calibri" pitchFamily="34" charset="-122"/>
                <a:cs typeface="Calibri" pitchFamily="34" charset="-120"/>
              </a:rPr>
              <a:t>Shodh</a:t>
            </a:r>
            <a:r>
              <a:rPr kumimoji="0" lang="en-US" sz="1050" b="0" i="0" u="none" strike="noStrike" kern="1200" cap="none" spc="0" normalizeH="0" baseline="0" noProof="0" dirty="0">
                <a:ln>
                  <a:noFill/>
                </a:ln>
                <a:solidFill>
                  <a:srgbClr val="1F2937"/>
                </a:solidFill>
                <a:effectLst/>
                <a:uLnTx/>
                <a:uFillTx/>
                <a:latin typeface="Calibri" pitchFamily="34" charset="0"/>
                <a:ea typeface="Calibri" pitchFamily="34" charset="-122"/>
                <a:cs typeface="Calibri" pitchFamily="34" charset="-120"/>
              </a:rPr>
              <a:t> AI, in collaboration with NVIDIA, launched Project Skanda—India’s first sovereign generative AI model for material science. It helps manufacturers predict a battery's lifespan, charging speed, and safety by analyzing microscopic structural images.</a:t>
            </a:r>
            <a:endParaRPr kumimoji="0" lang="en-US" sz="1050" b="0" i="0" u="none" strike="noStrike" kern="1200" cap="none" spc="0" normalizeH="0" baseline="0" noProof="0" dirty="0">
              <a:ln>
                <a:noFill/>
              </a:ln>
              <a:solidFill>
                <a:srgbClr val="156082"/>
              </a:solidFill>
              <a:effectLst/>
              <a:uLnTx/>
              <a:uFillTx/>
              <a:latin typeface="Aptos" panose="02110004020202020204"/>
              <a:ea typeface="+mn-ea"/>
              <a:cs typeface="+mn-cs"/>
            </a:endParaRPr>
          </a:p>
        </p:txBody>
      </p:sp>
      <p:sp>
        <p:nvSpPr>
          <p:cNvPr id="25" name="Google Shape;17940;p2451">
            <a:extLst>
              <a:ext uri="{FF2B5EF4-FFF2-40B4-BE49-F238E27FC236}">
                <a16:creationId xmlns:a16="http://schemas.microsoft.com/office/drawing/2014/main" id="{43990D32-88D7-F6D9-5E26-98B397F6C8D0}"/>
              </a:ext>
            </a:extLst>
          </p:cNvPr>
          <p:cNvSpPr txBox="1">
            <a:spLocks/>
          </p:cNvSpPr>
          <p:nvPr/>
        </p:nvSpPr>
        <p:spPr>
          <a:xfrm>
            <a:off x="6542070" y="1688836"/>
            <a:ext cx="2533480" cy="968191"/>
          </a:xfrm>
          <a:prstGeom prst="rect">
            <a:avLst/>
          </a:prstGeom>
          <a:solidFill>
            <a:schemeClr val="bg1"/>
          </a:solidFill>
          <a:ln w="3175">
            <a:solidFill>
              <a:schemeClr val="bg1">
                <a:lumMod val="95000"/>
              </a:schemeClr>
            </a:solidFill>
          </a:ln>
        </p:spPr>
        <p:txBody>
          <a:bodyPr spcFirstLastPara="1" vert="horz" wrap="square" lIns="0" tIns="0" rIns="0" bIns="0" rtlCol="0" anchor="ctr" anchorCtr="0">
            <a:noAutofit/>
          </a:bodyPr>
          <a:lstStyle>
            <a:lvl1pPr marL="342900" lvl="0" indent="-238125" algn="l" defTabSz="914400" rtl="0" eaLnBrk="1" latinLnBrk="0" hangingPunct="1">
              <a:lnSpc>
                <a:spcPct val="100000"/>
              </a:lnSpc>
              <a:spcBef>
                <a:spcPts val="0"/>
              </a:spcBef>
              <a:spcAft>
                <a:spcPts val="0"/>
              </a:spcAft>
              <a:buClr>
                <a:schemeClr val="dk1"/>
              </a:buClr>
              <a:buSzPts val="1400"/>
              <a:buFont typeface="Arial" pitchFamily="34" charset="0"/>
              <a:buChar char="•"/>
              <a:defRPr sz="1050" kern="1200">
                <a:solidFill>
                  <a:schemeClr val="accent1"/>
                </a:solidFill>
                <a:latin typeface="+mn-lt"/>
                <a:ea typeface="+mn-ea"/>
                <a:cs typeface="+mn-cs"/>
              </a:defRPr>
            </a:lvl1pPr>
            <a:lvl2pPr marL="685800" lvl="1"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2pPr>
            <a:lvl3pPr marL="1028700" lvl="2"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3pPr>
            <a:lvl4pPr marL="1371600" lvl="3"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4pPr>
            <a:lvl5pPr marL="1714500" lvl="4"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5pPr>
            <a:lvl6pPr marL="2057400" lvl="5"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6pPr>
            <a:lvl7pPr marL="2400300" lvl="6"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7pPr>
            <a:lvl8pPr marL="2743200" lvl="7"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8pPr>
            <a:lvl9pPr marL="3086100" lvl="8" indent="-238125" algn="l" defTabSz="914400" rtl="0" eaLnBrk="1" latinLnBrk="0" hangingPunct="1">
              <a:lnSpc>
                <a:spcPct val="100000"/>
              </a:lnSpc>
              <a:spcBef>
                <a:spcPts val="450"/>
              </a:spcBef>
              <a:spcAft>
                <a:spcPts val="450"/>
              </a:spcAft>
              <a:buClr>
                <a:schemeClr val="dk1"/>
              </a:buClr>
              <a:buSzPts val="1400"/>
              <a:buFont typeface="Arial" pitchFamily="34" charset="0"/>
              <a:buChar char="•"/>
              <a:defRPr sz="1050" kern="1200">
                <a:solidFill>
                  <a:schemeClr val="tx1"/>
                </a:solidFill>
                <a:latin typeface="+mn-lt"/>
                <a:ea typeface="+mn-ea"/>
                <a:cs typeface="+mn-cs"/>
              </a:defRPr>
            </a:lvl9pPr>
          </a:lstStyle>
          <a:p>
            <a:pPr marL="0" indent="0">
              <a:buClr>
                <a:prstClr val="black"/>
              </a:buClr>
              <a:buNone/>
              <a:defRPr/>
            </a:pPr>
            <a:r>
              <a:rPr lang="en-IN" dirty="0">
                <a:solidFill>
                  <a:srgbClr val="1F2937"/>
                </a:solidFill>
                <a:latin typeface="Calibri" pitchFamily="34" charset="0"/>
                <a:ea typeface="Calibri" pitchFamily="34" charset="-122"/>
                <a:cs typeface="Calibri" pitchFamily="34" charset="-120"/>
              </a:rPr>
              <a:t>Partnered with AESTR on a Sovereign AI Initiative in Jaipur, building an ecosystem to incubate young scientists and engineers for deep-tech research for its initiative build  infrastructure in </a:t>
            </a:r>
            <a:r>
              <a:rPr lang="en-US" dirty="0" err="1">
                <a:solidFill>
                  <a:srgbClr val="1F2937"/>
                </a:solidFill>
                <a:latin typeface="Calibri" pitchFamily="34" charset="0"/>
                <a:ea typeface="Calibri" pitchFamily="34" charset="-122"/>
                <a:cs typeface="Calibri" pitchFamily="34" charset="-120"/>
              </a:rPr>
              <a:t>Jagatpura</a:t>
            </a:r>
            <a:r>
              <a:rPr lang="en-US" dirty="0">
                <a:solidFill>
                  <a:srgbClr val="1F2937"/>
                </a:solidFill>
                <a:latin typeface="Calibri" pitchFamily="34" charset="0"/>
                <a:ea typeface="Calibri" pitchFamily="34" charset="-122"/>
                <a:cs typeface="Calibri" pitchFamily="34" charset="-120"/>
              </a:rPr>
              <a:t>, a fast-rising tech district of Jaipur</a:t>
            </a:r>
          </a:p>
        </p:txBody>
      </p:sp>
      <p:sp>
        <p:nvSpPr>
          <p:cNvPr id="26" name="Google Shape;17940;p2451">
            <a:extLst>
              <a:ext uri="{FF2B5EF4-FFF2-40B4-BE49-F238E27FC236}">
                <a16:creationId xmlns:a16="http://schemas.microsoft.com/office/drawing/2014/main" id="{419CE68B-60B3-95E9-4DDD-F0A9659B023D}"/>
              </a:ext>
            </a:extLst>
          </p:cNvPr>
          <p:cNvSpPr txBox="1">
            <a:spLocks/>
          </p:cNvSpPr>
          <p:nvPr/>
        </p:nvSpPr>
        <p:spPr>
          <a:xfrm>
            <a:off x="9139197" y="1695944"/>
            <a:ext cx="2540969" cy="968191"/>
          </a:xfrm>
          <a:prstGeom prst="rect">
            <a:avLst/>
          </a:prstGeom>
          <a:solidFill>
            <a:schemeClr val="bg1"/>
          </a:solidFill>
          <a:ln w="3175">
            <a:solidFill>
              <a:schemeClr val="bg1">
                <a:lumMod val="95000"/>
              </a:schemeClr>
            </a:solidFill>
          </a:ln>
        </p:spPr>
        <p:txBody>
          <a:bodyPr spcFirstLastPara="1" vert="horz" wrap="square" lIns="0" tIns="0" rIns="0" bIns="0" rtlCol="0" anchor="ctr" anchorCtr="0">
            <a:noAutofit/>
          </a:bodyPr>
          <a:lstStyle>
            <a:lvl1pPr marL="342900" lvl="0" indent="-238125" algn="l" defTabSz="914400" rtl="0" eaLnBrk="1" latinLnBrk="0" hangingPunct="1">
              <a:lnSpc>
                <a:spcPct val="100000"/>
              </a:lnSpc>
              <a:spcBef>
                <a:spcPts val="0"/>
              </a:spcBef>
              <a:spcAft>
                <a:spcPts val="0"/>
              </a:spcAft>
              <a:buClr>
                <a:schemeClr val="dk1"/>
              </a:buClr>
              <a:buSzPts val="1400"/>
              <a:buFont typeface="Arial" pitchFamily="34" charset="0"/>
              <a:buChar char="•"/>
              <a:defRPr sz="1050" kern="1200">
                <a:solidFill>
                  <a:schemeClr val="accent1"/>
                </a:solidFill>
                <a:latin typeface="+mn-lt"/>
                <a:ea typeface="+mn-ea"/>
                <a:cs typeface="+mn-cs"/>
              </a:defRPr>
            </a:lvl1pPr>
            <a:lvl2pPr marL="685800" lvl="1"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2pPr>
            <a:lvl3pPr marL="1028700" lvl="2"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3pPr>
            <a:lvl4pPr marL="1371600" lvl="3"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4pPr>
            <a:lvl5pPr marL="1714500" lvl="4"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5pPr>
            <a:lvl6pPr marL="2057400" lvl="5"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6pPr>
            <a:lvl7pPr marL="2400300" lvl="6"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7pPr>
            <a:lvl8pPr marL="2743200" lvl="7"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8pPr>
            <a:lvl9pPr marL="3086100" lvl="8" indent="-238125" algn="l" defTabSz="914400" rtl="0" eaLnBrk="1" latinLnBrk="0" hangingPunct="1">
              <a:lnSpc>
                <a:spcPct val="100000"/>
              </a:lnSpc>
              <a:spcBef>
                <a:spcPts val="450"/>
              </a:spcBef>
              <a:spcAft>
                <a:spcPts val="450"/>
              </a:spcAft>
              <a:buClr>
                <a:schemeClr val="dk1"/>
              </a:buClr>
              <a:buSzPts val="1400"/>
              <a:buFont typeface="Arial" pitchFamily="34" charset="0"/>
              <a:buChar char="•"/>
              <a:defRPr sz="1050" kern="1200">
                <a:solidFill>
                  <a:schemeClr val="tx1"/>
                </a:solidFill>
                <a:latin typeface="+mn-lt"/>
                <a:ea typeface="+mn-ea"/>
                <a:cs typeface="+mn-cs"/>
              </a:defRPr>
            </a:lvl9pPr>
          </a:lstStyle>
          <a:p>
            <a:pPr marL="0" lvl="0" indent="0">
              <a:buClr>
                <a:prstClr val="black"/>
              </a:buClr>
              <a:buNone/>
              <a:defRPr/>
            </a:pPr>
            <a:r>
              <a:rPr lang="en-IN" dirty="0">
                <a:solidFill>
                  <a:srgbClr val="1F2937"/>
                </a:solidFill>
                <a:latin typeface="Calibri" pitchFamily="34" charset="0"/>
                <a:ea typeface="Calibri" pitchFamily="34" charset="-122"/>
                <a:cs typeface="Calibri" pitchFamily="34" charset="-120"/>
              </a:rPr>
              <a:t>Shifting  focus from Large Language Models to Large Science Models powered by its collaboration with NVIDIA, also entering physical AI by d</a:t>
            </a:r>
            <a:r>
              <a:rPr lang="en-US" dirty="0" err="1">
                <a:solidFill>
                  <a:srgbClr val="1F2937"/>
                </a:solidFill>
                <a:latin typeface="Calibri" pitchFamily="34" charset="0"/>
                <a:ea typeface="Calibri" pitchFamily="34" charset="-122"/>
                <a:cs typeface="Calibri" pitchFamily="34" charset="-120"/>
              </a:rPr>
              <a:t>eveloping</a:t>
            </a:r>
            <a:r>
              <a:rPr lang="en-US" dirty="0">
                <a:solidFill>
                  <a:srgbClr val="1F2937"/>
                </a:solidFill>
                <a:latin typeface="Calibri" pitchFamily="34" charset="0"/>
                <a:ea typeface="Calibri" pitchFamily="34" charset="-122"/>
                <a:cs typeface="Calibri" pitchFamily="34" charset="-120"/>
              </a:rPr>
              <a:t> AI models that understand the physical structure and </a:t>
            </a:r>
            <a:r>
              <a:rPr lang="en-US" dirty="0" err="1">
                <a:solidFill>
                  <a:srgbClr val="1F2937"/>
                </a:solidFill>
                <a:latin typeface="Calibri" pitchFamily="34" charset="0"/>
                <a:ea typeface="Calibri" pitchFamily="34" charset="-122"/>
                <a:cs typeface="Calibri" pitchFamily="34" charset="-120"/>
              </a:rPr>
              <a:t>behaviour</a:t>
            </a:r>
            <a:r>
              <a:rPr lang="en-US" dirty="0">
                <a:solidFill>
                  <a:srgbClr val="1F2937"/>
                </a:solidFill>
                <a:latin typeface="Calibri" pitchFamily="34" charset="0"/>
                <a:ea typeface="Calibri" pitchFamily="34" charset="-122"/>
                <a:cs typeface="Calibri" pitchFamily="34" charset="-120"/>
              </a:rPr>
              <a:t> of materials</a:t>
            </a:r>
          </a:p>
        </p:txBody>
      </p:sp>
      <p:graphicFrame>
        <p:nvGraphicFramePr>
          <p:cNvPr id="30" name="Table 0">
            <a:extLst>
              <a:ext uri="{FF2B5EF4-FFF2-40B4-BE49-F238E27FC236}">
                <a16:creationId xmlns:a16="http://schemas.microsoft.com/office/drawing/2014/main" id="{B014F31D-9073-5AD4-8728-5541BC4A3598}"/>
              </a:ext>
            </a:extLst>
          </p:cNvPr>
          <p:cNvGraphicFramePr>
            <a:graphicFrameLocks noGrp="1"/>
          </p:cNvGraphicFramePr>
          <p:nvPr>
            <p:extLst>
              <p:ext uri="{D42A27DB-BD31-4B8C-83A1-F6EECF244321}">
                <p14:modId xmlns:p14="http://schemas.microsoft.com/office/powerpoint/2010/main" val="2972017150"/>
              </p:ext>
            </p:extLst>
          </p:nvPr>
        </p:nvGraphicFramePr>
        <p:xfrm>
          <a:off x="567740" y="2837265"/>
          <a:ext cx="11039301" cy="1457960"/>
        </p:xfrm>
        <a:graphic>
          <a:graphicData uri="http://schemas.openxmlformats.org/drawingml/2006/table">
            <a:tbl>
              <a:tblPr/>
              <a:tblGrid>
                <a:gridCol w="3369137">
                  <a:extLst>
                    <a:ext uri="{9D8B030D-6E8A-4147-A177-3AD203B41FA5}">
                      <a16:colId xmlns:a16="http://schemas.microsoft.com/office/drawing/2014/main" val="20000"/>
                    </a:ext>
                  </a:extLst>
                </a:gridCol>
                <a:gridCol w="2795668">
                  <a:extLst>
                    <a:ext uri="{9D8B030D-6E8A-4147-A177-3AD203B41FA5}">
                      <a16:colId xmlns:a16="http://schemas.microsoft.com/office/drawing/2014/main" val="20001"/>
                    </a:ext>
                  </a:extLst>
                </a:gridCol>
                <a:gridCol w="4874496">
                  <a:extLst>
                    <a:ext uri="{9D8B030D-6E8A-4147-A177-3AD203B41FA5}">
                      <a16:colId xmlns:a16="http://schemas.microsoft.com/office/drawing/2014/main" val="20002"/>
                    </a:ext>
                  </a:extLst>
                </a:gridCol>
              </a:tblGrid>
              <a:tr h="209703">
                <a:tc>
                  <a:txBody>
                    <a:bodyPr/>
                    <a:lstStyle/>
                    <a:p>
                      <a:pPr marL="0" indent="0">
                        <a:buNone/>
                      </a:pPr>
                      <a:r>
                        <a:rPr lang="en-US" sz="1100" b="1">
                          <a:solidFill>
                            <a:srgbClr val="FFFFFF"/>
                          </a:solidFill>
                        </a:rPr>
                        <a:t>Use Case</a:t>
                      </a:r>
                      <a:endParaRPr lang="en-US" sz="110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3"/>
                    </a:solidFill>
                  </a:tcPr>
                </a:tc>
                <a:tc>
                  <a:txBody>
                    <a:bodyPr/>
                    <a:lstStyle/>
                    <a:p>
                      <a:pPr marL="0" indent="0">
                        <a:buNone/>
                      </a:pPr>
                      <a:r>
                        <a:rPr lang="en-US" sz="1100" b="1">
                          <a:solidFill>
                            <a:srgbClr val="FFFFFF"/>
                          </a:solidFill>
                        </a:rPr>
                        <a:t>Sector / Department</a:t>
                      </a:r>
                      <a:endParaRPr lang="en-US" sz="110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3"/>
                    </a:solidFill>
                  </a:tcPr>
                </a:tc>
                <a:tc>
                  <a:txBody>
                    <a:bodyPr/>
                    <a:lstStyle/>
                    <a:p>
                      <a:pPr marL="0" indent="0">
                        <a:buNone/>
                      </a:pPr>
                      <a:r>
                        <a:rPr lang="en-US" sz="1100" b="1">
                          <a:solidFill>
                            <a:srgbClr val="FFFFFF"/>
                          </a:solidFill>
                        </a:rPr>
                        <a:t>Outcome </a:t>
                      </a:r>
                      <a:endParaRPr lang="en-US" sz="110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3"/>
                    </a:solidFill>
                  </a:tcPr>
                </a:tc>
                <a:extLst>
                  <a:ext uri="{0D108BD9-81ED-4DB2-BD59-A6C34878D82A}">
                    <a16:rowId xmlns:a16="http://schemas.microsoft.com/office/drawing/2014/main" val="10000"/>
                  </a:ext>
                </a:extLst>
              </a:tr>
              <a:tr h="197833">
                <a:tc>
                  <a:txBody>
                    <a:bodyPr/>
                    <a:lstStyle/>
                    <a:p>
                      <a:pPr>
                        <a:buNone/>
                      </a:pPr>
                      <a:r>
                        <a:rPr lang="en-IN" sz="1000" b="0" dirty="0"/>
                        <a:t>Project Skanda – Sovereign Material Science Foundation Model</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a:buNone/>
                      </a:pPr>
                      <a:r>
                        <a:rPr lang="en-IN" sz="950" i="0" kern="1200" dirty="0" err="1">
                          <a:solidFill>
                            <a:srgbClr val="5B6670"/>
                          </a:solidFill>
                          <a:latin typeface="+mn-lt"/>
                          <a:ea typeface="+mn-ea"/>
                          <a:cs typeface="+mn-cs"/>
                        </a:rPr>
                        <a:t>IndiaAI</a:t>
                      </a:r>
                      <a:r>
                        <a:rPr lang="en-IN" sz="950" i="0" kern="1200" dirty="0">
                          <a:solidFill>
                            <a:srgbClr val="5B6670"/>
                          </a:solidFill>
                          <a:latin typeface="+mn-lt"/>
                          <a:ea typeface="+mn-ea"/>
                          <a:cs typeface="+mn-cs"/>
                        </a:rPr>
                        <a:t> Mission, Ministry of Electronics &amp; Information Technology (</a:t>
                      </a:r>
                      <a:r>
                        <a:rPr lang="en-IN" sz="950" i="0" kern="1200" dirty="0" err="1">
                          <a:solidFill>
                            <a:srgbClr val="5B6670"/>
                          </a:solidFill>
                          <a:latin typeface="+mn-lt"/>
                          <a:ea typeface="+mn-ea"/>
                          <a:cs typeface="+mn-cs"/>
                        </a:rPr>
                        <a:t>MeitY</a:t>
                      </a:r>
                      <a:r>
                        <a:rPr lang="en-IN" sz="950" i="0" kern="1200" dirty="0">
                          <a:solidFill>
                            <a:srgbClr val="5B6670"/>
                          </a:solidFill>
                          <a:latin typeface="+mn-lt"/>
                          <a:ea typeface="+mn-ea"/>
                          <a:cs typeface="+mn-cs"/>
                        </a:rPr>
                        <a:t>), NVIDIA</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a:buNone/>
                      </a:pPr>
                      <a:r>
                        <a:rPr lang="en-IN" sz="1000" b="0" dirty="0"/>
                        <a:t>Developed India's first sovereign generative AI model for materials science to accelerate scientific discovery and industrial R&amp;D.</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39058982"/>
                  </a:ext>
                </a:extLst>
              </a:tr>
              <a:tr h="197833">
                <a:tc>
                  <a:txBody>
                    <a:bodyPr/>
                    <a:lstStyle/>
                    <a:p>
                      <a:pPr>
                        <a:buNone/>
                      </a:pPr>
                      <a:r>
                        <a:rPr lang="en-IN" sz="1000" b="0"/>
                        <a:t>Battery Materials Intelligence</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a:buNone/>
                      </a:pPr>
                      <a:r>
                        <a:rPr lang="en-IN" sz="950" i="0" kern="1200" dirty="0" err="1">
                          <a:solidFill>
                            <a:srgbClr val="5B6670"/>
                          </a:solidFill>
                          <a:latin typeface="+mn-lt"/>
                          <a:ea typeface="+mn-ea"/>
                          <a:cs typeface="+mn-cs"/>
                        </a:rPr>
                        <a:t>IndiaAI</a:t>
                      </a:r>
                      <a:r>
                        <a:rPr lang="en-IN" sz="950" i="0" kern="1200" dirty="0">
                          <a:solidFill>
                            <a:srgbClr val="5B6670"/>
                          </a:solidFill>
                          <a:latin typeface="+mn-lt"/>
                          <a:ea typeface="+mn-ea"/>
                          <a:cs typeface="+mn-cs"/>
                        </a:rPr>
                        <a:t> Mission, NVIDIA</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a:buNone/>
                      </a:pPr>
                      <a:r>
                        <a:rPr lang="en-IN" sz="1000" b="0" dirty="0"/>
                        <a:t>Uses AI to </a:t>
                      </a:r>
                      <a:r>
                        <a:rPr lang="en-IN" sz="1000" b="0" dirty="0" err="1"/>
                        <a:t>analyze</a:t>
                      </a:r>
                      <a:r>
                        <a:rPr lang="en-IN" sz="1000" b="0" dirty="0"/>
                        <a:t> microscopic material images to predict battery lifespan, charging performance, and safety, reducing experimentation time.</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5"/>
                  </a:ext>
                </a:extLst>
              </a:tr>
              <a:tr h="197833">
                <a:tc>
                  <a:txBody>
                    <a:bodyPr/>
                    <a:lstStyle/>
                    <a:p>
                      <a:pPr>
                        <a:buNone/>
                      </a:pPr>
                      <a:r>
                        <a:rPr lang="en-IN" sz="1000" b="0"/>
                        <a:t>Sovereign AI Infrastructure Initiative</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a:buNone/>
                      </a:pPr>
                      <a:r>
                        <a:rPr lang="en-IN" sz="950" i="0" kern="1200" dirty="0">
                          <a:solidFill>
                            <a:srgbClr val="5B6670"/>
                          </a:solidFill>
                          <a:latin typeface="+mn-lt"/>
                          <a:ea typeface="+mn-ea"/>
                          <a:cs typeface="+mn-cs"/>
                        </a:rPr>
                        <a:t>AESTR Sovereign AI Initiative (Jaipur)</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a:buNone/>
                      </a:pPr>
                      <a:r>
                        <a:rPr lang="en-IN" sz="1000" b="0" dirty="0"/>
                        <a:t>Establishes indigenous AI infrastructure and computing capabilities to support sovereign AI research and advanced scientific model development.</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265924037"/>
                  </a:ext>
                </a:extLst>
              </a:tr>
            </a:tbl>
          </a:graphicData>
        </a:graphic>
      </p:graphicFrame>
      <p:sp>
        <p:nvSpPr>
          <p:cNvPr id="31" name="Text 28">
            <a:extLst>
              <a:ext uri="{FF2B5EF4-FFF2-40B4-BE49-F238E27FC236}">
                <a16:creationId xmlns:a16="http://schemas.microsoft.com/office/drawing/2014/main" id="{FA93E274-BC24-CA93-F42D-48B6F7F59C52}"/>
              </a:ext>
            </a:extLst>
          </p:cNvPr>
          <p:cNvSpPr/>
          <p:nvPr/>
        </p:nvSpPr>
        <p:spPr>
          <a:xfrm>
            <a:off x="457200" y="4892040"/>
            <a:ext cx="5486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150" normalizeH="0" baseline="0" noProof="0">
                <a:ln>
                  <a:noFill/>
                </a:ln>
                <a:solidFill>
                  <a:srgbClr val="5B6670"/>
                </a:solidFill>
                <a:effectLst/>
                <a:uLnTx/>
                <a:uFillTx/>
                <a:latin typeface="Calibri" pitchFamily="34" charset="0"/>
                <a:ea typeface="Calibri" pitchFamily="34" charset="-122"/>
                <a:cs typeface="Calibri" pitchFamily="34" charset="-120"/>
              </a:rPr>
              <a:t>STRATEGIC PILLARS</a:t>
            </a:r>
            <a:endParaRPr kumimoji="0" lang="en-US" sz="105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2" name="Shape 29">
            <a:extLst>
              <a:ext uri="{FF2B5EF4-FFF2-40B4-BE49-F238E27FC236}">
                <a16:creationId xmlns:a16="http://schemas.microsoft.com/office/drawing/2014/main" id="{0AF610F9-2395-8392-B437-F674DF1AF932}"/>
              </a:ext>
            </a:extLst>
          </p:cNvPr>
          <p:cNvSpPr/>
          <p:nvPr/>
        </p:nvSpPr>
        <p:spPr>
          <a:xfrm>
            <a:off x="457200" y="5193792"/>
            <a:ext cx="11274552" cy="0"/>
          </a:xfrm>
          <a:prstGeom prst="line">
            <a:avLst/>
          </a:prstGeom>
          <a:noFill/>
          <a:ln w="9525">
            <a:solidFill>
              <a:srgbClr val="C7CCC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3" name="Shape 30">
            <a:extLst>
              <a:ext uri="{FF2B5EF4-FFF2-40B4-BE49-F238E27FC236}">
                <a16:creationId xmlns:a16="http://schemas.microsoft.com/office/drawing/2014/main" id="{E0087ACF-E81E-2DA3-D046-482131759EA0}"/>
              </a:ext>
            </a:extLst>
          </p:cNvPr>
          <p:cNvSpPr/>
          <p:nvPr/>
        </p:nvSpPr>
        <p:spPr>
          <a:xfrm>
            <a:off x="457200" y="5394960"/>
            <a:ext cx="457200" cy="457200"/>
          </a:xfrm>
          <a:prstGeom prst="ellipse">
            <a:avLst/>
          </a:prstGeom>
          <a:solidFill>
            <a:schemeClr val="bg1">
              <a:lumMod val="85000"/>
            </a:scheme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pic>
        <p:nvPicPr>
          <p:cNvPr id="34" name="Image 1" descr="preencoded.png">
            <a:extLst>
              <a:ext uri="{FF2B5EF4-FFF2-40B4-BE49-F238E27FC236}">
                <a16:creationId xmlns:a16="http://schemas.microsoft.com/office/drawing/2014/main" id="{5F7777F2-483A-27DA-7D7D-B64329A26610}"/>
              </a:ext>
            </a:extLst>
          </p:cNvPr>
          <p:cNvPicPr>
            <a:picLocks noChangeAspect="1"/>
          </p:cNvPicPr>
          <p:nvPr/>
        </p:nvPicPr>
        <p:blipFill>
          <a:blip r:embed="rId2"/>
          <a:stretch>
            <a:fillRect/>
          </a:stretch>
        </p:blipFill>
        <p:spPr>
          <a:xfrm>
            <a:off x="576072" y="5513832"/>
            <a:ext cx="219456" cy="219456"/>
          </a:xfrm>
          <a:prstGeom prst="rect">
            <a:avLst/>
          </a:prstGeom>
        </p:spPr>
      </p:pic>
      <p:sp>
        <p:nvSpPr>
          <p:cNvPr id="35" name="Text 31">
            <a:extLst>
              <a:ext uri="{FF2B5EF4-FFF2-40B4-BE49-F238E27FC236}">
                <a16:creationId xmlns:a16="http://schemas.microsoft.com/office/drawing/2014/main" id="{88B94197-36F8-AE23-D1CC-EF79F206945C}"/>
              </a:ext>
            </a:extLst>
          </p:cNvPr>
          <p:cNvSpPr/>
          <p:nvPr/>
        </p:nvSpPr>
        <p:spPr>
          <a:xfrm>
            <a:off x="1024128" y="5376672"/>
            <a:ext cx="3072384"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50" b="1" dirty="0">
                <a:solidFill>
                  <a:srgbClr val="1B4332"/>
                </a:solidFill>
                <a:latin typeface="Calibri" pitchFamily="34" charset="0"/>
                <a:ea typeface="Calibri" pitchFamily="34" charset="-122"/>
                <a:cs typeface="Calibri" pitchFamily="34" charset="-120"/>
              </a:rPr>
              <a:t>Sovereign </a:t>
            </a:r>
            <a:r>
              <a:rPr kumimoji="0" lang="en-US" sz="1150" b="1" i="0" u="none" strike="noStrike" kern="1200" cap="none" spc="0" normalizeH="0" baseline="0" noProof="0" dirty="0">
                <a:ln>
                  <a:noFill/>
                </a:ln>
                <a:solidFill>
                  <a:srgbClr val="1B4332"/>
                </a:solidFill>
                <a:effectLst/>
                <a:uLnTx/>
                <a:uFillTx/>
                <a:latin typeface="Calibri" pitchFamily="34" charset="0"/>
                <a:ea typeface="Calibri" pitchFamily="34" charset="-122"/>
                <a:cs typeface="Calibri" pitchFamily="34" charset="-120"/>
              </a:rPr>
              <a:t>AI for Science</a:t>
            </a:r>
            <a:endParaRPr kumimoji="0" lang="en-US" sz="115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36" name="Text 32">
            <a:extLst>
              <a:ext uri="{FF2B5EF4-FFF2-40B4-BE49-F238E27FC236}">
                <a16:creationId xmlns:a16="http://schemas.microsoft.com/office/drawing/2014/main" id="{F392C123-F65A-E416-5F78-AA16709FFCB4}"/>
              </a:ext>
            </a:extLst>
          </p:cNvPr>
          <p:cNvSpPr/>
          <p:nvPr/>
        </p:nvSpPr>
        <p:spPr>
          <a:xfrm>
            <a:off x="1024128" y="5650992"/>
            <a:ext cx="3072384" cy="6400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30" b="0" i="0" u="none" strike="noStrike" kern="1200" cap="none" spc="0" normalizeH="0" baseline="0" noProof="0" dirty="0">
                <a:ln>
                  <a:noFill/>
                </a:ln>
                <a:solidFill>
                  <a:srgbClr val="222A28"/>
                </a:solidFill>
                <a:effectLst/>
                <a:uLnTx/>
                <a:uFillTx/>
                <a:latin typeface="Calibri" pitchFamily="34" charset="0"/>
                <a:ea typeface="Calibri" pitchFamily="34" charset="-122"/>
                <a:cs typeface="Calibri" pitchFamily="34" charset="-120"/>
              </a:rPr>
              <a:t>Develops a 7B parameter model for material discovery and experimental workflows, an agentic AI platform for government use.</a:t>
            </a:r>
            <a:endParaRPr kumimoji="0" lang="en-US" sz="93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37" name="Shape 33">
            <a:extLst>
              <a:ext uri="{FF2B5EF4-FFF2-40B4-BE49-F238E27FC236}">
                <a16:creationId xmlns:a16="http://schemas.microsoft.com/office/drawing/2014/main" id="{917C11B8-B795-40BB-BA5B-1BE9DE5A426E}"/>
              </a:ext>
            </a:extLst>
          </p:cNvPr>
          <p:cNvSpPr/>
          <p:nvPr/>
        </p:nvSpPr>
        <p:spPr>
          <a:xfrm>
            <a:off x="4215384" y="5394960"/>
            <a:ext cx="457200" cy="457200"/>
          </a:xfrm>
          <a:prstGeom prst="ellipse">
            <a:avLst/>
          </a:prstGeom>
          <a:solidFill>
            <a:schemeClr val="bg1">
              <a:lumMod val="85000"/>
            </a:scheme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9" name="Text 34">
            <a:extLst>
              <a:ext uri="{FF2B5EF4-FFF2-40B4-BE49-F238E27FC236}">
                <a16:creationId xmlns:a16="http://schemas.microsoft.com/office/drawing/2014/main" id="{B0185667-5FE5-17E5-8270-328B21F667F9}"/>
              </a:ext>
            </a:extLst>
          </p:cNvPr>
          <p:cNvSpPr/>
          <p:nvPr/>
        </p:nvSpPr>
        <p:spPr>
          <a:xfrm>
            <a:off x="4782312" y="5376672"/>
            <a:ext cx="3072384"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B4332"/>
                </a:solidFill>
                <a:effectLst/>
                <a:uLnTx/>
                <a:uFillTx/>
                <a:latin typeface="Calibri" pitchFamily="34" charset="0"/>
                <a:ea typeface="Calibri" pitchFamily="34" charset="-122"/>
                <a:cs typeface="Calibri" pitchFamily="34" charset="-120"/>
              </a:rPr>
              <a:t>Foundation Models for Material Science and Manufacturing</a:t>
            </a:r>
            <a:endParaRPr kumimoji="0" lang="en-US" sz="115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40" name="Text 35">
            <a:extLst>
              <a:ext uri="{FF2B5EF4-FFF2-40B4-BE49-F238E27FC236}">
                <a16:creationId xmlns:a16="http://schemas.microsoft.com/office/drawing/2014/main" id="{28E0D7CD-A95D-0BFF-B23E-390DB6D49688}"/>
              </a:ext>
            </a:extLst>
          </p:cNvPr>
          <p:cNvSpPr/>
          <p:nvPr/>
        </p:nvSpPr>
        <p:spPr>
          <a:xfrm>
            <a:off x="4778180" y="5694307"/>
            <a:ext cx="3072384" cy="640079"/>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30" dirty="0">
                <a:solidFill>
                  <a:srgbClr val="222A28"/>
                </a:solidFill>
                <a:latin typeface="Calibri" pitchFamily="34" charset="0"/>
                <a:ea typeface="Calibri" pitchFamily="34" charset="-122"/>
                <a:cs typeface="Calibri" pitchFamily="34" charset="-120"/>
              </a:rPr>
              <a:t>Building the next material science foundational models offered as vertical SaaS on proprietary material manufacturing data. Building next catalysts, battery anodes, additive manufacturing feedstock, CO2 capture sorbets, etc.</a:t>
            </a:r>
            <a:endParaRPr kumimoji="0" lang="en-US" sz="93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41" name="Shape 36">
            <a:extLst>
              <a:ext uri="{FF2B5EF4-FFF2-40B4-BE49-F238E27FC236}">
                <a16:creationId xmlns:a16="http://schemas.microsoft.com/office/drawing/2014/main" id="{C9FF20D4-CF90-0546-C21E-39F950972EAB}"/>
              </a:ext>
            </a:extLst>
          </p:cNvPr>
          <p:cNvSpPr/>
          <p:nvPr/>
        </p:nvSpPr>
        <p:spPr>
          <a:xfrm>
            <a:off x="7973568" y="5394960"/>
            <a:ext cx="457200" cy="457200"/>
          </a:xfrm>
          <a:prstGeom prst="ellipse">
            <a:avLst/>
          </a:prstGeom>
          <a:solidFill>
            <a:schemeClr val="bg1">
              <a:lumMod val="85000"/>
            </a:scheme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3" name="Text 37">
            <a:extLst>
              <a:ext uri="{FF2B5EF4-FFF2-40B4-BE49-F238E27FC236}">
                <a16:creationId xmlns:a16="http://schemas.microsoft.com/office/drawing/2014/main" id="{EEE3C8AC-E6ED-B5F4-1200-A9C190BD3581}"/>
              </a:ext>
            </a:extLst>
          </p:cNvPr>
          <p:cNvSpPr/>
          <p:nvPr/>
        </p:nvSpPr>
        <p:spPr>
          <a:xfrm>
            <a:off x="8540496" y="5376672"/>
            <a:ext cx="3072384"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B4332"/>
                </a:solidFill>
                <a:effectLst/>
                <a:uLnTx/>
                <a:uFillTx/>
                <a:latin typeface="Calibri" pitchFamily="34" charset="0"/>
                <a:ea typeface="Calibri" pitchFamily="34" charset="-122"/>
                <a:cs typeface="Calibri" pitchFamily="34" charset="-120"/>
              </a:rPr>
              <a:t>Public-Private-Government Model</a:t>
            </a:r>
            <a:endParaRPr kumimoji="0" lang="en-US" sz="115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44" name="Text 38">
            <a:extLst>
              <a:ext uri="{FF2B5EF4-FFF2-40B4-BE49-F238E27FC236}">
                <a16:creationId xmlns:a16="http://schemas.microsoft.com/office/drawing/2014/main" id="{E15151EC-461D-ADCC-A84A-CB724586463A}"/>
              </a:ext>
            </a:extLst>
          </p:cNvPr>
          <p:cNvSpPr/>
          <p:nvPr/>
        </p:nvSpPr>
        <p:spPr>
          <a:xfrm>
            <a:off x="8540496" y="5650992"/>
            <a:ext cx="3072384"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30" b="0" i="0" u="none" strike="noStrike" kern="1200" cap="none" spc="0" normalizeH="0" baseline="0" noProof="0" dirty="0">
                <a:ln>
                  <a:noFill/>
                </a:ln>
                <a:solidFill>
                  <a:srgbClr val="222A28"/>
                </a:solidFill>
                <a:effectLst/>
                <a:uLnTx/>
                <a:uFillTx/>
                <a:latin typeface="Calibri" pitchFamily="34" charset="0"/>
                <a:ea typeface="Calibri" pitchFamily="34" charset="-122"/>
                <a:cs typeface="Calibri" pitchFamily="34" charset="-120"/>
              </a:rPr>
              <a:t>Has built partnerships with  private players like NVIDIA</a:t>
            </a:r>
            <a:r>
              <a:rPr lang="en-US" sz="930" dirty="0">
                <a:solidFill>
                  <a:srgbClr val="222A28"/>
                </a:solidFill>
                <a:latin typeface="Calibri" pitchFamily="34" charset="0"/>
                <a:ea typeface="Calibri" pitchFamily="34" charset="-122"/>
                <a:cs typeface="Calibri" pitchFamily="34" charset="-120"/>
              </a:rPr>
              <a:t> and </a:t>
            </a:r>
            <a:r>
              <a:rPr kumimoji="0" lang="en-US" sz="930" b="0" i="0" u="none" strike="noStrike" kern="1200" cap="none" spc="0" normalizeH="0" baseline="0" noProof="0" dirty="0">
                <a:ln>
                  <a:noFill/>
                </a:ln>
                <a:solidFill>
                  <a:srgbClr val="222A28"/>
                </a:solidFill>
                <a:effectLst/>
                <a:uLnTx/>
                <a:uFillTx/>
                <a:latin typeface="Calibri" pitchFamily="34" charset="0"/>
                <a:ea typeface="Calibri" pitchFamily="34" charset="-122"/>
                <a:cs typeface="Calibri" pitchFamily="34" charset="-120"/>
              </a:rPr>
              <a:t>AESTR, and </a:t>
            </a:r>
            <a:r>
              <a:rPr lang="en-US" sz="930" dirty="0">
                <a:solidFill>
                  <a:srgbClr val="222A28"/>
                </a:solidFill>
                <a:latin typeface="Calibri" pitchFamily="34" charset="0"/>
                <a:ea typeface="Calibri" pitchFamily="34" charset="-122"/>
                <a:cs typeface="Calibri" pitchFamily="34" charset="-120"/>
              </a:rPr>
              <a:t>public and govt institutions like </a:t>
            </a:r>
            <a:r>
              <a:rPr kumimoji="0" lang="en-US" sz="930" b="0" i="0" u="none" strike="noStrike" kern="1200" cap="none" spc="0" normalizeH="0" baseline="0" noProof="0" dirty="0">
                <a:ln>
                  <a:noFill/>
                </a:ln>
                <a:solidFill>
                  <a:srgbClr val="222A28"/>
                </a:solidFill>
                <a:effectLst/>
                <a:uLnTx/>
                <a:uFillTx/>
                <a:latin typeface="Calibri" pitchFamily="34" charset="0"/>
                <a:ea typeface="Calibri" pitchFamily="34" charset="-122"/>
                <a:cs typeface="Calibri" pitchFamily="34" charset="-120"/>
              </a:rPr>
              <a:t>DRDO and Ministry of </a:t>
            </a:r>
            <a:r>
              <a:rPr kumimoji="0" lang="en-US" sz="930" b="0" i="0" u="none" strike="noStrike" kern="1200" cap="none" spc="0" normalizeH="0" baseline="0" noProof="0" dirty="0" err="1">
                <a:ln>
                  <a:noFill/>
                </a:ln>
                <a:solidFill>
                  <a:srgbClr val="222A28"/>
                </a:solidFill>
                <a:effectLst/>
                <a:uLnTx/>
                <a:uFillTx/>
                <a:latin typeface="Calibri" pitchFamily="34" charset="0"/>
                <a:ea typeface="Calibri" pitchFamily="34" charset="-122"/>
                <a:cs typeface="Calibri" pitchFamily="34" charset="-120"/>
              </a:rPr>
              <a:t>Defence</a:t>
            </a:r>
            <a:endParaRPr kumimoji="0" lang="en-US" sz="93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pic>
        <p:nvPicPr>
          <p:cNvPr id="2" name="Image 2" descr="preencoded.png">
            <a:extLst>
              <a:ext uri="{FF2B5EF4-FFF2-40B4-BE49-F238E27FC236}">
                <a16:creationId xmlns:a16="http://schemas.microsoft.com/office/drawing/2014/main" id="{8BAF6652-07E8-F17D-9C27-4F557111ABAB}"/>
              </a:ext>
            </a:extLst>
          </p:cNvPr>
          <p:cNvPicPr>
            <a:picLocks noChangeAspect="1"/>
          </p:cNvPicPr>
          <p:nvPr/>
        </p:nvPicPr>
        <p:blipFill>
          <a:blip r:embed="rId3"/>
          <a:stretch>
            <a:fillRect/>
          </a:stretch>
        </p:blipFill>
        <p:spPr>
          <a:xfrm>
            <a:off x="4334256" y="5513832"/>
            <a:ext cx="219456" cy="219456"/>
          </a:xfrm>
          <a:prstGeom prst="rect">
            <a:avLst/>
          </a:prstGeom>
        </p:spPr>
      </p:pic>
      <p:pic>
        <p:nvPicPr>
          <p:cNvPr id="27" name="Image 2" descr="preencoded.png">
            <a:extLst>
              <a:ext uri="{FF2B5EF4-FFF2-40B4-BE49-F238E27FC236}">
                <a16:creationId xmlns:a16="http://schemas.microsoft.com/office/drawing/2014/main" id="{B8CCBF1B-147F-D36D-5581-A7D72D99857C}"/>
              </a:ext>
            </a:extLst>
          </p:cNvPr>
          <p:cNvPicPr>
            <a:picLocks noChangeAspect="1"/>
          </p:cNvPicPr>
          <p:nvPr/>
        </p:nvPicPr>
        <p:blipFill>
          <a:blip r:embed="rId4"/>
          <a:stretch>
            <a:fillRect/>
          </a:stretch>
        </p:blipFill>
        <p:spPr>
          <a:xfrm>
            <a:off x="8098536" y="5501640"/>
            <a:ext cx="219456" cy="219456"/>
          </a:xfrm>
          <a:prstGeom prst="rect">
            <a:avLst/>
          </a:prstGeom>
        </p:spPr>
      </p:pic>
      <p:sp>
        <p:nvSpPr>
          <p:cNvPr id="28" name="TextBox 27">
            <a:extLst>
              <a:ext uri="{FF2B5EF4-FFF2-40B4-BE49-F238E27FC236}">
                <a16:creationId xmlns:a16="http://schemas.microsoft.com/office/drawing/2014/main" id="{EC8D1F7C-8601-05E7-3929-8398C135F583}"/>
              </a:ext>
            </a:extLst>
          </p:cNvPr>
          <p:cNvSpPr txBox="1"/>
          <p:nvPr/>
        </p:nvSpPr>
        <p:spPr>
          <a:xfrm>
            <a:off x="9316455" y="1400804"/>
            <a:ext cx="6096000" cy="253916"/>
          </a:xfrm>
          <a:prstGeom prst="rect">
            <a:avLst/>
          </a:prstGeom>
          <a:noFill/>
        </p:spPr>
        <p:txBody>
          <a:bodyPr wrap="square">
            <a:spAutoFit/>
          </a:bodyPr>
          <a:lstStyle/>
          <a:p>
            <a:pPr>
              <a:defRPr/>
            </a:pPr>
            <a:r>
              <a:rPr lang="en-US" sz="1050" b="1" dirty="0">
                <a:solidFill>
                  <a:prstClr val="black"/>
                </a:solidFill>
                <a:latin typeface="Calibri" panose="020F0502020204030204" pitchFamily="34" charset="0"/>
                <a:ea typeface="Calibri" panose="020F0502020204030204" pitchFamily="34" charset="0"/>
                <a:cs typeface="Calibri" panose="020F0502020204030204" pitchFamily="34" charset="0"/>
              </a:rPr>
              <a:t>LSMs and Physical AI</a:t>
            </a:r>
          </a:p>
        </p:txBody>
      </p:sp>
    </p:spTree>
    <p:extLst>
      <p:ext uri="{BB962C8B-B14F-4D97-AF65-F5344CB8AC3E}">
        <p14:creationId xmlns:p14="http://schemas.microsoft.com/office/powerpoint/2010/main" val="11271673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E96C3-D81C-D255-857B-C30C90C9151A}"/>
            </a:ext>
          </a:extLst>
        </p:cNvPr>
        <p:cNvGrpSpPr/>
        <p:nvPr/>
      </p:nvGrpSpPr>
      <p:grpSpPr>
        <a:xfrm>
          <a:off x="0" y="0"/>
          <a:ext cx="0" cy="0"/>
          <a:chOff x="0" y="0"/>
          <a:chExt cx="0" cy="0"/>
        </a:xfrm>
      </p:grpSpPr>
      <p:sp>
        <p:nvSpPr>
          <p:cNvPr id="3" name="Text 3">
            <a:extLst>
              <a:ext uri="{FF2B5EF4-FFF2-40B4-BE49-F238E27FC236}">
                <a16:creationId xmlns:a16="http://schemas.microsoft.com/office/drawing/2014/main" id="{137A3DE1-1EEE-4BDE-9B79-F1C634929FAD}"/>
              </a:ext>
            </a:extLst>
          </p:cNvPr>
          <p:cNvSpPr/>
          <p:nvPr/>
        </p:nvSpPr>
        <p:spPr>
          <a:xfrm>
            <a:off x="495157" y="353683"/>
            <a:ext cx="10360152" cy="457200"/>
          </a:xfrm>
          <a:prstGeom prst="rect">
            <a:avLst/>
          </a:prstGeom>
          <a:noFill/>
          <a:ln/>
        </p:spPr>
        <p:txBody>
          <a:bodyPr wrap="square" lIns="0" tIns="0" rIns="0" bIns="0" rtlCol="0" anchor="ctr"/>
          <a:lstStyle/>
          <a:p>
            <a:r>
              <a:rPr lang="en-US" sz="2200" b="1" dirty="0">
                <a:latin typeface="Cambria"/>
                <a:ea typeface="Cambria"/>
              </a:rPr>
              <a:t>IBM – Work with Indian Government </a:t>
            </a:r>
            <a:endParaRPr lang="en-US" sz="2200" dirty="0"/>
          </a:p>
        </p:txBody>
      </p:sp>
      <p:cxnSp>
        <p:nvCxnSpPr>
          <p:cNvPr id="4" name="Google Shape;17933;p2451">
            <a:extLst>
              <a:ext uri="{FF2B5EF4-FFF2-40B4-BE49-F238E27FC236}">
                <a16:creationId xmlns:a16="http://schemas.microsoft.com/office/drawing/2014/main" id="{0F80B9DE-845C-11DA-AE2B-EBF300748CC9}"/>
              </a:ext>
            </a:extLst>
          </p:cNvPr>
          <p:cNvCxnSpPr>
            <a:cxnSpLocks/>
          </p:cNvCxnSpPr>
          <p:nvPr/>
        </p:nvCxnSpPr>
        <p:spPr>
          <a:xfrm>
            <a:off x="2585348" y="1422421"/>
            <a:ext cx="8575442" cy="1"/>
          </a:xfrm>
          <a:prstGeom prst="straightConnector1">
            <a:avLst/>
          </a:prstGeom>
          <a:noFill/>
          <a:ln w="152400" cap="flat" cmpd="sng">
            <a:solidFill>
              <a:srgbClr val="999999"/>
            </a:solidFill>
            <a:prstDash val="solid"/>
            <a:round/>
            <a:headEnd type="none" w="med" len="med"/>
            <a:tailEnd type="none" w="med" len="med"/>
          </a:ln>
        </p:spPr>
      </p:cxnSp>
      <p:grpSp>
        <p:nvGrpSpPr>
          <p:cNvPr id="5" name="Google Shape;17935;p2451">
            <a:extLst>
              <a:ext uri="{FF2B5EF4-FFF2-40B4-BE49-F238E27FC236}">
                <a16:creationId xmlns:a16="http://schemas.microsoft.com/office/drawing/2014/main" id="{DED2B9C8-2A5D-B0CA-E2C3-4A6A7F9AEF8E}"/>
              </a:ext>
            </a:extLst>
          </p:cNvPr>
          <p:cNvGrpSpPr/>
          <p:nvPr/>
        </p:nvGrpSpPr>
        <p:grpSpPr>
          <a:xfrm>
            <a:off x="1260407" y="1159460"/>
            <a:ext cx="2552029" cy="613689"/>
            <a:chOff x="442912" y="1828799"/>
            <a:chExt cx="1995600" cy="1872900"/>
          </a:xfrm>
          <a:solidFill>
            <a:schemeClr val="accent3">
              <a:lumMod val="75000"/>
            </a:schemeClr>
          </a:solidFill>
        </p:grpSpPr>
        <p:sp>
          <p:nvSpPr>
            <p:cNvPr id="6" name="Google Shape;17936;p2451">
              <a:extLst>
                <a:ext uri="{FF2B5EF4-FFF2-40B4-BE49-F238E27FC236}">
                  <a16:creationId xmlns:a16="http://schemas.microsoft.com/office/drawing/2014/main" id="{646AF449-4E79-6524-CE65-D9C48403F8AD}"/>
                </a:ext>
              </a:extLst>
            </p:cNvPr>
            <p:cNvSpPr/>
            <p:nvPr/>
          </p:nvSpPr>
          <p:spPr>
            <a:xfrm>
              <a:off x="442912" y="1828799"/>
              <a:ext cx="1995600" cy="1872900"/>
            </a:xfrm>
            <a:prstGeom prst="rect">
              <a:avLst/>
            </a:prstGeom>
            <a:grpFill/>
            <a:ln>
              <a:noFill/>
            </a:ln>
          </p:spPr>
          <p:txBody>
            <a:bodyPr spcFirstLastPara="1" wrap="square" lIns="0" tIns="0" rIns="0" bIns="0" anchor="ctr" anchorCtr="0">
              <a:noAutofit/>
            </a:bodyPr>
            <a:lstStyle/>
            <a:p>
              <a:pPr algn="ctr"/>
              <a:endParaRPr sz="1050">
                <a:solidFill>
                  <a:schemeClr val="lt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7" name="Google Shape;17937;p2451">
              <a:extLst>
                <a:ext uri="{FF2B5EF4-FFF2-40B4-BE49-F238E27FC236}">
                  <a16:creationId xmlns:a16="http://schemas.microsoft.com/office/drawing/2014/main" id="{0172CA5F-AE0B-B4AF-76C6-375142E4E5D6}"/>
                </a:ext>
              </a:extLst>
            </p:cNvPr>
            <p:cNvSpPr txBox="1"/>
            <p:nvPr/>
          </p:nvSpPr>
          <p:spPr>
            <a:xfrm>
              <a:off x="626850" y="2011695"/>
              <a:ext cx="1627500" cy="1508700"/>
            </a:xfrm>
            <a:prstGeom prst="rect">
              <a:avLst/>
            </a:prstGeom>
            <a:grpFill/>
            <a:ln>
              <a:noFill/>
            </a:ln>
          </p:spPr>
          <p:txBody>
            <a:bodyPr spcFirstLastPara="1" wrap="square" lIns="0" tIns="0" rIns="0" bIns="0" anchor="t" anchorCtr="0">
              <a:noAutofit/>
            </a:bodyPr>
            <a:lstStyle/>
            <a:p>
              <a:pPr>
                <a:lnSpc>
                  <a:spcPct val="85000"/>
                </a:lnSpc>
              </a:pPr>
              <a:r>
                <a:rPr lang="en-GB" sz="1600" b="1" dirty="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rPr>
                <a:t>1</a:t>
              </a:r>
              <a:endParaRPr sz="1600" b="1" dirty="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a:p>
              <a:r>
                <a:rPr lang="en-US" sz="1050" b="1" dirty="0">
                  <a:solidFill>
                    <a:schemeClr val="bg1"/>
                  </a:solidFill>
                  <a:latin typeface="Calibri" pitchFamily="34" charset="0"/>
                  <a:ea typeface="Calibri" pitchFamily="34" charset="-122"/>
                  <a:cs typeface="Calibri" pitchFamily="34" charset="-120"/>
                </a:rPr>
                <a:t>India AI Mission Partnership</a:t>
              </a:r>
              <a:endParaRPr lang="en-US" sz="1050" dirty="0">
                <a:solidFill>
                  <a:schemeClr val="bg1"/>
                </a:solidFill>
              </a:endParaRPr>
            </a:p>
          </p:txBody>
        </p:sp>
      </p:grpSp>
      <p:grpSp>
        <p:nvGrpSpPr>
          <p:cNvPr id="8" name="Google Shape;17941;p2451">
            <a:extLst>
              <a:ext uri="{FF2B5EF4-FFF2-40B4-BE49-F238E27FC236}">
                <a16:creationId xmlns:a16="http://schemas.microsoft.com/office/drawing/2014/main" id="{F9085B49-3D28-BA4F-F9C3-D2CF0E4AF564}"/>
              </a:ext>
            </a:extLst>
          </p:cNvPr>
          <p:cNvGrpSpPr/>
          <p:nvPr/>
        </p:nvGrpSpPr>
        <p:grpSpPr>
          <a:xfrm>
            <a:off x="6523522" y="1159460"/>
            <a:ext cx="2552029" cy="613689"/>
            <a:chOff x="442912" y="1828799"/>
            <a:chExt cx="1995600" cy="1872900"/>
          </a:xfrm>
          <a:solidFill>
            <a:srgbClr val="92D050"/>
          </a:solidFill>
        </p:grpSpPr>
        <p:sp>
          <p:nvSpPr>
            <p:cNvPr id="9" name="Google Shape;17942;p2451">
              <a:extLst>
                <a:ext uri="{FF2B5EF4-FFF2-40B4-BE49-F238E27FC236}">
                  <a16:creationId xmlns:a16="http://schemas.microsoft.com/office/drawing/2014/main" id="{33E3B18D-0B37-80EB-EE01-D376CFCF2794}"/>
                </a:ext>
              </a:extLst>
            </p:cNvPr>
            <p:cNvSpPr/>
            <p:nvPr/>
          </p:nvSpPr>
          <p:spPr>
            <a:xfrm>
              <a:off x="442912" y="1828799"/>
              <a:ext cx="1995600" cy="1872900"/>
            </a:xfrm>
            <a:prstGeom prst="rect">
              <a:avLst/>
            </a:prstGeom>
            <a:grpFill/>
            <a:ln>
              <a:noFill/>
            </a:ln>
          </p:spPr>
          <p:txBody>
            <a:bodyPr spcFirstLastPara="1" wrap="square" lIns="0" tIns="0" rIns="0" bIns="0" anchor="ctr" anchorCtr="0">
              <a:noAutofit/>
            </a:bodyPr>
            <a:lstStyle/>
            <a:p>
              <a:pPr algn="ctr"/>
              <a:endParaRPr sz="105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p:txBody>
        </p:sp>
        <p:sp>
          <p:nvSpPr>
            <p:cNvPr id="10" name="Google Shape;17943;p2451">
              <a:extLst>
                <a:ext uri="{FF2B5EF4-FFF2-40B4-BE49-F238E27FC236}">
                  <a16:creationId xmlns:a16="http://schemas.microsoft.com/office/drawing/2014/main" id="{5A73E5B3-5214-3D14-4CCF-1C315A8BE9BE}"/>
                </a:ext>
              </a:extLst>
            </p:cNvPr>
            <p:cNvSpPr txBox="1"/>
            <p:nvPr/>
          </p:nvSpPr>
          <p:spPr>
            <a:xfrm>
              <a:off x="626835" y="2011693"/>
              <a:ext cx="1627500" cy="1322100"/>
            </a:xfrm>
            <a:prstGeom prst="rect">
              <a:avLst/>
            </a:prstGeom>
            <a:grpFill/>
            <a:ln>
              <a:noFill/>
            </a:ln>
          </p:spPr>
          <p:txBody>
            <a:bodyPr spcFirstLastPara="1" wrap="square" lIns="0" tIns="0" rIns="0" bIns="0" anchor="t" anchorCtr="0">
              <a:noAutofit/>
            </a:bodyPr>
            <a:lstStyle/>
            <a:p>
              <a:pPr>
                <a:lnSpc>
                  <a:spcPct val="85000"/>
                </a:lnSpc>
              </a:pPr>
              <a:r>
                <a:rPr lang="en-GB" sz="1600" b="1" dirty="0">
                  <a:latin typeface="Calibri" panose="020F0502020204030204" pitchFamily="34" charset="0"/>
                  <a:ea typeface="Calibri" panose="020F0502020204030204" pitchFamily="34" charset="0"/>
                  <a:cs typeface="Calibri" panose="020F0502020204030204" pitchFamily="34" charset="0"/>
                  <a:sym typeface="Helvetica Neue"/>
                </a:rPr>
                <a:t>3</a:t>
              </a:r>
              <a:endParaRPr sz="1600" b="1" dirty="0">
                <a:latin typeface="Calibri" panose="020F0502020204030204" pitchFamily="34" charset="0"/>
                <a:ea typeface="Calibri" panose="020F0502020204030204" pitchFamily="34" charset="0"/>
                <a:cs typeface="Calibri" panose="020F0502020204030204" pitchFamily="34" charset="0"/>
                <a:sym typeface="Helvetica Neue"/>
              </a:endParaRPr>
            </a:p>
            <a:p>
              <a:r>
                <a:rPr lang="en-US" sz="1050" b="1" dirty="0">
                  <a:solidFill>
                    <a:srgbClr val="1B4332"/>
                  </a:solidFill>
                  <a:latin typeface="Calibri" pitchFamily="34" charset="0"/>
                  <a:ea typeface="Calibri" pitchFamily="34" charset="-122"/>
                  <a:cs typeface="Calibri" pitchFamily="34" charset="-120"/>
                </a:rPr>
                <a:t>Sovereign AI &amp; Digital Governance)</a:t>
              </a:r>
              <a:endParaRPr lang="en-US" sz="1050" dirty="0"/>
            </a:p>
          </p:txBody>
        </p:sp>
      </p:grpSp>
      <p:grpSp>
        <p:nvGrpSpPr>
          <p:cNvPr id="11" name="Google Shape;17945;p2451">
            <a:extLst>
              <a:ext uri="{FF2B5EF4-FFF2-40B4-BE49-F238E27FC236}">
                <a16:creationId xmlns:a16="http://schemas.microsoft.com/office/drawing/2014/main" id="{CA8A8E40-79A4-481A-1B5D-D0CF1CF834CF}"/>
              </a:ext>
            </a:extLst>
          </p:cNvPr>
          <p:cNvGrpSpPr/>
          <p:nvPr/>
        </p:nvGrpSpPr>
        <p:grpSpPr>
          <a:xfrm>
            <a:off x="9128437" y="1159462"/>
            <a:ext cx="2552029" cy="613689"/>
            <a:chOff x="442912" y="1828800"/>
            <a:chExt cx="1995600" cy="1872900"/>
          </a:xfrm>
          <a:solidFill>
            <a:schemeClr val="accent6">
              <a:lumMod val="20000"/>
              <a:lumOff val="80000"/>
            </a:schemeClr>
          </a:solidFill>
        </p:grpSpPr>
        <p:sp>
          <p:nvSpPr>
            <p:cNvPr id="12" name="Google Shape;17946;p2451">
              <a:extLst>
                <a:ext uri="{FF2B5EF4-FFF2-40B4-BE49-F238E27FC236}">
                  <a16:creationId xmlns:a16="http://schemas.microsoft.com/office/drawing/2014/main" id="{FA0F2A64-8A0E-45BA-A997-96F403DE0C54}"/>
                </a:ext>
              </a:extLst>
            </p:cNvPr>
            <p:cNvSpPr/>
            <p:nvPr/>
          </p:nvSpPr>
          <p:spPr>
            <a:xfrm>
              <a:off x="442912" y="1828800"/>
              <a:ext cx="1995600" cy="1872900"/>
            </a:xfrm>
            <a:prstGeom prst="rect">
              <a:avLst/>
            </a:prstGeom>
            <a:grpFill/>
            <a:ln>
              <a:noFill/>
            </a:ln>
          </p:spPr>
          <p:txBody>
            <a:bodyPr spcFirstLastPara="1" wrap="square" lIns="0" tIns="0" rIns="0" bIns="0" anchor="ctr" anchorCtr="0">
              <a:noAutofit/>
            </a:bodyPr>
            <a:lstStyle/>
            <a:p>
              <a:endParaRPr sz="105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p:txBody>
        </p:sp>
        <p:sp>
          <p:nvSpPr>
            <p:cNvPr id="13" name="Google Shape;17947;p2451">
              <a:extLst>
                <a:ext uri="{FF2B5EF4-FFF2-40B4-BE49-F238E27FC236}">
                  <a16:creationId xmlns:a16="http://schemas.microsoft.com/office/drawing/2014/main" id="{FE0219A4-24DB-94B5-E1BD-C440BF065B77}"/>
                </a:ext>
              </a:extLst>
            </p:cNvPr>
            <p:cNvSpPr txBox="1"/>
            <p:nvPr/>
          </p:nvSpPr>
          <p:spPr>
            <a:xfrm>
              <a:off x="626839" y="2011681"/>
              <a:ext cx="1719459" cy="704030"/>
            </a:xfrm>
            <a:prstGeom prst="rect">
              <a:avLst/>
            </a:prstGeom>
            <a:grpFill/>
            <a:ln>
              <a:noFill/>
            </a:ln>
          </p:spPr>
          <p:txBody>
            <a:bodyPr spcFirstLastPara="1" wrap="square" lIns="0" tIns="0" rIns="0" bIns="0" anchor="t" anchorCtr="0">
              <a:noAutofit/>
            </a:bodyPr>
            <a:lstStyle/>
            <a:p>
              <a:pPr>
                <a:lnSpc>
                  <a:spcPct val="85000"/>
                </a:lnSpc>
              </a:pPr>
              <a:r>
                <a:rPr lang="en-GB" sz="1600" b="1" dirty="0">
                  <a:latin typeface="Calibri" panose="020F0502020204030204" pitchFamily="34" charset="0"/>
                  <a:ea typeface="Calibri" panose="020F0502020204030204" pitchFamily="34" charset="0"/>
                  <a:cs typeface="Calibri" panose="020F0502020204030204" pitchFamily="34" charset="0"/>
                  <a:sym typeface="Helvetica Neue"/>
                </a:rPr>
                <a:t>4</a:t>
              </a:r>
              <a:endParaRPr sz="1600" b="1" dirty="0">
                <a:latin typeface="Calibri" panose="020F0502020204030204" pitchFamily="34" charset="0"/>
                <a:ea typeface="Calibri" panose="020F0502020204030204" pitchFamily="34" charset="0"/>
                <a:cs typeface="Calibri" panose="020F0502020204030204" pitchFamily="34" charset="0"/>
                <a:sym typeface="Helvetica Neue"/>
              </a:endParaRPr>
            </a:p>
            <a:p>
              <a:r>
                <a:rPr lang="en-US" sz="1050" b="1" dirty="0">
                  <a:solidFill>
                    <a:srgbClr val="1B4332"/>
                  </a:solidFill>
                  <a:latin typeface="Calibri" pitchFamily="34" charset="0"/>
                  <a:ea typeface="Calibri" pitchFamily="34" charset="-122"/>
                  <a:cs typeface="Calibri" pitchFamily="34" charset="-120"/>
                </a:rPr>
                <a:t>National AI &amp; Quantum Skilling</a:t>
              </a:r>
              <a:endParaRPr lang="en-US" sz="1050" dirty="0"/>
            </a:p>
          </p:txBody>
        </p:sp>
      </p:grpSp>
      <p:grpSp>
        <p:nvGrpSpPr>
          <p:cNvPr id="14" name="Google Shape;17954;p2451">
            <a:extLst>
              <a:ext uri="{FF2B5EF4-FFF2-40B4-BE49-F238E27FC236}">
                <a16:creationId xmlns:a16="http://schemas.microsoft.com/office/drawing/2014/main" id="{163EECD6-5B95-BF53-625F-5AC0C11738C3}"/>
              </a:ext>
            </a:extLst>
          </p:cNvPr>
          <p:cNvGrpSpPr/>
          <p:nvPr/>
        </p:nvGrpSpPr>
        <p:grpSpPr>
          <a:xfrm>
            <a:off x="3926394" y="1163693"/>
            <a:ext cx="2552029" cy="613689"/>
            <a:chOff x="442912" y="1828800"/>
            <a:chExt cx="1995600" cy="1872900"/>
          </a:xfrm>
          <a:solidFill>
            <a:schemeClr val="accent6"/>
          </a:solidFill>
        </p:grpSpPr>
        <p:sp>
          <p:nvSpPr>
            <p:cNvPr id="15" name="Google Shape;17955;p2451">
              <a:extLst>
                <a:ext uri="{FF2B5EF4-FFF2-40B4-BE49-F238E27FC236}">
                  <a16:creationId xmlns:a16="http://schemas.microsoft.com/office/drawing/2014/main" id="{99229F62-4520-0195-DD12-D5108F9A86E4}"/>
                </a:ext>
              </a:extLst>
            </p:cNvPr>
            <p:cNvSpPr/>
            <p:nvPr/>
          </p:nvSpPr>
          <p:spPr>
            <a:xfrm>
              <a:off x="442912" y="1828800"/>
              <a:ext cx="1995600" cy="1872900"/>
            </a:xfrm>
            <a:prstGeom prst="rect">
              <a:avLst/>
            </a:prstGeom>
            <a:grpFill/>
            <a:ln>
              <a:noFill/>
            </a:ln>
          </p:spPr>
          <p:txBody>
            <a:bodyPr spcFirstLastPara="1" wrap="square" lIns="0" tIns="0" rIns="0" bIns="0" anchor="ctr" anchorCtr="0">
              <a:noAutofit/>
            </a:bodyPr>
            <a:lstStyle/>
            <a:p>
              <a:pPr algn="ctr"/>
              <a:endParaRPr sz="105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p:txBody>
        </p:sp>
        <p:sp>
          <p:nvSpPr>
            <p:cNvPr id="16" name="Google Shape;17956;p2451">
              <a:extLst>
                <a:ext uri="{FF2B5EF4-FFF2-40B4-BE49-F238E27FC236}">
                  <a16:creationId xmlns:a16="http://schemas.microsoft.com/office/drawing/2014/main" id="{F1C656A7-DE07-842F-935B-8727CFAE10A2}"/>
                </a:ext>
              </a:extLst>
            </p:cNvPr>
            <p:cNvSpPr txBox="1"/>
            <p:nvPr/>
          </p:nvSpPr>
          <p:spPr>
            <a:xfrm>
              <a:off x="626839" y="2011679"/>
              <a:ext cx="1627500" cy="687300"/>
            </a:xfrm>
            <a:prstGeom prst="rect">
              <a:avLst/>
            </a:prstGeom>
            <a:grpFill/>
            <a:ln>
              <a:noFill/>
            </a:ln>
          </p:spPr>
          <p:txBody>
            <a:bodyPr spcFirstLastPara="1" wrap="square" lIns="0" tIns="0" rIns="0" bIns="0" anchor="t" anchorCtr="0">
              <a:noAutofit/>
            </a:bodyPr>
            <a:lstStyle/>
            <a:p>
              <a:pPr>
                <a:lnSpc>
                  <a:spcPct val="85000"/>
                </a:lnSpc>
              </a:pPr>
              <a:r>
                <a:rPr lang="en-GB" sz="1400" b="1" dirty="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rPr>
                <a:t>2</a:t>
              </a:r>
              <a:endParaRPr sz="1400" b="1" dirty="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a:p>
              <a:r>
                <a:rPr lang="en-US" sz="1050" b="1" dirty="0">
                  <a:solidFill>
                    <a:srgbClr val="1B4332"/>
                  </a:solidFill>
                  <a:latin typeface="Calibri" pitchFamily="34" charset="0"/>
                  <a:ea typeface="Calibri" pitchFamily="34" charset="-122"/>
                  <a:cs typeface="Calibri" pitchFamily="34" charset="-120"/>
                </a:rPr>
                <a:t>Quantum Computing </a:t>
              </a:r>
              <a:endParaRPr lang="en-US" sz="1050" dirty="0"/>
            </a:p>
          </p:txBody>
        </p:sp>
      </p:grpSp>
      <p:sp>
        <p:nvSpPr>
          <p:cNvPr id="17" name="Google Shape;17940;p2451">
            <a:extLst>
              <a:ext uri="{FF2B5EF4-FFF2-40B4-BE49-F238E27FC236}">
                <a16:creationId xmlns:a16="http://schemas.microsoft.com/office/drawing/2014/main" id="{9BA3E667-62E4-A8F2-FAC8-9FC70CF34264}"/>
              </a:ext>
            </a:extLst>
          </p:cNvPr>
          <p:cNvSpPr txBox="1">
            <a:spLocks/>
          </p:cNvSpPr>
          <p:nvPr/>
        </p:nvSpPr>
        <p:spPr>
          <a:xfrm>
            <a:off x="1260404" y="1685330"/>
            <a:ext cx="2552032" cy="970936"/>
          </a:xfrm>
          <a:prstGeom prst="rect">
            <a:avLst/>
          </a:prstGeom>
          <a:solidFill>
            <a:schemeClr val="bg1"/>
          </a:solidFill>
          <a:ln w="3175">
            <a:solidFill>
              <a:schemeClr val="bg1">
                <a:lumMod val="95000"/>
              </a:schemeClr>
            </a:solidFill>
          </a:ln>
        </p:spPr>
        <p:txBody>
          <a:bodyPr spcFirstLastPara="1" vert="horz" wrap="square" lIns="0" tIns="0" rIns="0" bIns="0" rtlCol="0" anchor="ctr" anchorCtr="0">
            <a:noAutofit/>
          </a:bodyPr>
          <a:lstStyle>
            <a:lvl1pPr marL="342900" lvl="0" indent="-238125" algn="l" defTabSz="914400" rtl="0" eaLnBrk="1" latinLnBrk="0" hangingPunct="1">
              <a:lnSpc>
                <a:spcPct val="100000"/>
              </a:lnSpc>
              <a:spcBef>
                <a:spcPts val="0"/>
              </a:spcBef>
              <a:spcAft>
                <a:spcPts val="0"/>
              </a:spcAft>
              <a:buClr>
                <a:schemeClr val="dk1"/>
              </a:buClr>
              <a:buSzPts val="1400"/>
              <a:buFont typeface="Arial" pitchFamily="34" charset="0"/>
              <a:buChar char="•"/>
              <a:defRPr sz="1050" kern="1200">
                <a:solidFill>
                  <a:schemeClr val="accent1"/>
                </a:solidFill>
                <a:latin typeface="+mn-lt"/>
                <a:ea typeface="+mn-ea"/>
                <a:cs typeface="+mn-cs"/>
              </a:defRPr>
            </a:lvl1pPr>
            <a:lvl2pPr marL="685800" lvl="1"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2pPr>
            <a:lvl3pPr marL="1028700" lvl="2"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3pPr>
            <a:lvl4pPr marL="1371600" lvl="3"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4pPr>
            <a:lvl5pPr marL="1714500" lvl="4"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5pPr>
            <a:lvl6pPr marL="2057400" lvl="5"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6pPr>
            <a:lvl7pPr marL="2400300" lvl="6"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7pPr>
            <a:lvl8pPr marL="2743200" lvl="7"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8pPr>
            <a:lvl9pPr marL="3086100" lvl="8" indent="-238125" algn="l" defTabSz="914400" rtl="0" eaLnBrk="1" latinLnBrk="0" hangingPunct="1">
              <a:lnSpc>
                <a:spcPct val="100000"/>
              </a:lnSpc>
              <a:spcBef>
                <a:spcPts val="450"/>
              </a:spcBef>
              <a:spcAft>
                <a:spcPts val="450"/>
              </a:spcAft>
              <a:buClr>
                <a:schemeClr val="dk1"/>
              </a:buClr>
              <a:buSzPts val="1400"/>
              <a:buFont typeface="Arial" pitchFamily="34" charset="0"/>
              <a:buChar char="•"/>
              <a:defRPr sz="1050" kern="1200">
                <a:solidFill>
                  <a:schemeClr val="tx1"/>
                </a:solidFill>
                <a:latin typeface="+mn-lt"/>
                <a:ea typeface="+mn-ea"/>
                <a:cs typeface="+mn-cs"/>
              </a:defRPr>
            </a:lvl9pPr>
          </a:lstStyle>
          <a:p>
            <a:pPr marL="0" indent="0">
              <a:buNone/>
            </a:pPr>
            <a:r>
              <a:rPr lang="en-US" dirty="0">
                <a:solidFill>
                  <a:srgbClr val="1F2937"/>
                </a:solidFill>
                <a:latin typeface="Calibri" pitchFamily="34" charset="0"/>
                <a:ea typeface="Calibri" pitchFamily="34" charset="-122"/>
                <a:cs typeface="Calibri" pitchFamily="34" charset="-120"/>
              </a:rPr>
              <a:t>IBM is actively partnering with the Indian Government and the </a:t>
            </a:r>
            <a:r>
              <a:rPr lang="en-US" dirty="0" err="1">
                <a:solidFill>
                  <a:srgbClr val="1F2937"/>
                </a:solidFill>
                <a:latin typeface="Calibri" pitchFamily="34" charset="0"/>
                <a:ea typeface="Calibri" pitchFamily="34" charset="-122"/>
                <a:cs typeface="Calibri" pitchFamily="34" charset="-120"/>
              </a:rPr>
              <a:t>IndiaAI</a:t>
            </a:r>
            <a:r>
              <a:rPr lang="en-US" dirty="0">
                <a:solidFill>
                  <a:srgbClr val="1F2937"/>
                </a:solidFill>
                <a:latin typeface="Calibri" pitchFamily="34" charset="0"/>
                <a:ea typeface="Calibri" pitchFamily="34" charset="-122"/>
                <a:cs typeface="Calibri" pitchFamily="34" charset="-120"/>
              </a:rPr>
              <a:t> Mission by focusing on sovereign AI development, digital governance, and national skilling initiatives</a:t>
            </a:r>
            <a:endParaRPr lang="en-US" dirty="0"/>
          </a:p>
        </p:txBody>
      </p:sp>
      <p:grpSp>
        <p:nvGrpSpPr>
          <p:cNvPr id="21" name="Google Shape;17935;p2451">
            <a:extLst>
              <a:ext uri="{FF2B5EF4-FFF2-40B4-BE49-F238E27FC236}">
                <a16:creationId xmlns:a16="http://schemas.microsoft.com/office/drawing/2014/main" id="{971522EE-3492-3E92-6AEB-E2DF1D61E435}"/>
              </a:ext>
            </a:extLst>
          </p:cNvPr>
          <p:cNvGrpSpPr/>
          <p:nvPr/>
        </p:nvGrpSpPr>
        <p:grpSpPr>
          <a:xfrm rot="16200000">
            <a:off x="41944" y="1689488"/>
            <a:ext cx="1513370" cy="461777"/>
            <a:chOff x="442912" y="1828799"/>
            <a:chExt cx="1995600" cy="1872900"/>
          </a:xfrm>
          <a:solidFill>
            <a:schemeClr val="bg1">
              <a:lumMod val="65000"/>
            </a:schemeClr>
          </a:solidFill>
        </p:grpSpPr>
        <p:sp>
          <p:nvSpPr>
            <p:cNvPr id="22" name="Google Shape;17936;p2451">
              <a:extLst>
                <a:ext uri="{FF2B5EF4-FFF2-40B4-BE49-F238E27FC236}">
                  <a16:creationId xmlns:a16="http://schemas.microsoft.com/office/drawing/2014/main" id="{89C031AD-8B2D-31BB-7FD5-2C0B882DED3C}"/>
                </a:ext>
              </a:extLst>
            </p:cNvPr>
            <p:cNvSpPr/>
            <p:nvPr/>
          </p:nvSpPr>
          <p:spPr>
            <a:xfrm>
              <a:off x="442912" y="1828799"/>
              <a:ext cx="1995600" cy="1872900"/>
            </a:xfrm>
            <a:prstGeom prst="rect">
              <a:avLst/>
            </a:prstGeom>
            <a:grpFill/>
            <a:ln>
              <a:noFill/>
            </a:ln>
          </p:spPr>
          <p:txBody>
            <a:bodyPr spcFirstLastPara="1" wrap="square" lIns="0" tIns="0" rIns="0" bIns="0" anchor="ctr" anchorCtr="0">
              <a:noAutofit/>
            </a:bodyPr>
            <a:lstStyle/>
            <a:p>
              <a:pPr algn="ctr"/>
              <a:endParaRPr sz="1000">
                <a:solidFill>
                  <a:schemeClr val="lt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23" name="Google Shape;17937;p2451">
              <a:extLst>
                <a:ext uri="{FF2B5EF4-FFF2-40B4-BE49-F238E27FC236}">
                  <a16:creationId xmlns:a16="http://schemas.microsoft.com/office/drawing/2014/main" id="{9D02F24B-189A-43CE-41C8-430614CA7D50}"/>
                </a:ext>
              </a:extLst>
            </p:cNvPr>
            <p:cNvSpPr txBox="1"/>
            <p:nvPr/>
          </p:nvSpPr>
          <p:spPr>
            <a:xfrm>
              <a:off x="620169" y="2011699"/>
              <a:ext cx="1634183" cy="1508701"/>
            </a:xfrm>
            <a:prstGeom prst="rect">
              <a:avLst/>
            </a:prstGeom>
            <a:grpFill/>
            <a:ln>
              <a:noFill/>
            </a:ln>
          </p:spPr>
          <p:txBody>
            <a:bodyPr spcFirstLastPara="1" wrap="square" lIns="0" tIns="0" rIns="0" bIns="0" anchor="ctr" anchorCtr="0">
              <a:noAutofit/>
            </a:bodyPr>
            <a:lstStyle/>
            <a:p>
              <a:pPr algn="ctr">
                <a:lnSpc>
                  <a:spcPct val="85000"/>
                </a:lnSpc>
              </a:pPr>
              <a:r>
                <a:rPr lang="en-US" sz="100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rPr>
                <a:t>Collaboration Activities</a:t>
              </a:r>
              <a:endParaRPr sz="100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p:txBody>
        </p:sp>
      </p:grpSp>
      <p:sp>
        <p:nvSpPr>
          <p:cNvPr id="24" name="Google Shape;17940;p2451">
            <a:extLst>
              <a:ext uri="{FF2B5EF4-FFF2-40B4-BE49-F238E27FC236}">
                <a16:creationId xmlns:a16="http://schemas.microsoft.com/office/drawing/2014/main" id="{F5F737B1-C1E8-39C0-C04C-B52EF043FF4B}"/>
              </a:ext>
            </a:extLst>
          </p:cNvPr>
          <p:cNvSpPr txBox="1">
            <a:spLocks/>
          </p:cNvSpPr>
          <p:nvPr/>
        </p:nvSpPr>
        <p:spPr>
          <a:xfrm>
            <a:off x="3934074" y="1701967"/>
            <a:ext cx="2540971" cy="957935"/>
          </a:xfrm>
          <a:prstGeom prst="rect">
            <a:avLst/>
          </a:prstGeom>
          <a:solidFill>
            <a:schemeClr val="bg1"/>
          </a:solidFill>
          <a:ln w="3175">
            <a:solidFill>
              <a:schemeClr val="bg1">
                <a:lumMod val="95000"/>
              </a:schemeClr>
            </a:solidFill>
          </a:ln>
        </p:spPr>
        <p:txBody>
          <a:bodyPr spcFirstLastPara="1" vert="horz" wrap="square" lIns="0" tIns="0" rIns="0" bIns="0" rtlCol="0" anchor="ctr" anchorCtr="0">
            <a:noAutofit/>
          </a:bodyPr>
          <a:lstStyle>
            <a:lvl1pPr marL="342900" lvl="0" indent="-238125" algn="l" defTabSz="914400" rtl="0" eaLnBrk="1" latinLnBrk="0" hangingPunct="1">
              <a:lnSpc>
                <a:spcPct val="100000"/>
              </a:lnSpc>
              <a:spcBef>
                <a:spcPts val="0"/>
              </a:spcBef>
              <a:spcAft>
                <a:spcPts val="0"/>
              </a:spcAft>
              <a:buClr>
                <a:schemeClr val="dk1"/>
              </a:buClr>
              <a:buSzPts val="1400"/>
              <a:buFont typeface="Arial" pitchFamily="34" charset="0"/>
              <a:buChar char="•"/>
              <a:defRPr sz="1050" kern="1200">
                <a:solidFill>
                  <a:schemeClr val="accent1"/>
                </a:solidFill>
                <a:latin typeface="+mn-lt"/>
                <a:ea typeface="+mn-ea"/>
                <a:cs typeface="+mn-cs"/>
              </a:defRPr>
            </a:lvl1pPr>
            <a:lvl2pPr marL="685800" lvl="1"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2pPr>
            <a:lvl3pPr marL="1028700" lvl="2"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3pPr>
            <a:lvl4pPr marL="1371600" lvl="3"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4pPr>
            <a:lvl5pPr marL="1714500" lvl="4"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5pPr>
            <a:lvl6pPr marL="2057400" lvl="5"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6pPr>
            <a:lvl7pPr marL="2400300" lvl="6"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7pPr>
            <a:lvl8pPr marL="2743200" lvl="7"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8pPr>
            <a:lvl9pPr marL="3086100" lvl="8" indent="-238125" algn="l" defTabSz="914400" rtl="0" eaLnBrk="1" latinLnBrk="0" hangingPunct="1">
              <a:lnSpc>
                <a:spcPct val="100000"/>
              </a:lnSpc>
              <a:spcBef>
                <a:spcPts val="450"/>
              </a:spcBef>
              <a:spcAft>
                <a:spcPts val="450"/>
              </a:spcAft>
              <a:buClr>
                <a:schemeClr val="dk1"/>
              </a:buClr>
              <a:buSzPts val="1400"/>
              <a:buFont typeface="Arial" pitchFamily="34" charset="0"/>
              <a:buChar char="•"/>
              <a:defRPr sz="1050" kern="1200">
                <a:solidFill>
                  <a:schemeClr val="tx1"/>
                </a:solidFill>
                <a:latin typeface="+mn-lt"/>
                <a:ea typeface="+mn-ea"/>
                <a:cs typeface="+mn-cs"/>
              </a:defRPr>
            </a:lvl9pPr>
          </a:lstStyle>
          <a:p>
            <a:pPr marL="0" indent="0">
              <a:buNone/>
            </a:pPr>
            <a:r>
              <a:rPr lang="en-US" dirty="0">
                <a:solidFill>
                  <a:srgbClr val="1F2937"/>
                </a:solidFill>
                <a:latin typeface="Calibri" pitchFamily="34" charset="0"/>
                <a:ea typeface="Calibri" pitchFamily="34" charset="-122"/>
                <a:cs typeface="Calibri" pitchFamily="34" charset="-120"/>
              </a:rPr>
              <a:t>Partners with the Government of Andhra Pradesh, National Quantum Mission, and C-DAC to establish India's first quantum computing ecosystem, advance quantum research, and strengthen indigenous capabilities in quantum technologies.</a:t>
            </a:r>
            <a:endParaRPr lang="en-US" dirty="0"/>
          </a:p>
        </p:txBody>
      </p:sp>
      <p:sp>
        <p:nvSpPr>
          <p:cNvPr id="25" name="Google Shape;17940;p2451">
            <a:extLst>
              <a:ext uri="{FF2B5EF4-FFF2-40B4-BE49-F238E27FC236}">
                <a16:creationId xmlns:a16="http://schemas.microsoft.com/office/drawing/2014/main" id="{29553BBB-251B-B8CC-C2FB-D2B1985141B1}"/>
              </a:ext>
            </a:extLst>
          </p:cNvPr>
          <p:cNvSpPr txBox="1">
            <a:spLocks/>
          </p:cNvSpPr>
          <p:nvPr/>
        </p:nvSpPr>
        <p:spPr>
          <a:xfrm>
            <a:off x="6523520" y="1688836"/>
            <a:ext cx="2552030" cy="968191"/>
          </a:xfrm>
          <a:prstGeom prst="rect">
            <a:avLst/>
          </a:prstGeom>
          <a:solidFill>
            <a:schemeClr val="bg1"/>
          </a:solidFill>
          <a:ln w="3175">
            <a:solidFill>
              <a:schemeClr val="bg1">
                <a:lumMod val="95000"/>
              </a:schemeClr>
            </a:solidFill>
          </a:ln>
        </p:spPr>
        <p:txBody>
          <a:bodyPr spcFirstLastPara="1" vert="horz" wrap="square" lIns="0" tIns="0" rIns="0" bIns="0" rtlCol="0" anchor="ctr" anchorCtr="0">
            <a:noAutofit/>
          </a:bodyPr>
          <a:lstStyle>
            <a:lvl1pPr marL="342900" lvl="0" indent="-238125" algn="l" defTabSz="914400" rtl="0" eaLnBrk="1" latinLnBrk="0" hangingPunct="1">
              <a:lnSpc>
                <a:spcPct val="100000"/>
              </a:lnSpc>
              <a:spcBef>
                <a:spcPts val="0"/>
              </a:spcBef>
              <a:spcAft>
                <a:spcPts val="0"/>
              </a:spcAft>
              <a:buClr>
                <a:schemeClr val="dk1"/>
              </a:buClr>
              <a:buSzPts val="1400"/>
              <a:buFont typeface="Arial" pitchFamily="34" charset="0"/>
              <a:buChar char="•"/>
              <a:defRPr sz="1050" kern="1200">
                <a:solidFill>
                  <a:schemeClr val="accent1"/>
                </a:solidFill>
                <a:latin typeface="+mn-lt"/>
                <a:ea typeface="+mn-ea"/>
                <a:cs typeface="+mn-cs"/>
              </a:defRPr>
            </a:lvl1pPr>
            <a:lvl2pPr marL="685800" lvl="1"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2pPr>
            <a:lvl3pPr marL="1028700" lvl="2"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3pPr>
            <a:lvl4pPr marL="1371600" lvl="3"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4pPr>
            <a:lvl5pPr marL="1714500" lvl="4"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5pPr>
            <a:lvl6pPr marL="2057400" lvl="5"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6pPr>
            <a:lvl7pPr marL="2400300" lvl="6"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7pPr>
            <a:lvl8pPr marL="2743200" lvl="7"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8pPr>
            <a:lvl9pPr marL="3086100" lvl="8" indent="-238125" algn="l" defTabSz="914400" rtl="0" eaLnBrk="1" latinLnBrk="0" hangingPunct="1">
              <a:lnSpc>
                <a:spcPct val="100000"/>
              </a:lnSpc>
              <a:spcBef>
                <a:spcPts val="450"/>
              </a:spcBef>
              <a:spcAft>
                <a:spcPts val="450"/>
              </a:spcAft>
              <a:buClr>
                <a:schemeClr val="dk1"/>
              </a:buClr>
              <a:buSzPts val="1400"/>
              <a:buFont typeface="Arial" pitchFamily="34" charset="0"/>
              <a:buChar char="•"/>
              <a:defRPr sz="1050" kern="1200">
                <a:solidFill>
                  <a:schemeClr val="tx1"/>
                </a:solidFill>
                <a:latin typeface="+mn-lt"/>
                <a:ea typeface="+mn-ea"/>
                <a:cs typeface="+mn-cs"/>
              </a:defRPr>
            </a:lvl9pPr>
          </a:lstStyle>
          <a:p>
            <a:pPr marL="0" indent="0">
              <a:buNone/>
            </a:pPr>
            <a:r>
              <a:rPr lang="en-US" dirty="0">
                <a:solidFill>
                  <a:srgbClr val="1F2937"/>
                </a:solidFill>
                <a:latin typeface="Calibri" pitchFamily="34" charset="0"/>
                <a:ea typeface="Calibri" pitchFamily="34" charset="-122"/>
                <a:cs typeface="Calibri" pitchFamily="34" charset="-120"/>
              </a:rPr>
              <a:t>Collaborates with </a:t>
            </a:r>
            <a:r>
              <a:rPr lang="en-US" dirty="0" err="1">
                <a:solidFill>
                  <a:srgbClr val="1F2937"/>
                </a:solidFill>
                <a:latin typeface="Calibri" pitchFamily="34" charset="0"/>
                <a:ea typeface="Calibri" pitchFamily="34" charset="-122"/>
                <a:cs typeface="Calibri" pitchFamily="34" charset="-120"/>
              </a:rPr>
              <a:t>BharatGen</a:t>
            </a:r>
            <a:r>
              <a:rPr lang="en-US" dirty="0">
                <a:solidFill>
                  <a:srgbClr val="1F2937"/>
                </a:solidFill>
                <a:latin typeface="Calibri" pitchFamily="34" charset="0"/>
                <a:ea typeface="Calibri" pitchFamily="34" charset="-122"/>
                <a:cs typeface="Calibri" pitchFamily="34" charset="-120"/>
              </a:rPr>
              <a:t>, the Government of Andhra Pradesh, and sovereign cloud providers to develop secure, culturally inclusive AI models and digital governance solutions using IBM </a:t>
            </a:r>
            <a:r>
              <a:rPr lang="en-US" dirty="0" err="1">
                <a:solidFill>
                  <a:srgbClr val="1F2937"/>
                </a:solidFill>
                <a:latin typeface="Calibri" pitchFamily="34" charset="0"/>
                <a:ea typeface="Calibri" pitchFamily="34" charset="-122"/>
                <a:cs typeface="Calibri" pitchFamily="34" charset="-120"/>
              </a:rPr>
              <a:t>watsonx</a:t>
            </a:r>
            <a:r>
              <a:rPr lang="en-US" dirty="0">
                <a:solidFill>
                  <a:srgbClr val="1F2937"/>
                </a:solidFill>
                <a:latin typeface="Calibri" pitchFamily="34" charset="0"/>
                <a:ea typeface="Calibri" pitchFamily="34" charset="-122"/>
                <a:cs typeface="Calibri" pitchFamily="34" charset="-120"/>
              </a:rPr>
              <a:t> and Granite foundation models.</a:t>
            </a:r>
            <a:endParaRPr lang="en-US" dirty="0"/>
          </a:p>
        </p:txBody>
      </p:sp>
      <p:sp>
        <p:nvSpPr>
          <p:cNvPr id="26" name="Google Shape;17940;p2451">
            <a:extLst>
              <a:ext uri="{FF2B5EF4-FFF2-40B4-BE49-F238E27FC236}">
                <a16:creationId xmlns:a16="http://schemas.microsoft.com/office/drawing/2014/main" id="{5E934C6A-77A0-0BCF-F066-A2C05D28169E}"/>
              </a:ext>
            </a:extLst>
          </p:cNvPr>
          <p:cNvSpPr txBox="1">
            <a:spLocks/>
          </p:cNvSpPr>
          <p:nvPr/>
        </p:nvSpPr>
        <p:spPr>
          <a:xfrm>
            <a:off x="9139197" y="1695944"/>
            <a:ext cx="2540969" cy="968191"/>
          </a:xfrm>
          <a:prstGeom prst="rect">
            <a:avLst/>
          </a:prstGeom>
          <a:solidFill>
            <a:schemeClr val="bg1"/>
          </a:solidFill>
          <a:ln w="3175">
            <a:solidFill>
              <a:schemeClr val="bg1">
                <a:lumMod val="95000"/>
              </a:schemeClr>
            </a:solidFill>
          </a:ln>
        </p:spPr>
        <p:txBody>
          <a:bodyPr spcFirstLastPara="1" vert="horz" wrap="square" lIns="0" tIns="0" rIns="0" bIns="0" rtlCol="0" anchor="ctr" anchorCtr="0">
            <a:noAutofit/>
          </a:bodyPr>
          <a:lstStyle>
            <a:lvl1pPr marL="342900" lvl="0" indent="-238125" algn="l" defTabSz="914400" rtl="0" eaLnBrk="1" latinLnBrk="0" hangingPunct="1">
              <a:lnSpc>
                <a:spcPct val="100000"/>
              </a:lnSpc>
              <a:spcBef>
                <a:spcPts val="0"/>
              </a:spcBef>
              <a:spcAft>
                <a:spcPts val="0"/>
              </a:spcAft>
              <a:buClr>
                <a:schemeClr val="dk1"/>
              </a:buClr>
              <a:buSzPts val="1400"/>
              <a:buFont typeface="Arial" pitchFamily="34" charset="0"/>
              <a:buChar char="•"/>
              <a:defRPr sz="1050" kern="1200">
                <a:solidFill>
                  <a:schemeClr val="accent1"/>
                </a:solidFill>
                <a:latin typeface="+mn-lt"/>
                <a:ea typeface="+mn-ea"/>
                <a:cs typeface="+mn-cs"/>
              </a:defRPr>
            </a:lvl1pPr>
            <a:lvl2pPr marL="685800" lvl="1"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2pPr>
            <a:lvl3pPr marL="1028700" lvl="2"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3pPr>
            <a:lvl4pPr marL="1371600" lvl="3"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4pPr>
            <a:lvl5pPr marL="1714500" lvl="4"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5pPr>
            <a:lvl6pPr marL="2057400" lvl="5"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6pPr>
            <a:lvl7pPr marL="2400300" lvl="6"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7pPr>
            <a:lvl8pPr marL="2743200" lvl="7"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8pPr>
            <a:lvl9pPr marL="3086100" lvl="8" indent="-238125" algn="l" defTabSz="914400" rtl="0" eaLnBrk="1" latinLnBrk="0" hangingPunct="1">
              <a:lnSpc>
                <a:spcPct val="100000"/>
              </a:lnSpc>
              <a:spcBef>
                <a:spcPts val="450"/>
              </a:spcBef>
              <a:spcAft>
                <a:spcPts val="450"/>
              </a:spcAft>
              <a:buClr>
                <a:schemeClr val="dk1"/>
              </a:buClr>
              <a:buSzPts val="1400"/>
              <a:buFont typeface="Arial" pitchFamily="34" charset="0"/>
              <a:buChar char="•"/>
              <a:defRPr sz="1050" kern="1200">
                <a:solidFill>
                  <a:schemeClr val="tx1"/>
                </a:solidFill>
                <a:latin typeface="+mn-lt"/>
                <a:ea typeface="+mn-ea"/>
                <a:cs typeface="+mn-cs"/>
              </a:defRPr>
            </a:lvl9pPr>
          </a:lstStyle>
          <a:p>
            <a:pPr marL="0" indent="0">
              <a:buNone/>
            </a:pPr>
            <a:r>
              <a:rPr lang="en-US" dirty="0">
                <a:solidFill>
                  <a:srgbClr val="1F2937"/>
                </a:solidFill>
                <a:latin typeface="Calibri" pitchFamily="34" charset="0"/>
                <a:ea typeface="Calibri" pitchFamily="34" charset="-122"/>
                <a:cs typeface="Calibri" pitchFamily="34" charset="-120"/>
              </a:rPr>
              <a:t>Partners with the Ministry of Education, </a:t>
            </a:r>
            <a:r>
              <a:rPr lang="en-US" dirty="0" err="1">
                <a:solidFill>
                  <a:srgbClr val="1F2937"/>
                </a:solidFill>
                <a:latin typeface="Calibri" pitchFamily="34" charset="0"/>
                <a:ea typeface="Calibri" pitchFamily="34" charset="-122"/>
                <a:cs typeface="Calibri" pitchFamily="34" charset="-120"/>
              </a:rPr>
              <a:t>MeitY</a:t>
            </a:r>
            <a:r>
              <a:rPr lang="en-US" dirty="0">
                <a:solidFill>
                  <a:srgbClr val="1F2937"/>
                </a:solidFill>
                <a:latin typeface="Calibri" pitchFamily="34" charset="0"/>
                <a:ea typeface="Calibri" pitchFamily="34" charset="-122"/>
                <a:cs typeface="Calibri" pitchFamily="34" charset="-120"/>
              </a:rPr>
              <a:t>, universities, and government training institutions through IBM </a:t>
            </a:r>
            <a:r>
              <a:rPr lang="en-US" dirty="0" err="1">
                <a:solidFill>
                  <a:srgbClr val="1F2937"/>
                </a:solidFill>
                <a:latin typeface="Calibri" pitchFamily="34" charset="0"/>
                <a:ea typeface="Calibri" pitchFamily="34" charset="-122"/>
                <a:cs typeface="Calibri" pitchFamily="34" charset="-120"/>
              </a:rPr>
              <a:t>SkillsBuild</a:t>
            </a:r>
            <a:r>
              <a:rPr lang="en-US" dirty="0">
                <a:solidFill>
                  <a:srgbClr val="1F2937"/>
                </a:solidFill>
                <a:latin typeface="Calibri" pitchFamily="34" charset="0"/>
                <a:ea typeface="Calibri" pitchFamily="34" charset="-122"/>
                <a:cs typeface="Calibri" pitchFamily="34" charset="-120"/>
              </a:rPr>
              <a:t> to train 5 million learners by 2030 in AI, cybersecurity, quantum computing, and emerging technologies.</a:t>
            </a:r>
            <a:endParaRPr lang="en-US" dirty="0"/>
          </a:p>
        </p:txBody>
      </p:sp>
      <p:sp>
        <p:nvSpPr>
          <p:cNvPr id="2" name="Text 28">
            <a:extLst>
              <a:ext uri="{FF2B5EF4-FFF2-40B4-BE49-F238E27FC236}">
                <a16:creationId xmlns:a16="http://schemas.microsoft.com/office/drawing/2014/main" id="{291AD8C6-A44C-717D-62B2-FE76F6794B0D}"/>
              </a:ext>
            </a:extLst>
          </p:cNvPr>
          <p:cNvSpPr/>
          <p:nvPr/>
        </p:nvSpPr>
        <p:spPr>
          <a:xfrm>
            <a:off x="457200" y="4892040"/>
            <a:ext cx="5486400" cy="274320"/>
          </a:xfrm>
          <a:prstGeom prst="rect">
            <a:avLst/>
          </a:prstGeom>
          <a:noFill/>
          <a:ln/>
        </p:spPr>
        <p:txBody>
          <a:bodyPr wrap="square" lIns="0" tIns="0" rIns="0" bIns="0" rtlCol="0" anchor="ctr"/>
          <a:lstStyle/>
          <a:p>
            <a:pPr marL="0" indent="0">
              <a:buNone/>
            </a:pPr>
            <a:r>
              <a:rPr lang="en-US" sz="1050" b="1" kern="0" spc="150">
                <a:solidFill>
                  <a:srgbClr val="5B6670"/>
                </a:solidFill>
                <a:latin typeface="Calibri" pitchFamily="34" charset="0"/>
                <a:ea typeface="Calibri" pitchFamily="34" charset="-122"/>
                <a:cs typeface="Calibri" pitchFamily="34" charset="-120"/>
              </a:rPr>
              <a:t>STRATEGIC PILLARS</a:t>
            </a:r>
            <a:endParaRPr lang="en-US" sz="1050"/>
          </a:p>
        </p:txBody>
      </p:sp>
      <p:sp>
        <p:nvSpPr>
          <p:cNvPr id="18" name="Shape 29">
            <a:extLst>
              <a:ext uri="{FF2B5EF4-FFF2-40B4-BE49-F238E27FC236}">
                <a16:creationId xmlns:a16="http://schemas.microsoft.com/office/drawing/2014/main" id="{636DEADB-6263-8F00-F522-3805B6A5E2E2}"/>
              </a:ext>
            </a:extLst>
          </p:cNvPr>
          <p:cNvSpPr/>
          <p:nvPr/>
        </p:nvSpPr>
        <p:spPr>
          <a:xfrm>
            <a:off x="457200" y="5193792"/>
            <a:ext cx="11274552" cy="0"/>
          </a:xfrm>
          <a:prstGeom prst="line">
            <a:avLst/>
          </a:prstGeom>
          <a:noFill/>
          <a:ln w="9525">
            <a:solidFill>
              <a:srgbClr val="C7CCC9"/>
            </a:solidFill>
            <a:prstDash val="solid"/>
          </a:ln>
        </p:spPr>
        <p:txBody>
          <a:bodyPr/>
          <a:lstStyle/>
          <a:p>
            <a:endParaRPr lang="en-IN"/>
          </a:p>
        </p:txBody>
      </p:sp>
      <p:sp>
        <p:nvSpPr>
          <p:cNvPr id="19" name="Shape 30">
            <a:extLst>
              <a:ext uri="{FF2B5EF4-FFF2-40B4-BE49-F238E27FC236}">
                <a16:creationId xmlns:a16="http://schemas.microsoft.com/office/drawing/2014/main" id="{55AD1446-23E3-8DA6-FA02-113B1A9E84F2}"/>
              </a:ext>
            </a:extLst>
          </p:cNvPr>
          <p:cNvSpPr/>
          <p:nvPr/>
        </p:nvSpPr>
        <p:spPr>
          <a:xfrm>
            <a:off x="457200" y="5394960"/>
            <a:ext cx="457200" cy="457200"/>
          </a:xfrm>
          <a:prstGeom prst="ellipse">
            <a:avLst/>
          </a:prstGeom>
          <a:solidFill>
            <a:schemeClr val="bg1">
              <a:lumMod val="85000"/>
            </a:schemeClr>
          </a:solidFill>
          <a:ln/>
        </p:spPr>
        <p:txBody>
          <a:bodyPr/>
          <a:lstStyle/>
          <a:p>
            <a:endParaRPr lang="en-IN"/>
          </a:p>
        </p:txBody>
      </p:sp>
      <p:pic>
        <p:nvPicPr>
          <p:cNvPr id="20" name="Image 1" descr="preencoded.png">
            <a:extLst>
              <a:ext uri="{FF2B5EF4-FFF2-40B4-BE49-F238E27FC236}">
                <a16:creationId xmlns:a16="http://schemas.microsoft.com/office/drawing/2014/main" id="{91764450-69CD-7244-6754-000EC5D3002B}"/>
              </a:ext>
            </a:extLst>
          </p:cNvPr>
          <p:cNvPicPr>
            <a:picLocks noChangeAspect="1"/>
          </p:cNvPicPr>
          <p:nvPr/>
        </p:nvPicPr>
        <p:blipFill>
          <a:blip r:embed="rId3"/>
          <a:stretch>
            <a:fillRect/>
          </a:stretch>
        </p:blipFill>
        <p:spPr>
          <a:xfrm>
            <a:off x="576072" y="5513832"/>
            <a:ext cx="219456" cy="219456"/>
          </a:xfrm>
          <a:prstGeom prst="rect">
            <a:avLst/>
          </a:prstGeom>
        </p:spPr>
      </p:pic>
      <p:sp>
        <p:nvSpPr>
          <p:cNvPr id="27" name="Text 31">
            <a:extLst>
              <a:ext uri="{FF2B5EF4-FFF2-40B4-BE49-F238E27FC236}">
                <a16:creationId xmlns:a16="http://schemas.microsoft.com/office/drawing/2014/main" id="{3F6E3F3F-CBD7-E545-052D-325B2EB2B6DA}"/>
              </a:ext>
            </a:extLst>
          </p:cNvPr>
          <p:cNvSpPr/>
          <p:nvPr/>
        </p:nvSpPr>
        <p:spPr>
          <a:xfrm>
            <a:off x="1024128" y="5376672"/>
            <a:ext cx="3072384" cy="274320"/>
          </a:xfrm>
          <a:prstGeom prst="rect">
            <a:avLst/>
          </a:prstGeom>
          <a:noFill/>
          <a:ln/>
        </p:spPr>
        <p:txBody>
          <a:bodyPr wrap="square" lIns="0" tIns="0" rIns="0" bIns="0" rtlCol="0" anchor="ctr"/>
          <a:lstStyle/>
          <a:p>
            <a:pPr marL="0" indent="0">
              <a:buNone/>
            </a:pPr>
            <a:r>
              <a:rPr lang="en-US" sz="1150" b="1" dirty="0">
                <a:solidFill>
                  <a:srgbClr val="1B4332"/>
                </a:solidFill>
                <a:latin typeface="Calibri" pitchFamily="34" charset="0"/>
                <a:ea typeface="Calibri" pitchFamily="34" charset="-122"/>
                <a:cs typeface="Calibri" pitchFamily="34" charset="-120"/>
              </a:rPr>
              <a:t>Sovereign AI &amp; Responsible AI</a:t>
            </a:r>
            <a:endParaRPr lang="en-US" sz="1150" dirty="0"/>
          </a:p>
        </p:txBody>
      </p:sp>
      <p:sp>
        <p:nvSpPr>
          <p:cNvPr id="28" name="Text 32">
            <a:extLst>
              <a:ext uri="{FF2B5EF4-FFF2-40B4-BE49-F238E27FC236}">
                <a16:creationId xmlns:a16="http://schemas.microsoft.com/office/drawing/2014/main" id="{A6A64210-DD16-C077-8545-D7C3E34FF4B5}"/>
              </a:ext>
            </a:extLst>
          </p:cNvPr>
          <p:cNvSpPr/>
          <p:nvPr/>
        </p:nvSpPr>
        <p:spPr>
          <a:xfrm>
            <a:off x="1024128" y="5650992"/>
            <a:ext cx="3072384" cy="640080"/>
          </a:xfrm>
          <a:prstGeom prst="rect">
            <a:avLst/>
          </a:prstGeom>
          <a:noFill/>
          <a:ln/>
        </p:spPr>
        <p:txBody>
          <a:bodyPr wrap="square" lIns="0" tIns="0" rIns="0" bIns="0" rtlCol="0" anchor="t"/>
          <a:lstStyle/>
          <a:p>
            <a:pPr marL="0" indent="0">
              <a:buNone/>
            </a:pPr>
            <a:r>
              <a:rPr lang="en-US" sz="930" dirty="0">
                <a:solidFill>
                  <a:srgbClr val="222A28"/>
                </a:solidFill>
                <a:latin typeface="Calibri" pitchFamily="34" charset="0"/>
                <a:ea typeface="Calibri" pitchFamily="34" charset="-122"/>
                <a:cs typeface="Calibri" pitchFamily="34" charset="-120"/>
              </a:rPr>
              <a:t>Develops secure, explainable, and governance-ready AI solutions using </a:t>
            </a:r>
            <a:r>
              <a:rPr lang="en-US" sz="930" dirty="0" err="1">
                <a:solidFill>
                  <a:srgbClr val="222A28"/>
                </a:solidFill>
                <a:latin typeface="Calibri" pitchFamily="34" charset="0"/>
                <a:ea typeface="Calibri" pitchFamily="34" charset="-122"/>
                <a:cs typeface="Calibri" pitchFamily="34" charset="-120"/>
              </a:rPr>
              <a:t>watsonx</a:t>
            </a:r>
            <a:r>
              <a:rPr lang="en-US" sz="930" dirty="0">
                <a:solidFill>
                  <a:srgbClr val="222A28"/>
                </a:solidFill>
                <a:latin typeface="Calibri" pitchFamily="34" charset="0"/>
                <a:ea typeface="Calibri" pitchFamily="34" charset="-122"/>
                <a:cs typeface="Calibri" pitchFamily="34" charset="-120"/>
              </a:rPr>
              <a:t>, Granite foundation models, and robust AI governance frameworks.</a:t>
            </a:r>
            <a:endParaRPr lang="en-US" sz="930" dirty="0"/>
          </a:p>
        </p:txBody>
      </p:sp>
      <p:sp>
        <p:nvSpPr>
          <p:cNvPr id="29" name="Shape 33">
            <a:extLst>
              <a:ext uri="{FF2B5EF4-FFF2-40B4-BE49-F238E27FC236}">
                <a16:creationId xmlns:a16="http://schemas.microsoft.com/office/drawing/2014/main" id="{6737CD37-FE0E-77C9-1D4E-E47A69480AA1}"/>
              </a:ext>
            </a:extLst>
          </p:cNvPr>
          <p:cNvSpPr/>
          <p:nvPr/>
        </p:nvSpPr>
        <p:spPr>
          <a:xfrm>
            <a:off x="4215384" y="5394960"/>
            <a:ext cx="457200" cy="457200"/>
          </a:xfrm>
          <a:prstGeom prst="ellipse">
            <a:avLst/>
          </a:prstGeom>
          <a:solidFill>
            <a:schemeClr val="bg1">
              <a:lumMod val="85000"/>
            </a:schemeClr>
          </a:solidFill>
          <a:ln/>
        </p:spPr>
        <p:txBody>
          <a:bodyPr/>
          <a:lstStyle/>
          <a:p>
            <a:endParaRPr lang="en-IN"/>
          </a:p>
        </p:txBody>
      </p:sp>
      <p:pic>
        <p:nvPicPr>
          <p:cNvPr id="45" name="Image 2" descr="preencoded.png">
            <a:extLst>
              <a:ext uri="{FF2B5EF4-FFF2-40B4-BE49-F238E27FC236}">
                <a16:creationId xmlns:a16="http://schemas.microsoft.com/office/drawing/2014/main" id="{C0650107-A93D-4E98-8B6F-71A6421D065C}"/>
              </a:ext>
            </a:extLst>
          </p:cNvPr>
          <p:cNvPicPr>
            <a:picLocks noChangeAspect="1"/>
          </p:cNvPicPr>
          <p:nvPr/>
        </p:nvPicPr>
        <p:blipFill>
          <a:blip r:embed="rId4"/>
          <a:stretch>
            <a:fillRect/>
          </a:stretch>
        </p:blipFill>
        <p:spPr>
          <a:xfrm>
            <a:off x="4334256" y="5513832"/>
            <a:ext cx="219456" cy="219456"/>
          </a:xfrm>
          <a:prstGeom prst="rect">
            <a:avLst/>
          </a:prstGeom>
        </p:spPr>
      </p:pic>
      <p:sp>
        <p:nvSpPr>
          <p:cNvPr id="46" name="Text 34">
            <a:extLst>
              <a:ext uri="{FF2B5EF4-FFF2-40B4-BE49-F238E27FC236}">
                <a16:creationId xmlns:a16="http://schemas.microsoft.com/office/drawing/2014/main" id="{17A3F2BF-B8C9-6E11-7659-0B6B467E2A9C}"/>
              </a:ext>
            </a:extLst>
          </p:cNvPr>
          <p:cNvSpPr/>
          <p:nvPr/>
        </p:nvSpPr>
        <p:spPr>
          <a:xfrm>
            <a:off x="4782312" y="5376672"/>
            <a:ext cx="3072384" cy="274320"/>
          </a:xfrm>
          <a:prstGeom prst="rect">
            <a:avLst/>
          </a:prstGeom>
          <a:noFill/>
          <a:ln/>
        </p:spPr>
        <p:txBody>
          <a:bodyPr wrap="square" lIns="0" tIns="0" rIns="0" bIns="0" rtlCol="0" anchor="ctr"/>
          <a:lstStyle/>
          <a:p>
            <a:pPr marL="0" indent="0">
              <a:buNone/>
            </a:pPr>
            <a:r>
              <a:rPr lang="en-US" sz="1150" b="1" dirty="0">
                <a:solidFill>
                  <a:srgbClr val="1B4332"/>
                </a:solidFill>
                <a:latin typeface="Calibri" pitchFamily="34" charset="0"/>
                <a:ea typeface="Calibri" pitchFamily="34" charset="-122"/>
                <a:cs typeface="Calibri" pitchFamily="34" charset="-120"/>
              </a:rPr>
              <a:t>Quantum Computing &amp; Emerging Technologies</a:t>
            </a:r>
            <a:endParaRPr lang="en-US" sz="1150" dirty="0"/>
          </a:p>
        </p:txBody>
      </p:sp>
      <p:sp>
        <p:nvSpPr>
          <p:cNvPr id="47" name="Text 35">
            <a:extLst>
              <a:ext uri="{FF2B5EF4-FFF2-40B4-BE49-F238E27FC236}">
                <a16:creationId xmlns:a16="http://schemas.microsoft.com/office/drawing/2014/main" id="{91AC8E25-E653-0096-650D-48C7FB9DF982}"/>
              </a:ext>
            </a:extLst>
          </p:cNvPr>
          <p:cNvSpPr/>
          <p:nvPr/>
        </p:nvSpPr>
        <p:spPr>
          <a:xfrm>
            <a:off x="4782312" y="5650992"/>
            <a:ext cx="3072384" cy="640080"/>
          </a:xfrm>
          <a:prstGeom prst="rect">
            <a:avLst/>
          </a:prstGeom>
          <a:noFill/>
          <a:ln/>
        </p:spPr>
        <p:txBody>
          <a:bodyPr wrap="square" lIns="0" tIns="0" rIns="0" bIns="0" rtlCol="0" anchor="t"/>
          <a:lstStyle/>
          <a:p>
            <a:pPr marL="0" indent="0">
              <a:buNone/>
            </a:pPr>
            <a:r>
              <a:rPr lang="en-US" sz="930" dirty="0">
                <a:solidFill>
                  <a:srgbClr val="222A28"/>
                </a:solidFill>
                <a:latin typeface="Calibri" pitchFamily="34" charset="0"/>
                <a:ea typeface="Calibri" pitchFamily="34" charset="-122"/>
                <a:cs typeface="Calibri" pitchFamily="34" charset="-120"/>
              </a:rPr>
              <a:t>Advances India's capabilities in quantum computing, semiconductors, and next-generation digital infrastructure through strategic government partnerships.</a:t>
            </a:r>
            <a:endParaRPr lang="en-US" sz="930" dirty="0"/>
          </a:p>
        </p:txBody>
      </p:sp>
      <p:sp>
        <p:nvSpPr>
          <p:cNvPr id="48" name="Shape 36">
            <a:extLst>
              <a:ext uri="{FF2B5EF4-FFF2-40B4-BE49-F238E27FC236}">
                <a16:creationId xmlns:a16="http://schemas.microsoft.com/office/drawing/2014/main" id="{A37B6B69-65F7-B093-1588-69F62600309B}"/>
              </a:ext>
            </a:extLst>
          </p:cNvPr>
          <p:cNvSpPr/>
          <p:nvPr/>
        </p:nvSpPr>
        <p:spPr>
          <a:xfrm>
            <a:off x="7973568" y="5394960"/>
            <a:ext cx="457200" cy="457200"/>
          </a:xfrm>
          <a:prstGeom prst="ellipse">
            <a:avLst/>
          </a:prstGeom>
          <a:solidFill>
            <a:schemeClr val="bg1">
              <a:lumMod val="85000"/>
            </a:schemeClr>
          </a:solidFill>
          <a:ln/>
        </p:spPr>
        <p:txBody>
          <a:bodyPr/>
          <a:lstStyle/>
          <a:p>
            <a:endParaRPr lang="en-IN"/>
          </a:p>
        </p:txBody>
      </p:sp>
      <p:pic>
        <p:nvPicPr>
          <p:cNvPr id="49" name="Image 3" descr="preencoded.png">
            <a:extLst>
              <a:ext uri="{FF2B5EF4-FFF2-40B4-BE49-F238E27FC236}">
                <a16:creationId xmlns:a16="http://schemas.microsoft.com/office/drawing/2014/main" id="{E9E18F1B-F571-CDB4-6334-B090ACF6D0F7}"/>
              </a:ext>
            </a:extLst>
          </p:cNvPr>
          <p:cNvPicPr>
            <a:picLocks noChangeAspect="1"/>
          </p:cNvPicPr>
          <p:nvPr/>
        </p:nvPicPr>
        <p:blipFill>
          <a:blip r:embed="rId5"/>
          <a:stretch>
            <a:fillRect/>
          </a:stretch>
        </p:blipFill>
        <p:spPr>
          <a:xfrm>
            <a:off x="8092440" y="5513832"/>
            <a:ext cx="219456" cy="219456"/>
          </a:xfrm>
          <a:prstGeom prst="rect">
            <a:avLst/>
          </a:prstGeom>
        </p:spPr>
      </p:pic>
      <p:sp>
        <p:nvSpPr>
          <p:cNvPr id="50" name="Text 37">
            <a:extLst>
              <a:ext uri="{FF2B5EF4-FFF2-40B4-BE49-F238E27FC236}">
                <a16:creationId xmlns:a16="http://schemas.microsoft.com/office/drawing/2014/main" id="{196A419D-B615-EAF5-4C63-2EE6821BF688}"/>
              </a:ext>
            </a:extLst>
          </p:cNvPr>
          <p:cNvSpPr/>
          <p:nvPr/>
        </p:nvSpPr>
        <p:spPr>
          <a:xfrm>
            <a:off x="8540496" y="5376672"/>
            <a:ext cx="3072384" cy="274320"/>
          </a:xfrm>
          <a:prstGeom prst="rect">
            <a:avLst/>
          </a:prstGeom>
          <a:noFill/>
          <a:ln/>
        </p:spPr>
        <p:txBody>
          <a:bodyPr wrap="square" lIns="0" tIns="0" rIns="0" bIns="0" rtlCol="0" anchor="ctr"/>
          <a:lstStyle/>
          <a:p>
            <a:pPr marL="0" indent="0">
              <a:buNone/>
            </a:pPr>
            <a:r>
              <a:rPr lang="en-US" sz="1150" b="1" dirty="0">
                <a:solidFill>
                  <a:srgbClr val="1B4332"/>
                </a:solidFill>
                <a:latin typeface="Calibri" pitchFamily="34" charset="0"/>
                <a:ea typeface="Calibri" pitchFamily="34" charset="-122"/>
                <a:cs typeface="Calibri" pitchFamily="34" charset="-120"/>
              </a:rPr>
              <a:t>Government Digital Transformation &amp; AI Skilling</a:t>
            </a:r>
            <a:endParaRPr lang="en-US" sz="1150" dirty="0"/>
          </a:p>
        </p:txBody>
      </p:sp>
      <p:sp>
        <p:nvSpPr>
          <p:cNvPr id="51" name="Text 38">
            <a:extLst>
              <a:ext uri="{FF2B5EF4-FFF2-40B4-BE49-F238E27FC236}">
                <a16:creationId xmlns:a16="http://schemas.microsoft.com/office/drawing/2014/main" id="{7FE877AD-64F9-6E7F-E2B0-78751E9EF8D7}"/>
              </a:ext>
            </a:extLst>
          </p:cNvPr>
          <p:cNvSpPr/>
          <p:nvPr/>
        </p:nvSpPr>
        <p:spPr>
          <a:xfrm>
            <a:off x="8540496" y="5650992"/>
            <a:ext cx="3072384" cy="640080"/>
          </a:xfrm>
          <a:prstGeom prst="rect">
            <a:avLst/>
          </a:prstGeom>
          <a:noFill/>
          <a:ln/>
        </p:spPr>
        <p:txBody>
          <a:bodyPr wrap="square" lIns="0" tIns="0" rIns="0" bIns="0" rtlCol="0" anchor="t"/>
          <a:lstStyle/>
          <a:p>
            <a:pPr marL="0" indent="0">
              <a:buNone/>
            </a:pPr>
            <a:r>
              <a:rPr lang="en-US" sz="930" dirty="0">
                <a:solidFill>
                  <a:srgbClr val="222A28"/>
                </a:solidFill>
                <a:latin typeface="Calibri" pitchFamily="34" charset="0"/>
                <a:ea typeface="Calibri" pitchFamily="34" charset="-122"/>
                <a:cs typeface="Calibri" pitchFamily="34" charset="-120"/>
              </a:rPr>
              <a:t>Supports digital governance and workforce development through AI-powered public services, </a:t>
            </a:r>
            <a:r>
              <a:rPr lang="en-US" sz="930" dirty="0" err="1">
                <a:solidFill>
                  <a:srgbClr val="222A28"/>
                </a:solidFill>
                <a:latin typeface="Calibri" pitchFamily="34" charset="0"/>
                <a:ea typeface="Calibri" pitchFamily="34" charset="-122"/>
                <a:cs typeface="Calibri" pitchFamily="34" charset="-120"/>
              </a:rPr>
              <a:t>GovTech</a:t>
            </a:r>
            <a:r>
              <a:rPr lang="en-US" sz="930" dirty="0">
                <a:solidFill>
                  <a:srgbClr val="222A28"/>
                </a:solidFill>
                <a:latin typeface="Calibri" pitchFamily="34" charset="0"/>
                <a:ea typeface="Calibri" pitchFamily="34" charset="-122"/>
                <a:cs typeface="Calibri" pitchFamily="34" charset="-120"/>
              </a:rPr>
              <a:t> innovation, and nationwide AI and quantum skilling initiatives.</a:t>
            </a:r>
            <a:endParaRPr lang="en-US" sz="930" dirty="0"/>
          </a:p>
        </p:txBody>
      </p:sp>
      <p:graphicFrame>
        <p:nvGraphicFramePr>
          <p:cNvPr id="31" name="Table 30">
            <a:extLst>
              <a:ext uri="{FF2B5EF4-FFF2-40B4-BE49-F238E27FC236}">
                <a16:creationId xmlns:a16="http://schemas.microsoft.com/office/drawing/2014/main" id="{8D10427E-F4B1-711C-2990-F7B881D8EE5F}"/>
              </a:ext>
            </a:extLst>
          </p:cNvPr>
          <p:cNvGraphicFramePr>
            <a:graphicFrameLocks noGrp="1"/>
          </p:cNvGraphicFramePr>
          <p:nvPr>
            <p:extLst>
              <p:ext uri="{D42A27DB-BD31-4B8C-83A1-F6EECF244321}">
                <p14:modId xmlns:p14="http://schemas.microsoft.com/office/powerpoint/2010/main" val="448964579"/>
              </p:ext>
            </p:extLst>
          </p:nvPr>
        </p:nvGraphicFramePr>
        <p:xfrm>
          <a:off x="545313" y="2790328"/>
          <a:ext cx="11098326" cy="1305335"/>
        </p:xfrm>
        <a:graphic>
          <a:graphicData uri="http://schemas.openxmlformats.org/drawingml/2006/table">
            <a:tbl>
              <a:tblPr>
                <a:tableStyleId>{073A0DAA-6AF3-43AB-8588-CEC1D06C72B9}</a:tableStyleId>
              </a:tblPr>
              <a:tblGrid>
                <a:gridCol w="2652538">
                  <a:extLst>
                    <a:ext uri="{9D8B030D-6E8A-4147-A177-3AD203B41FA5}">
                      <a16:colId xmlns:a16="http://schemas.microsoft.com/office/drawing/2014/main" val="3865127411"/>
                    </a:ext>
                  </a:extLst>
                </a:gridCol>
                <a:gridCol w="2544418">
                  <a:extLst>
                    <a:ext uri="{9D8B030D-6E8A-4147-A177-3AD203B41FA5}">
                      <a16:colId xmlns:a16="http://schemas.microsoft.com/office/drawing/2014/main" val="1625366167"/>
                    </a:ext>
                  </a:extLst>
                </a:gridCol>
                <a:gridCol w="5901370">
                  <a:extLst>
                    <a:ext uri="{9D8B030D-6E8A-4147-A177-3AD203B41FA5}">
                      <a16:colId xmlns:a16="http://schemas.microsoft.com/office/drawing/2014/main" val="1607607592"/>
                    </a:ext>
                  </a:extLst>
                </a:gridCol>
              </a:tblGrid>
              <a:tr h="205612">
                <a:tc>
                  <a:txBody>
                    <a:bodyPr/>
                    <a:lstStyle/>
                    <a:p>
                      <a:pPr>
                        <a:buNone/>
                      </a:pPr>
                      <a:r>
                        <a:rPr lang="en-IN" sz="1100" b="1">
                          <a:solidFill>
                            <a:schemeClr val="bg1"/>
                          </a:solidFill>
                        </a:rPr>
                        <a:t>Use Case / Initiative</a:t>
                      </a:r>
                      <a:endParaRPr lang="en-IN" sz="1100">
                        <a:solidFill>
                          <a:schemeClr val="bg1"/>
                        </a:solidFill>
                      </a:endParaRPr>
                    </a:p>
                  </a:txBody>
                  <a:tcPr marL="53720" marR="53720" marT="26860" marB="26860" anchor="ctr">
                    <a:solidFill>
                      <a:srgbClr val="196B24"/>
                    </a:solidFill>
                  </a:tcPr>
                </a:tc>
                <a:tc>
                  <a:txBody>
                    <a:bodyPr/>
                    <a:lstStyle/>
                    <a:p>
                      <a:pPr>
                        <a:buNone/>
                      </a:pPr>
                      <a:r>
                        <a:rPr lang="en-IN" sz="1100" b="1" dirty="0">
                          <a:solidFill>
                            <a:schemeClr val="bg1"/>
                          </a:solidFill>
                        </a:rPr>
                        <a:t>Sector / Department / Partner</a:t>
                      </a:r>
                      <a:endParaRPr lang="en-IN" sz="1100" dirty="0">
                        <a:solidFill>
                          <a:schemeClr val="bg1"/>
                        </a:solidFill>
                      </a:endParaRPr>
                    </a:p>
                  </a:txBody>
                  <a:tcPr marL="53720" marR="53720" marT="26860" marB="26860" anchor="ctr">
                    <a:solidFill>
                      <a:srgbClr val="196B24"/>
                    </a:solidFill>
                  </a:tcPr>
                </a:tc>
                <a:tc>
                  <a:txBody>
                    <a:bodyPr/>
                    <a:lstStyle/>
                    <a:p>
                      <a:pPr>
                        <a:buNone/>
                      </a:pPr>
                      <a:r>
                        <a:rPr lang="en-IN" sz="1100" b="1" dirty="0">
                          <a:solidFill>
                            <a:schemeClr val="bg1"/>
                          </a:solidFill>
                        </a:rPr>
                        <a:t>Outcome</a:t>
                      </a:r>
                      <a:endParaRPr lang="en-IN" sz="1100" dirty="0">
                        <a:solidFill>
                          <a:schemeClr val="bg1"/>
                        </a:solidFill>
                      </a:endParaRPr>
                    </a:p>
                  </a:txBody>
                  <a:tcPr marL="53720" marR="53720" marT="26860" marB="26860" anchor="ctr">
                    <a:solidFill>
                      <a:srgbClr val="196B24"/>
                    </a:solidFill>
                  </a:tcPr>
                </a:tc>
                <a:extLst>
                  <a:ext uri="{0D108BD9-81ED-4DB2-BD59-A6C34878D82A}">
                    <a16:rowId xmlns:a16="http://schemas.microsoft.com/office/drawing/2014/main" val="3985028829"/>
                  </a:ext>
                </a:extLst>
              </a:tr>
              <a:tr h="361325">
                <a:tc>
                  <a:txBody>
                    <a:bodyPr/>
                    <a:lstStyle/>
                    <a:p>
                      <a:pPr>
                        <a:buNone/>
                      </a:pPr>
                      <a:r>
                        <a:rPr lang="en-IN" sz="1000" b="1" dirty="0"/>
                        <a:t>AI </a:t>
                      </a:r>
                      <a:r>
                        <a:rPr lang="en-IN" sz="1000" b="1" dirty="0" err="1"/>
                        <a:t>GovTech</a:t>
                      </a:r>
                      <a:r>
                        <a:rPr lang="en-IN" sz="1000" b="1" dirty="0"/>
                        <a:t> Innovation </a:t>
                      </a:r>
                      <a:r>
                        <a:rPr lang="en-IN" sz="1000" b="1" dirty="0" err="1"/>
                        <a:t>Center</a:t>
                      </a:r>
                      <a:endParaRPr lang="en-IN" sz="1000" dirty="0"/>
                    </a:p>
                  </a:txBody>
                  <a:tcPr marL="53720" marR="53720" marT="26860" marB="26860" anchor="ctr"/>
                </a:tc>
                <a:tc>
                  <a:txBody>
                    <a:bodyPr/>
                    <a:lstStyle/>
                    <a:p>
                      <a:pPr marL="0" indent="0" algn="l" defTabSz="914400" rtl="0" eaLnBrk="1" latinLnBrk="0" hangingPunct="1">
                        <a:buNone/>
                      </a:pPr>
                      <a:r>
                        <a:rPr lang="en-IN" sz="950" i="0" kern="1200" dirty="0">
                          <a:solidFill>
                            <a:srgbClr val="5B6670"/>
                          </a:solidFill>
                          <a:latin typeface="+mn-lt"/>
                          <a:ea typeface="+mn-ea"/>
                          <a:cs typeface="+mn-cs"/>
                        </a:rPr>
                        <a:t>Government of Uttar Pradesh</a:t>
                      </a:r>
                    </a:p>
                  </a:txBody>
                  <a:tcPr marL="53720" marR="53720" marT="26860" marB="26860" anchor="ctr"/>
                </a:tc>
                <a:tc>
                  <a:txBody>
                    <a:bodyPr/>
                    <a:lstStyle/>
                    <a:p>
                      <a:pPr>
                        <a:buNone/>
                      </a:pPr>
                      <a:r>
                        <a:rPr lang="en-IN" sz="1000"/>
                        <a:t>Develops and scales trusted AI solutions to modernize public administration, citizen services, and digital governance.</a:t>
                      </a:r>
                    </a:p>
                  </a:txBody>
                  <a:tcPr marL="53720" marR="53720" marT="26860" marB="26860" anchor="ctr"/>
                </a:tc>
                <a:extLst>
                  <a:ext uri="{0D108BD9-81ED-4DB2-BD59-A6C34878D82A}">
                    <a16:rowId xmlns:a16="http://schemas.microsoft.com/office/drawing/2014/main" val="1989752409"/>
                  </a:ext>
                </a:extLst>
              </a:tr>
              <a:tr h="361325">
                <a:tc>
                  <a:txBody>
                    <a:bodyPr/>
                    <a:lstStyle/>
                    <a:p>
                      <a:pPr>
                        <a:buNone/>
                      </a:pPr>
                      <a:r>
                        <a:rPr lang="en-IN" sz="1000" b="1"/>
                        <a:t>India's First Quantum Computing Hub</a:t>
                      </a:r>
                      <a:endParaRPr lang="en-IN" sz="1000"/>
                    </a:p>
                  </a:txBody>
                  <a:tcPr marL="53720" marR="53720" marT="26860" marB="26860" anchor="ctr"/>
                </a:tc>
                <a:tc>
                  <a:txBody>
                    <a:bodyPr/>
                    <a:lstStyle/>
                    <a:p>
                      <a:pPr marL="0" indent="0" algn="l" defTabSz="914400" rtl="0" eaLnBrk="1" latinLnBrk="0" hangingPunct="1">
                        <a:buNone/>
                      </a:pPr>
                      <a:r>
                        <a:rPr lang="en-IN" sz="950" i="0" kern="1200" dirty="0">
                          <a:solidFill>
                            <a:srgbClr val="5B6670"/>
                          </a:solidFill>
                          <a:latin typeface="+mn-lt"/>
                          <a:ea typeface="+mn-ea"/>
                          <a:cs typeface="+mn-cs"/>
                        </a:rPr>
                        <a:t>Government of Andhra Pradesh, National Quantum Mission, C-DAC</a:t>
                      </a:r>
                    </a:p>
                  </a:txBody>
                  <a:tcPr marL="53720" marR="53720" marT="26860" marB="26860" anchor="ctr"/>
                </a:tc>
                <a:tc>
                  <a:txBody>
                    <a:bodyPr/>
                    <a:lstStyle/>
                    <a:p>
                      <a:pPr>
                        <a:buNone/>
                      </a:pPr>
                      <a:r>
                        <a:rPr lang="en-IN" sz="1000"/>
                        <a:t>Establishes India's first IBM Quantum System to accelerate research, innovation, and workforce development in quantum computing.</a:t>
                      </a:r>
                    </a:p>
                  </a:txBody>
                  <a:tcPr marL="53720" marR="53720" marT="26860" marB="26860" anchor="ctr"/>
                </a:tc>
                <a:extLst>
                  <a:ext uri="{0D108BD9-81ED-4DB2-BD59-A6C34878D82A}">
                    <a16:rowId xmlns:a16="http://schemas.microsoft.com/office/drawing/2014/main" val="1276624936"/>
                  </a:ext>
                </a:extLst>
              </a:tr>
              <a:tr h="361325">
                <a:tc>
                  <a:txBody>
                    <a:bodyPr/>
                    <a:lstStyle/>
                    <a:p>
                      <a:pPr>
                        <a:buNone/>
                      </a:pPr>
                      <a:r>
                        <a:rPr lang="en-IN" sz="1000" b="1"/>
                        <a:t>Sovereign AI for Governance</a:t>
                      </a:r>
                      <a:endParaRPr lang="en-IN" sz="1000"/>
                    </a:p>
                  </a:txBody>
                  <a:tcPr marL="53720" marR="53720" marT="26860" marB="26860" anchor="ctr"/>
                </a:tc>
                <a:tc>
                  <a:txBody>
                    <a:bodyPr/>
                    <a:lstStyle/>
                    <a:p>
                      <a:pPr marL="0" indent="0" algn="l" defTabSz="914400" rtl="0" eaLnBrk="1" latinLnBrk="0" hangingPunct="1">
                        <a:buNone/>
                      </a:pPr>
                      <a:r>
                        <a:rPr lang="en-IN" sz="950" i="0" kern="1200" dirty="0">
                          <a:solidFill>
                            <a:srgbClr val="5B6670"/>
                          </a:solidFill>
                          <a:latin typeface="+mn-lt"/>
                          <a:ea typeface="+mn-ea"/>
                          <a:cs typeface="+mn-cs"/>
                        </a:rPr>
                        <a:t>Government of Andhra Pradesh, </a:t>
                      </a:r>
                      <a:r>
                        <a:rPr lang="en-IN" sz="950" i="0" kern="1200" dirty="0" err="1">
                          <a:solidFill>
                            <a:srgbClr val="5B6670"/>
                          </a:solidFill>
                          <a:latin typeface="+mn-lt"/>
                          <a:ea typeface="+mn-ea"/>
                          <a:cs typeface="+mn-cs"/>
                        </a:rPr>
                        <a:t>BharatGen</a:t>
                      </a:r>
                      <a:endParaRPr lang="en-IN" sz="950" i="0" kern="1200" dirty="0">
                        <a:solidFill>
                          <a:srgbClr val="5B6670"/>
                        </a:solidFill>
                        <a:latin typeface="+mn-lt"/>
                        <a:ea typeface="+mn-ea"/>
                        <a:cs typeface="+mn-cs"/>
                      </a:endParaRPr>
                    </a:p>
                  </a:txBody>
                  <a:tcPr marL="53720" marR="53720" marT="26860" marB="26860" anchor="ctr"/>
                </a:tc>
                <a:tc>
                  <a:txBody>
                    <a:bodyPr/>
                    <a:lstStyle/>
                    <a:p>
                      <a:pPr>
                        <a:buNone/>
                      </a:pPr>
                      <a:r>
                        <a:rPr lang="en-IN" sz="1000" dirty="0"/>
                        <a:t>Builds secure, multilingual AI solutions using IBM </a:t>
                      </a:r>
                      <a:r>
                        <a:rPr lang="en-IN" sz="1000" dirty="0" err="1"/>
                        <a:t>watsonx</a:t>
                      </a:r>
                      <a:r>
                        <a:rPr lang="en-IN" sz="1000" dirty="0"/>
                        <a:t> and Granite models to support governance, healthcare, and financial services.</a:t>
                      </a:r>
                    </a:p>
                  </a:txBody>
                  <a:tcPr marL="53720" marR="53720" marT="26860" marB="26860" anchor="ctr"/>
                </a:tc>
                <a:extLst>
                  <a:ext uri="{0D108BD9-81ED-4DB2-BD59-A6C34878D82A}">
                    <a16:rowId xmlns:a16="http://schemas.microsoft.com/office/drawing/2014/main" val="72314707"/>
                  </a:ext>
                </a:extLst>
              </a:tr>
            </a:tbl>
          </a:graphicData>
        </a:graphic>
      </p:graphicFrame>
    </p:spTree>
    <p:extLst>
      <p:ext uri="{BB962C8B-B14F-4D97-AF65-F5344CB8AC3E}">
        <p14:creationId xmlns:p14="http://schemas.microsoft.com/office/powerpoint/2010/main" val="20529755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9D0AF-F3BC-453C-13FD-7358539E584C}"/>
            </a:ext>
          </a:extLst>
        </p:cNvPr>
        <p:cNvGrpSpPr/>
        <p:nvPr/>
      </p:nvGrpSpPr>
      <p:grpSpPr>
        <a:xfrm>
          <a:off x="0" y="0"/>
          <a:ext cx="0" cy="0"/>
          <a:chOff x="0" y="0"/>
          <a:chExt cx="0" cy="0"/>
        </a:xfrm>
      </p:grpSpPr>
      <p:sp>
        <p:nvSpPr>
          <p:cNvPr id="3" name="Text 3">
            <a:extLst>
              <a:ext uri="{FF2B5EF4-FFF2-40B4-BE49-F238E27FC236}">
                <a16:creationId xmlns:a16="http://schemas.microsoft.com/office/drawing/2014/main" id="{7F5BAEB8-5296-8F2A-BA1A-6A99A9112231}"/>
              </a:ext>
            </a:extLst>
          </p:cNvPr>
          <p:cNvSpPr/>
          <p:nvPr/>
        </p:nvSpPr>
        <p:spPr>
          <a:xfrm>
            <a:off x="495157" y="353683"/>
            <a:ext cx="10360152" cy="457200"/>
          </a:xfrm>
          <a:prstGeom prst="rect">
            <a:avLst/>
          </a:prstGeom>
          <a:noFill/>
          <a:ln/>
        </p:spPr>
        <p:txBody>
          <a:bodyPr wrap="square" lIns="0" tIns="0" rIns="0" bIns="0" rtlCol="0" anchor="ctr"/>
          <a:lstStyle/>
          <a:p>
            <a:r>
              <a:rPr lang="en-US" sz="2200" b="1" dirty="0">
                <a:latin typeface="Cambria"/>
                <a:ea typeface="Cambria"/>
              </a:rPr>
              <a:t>Salesforce – Work with Indian Government </a:t>
            </a:r>
            <a:endParaRPr lang="en-US" sz="2200" dirty="0"/>
          </a:p>
        </p:txBody>
      </p:sp>
      <p:cxnSp>
        <p:nvCxnSpPr>
          <p:cNvPr id="4" name="Google Shape;17933;p2451">
            <a:extLst>
              <a:ext uri="{FF2B5EF4-FFF2-40B4-BE49-F238E27FC236}">
                <a16:creationId xmlns:a16="http://schemas.microsoft.com/office/drawing/2014/main" id="{44AD7142-2A47-38D3-2ED4-10854DE8EEF4}"/>
              </a:ext>
            </a:extLst>
          </p:cNvPr>
          <p:cNvCxnSpPr>
            <a:cxnSpLocks/>
          </p:cNvCxnSpPr>
          <p:nvPr/>
        </p:nvCxnSpPr>
        <p:spPr>
          <a:xfrm>
            <a:off x="2585348" y="1422421"/>
            <a:ext cx="8575442" cy="1"/>
          </a:xfrm>
          <a:prstGeom prst="straightConnector1">
            <a:avLst/>
          </a:prstGeom>
          <a:noFill/>
          <a:ln w="152400" cap="flat" cmpd="sng">
            <a:solidFill>
              <a:srgbClr val="999999"/>
            </a:solidFill>
            <a:prstDash val="solid"/>
            <a:round/>
            <a:headEnd type="none" w="med" len="med"/>
            <a:tailEnd type="none" w="med" len="med"/>
          </a:ln>
        </p:spPr>
      </p:cxnSp>
      <p:grpSp>
        <p:nvGrpSpPr>
          <p:cNvPr id="5" name="Google Shape;17935;p2451">
            <a:extLst>
              <a:ext uri="{FF2B5EF4-FFF2-40B4-BE49-F238E27FC236}">
                <a16:creationId xmlns:a16="http://schemas.microsoft.com/office/drawing/2014/main" id="{AAF929B6-8652-C961-3394-A71C299C3F3D}"/>
              </a:ext>
            </a:extLst>
          </p:cNvPr>
          <p:cNvGrpSpPr/>
          <p:nvPr/>
        </p:nvGrpSpPr>
        <p:grpSpPr>
          <a:xfrm>
            <a:off x="1260407" y="1159460"/>
            <a:ext cx="2552029" cy="613689"/>
            <a:chOff x="442912" y="1828799"/>
            <a:chExt cx="1995600" cy="1872900"/>
          </a:xfrm>
          <a:solidFill>
            <a:schemeClr val="accent3">
              <a:lumMod val="75000"/>
            </a:schemeClr>
          </a:solidFill>
        </p:grpSpPr>
        <p:sp>
          <p:nvSpPr>
            <p:cNvPr id="6" name="Google Shape;17936;p2451">
              <a:extLst>
                <a:ext uri="{FF2B5EF4-FFF2-40B4-BE49-F238E27FC236}">
                  <a16:creationId xmlns:a16="http://schemas.microsoft.com/office/drawing/2014/main" id="{CD14C9FB-5E3C-4827-D560-36A0AD57517F}"/>
                </a:ext>
              </a:extLst>
            </p:cNvPr>
            <p:cNvSpPr/>
            <p:nvPr/>
          </p:nvSpPr>
          <p:spPr>
            <a:xfrm>
              <a:off x="442912" y="1828799"/>
              <a:ext cx="1995600" cy="1872900"/>
            </a:xfrm>
            <a:prstGeom prst="rect">
              <a:avLst/>
            </a:prstGeom>
            <a:grpFill/>
            <a:ln>
              <a:noFill/>
            </a:ln>
          </p:spPr>
          <p:txBody>
            <a:bodyPr spcFirstLastPara="1" wrap="square" lIns="0" tIns="0" rIns="0" bIns="0" anchor="ctr" anchorCtr="0">
              <a:noAutofit/>
            </a:bodyPr>
            <a:lstStyle/>
            <a:p>
              <a:pPr algn="ctr"/>
              <a:endParaRPr sz="1050">
                <a:solidFill>
                  <a:schemeClr val="lt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7" name="Google Shape;17937;p2451">
              <a:extLst>
                <a:ext uri="{FF2B5EF4-FFF2-40B4-BE49-F238E27FC236}">
                  <a16:creationId xmlns:a16="http://schemas.microsoft.com/office/drawing/2014/main" id="{8DD1640C-A068-D11B-3A28-E9BD8F0D3A74}"/>
                </a:ext>
              </a:extLst>
            </p:cNvPr>
            <p:cNvSpPr txBox="1"/>
            <p:nvPr/>
          </p:nvSpPr>
          <p:spPr>
            <a:xfrm>
              <a:off x="626850" y="2011695"/>
              <a:ext cx="1627500" cy="1508700"/>
            </a:xfrm>
            <a:prstGeom prst="rect">
              <a:avLst/>
            </a:prstGeom>
            <a:grpFill/>
            <a:ln>
              <a:noFill/>
            </a:ln>
          </p:spPr>
          <p:txBody>
            <a:bodyPr spcFirstLastPara="1" wrap="square" lIns="0" tIns="0" rIns="0" bIns="0" anchor="t" anchorCtr="0">
              <a:noAutofit/>
            </a:bodyPr>
            <a:lstStyle/>
            <a:p>
              <a:pPr>
                <a:lnSpc>
                  <a:spcPct val="85000"/>
                </a:lnSpc>
              </a:pPr>
              <a:r>
                <a:rPr lang="en-GB" sz="1600" b="1" dirty="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rPr>
                <a:t>1</a:t>
              </a:r>
              <a:endParaRPr sz="1600" b="1" dirty="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a:p>
              <a:r>
                <a:rPr lang="en-US" sz="1050" b="1" dirty="0">
                  <a:solidFill>
                    <a:schemeClr val="bg1"/>
                  </a:solidFill>
                </a:rPr>
                <a:t>India AI Mission Partnership</a:t>
              </a:r>
            </a:p>
          </p:txBody>
        </p:sp>
      </p:grpSp>
      <p:grpSp>
        <p:nvGrpSpPr>
          <p:cNvPr id="8" name="Google Shape;17941;p2451">
            <a:extLst>
              <a:ext uri="{FF2B5EF4-FFF2-40B4-BE49-F238E27FC236}">
                <a16:creationId xmlns:a16="http://schemas.microsoft.com/office/drawing/2014/main" id="{88E9509B-BC0F-47C1-66B3-D9B8351B4F01}"/>
              </a:ext>
            </a:extLst>
          </p:cNvPr>
          <p:cNvGrpSpPr/>
          <p:nvPr/>
        </p:nvGrpSpPr>
        <p:grpSpPr>
          <a:xfrm>
            <a:off x="6523522" y="1159460"/>
            <a:ext cx="2552029" cy="613689"/>
            <a:chOff x="442912" y="1828799"/>
            <a:chExt cx="1995600" cy="1872900"/>
          </a:xfrm>
          <a:solidFill>
            <a:srgbClr val="92D050"/>
          </a:solidFill>
        </p:grpSpPr>
        <p:sp>
          <p:nvSpPr>
            <p:cNvPr id="9" name="Google Shape;17942;p2451">
              <a:extLst>
                <a:ext uri="{FF2B5EF4-FFF2-40B4-BE49-F238E27FC236}">
                  <a16:creationId xmlns:a16="http://schemas.microsoft.com/office/drawing/2014/main" id="{E956E05C-9B19-EDC4-35A6-0BBA9EBD01E8}"/>
                </a:ext>
              </a:extLst>
            </p:cNvPr>
            <p:cNvSpPr/>
            <p:nvPr/>
          </p:nvSpPr>
          <p:spPr>
            <a:xfrm>
              <a:off x="442912" y="1828799"/>
              <a:ext cx="1995600" cy="1872900"/>
            </a:xfrm>
            <a:prstGeom prst="rect">
              <a:avLst/>
            </a:prstGeom>
            <a:grpFill/>
            <a:ln>
              <a:noFill/>
            </a:ln>
          </p:spPr>
          <p:txBody>
            <a:bodyPr spcFirstLastPara="1" wrap="square" lIns="0" tIns="0" rIns="0" bIns="0" anchor="ctr" anchorCtr="0">
              <a:noAutofit/>
            </a:bodyPr>
            <a:lstStyle/>
            <a:p>
              <a:pPr algn="ctr"/>
              <a:endParaRPr sz="105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p:txBody>
        </p:sp>
        <p:sp>
          <p:nvSpPr>
            <p:cNvPr id="10" name="Google Shape;17943;p2451">
              <a:extLst>
                <a:ext uri="{FF2B5EF4-FFF2-40B4-BE49-F238E27FC236}">
                  <a16:creationId xmlns:a16="http://schemas.microsoft.com/office/drawing/2014/main" id="{F3230F05-865B-7F39-1FA3-15F36B3B05BE}"/>
                </a:ext>
              </a:extLst>
            </p:cNvPr>
            <p:cNvSpPr txBox="1"/>
            <p:nvPr/>
          </p:nvSpPr>
          <p:spPr>
            <a:xfrm>
              <a:off x="626835" y="2011693"/>
              <a:ext cx="1627500" cy="1322100"/>
            </a:xfrm>
            <a:prstGeom prst="rect">
              <a:avLst/>
            </a:prstGeom>
            <a:grpFill/>
            <a:ln>
              <a:noFill/>
            </a:ln>
          </p:spPr>
          <p:txBody>
            <a:bodyPr spcFirstLastPara="1" wrap="square" lIns="0" tIns="0" rIns="0" bIns="0" anchor="t" anchorCtr="0">
              <a:noAutofit/>
            </a:bodyPr>
            <a:lstStyle/>
            <a:p>
              <a:pPr>
                <a:lnSpc>
                  <a:spcPct val="85000"/>
                </a:lnSpc>
              </a:pPr>
              <a:r>
                <a:rPr lang="en-GB" sz="1600" b="1" dirty="0">
                  <a:latin typeface="Calibri" panose="020F0502020204030204" pitchFamily="34" charset="0"/>
                  <a:ea typeface="Calibri" panose="020F0502020204030204" pitchFamily="34" charset="0"/>
                  <a:cs typeface="Calibri" panose="020F0502020204030204" pitchFamily="34" charset="0"/>
                  <a:sym typeface="Helvetica Neue"/>
                </a:rPr>
                <a:t>3</a:t>
              </a:r>
              <a:endParaRPr sz="1600" b="1" dirty="0">
                <a:latin typeface="Calibri" panose="020F0502020204030204" pitchFamily="34" charset="0"/>
                <a:ea typeface="Calibri" panose="020F0502020204030204" pitchFamily="34" charset="0"/>
                <a:cs typeface="Calibri" panose="020F0502020204030204" pitchFamily="34" charset="0"/>
                <a:sym typeface="Helvetica Neue"/>
              </a:endParaRPr>
            </a:p>
            <a:p>
              <a:r>
                <a:rPr lang="en-US" sz="1050" b="1" dirty="0">
                  <a:solidFill>
                    <a:srgbClr val="1B4332"/>
                  </a:solidFill>
                  <a:latin typeface="Calibri" pitchFamily="34" charset="0"/>
                  <a:ea typeface="Calibri" pitchFamily="34" charset="-122"/>
                  <a:cs typeface="Calibri" pitchFamily="34" charset="-120"/>
                </a:rPr>
                <a:t>AI Centre of Excellence</a:t>
              </a:r>
              <a:endParaRPr lang="en-US" sz="1050" dirty="0"/>
            </a:p>
          </p:txBody>
        </p:sp>
      </p:grpSp>
      <p:grpSp>
        <p:nvGrpSpPr>
          <p:cNvPr id="11" name="Google Shape;17945;p2451">
            <a:extLst>
              <a:ext uri="{FF2B5EF4-FFF2-40B4-BE49-F238E27FC236}">
                <a16:creationId xmlns:a16="http://schemas.microsoft.com/office/drawing/2014/main" id="{7B8F8FE5-F1A7-AB19-6028-FAA20448036B}"/>
              </a:ext>
            </a:extLst>
          </p:cNvPr>
          <p:cNvGrpSpPr/>
          <p:nvPr/>
        </p:nvGrpSpPr>
        <p:grpSpPr>
          <a:xfrm>
            <a:off x="9128437" y="1159462"/>
            <a:ext cx="2552029" cy="613689"/>
            <a:chOff x="442912" y="1828800"/>
            <a:chExt cx="1995600" cy="1872900"/>
          </a:xfrm>
          <a:solidFill>
            <a:schemeClr val="accent6">
              <a:lumMod val="20000"/>
              <a:lumOff val="80000"/>
            </a:schemeClr>
          </a:solidFill>
        </p:grpSpPr>
        <p:sp>
          <p:nvSpPr>
            <p:cNvPr id="12" name="Google Shape;17946;p2451">
              <a:extLst>
                <a:ext uri="{FF2B5EF4-FFF2-40B4-BE49-F238E27FC236}">
                  <a16:creationId xmlns:a16="http://schemas.microsoft.com/office/drawing/2014/main" id="{668E9CFA-3923-35C9-44A6-B83DE75B5038}"/>
                </a:ext>
              </a:extLst>
            </p:cNvPr>
            <p:cNvSpPr/>
            <p:nvPr/>
          </p:nvSpPr>
          <p:spPr>
            <a:xfrm>
              <a:off x="442912" y="1828800"/>
              <a:ext cx="1995600" cy="1872900"/>
            </a:xfrm>
            <a:prstGeom prst="rect">
              <a:avLst/>
            </a:prstGeom>
            <a:grpFill/>
            <a:ln>
              <a:noFill/>
            </a:ln>
          </p:spPr>
          <p:txBody>
            <a:bodyPr spcFirstLastPara="1" wrap="square" lIns="0" tIns="0" rIns="0" bIns="0" anchor="ctr" anchorCtr="0">
              <a:noAutofit/>
            </a:bodyPr>
            <a:lstStyle/>
            <a:p>
              <a:endParaRPr sz="105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p:txBody>
        </p:sp>
        <p:sp>
          <p:nvSpPr>
            <p:cNvPr id="13" name="Google Shape;17947;p2451">
              <a:extLst>
                <a:ext uri="{FF2B5EF4-FFF2-40B4-BE49-F238E27FC236}">
                  <a16:creationId xmlns:a16="http://schemas.microsoft.com/office/drawing/2014/main" id="{2D7ABF94-54BB-520D-0A0E-7AD12E2ECC0E}"/>
                </a:ext>
              </a:extLst>
            </p:cNvPr>
            <p:cNvSpPr txBox="1"/>
            <p:nvPr/>
          </p:nvSpPr>
          <p:spPr>
            <a:xfrm>
              <a:off x="626839" y="2011681"/>
              <a:ext cx="1719459" cy="704030"/>
            </a:xfrm>
            <a:prstGeom prst="rect">
              <a:avLst/>
            </a:prstGeom>
            <a:grpFill/>
            <a:ln>
              <a:noFill/>
            </a:ln>
          </p:spPr>
          <p:txBody>
            <a:bodyPr spcFirstLastPara="1" wrap="square" lIns="0" tIns="0" rIns="0" bIns="0" anchor="t" anchorCtr="0">
              <a:noAutofit/>
            </a:bodyPr>
            <a:lstStyle/>
            <a:p>
              <a:pPr>
                <a:lnSpc>
                  <a:spcPct val="85000"/>
                </a:lnSpc>
              </a:pPr>
              <a:r>
                <a:rPr lang="en-GB" sz="1600" b="1" dirty="0">
                  <a:latin typeface="Calibri" panose="020F0502020204030204" pitchFamily="34" charset="0"/>
                  <a:ea typeface="Calibri" panose="020F0502020204030204" pitchFamily="34" charset="0"/>
                  <a:cs typeface="Calibri" panose="020F0502020204030204" pitchFamily="34" charset="0"/>
                  <a:sym typeface="Helvetica Neue"/>
                </a:rPr>
                <a:t>4</a:t>
              </a:r>
              <a:endParaRPr sz="1600" b="1" dirty="0">
                <a:latin typeface="Calibri" panose="020F0502020204030204" pitchFamily="34" charset="0"/>
                <a:ea typeface="Calibri" panose="020F0502020204030204" pitchFamily="34" charset="0"/>
                <a:cs typeface="Calibri" panose="020F0502020204030204" pitchFamily="34" charset="0"/>
                <a:sym typeface="Helvetica Neue"/>
              </a:endParaRPr>
            </a:p>
            <a:p>
              <a:r>
                <a:rPr lang="en-US" sz="1050" b="1" dirty="0">
                  <a:solidFill>
                    <a:srgbClr val="1B4332"/>
                  </a:solidFill>
                  <a:latin typeface="Calibri" pitchFamily="34" charset="0"/>
                  <a:ea typeface="Calibri" pitchFamily="34" charset="-122"/>
                  <a:cs typeface="Calibri" pitchFamily="34" charset="-120"/>
                </a:rPr>
                <a:t>Enterprise Agentic AI Adoption</a:t>
              </a:r>
              <a:endParaRPr lang="en-US" sz="1050" dirty="0"/>
            </a:p>
          </p:txBody>
        </p:sp>
      </p:grpSp>
      <p:grpSp>
        <p:nvGrpSpPr>
          <p:cNvPr id="14" name="Google Shape;17954;p2451">
            <a:extLst>
              <a:ext uri="{FF2B5EF4-FFF2-40B4-BE49-F238E27FC236}">
                <a16:creationId xmlns:a16="http://schemas.microsoft.com/office/drawing/2014/main" id="{A181F7E9-F57A-BC43-74C9-4CDE4A8DC915}"/>
              </a:ext>
            </a:extLst>
          </p:cNvPr>
          <p:cNvGrpSpPr/>
          <p:nvPr/>
        </p:nvGrpSpPr>
        <p:grpSpPr>
          <a:xfrm>
            <a:off x="3926394" y="1163693"/>
            <a:ext cx="2552029" cy="613689"/>
            <a:chOff x="442912" y="1828800"/>
            <a:chExt cx="1995600" cy="1872900"/>
          </a:xfrm>
          <a:solidFill>
            <a:schemeClr val="accent6"/>
          </a:solidFill>
        </p:grpSpPr>
        <p:sp>
          <p:nvSpPr>
            <p:cNvPr id="15" name="Google Shape;17955;p2451">
              <a:extLst>
                <a:ext uri="{FF2B5EF4-FFF2-40B4-BE49-F238E27FC236}">
                  <a16:creationId xmlns:a16="http://schemas.microsoft.com/office/drawing/2014/main" id="{0236F2B4-548E-D5C4-B2D9-3B571D0BBBD4}"/>
                </a:ext>
              </a:extLst>
            </p:cNvPr>
            <p:cNvSpPr/>
            <p:nvPr/>
          </p:nvSpPr>
          <p:spPr>
            <a:xfrm>
              <a:off x="442912" y="1828800"/>
              <a:ext cx="1995600" cy="1872900"/>
            </a:xfrm>
            <a:prstGeom prst="rect">
              <a:avLst/>
            </a:prstGeom>
            <a:grpFill/>
            <a:ln>
              <a:noFill/>
            </a:ln>
          </p:spPr>
          <p:txBody>
            <a:bodyPr spcFirstLastPara="1" wrap="square" lIns="0" tIns="0" rIns="0" bIns="0" anchor="ctr" anchorCtr="0">
              <a:noAutofit/>
            </a:bodyPr>
            <a:lstStyle/>
            <a:p>
              <a:pPr algn="ctr"/>
              <a:endParaRPr sz="105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p:txBody>
        </p:sp>
        <p:sp>
          <p:nvSpPr>
            <p:cNvPr id="16" name="Google Shape;17956;p2451">
              <a:extLst>
                <a:ext uri="{FF2B5EF4-FFF2-40B4-BE49-F238E27FC236}">
                  <a16:creationId xmlns:a16="http://schemas.microsoft.com/office/drawing/2014/main" id="{F6CA8377-B669-E44E-BC44-880DB0186982}"/>
                </a:ext>
              </a:extLst>
            </p:cNvPr>
            <p:cNvSpPr txBox="1"/>
            <p:nvPr/>
          </p:nvSpPr>
          <p:spPr>
            <a:xfrm>
              <a:off x="626839" y="2011679"/>
              <a:ext cx="1627500" cy="687300"/>
            </a:xfrm>
            <a:prstGeom prst="rect">
              <a:avLst/>
            </a:prstGeom>
            <a:grpFill/>
            <a:ln>
              <a:noFill/>
            </a:ln>
          </p:spPr>
          <p:txBody>
            <a:bodyPr spcFirstLastPara="1" wrap="square" lIns="0" tIns="0" rIns="0" bIns="0" anchor="t" anchorCtr="0">
              <a:noAutofit/>
            </a:bodyPr>
            <a:lstStyle/>
            <a:p>
              <a:pPr>
                <a:lnSpc>
                  <a:spcPct val="85000"/>
                </a:lnSpc>
              </a:pPr>
              <a:r>
                <a:rPr lang="en-GB" sz="1600" b="1" dirty="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rPr>
                <a:t>2</a:t>
              </a:r>
              <a:endParaRPr sz="1600" b="1" dirty="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a:p>
              <a:r>
                <a:rPr lang="en-US" sz="1050" b="1" dirty="0">
                  <a:solidFill>
                    <a:srgbClr val="1B4332"/>
                  </a:solidFill>
                  <a:latin typeface="Calibri" pitchFamily="34" charset="0"/>
                  <a:ea typeface="Calibri" pitchFamily="34" charset="-122"/>
                  <a:cs typeface="Calibri" pitchFamily="34" charset="-120"/>
                </a:rPr>
                <a:t>AI Workforce Development</a:t>
              </a:r>
              <a:endParaRPr lang="en-US" sz="1050" dirty="0"/>
            </a:p>
          </p:txBody>
        </p:sp>
      </p:grpSp>
      <p:sp>
        <p:nvSpPr>
          <p:cNvPr id="17" name="Google Shape;17940;p2451">
            <a:extLst>
              <a:ext uri="{FF2B5EF4-FFF2-40B4-BE49-F238E27FC236}">
                <a16:creationId xmlns:a16="http://schemas.microsoft.com/office/drawing/2014/main" id="{0F620094-25EC-CF7A-2C23-B2D104CD06CD}"/>
              </a:ext>
            </a:extLst>
          </p:cNvPr>
          <p:cNvSpPr txBox="1">
            <a:spLocks/>
          </p:cNvSpPr>
          <p:nvPr/>
        </p:nvSpPr>
        <p:spPr>
          <a:xfrm>
            <a:off x="1260404" y="1685330"/>
            <a:ext cx="2552032" cy="970936"/>
          </a:xfrm>
          <a:prstGeom prst="rect">
            <a:avLst/>
          </a:prstGeom>
          <a:solidFill>
            <a:schemeClr val="bg1"/>
          </a:solidFill>
          <a:ln w="3175">
            <a:solidFill>
              <a:schemeClr val="bg1">
                <a:lumMod val="95000"/>
              </a:schemeClr>
            </a:solidFill>
          </a:ln>
        </p:spPr>
        <p:txBody>
          <a:bodyPr spcFirstLastPara="1" vert="horz" wrap="square" lIns="0" tIns="0" rIns="0" bIns="0" rtlCol="0" anchor="ctr" anchorCtr="0">
            <a:noAutofit/>
          </a:bodyPr>
          <a:lstStyle>
            <a:lvl1pPr marL="342900" lvl="0" indent="-238125" algn="l" defTabSz="914400" rtl="0" eaLnBrk="1" latinLnBrk="0" hangingPunct="1">
              <a:lnSpc>
                <a:spcPct val="100000"/>
              </a:lnSpc>
              <a:spcBef>
                <a:spcPts val="0"/>
              </a:spcBef>
              <a:spcAft>
                <a:spcPts val="0"/>
              </a:spcAft>
              <a:buClr>
                <a:schemeClr val="dk1"/>
              </a:buClr>
              <a:buSzPts val="1400"/>
              <a:buFont typeface="Arial" pitchFamily="34" charset="0"/>
              <a:buChar char="•"/>
              <a:defRPr sz="1050" kern="1200">
                <a:solidFill>
                  <a:schemeClr val="accent1"/>
                </a:solidFill>
                <a:latin typeface="+mn-lt"/>
                <a:ea typeface="+mn-ea"/>
                <a:cs typeface="+mn-cs"/>
              </a:defRPr>
            </a:lvl1pPr>
            <a:lvl2pPr marL="685800" lvl="1"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2pPr>
            <a:lvl3pPr marL="1028700" lvl="2"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3pPr>
            <a:lvl4pPr marL="1371600" lvl="3"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4pPr>
            <a:lvl5pPr marL="1714500" lvl="4"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5pPr>
            <a:lvl6pPr marL="2057400" lvl="5"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6pPr>
            <a:lvl7pPr marL="2400300" lvl="6"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7pPr>
            <a:lvl8pPr marL="2743200" lvl="7"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8pPr>
            <a:lvl9pPr marL="3086100" lvl="8" indent="-238125" algn="l" defTabSz="914400" rtl="0" eaLnBrk="1" latinLnBrk="0" hangingPunct="1">
              <a:lnSpc>
                <a:spcPct val="100000"/>
              </a:lnSpc>
              <a:spcBef>
                <a:spcPts val="450"/>
              </a:spcBef>
              <a:spcAft>
                <a:spcPts val="450"/>
              </a:spcAft>
              <a:buClr>
                <a:schemeClr val="dk1"/>
              </a:buClr>
              <a:buSzPts val="1400"/>
              <a:buFont typeface="Arial" pitchFamily="34" charset="0"/>
              <a:buChar char="•"/>
              <a:defRPr sz="1050" kern="1200">
                <a:solidFill>
                  <a:schemeClr val="tx1"/>
                </a:solidFill>
                <a:latin typeface="+mn-lt"/>
                <a:ea typeface="+mn-ea"/>
                <a:cs typeface="+mn-cs"/>
              </a:defRPr>
            </a:lvl9pPr>
          </a:lstStyle>
          <a:p>
            <a:pPr marL="0" indent="0">
              <a:buNone/>
            </a:pPr>
            <a:r>
              <a:rPr lang="en-US" sz="1000" dirty="0">
                <a:solidFill>
                  <a:srgbClr val="1F2937"/>
                </a:solidFill>
                <a:latin typeface="Calibri" pitchFamily="34" charset="0"/>
                <a:ea typeface="Calibri" pitchFamily="34" charset="-122"/>
                <a:cs typeface="Calibri" pitchFamily="34" charset="-120"/>
              </a:rPr>
              <a:t>Partners with </a:t>
            </a:r>
            <a:r>
              <a:rPr lang="en-US" sz="1000" dirty="0" err="1">
                <a:solidFill>
                  <a:srgbClr val="1F2937"/>
                </a:solidFill>
                <a:latin typeface="Calibri" pitchFamily="34" charset="0"/>
                <a:ea typeface="Calibri" pitchFamily="34" charset="-122"/>
                <a:cs typeface="Calibri" pitchFamily="34" charset="-120"/>
              </a:rPr>
              <a:t>IndiaAI</a:t>
            </a:r>
            <a:r>
              <a:rPr lang="en-US" sz="1000" dirty="0">
                <a:solidFill>
                  <a:srgbClr val="1F2937"/>
                </a:solidFill>
                <a:latin typeface="Calibri" pitchFamily="34" charset="0"/>
                <a:ea typeface="Calibri" pitchFamily="34" charset="-122"/>
                <a:cs typeface="Calibri" pitchFamily="34" charset="-120"/>
              </a:rPr>
              <a:t> Mission (</a:t>
            </a:r>
            <a:r>
              <a:rPr lang="en-US" sz="1000" dirty="0" err="1">
                <a:solidFill>
                  <a:srgbClr val="1F2937"/>
                </a:solidFill>
                <a:latin typeface="Calibri" pitchFamily="34" charset="0"/>
                <a:ea typeface="Calibri" pitchFamily="34" charset="-122"/>
                <a:cs typeface="Calibri" pitchFamily="34" charset="-120"/>
              </a:rPr>
              <a:t>MeitY</a:t>
            </a:r>
            <a:r>
              <a:rPr lang="en-US" sz="1000" dirty="0">
                <a:solidFill>
                  <a:srgbClr val="1F2937"/>
                </a:solidFill>
                <a:latin typeface="Calibri" pitchFamily="34" charset="0"/>
                <a:ea typeface="Calibri" pitchFamily="34" charset="-122"/>
                <a:cs typeface="Calibri" pitchFamily="34" charset="-120"/>
              </a:rPr>
              <a:t>) through the </a:t>
            </a:r>
            <a:r>
              <a:rPr lang="en-US" sz="1000" dirty="0" err="1">
                <a:solidFill>
                  <a:srgbClr val="1F2937"/>
                </a:solidFill>
                <a:latin typeface="Calibri" pitchFamily="34" charset="0"/>
                <a:ea typeface="Calibri" pitchFamily="34" charset="-122"/>
                <a:cs typeface="Calibri" pitchFamily="34" charset="-120"/>
              </a:rPr>
              <a:t>YuvaAI</a:t>
            </a:r>
            <a:r>
              <a:rPr lang="en-US" sz="1000" dirty="0">
                <a:solidFill>
                  <a:srgbClr val="1F2937"/>
                </a:solidFill>
                <a:latin typeface="Calibri" pitchFamily="34" charset="0"/>
                <a:ea typeface="Calibri" pitchFamily="34" charset="-122"/>
                <a:cs typeface="Calibri" pitchFamily="34" charset="-120"/>
              </a:rPr>
              <a:t> Bharat: GenAI Skill Catalyst </a:t>
            </a:r>
            <a:r>
              <a:rPr lang="en-US" sz="1000" dirty="0" err="1">
                <a:solidFill>
                  <a:srgbClr val="1F2937"/>
                </a:solidFill>
                <a:latin typeface="Calibri" pitchFamily="34" charset="0"/>
                <a:ea typeface="Calibri" pitchFamily="34" charset="-122"/>
                <a:cs typeface="Calibri" pitchFamily="34" charset="-120"/>
              </a:rPr>
              <a:t>programme</a:t>
            </a:r>
            <a:r>
              <a:rPr lang="en-US" sz="1000" dirty="0">
                <a:solidFill>
                  <a:srgbClr val="1F2937"/>
                </a:solidFill>
                <a:latin typeface="Calibri" pitchFamily="34" charset="0"/>
                <a:ea typeface="Calibri" pitchFamily="34" charset="-122"/>
                <a:cs typeface="Calibri" pitchFamily="34" charset="-120"/>
              </a:rPr>
              <a:t>, with the goal of training 100,000 learners by 2026 and 1 million learners by 2030 in generative AI, Agentic AI, and data capabilities.</a:t>
            </a:r>
            <a:endParaRPr lang="en-US" sz="1000" dirty="0"/>
          </a:p>
        </p:txBody>
      </p:sp>
      <p:grpSp>
        <p:nvGrpSpPr>
          <p:cNvPr id="21" name="Google Shape;17935;p2451">
            <a:extLst>
              <a:ext uri="{FF2B5EF4-FFF2-40B4-BE49-F238E27FC236}">
                <a16:creationId xmlns:a16="http://schemas.microsoft.com/office/drawing/2014/main" id="{5133100B-73F7-9291-0295-61D607E619EC}"/>
              </a:ext>
            </a:extLst>
          </p:cNvPr>
          <p:cNvGrpSpPr/>
          <p:nvPr/>
        </p:nvGrpSpPr>
        <p:grpSpPr>
          <a:xfrm rot="16200000">
            <a:off x="41944" y="1689488"/>
            <a:ext cx="1513370" cy="461777"/>
            <a:chOff x="442912" y="1828799"/>
            <a:chExt cx="1995600" cy="1872900"/>
          </a:xfrm>
          <a:solidFill>
            <a:schemeClr val="bg1">
              <a:lumMod val="65000"/>
            </a:schemeClr>
          </a:solidFill>
        </p:grpSpPr>
        <p:sp>
          <p:nvSpPr>
            <p:cNvPr id="22" name="Google Shape;17936;p2451">
              <a:extLst>
                <a:ext uri="{FF2B5EF4-FFF2-40B4-BE49-F238E27FC236}">
                  <a16:creationId xmlns:a16="http://schemas.microsoft.com/office/drawing/2014/main" id="{38863880-C520-4233-A32C-CC579782C306}"/>
                </a:ext>
              </a:extLst>
            </p:cNvPr>
            <p:cNvSpPr/>
            <p:nvPr/>
          </p:nvSpPr>
          <p:spPr>
            <a:xfrm>
              <a:off x="442912" y="1828799"/>
              <a:ext cx="1995600" cy="1872900"/>
            </a:xfrm>
            <a:prstGeom prst="rect">
              <a:avLst/>
            </a:prstGeom>
            <a:grpFill/>
            <a:ln>
              <a:noFill/>
            </a:ln>
          </p:spPr>
          <p:txBody>
            <a:bodyPr spcFirstLastPara="1" wrap="square" lIns="0" tIns="0" rIns="0" bIns="0" anchor="ctr" anchorCtr="0">
              <a:noAutofit/>
            </a:bodyPr>
            <a:lstStyle/>
            <a:p>
              <a:pPr algn="ctr"/>
              <a:endParaRPr sz="1000">
                <a:solidFill>
                  <a:schemeClr val="lt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23" name="Google Shape;17937;p2451">
              <a:extLst>
                <a:ext uri="{FF2B5EF4-FFF2-40B4-BE49-F238E27FC236}">
                  <a16:creationId xmlns:a16="http://schemas.microsoft.com/office/drawing/2014/main" id="{EEA399B6-9BF7-E939-D344-2A6C67EA0BB4}"/>
                </a:ext>
              </a:extLst>
            </p:cNvPr>
            <p:cNvSpPr txBox="1"/>
            <p:nvPr/>
          </p:nvSpPr>
          <p:spPr>
            <a:xfrm>
              <a:off x="620169" y="2011699"/>
              <a:ext cx="1634183" cy="1508701"/>
            </a:xfrm>
            <a:prstGeom prst="rect">
              <a:avLst/>
            </a:prstGeom>
            <a:grpFill/>
            <a:ln>
              <a:noFill/>
            </a:ln>
          </p:spPr>
          <p:txBody>
            <a:bodyPr spcFirstLastPara="1" wrap="square" lIns="0" tIns="0" rIns="0" bIns="0" anchor="ctr" anchorCtr="0">
              <a:noAutofit/>
            </a:bodyPr>
            <a:lstStyle/>
            <a:p>
              <a:pPr algn="ctr">
                <a:lnSpc>
                  <a:spcPct val="85000"/>
                </a:lnSpc>
              </a:pPr>
              <a:r>
                <a:rPr lang="en-US" sz="100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rPr>
                <a:t>Collaboration Activities</a:t>
              </a:r>
              <a:endParaRPr sz="100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p:txBody>
        </p:sp>
      </p:grpSp>
      <p:sp>
        <p:nvSpPr>
          <p:cNvPr id="24" name="Google Shape;17940;p2451">
            <a:extLst>
              <a:ext uri="{FF2B5EF4-FFF2-40B4-BE49-F238E27FC236}">
                <a16:creationId xmlns:a16="http://schemas.microsoft.com/office/drawing/2014/main" id="{B9BF27BF-DC55-A68E-380E-998FD274FDCB}"/>
              </a:ext>
            </a:extLst>
          </p:cNvPr>
          <p:cNvSpPr txBox="1">
            <a:spLocks/>
          </p:cNvSpPr>
          <p:nvPr/>
        </p:nvSpPr>
        <p:spPr>
          <a:xfrm>
            <a:off x="3934074" y="1701967"/>
            <a:ext cx="2540971" cy="957935"/>
          </a:xfrm>
          <a:prstGeom prst="rect">
            <a:avLst/>
          </a:prstGeom>
          <a:solidFill>
            <a:schemeClr val="bg1"/>
          </a:solidFill>
          <a:ln w="3175">
            <a:solidFill>
              <a:schemeClr val="bg1">
                <a:lumMod val="95000"/>
              </a:schemeClr>
            </a:solidFill>
          </a:ln>
        </p:spPr>
        <p:txBody>
          <a:bodyPr spcFirstLastPara="1" vert="horz" wrap="square" lIns="0" tIns="0" rIns="0" bIns="0" rtlCol="0" anchor="ctr" anchorCtr="0">
            <a:noAutofit/>
          </a:bodyPr>
          <a:lstStyle>
            <a:lvl1pPr marL="342900" lvl="0" indent="-238125" algn="l" defTabSz="914400" rtl="0" eaLnBrk="1" latinLnBrk="0" hangingPunct="1">
              <a:lnSpc>
                <a:spcPct val="100000"/>
              </a:lnSpc>
              <a:spcBef>
                <a:spcPts val="0"/>
              </a:spcBef>
              <a:spcAft>
                <a:spcPts val="0"/>
              </a:spcAft>
              <a:buClr>
                <a:schemeClr val="dk1"/>
              </a:buClr>
              <a:buSzPts val="1400"/>
              <a:buFont typeface="Arial" pitchFamily="34" charset="0"/>
              <a:buChar char="•"/>
              <a:defRPr sz="1050" kern="1200">
                <a:solidFill>
                  <a:schemeClr val="accent1"/>
                </a:solidFill>
                <a:latin typeface="+mn-lt"/>
                <a:ea typeface="+mn-ea"/>
                <a:cs typeface="+mn-cs"/>
              </a:defRPr>
            </a:lvl1pPr>
            <a:lvl2pPr marL="685800" lvl="1"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2pPr>
            <a:lvl3pPr marL="1028700" lvl="2"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3pPr>
            <a:lvl4pPr marL="1371600" lvl="3"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4pPr>
            <a:lvl5pPr marL="1714500" lvl="4"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5pPr>
            <a:lvl6pPr marL="2057400" lvl="5"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6pPr>
            <a:lvl7pPr marL="2400300" lvl="6"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7pPr>
            <a:lvl8pPr marL="2743200" lvl="7"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8pPr>
            <a:lvl9pPr marL="3086100" lvl="8" indent="-238125" algn="l" defTabSz="914400" rtl="0" eaLnBrk="1" latinLnBrk="0" hangingPunct="1">
              <a:lnSpc>
                <a:spcPct val="100000"/>
              </a:lnSpc>
              <a:spcBef>
                <a:spcPts val="450"/>
              </a:spcBef>
              <a:spcAft>
                <a:spcPts val="450"/>
              </a:spcAft>
              <a:buClr>
                <a:schemeClr val="dk1"/>
              </a:buClr>
              <a:buSzPts val="1400"/>
              <a:buFont typeface="Arial" pitchFamily="34" charset="0"/>
              <a:buChar char="•"/>
              <a:defRPr sz="1050" kern="1200">
                <a:solidFill>
                  <a:schemeClr val="tx1"/>
                </a:solidFill>
                <a:latin typeface="+mn-lt"/>
                <a:ea typeface="+mn-ea"/>
                <a:cs typeface="+mn-cs"/>
              </a:defRPr>
            </a:lvl9pPr>
          </a:lstStyle>
          <a:p>
            <a:pPr marL="0" indent="0">
              <a:buNone/>
            </a:pPr>
            <a:r>
              <a:rPr lang="en-US" sz="1000" dirty="0">
                <a:solidFill>
                  <a:srgbClr val="1F2937"/>
                </a:solidFill>
                <a:latin typeface="Calibri" pitchFamily="34" charset="0"/>
                <a:ea typeface="Calibri" pitchFamily="34" charset="-122"/>
                <a:cs typeface="Calibri" pitchFamily="34" charset="-120"/>
              </a:rPr>
              <a:t>Partners with the All India Council for Technical Education (AICTE) to provide virtual internships and hands-on industry projects, preparing students for AI-enabled careers.</a:t>
            </a:r>
            <a:endParaRPr lang="en-US" sz="1000" dirty="0"/>
          </a:p>
        </p:txBody>
      </p:sp>
      <p:sp>
        <p:nvSpPr>
          <p:cNvPr id="25" name="Google Shape;17940;p2451">
            <a:extLst>
              <a:ext uri="{FF2B5EF4-FFF2-40B4-BE49-F238E27FC236}">
                <a16:creationId xmlns:a16="http://schemas.microsoft.com/office/drawing/2014/main" id="{2A2CC4A7-951F-A247-DA62-99F7450E18AB}"/>
              </a:ext>
            </a:extLst>
          </p:cNvPr>
          <p:cNvSpPr txBox="1">
            <a:spLocks/>
          </p:cNvSpPr>
          <p:nvPr/>
        </p:nvSpPr>
        <p:spPr>
          <a:xfrm>
            <a:off x="6523520" y="1688836"/>
            <a:ext cx="2552030" cy="968191"/>
          </a:xfrm>
          <a:prstGeom prst="rect">
            <a:avLst/>
          </a:prstGeom>
          <a:solidFill>
            <a:schemeClr val="bg1"/>
          </a:solidFill>
          <a:ln w="3175">
            <a:solidFill>
              <a:schemeClr val="bg1">
                <a:lumMod val="95000"/>
              </a:schemeClr>
            </a:solidFill>
          </a:ln>
        </p:spPr>
        <p:txBody>
          <a:bodyPr spcFirstLastPara="1" vert="horz" wrap="square" lIns="0" tIns="0" rIns="0" bIns="0" rtlCol="0" anchor="ctr" anchorCtr="0">
            <a:noAutofit/>
          </a:bodyPr>
          <a:lstStyle>
            <a:lvl1pPr marL="342900" lvl="0" indent="-238125" algn="l" defTabSz="914400" rtl="0" eaLnBrk="1" latinLnBrk="0" hangingPunct="1">
              <a:lnSpc>
                <a:spcPct val="100000"/>
              </a:lnSpc>
              <a:spcBef>
                <a:spcPts val="0"/>
              </a:spcBef>
              <a:spcAft>
                <a:spcPts val="0"/>
              </a:spcAft>
              <a:buClr>
                <a:schemeClr val="dk1"/>
              </a:buClr>
              <a:buSzPts val="1400"/>
              <a:buFont typeface="Arial" pitchFamily="34" charset="0"/>
              <a:buChar char="•"/>
              <a:defRPr sz="1050" kern="1200">
                <a:solidFill>
                  <a:schemeClr val="accent1"/>
                </a:solidFill>
                <a:latin typeface="+mn-lt"/>
                <a:ea typeface="+mn-ea"/>
                <a:cs typeface="+mn-cs"/>
              </a:defRPr>
            </a:lvl1pPr>
            <a:lvl2pPr marL="685800" lvl="1"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2pPr>
            <a:lvl3pPr marL="1028700" lvl="2"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3pPr>
            <a:lvl4pPr marL="1371600" lvl="3"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4pPr>
            <a:lvl5pPr marL="1714500" lvl="4"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5pPr>
            <a:lvl6pPr marL="2057400" lvl="5"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6pPr>
            <a:lvl7pPr marL="2400300" lvl="6"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7pPr>
            <a:lvl8pPr marL="2743200" lvl="7"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8pPr>
            <a:lvl9pPr marL="3086100" lvl="8" indent="-238125" algn="l" defTabSz="914400" rtl="0" eaLnBrk="1" latinLnBrk="0" hangingPunct="1">
              <a:lnSpc>
                <a:spcPct val="100000"/>
              </a:lnSpc>
              <a:spcBef>
                <a:spcPts val="450"/>
              </a:spcBef>
              <a:spcAft>
                <a:spcPts val="450"/>
              </a:spcAft>
              <a:buClr>
                <a:schemeClr val="dk1"/>
              </a:buClr>
              <a:buSzPts val="1400"/>
              <a:buFont typeface="Arial" pitchFamily="34" charset="0"/>
              <a:buChar char="•"/>
              <a:defRPr sz="1050" kern="1200">
                <a:solidFill>
                  <a:schemeClr val="tx1"/>
                </a:solidFill>
                <a:latin typeface="+mn-lt"/>
                <a:ea typeface="+mn-ea"/>
                <a:cs typeface="+mn-cs"/>
              </a:defRPr>
            </a:lvl9pPr>
          </a:lstStyle>
          <a:p>
            <a:pPr marL="0" indent="0">
              <a:buNone/>
            </a:pPr>
            <a:r>
              <a:rPr lang="en-US" sz="1000" dirty="0">
                <a:solidFill>
                  <a:srgbClr val="1F2937"/>
                </a:solidFill>
                <a:latin typeface="Calibri" pitchFamily="34" charset="0"/>
                <a:ea typeface="Calibri" pitchFamily="34" charset="-122"/>
                <a:cs typeface="Calibri" pitchFamily="34" charset="-120"/>
              </a:rPr>
              <a:t>Planned collaborations with universities UPES Dehradun, </a:t>
            </a:r>
            <a:r>
              <a:rPr lang="en-US" sz="1000" dirty="0" err="1">
                <a:solidFill>
                  <a:srgbClr val="1F2937"/>
                </a:solidFill>
                <a:latin typeface="Calibri" pitchFamily="34" charset="0"/>
                <a:ea typeface="Calibri" pitchFamily="34" charset="-122"/>
                <a:cs typeface="Calibri" pitchFamily="34" charset="-120"/>
              </a:rPr>
              <a:t>Galgotias</a:t>
            </a:r>
            <a:r>
              <a:rPr lang="en-US" sz="1000" dirty="0">
                <a:solidFill>
                  <a:srgbClr val="1F2937"/>
                </a:solidFill>
                <a:latin typeface="Calibri" pitchFamily="34" charset="0"/>
                <a:ea typeface="Calibri" pitchFamily="34" charset="-122"/>
                <a:cs typeface="Calibri" pitchFamily="34" charset="-120"/>
              </a:rPr>
              <a:t> University, MAHE, AICTE, and the </a:t>
            </a:r>
            <a:r>
              <a:rPr lang="en-US" sz="1000" dirty="0" err="1">
                <a:solidFill>
                  <a:srgbClr val="1F2937"/>
                </a:solidFill>
                <a:latin typeface="Calibri" pitchFamily="34" charset="0"/>
                <a:ea typeface="Calibri" pitchFamily="34" charset="-122"/>
                <a:cs typeface="Calibri" pitchFamily="34" charset="-120"/>
              </a:rPr>
              <a:t>IndiaAI</a:t>
            </a:r>
            <a:r>
              <a:rPr lang="en-US" sz="1000" dirty="0">
                <a:solidFill>
                  <a:srgbClr val="1F2937"/>
                </a:solidFill>
                <a:latin typeface="Calibri" pitchFamily="34" charset="0"/>
                <a:ea typeface="Calibri" pitchFamily="34" charset="-122"/>
                <a:cs typeface="Calibri" pitchFamily="34" charset="-120"/>
              </a:rPr>
              <a:t> Mission to establish AI </a:t>
            </a:r>
            <a:r>
              <a:rPr lang="en-US" sz="1000" dirty="0" err="1">
                <a:solidFill>
                  <a:srgbClr val="1F2937"/>
                </a:solidFill>
                <a:latin typeface="Calibri" pitchFamily="34" charset="0"/>
                <a:ea typeface="Calibri" pitchFamily="34" charset="-122"/>
                <a:cs typeface="Calibri" pitchFamily="34" charset="-120"/>
              </a:rPr>
              <a:t>Centres</a:t>
            </a:r>
            <a:r>
              <a:rPr lang="en-US" sz="1000" dirty="0">
                <a:solidFill>
                  <a:srgbClr val="1F2937"/>
                </a:solidFill>
                <a:latin typeface="Calibri" pitchFamily="34" charset="0"/>
                <a:ea typeface="Calibri" pitchFamily="34" charset="-122"/>
                <a:cs typeface="Calibri" pitchFamily="34" charset="-120"/>
              </a:rPr>
              <a:t> of Excellence, launch AI-integrated academic </a:t>
            </a:r>
            <a:r>
              <a:rPr lang="en-US" sz="1000" dirty="0" err="1">
                <a:solidFill>
                  <a:srgbClr val="1F2937"/>
                </a:solidFill>
                <a:latin typeface="Calibri" pitchFamily="34" charset="0"/>
                <a:ea typeface="Calibri" pitchFamily="34" charset="-122"/>
                <a:cs typeface="Calibri" pitchFamily="34" charset="-120"/>
              </a:rPr>
              <a:t>programmes</a:t>
            </a:r>
            <a:r>
              <a:rPr lang="en-US" sz="1000" dirty="0">
                <a:solidFill>
                  <a:srgbClr val="1F2937"/>
                </a:solidFill>
                <a:latin typeface="Calibri" pitchFamily="34" charset="0"/>
                <a:ea typeface="Calibri" pitchFamily="34" charset="-122"/>
                <a:cs typeface="Calibri" pitchFamily="34" charset="-120"/>
              </a:rPr>
              <a:t>, and strengthen India's AI talent ecosystem.</a:t>
            </a:r>
            <a:endParaRPr lang="en-US" sz="1000" dirty="0"/>
          </a:p>
        </p:txBody>
      </p:sp>
      <p:sp>
        <p:nvSpPr>
          <p:cNvPr id="26" name="Google Shape;17940;p2451">
            <a:extLst>
              <a:ext uri="{FF2B5EF4-FFF2-40B4-BE49-F238E27FC236}">
                <a16:creationId xmlns:a16="http://schemas.microsoft.com/office/drawing/2014/main" id="{B46C218D-0AB4-5BE4-D70F-088601CC0263}"/>
              </a:ext>
            </a:extLst>
          </p:cNvPr>
          <p:cNvSpPr txBox="1">
            <a:spLocks/>
          </p:cNvSpPr>
          <p:nvPr/>
        </p:nvSpPr>
        <p:spPr>
          <a:xfrm>
            <a:off x="9139197" y="1695944"/>
            <a:ext cx="2540969" cy="968191"/>
          </a:xfrm>
          <a:prstGeom prst="rect">
            <a:avLst/>
          </a:prstGeom>
          <a:solidFill>
            <a:schemeClr val="bg1"/>
          </a:solidFill>
          <a:ln w="3175">
            <a:solidFill>
              <a:schemeClr val="bg1">
                <a:lumMod val="95000"/>
              </a:schemeClr>
            </a:solidFill>
          </a:ln>
        </p:spPr>
        <p:txBody>
          <a:bodyPr spcFirstLastPara="1" vert="horz" wrap="square" lIns="0" tIns="0" rIns="0" bIns="0" rtlCol="0" anchor="ctr" anchorCtr="0">
            <a:noAutofit/>
          </a:bodyPr>
          <a:lstStyle>
            <a:lvl1pPr marL="342900" lvl="0" indent="-238125" algn="l" defTabSz="914400" rtl="0" eaLnBrk="1" latinLnBrk="0" hangingPunct="1">
              <a:lnSpc>
                <a:spcPct val="100000"/>
              </a:lnSpc>
              <a:spcBef>
                <a:spcPts val="0"/>
              </a:spcBef>
              <a:spcAft>
                <a:spcPts val="0"/>
              </a:spcAft>
              <a:buClr>
                <a:schemeClr val="dk1"/>
              </a:buClr>
              <a:buSzPts val="1400"/>
              <a:buFont typeface="Arial" pitchFamily="34" charset="0"/>
              <a:buChar char="•"/>
              <a:defRPr sz="1050" kern="1200">
                <a:solidFill>
                  <a:schemeClr val="accent1"/>
                </a:solidFill>
                <a:latin typeface="+mn-lt"/>
                <a:ea typeface="+mn-ea"/>
                <a:cs typeface="+mn-cs"/>
              </a:defRPr>
            </a:lvl1pPr>
            <a:lvl2pPr marL="685800" lvl="1"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2pPr>
            <a:lvl3pPr marL="1028700" lvl="2"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3pPr>
            <a:lvl4pPr marL="1371600" lvl="3"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4pPr>
            <a:lvl5pPr marL="1714500" lvl="4"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5pPr>
            <a:lvl6pPr marL="2057400" lvl="5"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6pPr>
            <a:lvl7pPr marL="2400300" lvl="6"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7pPr>
            <a:lvl8pPr marL="2743200" lvl="7"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8pPr>
            <a:lvl9pPr marL="3086100" lvl="8" indent="-238125" algn="l" defTabSz="914400" rtl="0" eaLnBrk="1" latinLnBrk="0" hangingPunct="1">
              <a:lnSpc>
                <a:spcPct val="100000"/>
              </a:lnSpc>
              <a:spcBef>
                <a:spcPts val="450"/>
              </a:spcBef>
              <a:spcAft>
                <a:spcPts val="450"/>
              </a:spcAft>
              <a:buClr>
                <a:schemeClr val="dk1"/>
              </a:buClr>
              <a:buSzPts val="1400"/>
              <a:buFont typeface="Arial" pitchFamily="34" charset="0"/>
              <a:buChar char="•"/>
              <a:defRPr sz="1050" kern="1200">
                <a:solidFill>
                  <a:schemeClr val="tx1"/>
                </a:solidFill>
                <a:latin typeface="+mn-lt"/>
                <a:ea typeface="+mn-ea"/>
                <a:cs typeface="+mn-cs"/>
              </a:defRPr>
            </a:lvl9pPr>
          </a:lstStyle>
          <a:p>
            <a:pPr marL="0" indent="0">
              <a:buNone/>
            </a:pPr>
            <a:r>
              <a:rPr lang="en-US" sz="1000" dirty="0">
                <a:solidFill>
                  <a:srgbClr val="1F2937"/>
                </a:solidFill>
                <a:latin typeface="Calibri" pitchFamily="34" charset="0"/>
                <a:ea typeface="Calibri" pitchFamily="34" charset="-122"/>
                <a:cs typeface="Calibri" pitchFamily="34" charset="-120"/>
              </a:rPr>
              <a:t>Works with enterprises and implementation partners to deploy </a:t>
            </a:r>
            <a:r>
              <a:rPr lang="en-US" sz="1000" dirty="0" err="1">
                <a:solidFill>
                  <a:srgbClr val="1F2937"/>
                </a:solidFill>
                <a:latin typeface="Calibri" pitchFamily="34" charset="0"/>
                <a:ea typeface="Calibri" pitchFamily="34" charset="-122"/>
                <a:cs typeface="Calibri" pitchFamily="34" charset="-120"/>
              </a:rPr>
              <a:t>Agentforce</a:t>
            </a:r>
            <a:r>
              <a:rPr lang="en-US" sz="1000" dirty="0">
                <a:solidFill>
                  <a:srgbClr val="1F2937"/>
                </a:solidFill>
                <a:latin typeface="Calibri" pitchFamily="34" charset="0"/>
                <a:ea typeface="Calibri" pitchFamily="34" charset="-122"/>
                <a:cs typeface="Calibri" pitchFamily="34" charset="-120"/>
              </a:rPr>
              <a:t>, enabling autonomous AI agents for sales, customer service, marketing, and business operations.</a:t>
            </a:r>
            <a:endParaRPr lang="en-US" sz="1000" dirty="0"/>
          </a:p>
        </p:txBody>
      </p:sp>
      <p:sp>
        <p:nvSpPr>
          <p:cNvPr id="2" name="Text 28">
            <a:extLst>
              <a:ext uri="{FF2B5EF4-FFF2-40B4-BE49-F238E27FC236}">
                <a16:creationId xmlns:a16="http://schemas.microsoft.com/office/drawing/2014/main" id="{9EB9F240-220E-F39C-B600-8612CE79775F}"/>
              </a:ext>
            </a:extLst>
          </p:cNvPr>
          <p:cNvSpPr/>
          <p:nvPr/>
        </p:nvSpPr>
        <p:spPr>
          <a:xfrm>
            <a:off x="457200" y="4892040"/>
            <a:ext cx="5486400" cy="274320"/>
          </a:xfrm>
          <a:prstGeom prst="rect">
            <a:avLst/>
          </a:prstGeom>
          <a:noFill/>
          <a:ln/>
        </p:spPr>
        <p:txBody>
          <a:bodyPr wrap="square" lIns="0" tIns="0" rIns="0" bIns="0" rtlCol="0" anchor="ctr"/>
          <a:lstStyle/>
          <a:p>
            <a:pPr marL="0" indent="0">
              <a:buNone/>
            </a:pPr>
            <a:r>
              <a:rPr lang="en-US" sz="1050" b="1" kern="0" spc="150">
                <a:solidFill>
                  <a:srgbClr val="5B6670"/>
                </a:solidFill>
                <a:latin typeface="Calibri" pitchFamily="34" charset="0"/>
                <a:ea typeface="Calibri" pitchFamily="34" charset="-122"/>
                <a:cs typeface="Calibri" pitchFamily="34" charset="-120"/>
              </a:rPr>
              <a:t>STRATEGIC PILLARS</a:t>
            </a:r>
            <a:endParaRPr lang="en-US" sz="1050"/>
          </a:p>
        </p:txBody>
      </p:sp>
      <p:sp>
        <p:nvSpPr>
          <p:cNvPr id="18" name="Shape 29">
            <a:extLst>
              <a:ext uri="{FF2B5EF4-FFF2-40B4-BE49-F238E27FC236}">
                <a16:creationId xmlns:a16="http://schemas.microsoft.com/office/drawing/2014/main" id="{B15C6E62-105F-DAA8-673B-0A38C1520B1D}"/>
              </a:ext>
            </a:extLst>
          </p:cNvPr>
          <p:cNvSpPr/>
          <p:nvPr/>
        </p:nvSpPr>
        <p:spPr>
          <a:xfrm>
            <a:off x="457200" y="5193792"/>
            <a:ext cx="11274552" cy="0"/>
          </a:xfrm>
          <a:prstGeom prst="line">
            <a:avLst/>
          </a:prstGeom>
          <a:noFill/>
          <a:ln w="9525">
            <a:solidFill>
              <a:srgbClr val="C7CCC9"/>
            </a:solidFill>
            <a:prstDash val="solid"/>
          </a:ln>
        </p:spPr>
        <p:txBody>
          <a:bodyPr/>
          <a:lstStyle/>
          <a:p>
            <a:endParaRPr lang="en-IN"/>
          </a:p>
        </p:txBody>
      </p:sp>
      <p:sp>
        <p:nvSpPr>
          <p:cNvPr id="19" name="Shape 30">
            <a:extLst>
              <a:ext uri="{FF2B5EF4-FFF2-40B4-BE49-F238E27FC236}">
                <a16:creationId xmlns:a16="http://schemas.microsoft.com/office/drawing/2014/main" id="{5523E07E-0304-6553-3452-8E2DEE2A4953}"/>
              </a:ext>
            </a:extLst>
          </p:cNvPr>
          <p:cNvSpPr/>
          <p:nvPr/>
        </p:nvSpPr>
        <p:spPr>
          <a:xfrm>
            <a:off x="457200" y="5394960"/>
            <a:ext cx="457200" cy="457200"/>
          </a:xfrm>
          <a:prstGeom prst="ellipse">
            <a:avLst/>
          </a:prstGeom>
          <a:solidFill>
            <a:schemeClr val="bg1">
              <a:lumMod val="85000"/>
            </a:schemeClr>
          </a:solidFill>
          <a:ln/>
        </p:spPr>
        <p:txBody>
          <a:bodyPr/>
          <a:lstStyle/>
          <a:p>
            <a:endParaRPr lang="en-IN"/>
          </a:p>
        </p:txBody>
      </p:sp>
      <p:pic>
        <p:nvPicPr>
          <p:cNvPr id="20" name="Image 1" descr="preencoded.png">
            <a:extLst>
              <a:ext uri="{FF2B5EF4-FFF2-40B4-BE49-F238E27FC236}">
                <a16:creationId xmlns:a16="http://schemas.microsoft.com/office/drawing/2014/main" id="{C84AAE54-B9DF-86CE-37E9-C644E7DE137C}"/>
              </a:ext>
            </a:extLst>
          </p:cNvPr>
          <p:cNvPicPr>
            <a:picLocks noChangeAspect="1"/>
          </p:cNvPicPr>
          <p:nvPr/>
        </p:nvPicPr>
        <p:blipFill>
          <a:blip r:embed="rId2"/>
          <a:stretch>
            <a:fillRect/>
          </a:stretch>
        </p:blipFill>
        <p:spPr>
          <a:xfrm>
            <a:off x="576072" y="5513832"/>
            <a:ext cx="219456" cy="219456"/>
          </a:xfrm>
          <a:prstGeom prst="rect">
            <a:avLst/>
          </a:prstGeom>
        </p:spPr>
      </p:pic>
      <p:sp>
        <p:nvSpPr>
          <p:cNvPr id="27" name="Text 31">
            <a:extLst>
              <a:ext uri="{FF2B5EF4-FFF2-40B4-BE49-F238E27FC236}">
                <a16:creationId xmlns:a16="http://schemas.microsoft.com/office/drawing/2014/main" id="{47474721-DAF2-990C-7C27-6DD7331123D0}"/>
              </a:ext>
            </a:extLst>
          </p:cNvPr>
          <p:cNvSpPr/>
          <p:nvPr/>
        </p:nvSpPr>
        <p:spPr>
          <a:xfrm>
            <a:off x="1024128" y="5376672"/>
            <a:ext cx="3072384" cy="274320"/>
          </a:xfrm>
          <a:prstGeom prst="rect">
            <a:avLst/>
          </a:prstGeom>
          <a:noFill/>
          <a:ln/>
        </p:spPr>
        <p:txBody>
          <a:bodyPr wrap="square" lIns="0" tIns="0" rIns="0" bIns="0" rtlCol="0" anchor="ctr"/>
          <a:lstStyle/>
          <a:p>
            <a:pPr marL="0" indent="0">
              <a:buNone/>
            </a:pPr>
            <a:r>
              <a:rPr lang="en-US" sz="1150" b="1" dirty="0">
                <a:solidFill>
                  <a:srgbClr val="1B4332"/>
                </a:solidFill>
                <a:latin typeface="Calibri" pitchFamily="34" charset="0"/>
                <a:ea typeface="Calibri" pitchFamily="34" charset="-122"/>
                <a:cs typeface="Calibri" pitchFamily="34" charset="-120"/>
              </a:rPr>
              <a:t>AI Workforce Development</a:t>
            </a:r>
            <a:endParaRPr lang="en-US" sz="1150" dirty="0"/>
          </a:p>
        </p:txBody>
      </p:sp>
      <p:sp>
        <p:nvSpPr>
          <p:cNvPr id="28" name="Text 32">
            <a:extLst>
              <a:ext uri="{FF2B5EF4-FFF2-40B4-BE49-F238E27FC236}">
                <a16:creationId xmlns:a16="http://schemas.microsoft.com/office/drawing/2014/main" id="{48348B1A-6F8D-7E20-DB06-188BEAF752CD}"/>
              </a:ext>
            </a:extLst>
          </p:cNvPr>
          <p:cNvSpPr/>
          <p:nvPr/>
        </p:nvSpPr>
        <p:spPr>
          <a:xfrm>
            <a:off x="1024128" y="5650992"/>
            <a:ext cx="3072384" cy="640080"/>
          </a:xfrm>
          <a:prstGeom prst="rect">
            <a:avLst/>
          </a:prstGeom>
          <a:noFill/>
          <a:ln/>
        </p:spPr>
        <p:txBody>
          <a:bodyPr wrap="square" lIns="0" tIns="0" rIns="0" bIns="0" rtlCol="0" anchor="t"/>
          <a:lstStyle/>
          <a:p>
            <a:pPr marL="0" indent="0">
              <a:buNone/>
            </a:pPr>
            <a:r>
              <a:rPr lang="en-US" sz="930" dirty="0">
                <a:solidFill>
                  <a:srgbClr val="222A28"/>
                </a:solidFill>
                <a:latin typeface="Calibri" pitchFamily="34" charset="0"/>
                <a:ea typeface="Calibri" pitchFamily="34" charset="-122"/>
                <a:cs typeface="Calibri" pitchFamily="34" charset="-120"/>
              </a:rPr>
              <a:t>Builds India's AI talent pipeline through large-scale skilling, internships, and university partnerships under the </a:t>
            </a:r>
            <a:r>
              <a:rPr lang="en-US" sz="930" dirty="0" err="1">
                <a:solidFill>
                  <a:srgbClr val="222A28"/>
                </a:solidFill>
                <a:latin typeface="Calibri" pitchFamily="34" charset="0"/>
                <a:ea typeface="Calibri" pitchFamily="34" charset="-122"/>
                <a:cs typeface="Calibri" pitchFamily="34" charset="-120"/>
              </a:rPr>
              <a:t>IndiaAI</a:t>
            </a:r>
            <a:r>
              <a:rPr lang="en-US" sz="930" dirty="0">
                <a:solidFill>
                  <a:srgbClr val="222A28"/>
                </a:solidFill>
                <a:latin typeface="Calibri" pitchFamily="34" charset="0"/>
                <a:ea typeface="Calibri" pitchFamily="34" charset="-122"/>
                <a:cs typeface="Calibri" pitchFamily="34" charset="-120"/>
              </a:rPr>
              <a:t> Mission.</a:t>
            </a:r>
            <a:endParaRPr lang="en-US" sz="930" dirty="0"/>
          </a:p>
        </p:txBody>
      </p:sp>
      <p:sp>
        <p:nvSpPr>
          <p:cNvPr id="29" name="Shape 33">
            <a:extLst>
              <a:ext uri="{FF2B5EF4-FFF2-40B4-BE49-F238E27FC236}">
                <a16:creationId xmlns:a16="http://schemas.microsoft.com/office/drawing/2014/main" id="{6D7D6325-A8D2-F241-B97E-97D0CADE6B4D}"/>
              </a:ext>
            </a:extLst>
          </p:cNvPr>
          <p:cNvSpPr/>
          <p:nvPr/>
        </p:nvSpPr>
        <p:spPr>
          <a:xfrm>
            <a:off x="4215384" y="5394960"/>
            <a:ext cx="457200" cy="457200"/>
          </a:xfrm>
          <a:prstGeom prst="ellipse">
            <a:avLst/>
          </a:prstGeom>
          <a:solidFill>
            <a:schemeClr val="bg1">
              <a:lumMod val="85000"/>
            </a:schemeClr>
          </a:solidFill>
          <a:ln/>
        </p:spPr>
        <p:txBody>
          <a:bodyPr/>
          <a:lstStyle/>
          <a:p>
            <a:endParaRPr lang="en-IN"/>
          </a:p>
        </p:txBody>
      </p:sp>
      <p:pic>
        <p:nvPicPr>
          <p:cNvPr id="45" name="Image 2" descr="preencoded.png">
            <a:extLst>
              <a:ext uri="{FF2B5EF4-FFF2-40B4-BE49-F238E27FC236}">
                <a16:creationId xmlns:a16="http://schemas.microsoft.com/office/drawing/2014/main" id="{4A45FC79-6F1E-3CAB-E52A-8BE565037007}"/>
              </a:ext>
            </a:extLst>
          </p:cNvPr>
          <p:cNvPicPr>
            <a:picLocks noChangeAspect="1"/>
          </p:cNvPicPr>
          <p:nvPr/>
        </p:nvPicPr>
        <p:blipFill>
          <a:blip r:embed="rId3"/>
          <a:stretch>
            <a:fillRect/>
          </a:stretch>
        </p:blipFill>
        <p:spPr>
          <a:xfrm>
            <a:off x="4334256" y="5513832"/>
            <a:ext cx="219456" cy="219456"/>
          </a:xfrm>
          <a:prstGeom prst="rect">
            <a:avLst/>
          </a:prstGeom>
        </p:spPr>
      </p:pic>
      <p:sp>
        <p:nvSpPr>
          <p:cNvPr id="46" name="Text 34">
            <a:extLst>
              <a:ext uri="{FF2B5EF4-FFF2-40B4-BE49-F238E27FC236}">
                <a16:creationId xmlns:a16="http://schemas.microsoft.com/office/drawing/2014/main" id="{26CBB08F-350C-7091-D603-1195F4B50907}"/>
              </a:ext>
            </a:extLst>
          </p:cNvPr>
          <p:cNvSpPr/>
          <p:nvPr/>
        </p:nvSpPr>
        <p:spPr>
          <a:xfrm>
            <a:off x="4782312" y="5376672"/>
            <a:ext cx="3072384" cy="274320"/>
          </a:xfrm>
          <a:prstGeom prst="rect">
            <a:avLst/>
          </a:prstGeom>
          <a:noFill/>
          <a:ln/>
        </p:spPr>
        <p:txBody>
          <a:bodyPr wrap="square" lIns="0" tIns="0" rIns="0" bIns="0" rtlCol="0" anchor="ctr"/>
          <a:lstStyle/>
          <a:p>
            <a:pPr marL="0" indent="0">
              <a:buNone/>
            </a:pPr>
            <a:r>
              <a:rPr lang="en-US" sz="1150" b="1" dirty="0">
                <a:solidFill>
                  <a:srgbClr val="1B4332"/>
                </a:solidFill>
                <a:latin typeface="Calibri" pitchFamily="34" charset="0"/>
                <a:ea typeface="Calibri" pitchFamily="34" charset="-122"/>
                <a:cs typeface="Calibri" pitchFamily="34" charset="-120"/>
              </a:rPr>
              <a:t>Agentic AI &amp; Enterprise Automation</a:t>
            </a:r>
            <a:endParaRPr lang="en-US" sz="1150" dirty="0"/>
          </a:p>
        </p:txBody>
      </p:sp>
      <p:sp>
        <p:nvSpPr>
          <p:cNvPr id="47" name="Text 35">
            <a:extLst>
              <a:ext uri="{FF2B5EF4-FFF2-40B4-BE49-F238E27FC236}">
                <a16:creationId xmlns:a16="http://schemas.microsoft.com/office/drawing/2014/main" id="{C4040D6C-993C-570C-561A-160B6F574BF3}"/>
              </a:ext>
            </a:extLst>
          </p:cNvPr>
          <p:cNvSpPr/>
          <p:nvPr/>
        </p:nvSpPr>
        <p:spPr>
          <a:xfrm>
            <a:off x="4782312" y="5650992"/>
            <a:ext cx="3072384" cy="640080"/>
          </a:xfrm>
          <a:prstGeom prst="rect">
            <a:avLst/>
          </a:prstGeom>
          <a:noFill/>
          <a:ln/>
        </p:spPr>
        <p:txBody>
          <a:bodyPr wrap="square" lIns="0" tIns="0" rIns="0" bIns="0" rtlCol="0" anchor="t"/>
          <a:lstStyle/>
          <a:p>
            <a:pPr marL="0" indent="0">
              <a:buNone/>
            </a:pPr>
            <a:r>
              <a:rPr lang="en-US" sz="930" dirty="0">
                <a:solidFill>
                  <a:srgbClr val="222A28"/>
                </a:solidFill>
                <a:latin typeface="Calibri" pitchFamily="34" charset="0"/>
                <a:ea typeface="Calibri" pitchFamily="34" charset="-122"/>
                <a:cs typeface="Calibri" pitchFamily="34" charset="-120"/>
              </a:rPr>
              <a:t>Enables organizations to deploy autonomous AI agents that automate complex business workflows and improve operational efficiency.</a:t>
            </a:r>
            <a:endParaRPr lang="en-US" sz="930" dirty="0"/>
          </a:p>
        </p:txBody>
      </p:sp>
      <p:sp>
        <p:nvSpPr>
          <p:cNvPr id="48" name="Shape 36">
            <a:extLst>
              <a:ext uri="{FF2B5EF4-FFF2-40B4-BE49-F238E27FC236}">
                <a16:creationId xmlns:a16="http://schemas.microsoft.com/office/drawing/2014/main" id="{BFCD509B-605B-3D8A-AF8C-28FE69CDA817}"/>
              </a:ext>
            </a:extLst>
          </p:cNvPr>
          <p:cNvSpPr/>
          <p:nvPr/>
        </p:nvSpPr>
        <p:spPr>
          <a:xfrm>
            <a:off x="7973568" y="5394960"/>
            <a:ext cx="457200" cy="457200"/>
          </a:xfrm>
          <a:prstGeom prst="ellipse">
            <a:avLst/>
          </a:prstGeom>
          <a:solidFill>
            <a:schemeClr val="bg1">
              <a:lumMod val="85000"/>
            </a:schemeClr>
          </a:solidFill>
          <a:ln/>
        </p:spPr>
        <p:txBody>
          <a:bodyPr/>
          <a:lstStyle/>
          <a:p>
            <a:endParaRPr lang="en-IN"/>
          </a:p>
        </p:txBody>
      </p:sp>
      <p:pic>
        <p:nvPicPr>
          <p:cNvPr id="49" name="Image 3" descr="preencoded.png">
            <a:extLst>
              <a:ext uri="{FF2B5EF4-FFF2-40B4-BE49-F238E27FC236}">
                <a16:creationId xmlns:a16="http://schemas.microsoft.com/office/drawing/2014/main" id="{DA0512A2-BD90-83F8-BB8E-FBB7CF94A8E4}"/>
              </a:ext>
            </a:extLst>
          </p:cNvPr>
          <p:cNvPicPr>
            <a:picLocks noChangeAspect="1"/>
          </p:cNvPicPr>
          <p:nvPr/>
        </p:nvPicPr>
        <p:blipFill>
          <a:blip r:embed="rId4"/>
          <a:stretch>
            <a:fillRect/>
          </a:stretch>
        </p:blipFill>
        <p:spPr>
          <a:xfrm>
            <a:off x="8092440" y="5513832"/>
            <a:ext cx="219456" cy="219456"/>
          </a:xfrm>
          <a:prstGeom prst="rect">
            <a:avLst/>
          </a:prstGeom>
        </p:spPr>
      </p:pic>
      <p:sp>
        <p:nvSpPr>
          <p:cNvPr id="50" name="Text 37">
            <a:extLst>
              <a:ext uri="{FF2B5EF4-FFF2-40B4-BE49-F238E27FC236}">
                <a16:creationId xmlns:a16="http://schemas.microsoft.com/office/drawing/2014/main" id="{9D57139F-BC71-2333-607A-E6F71603322D}"/>
              </a:ext>
            </a:extLst>
          </p:cNvPr>
          <p:cNvSpPr/>
          <p:nvPr/>
        </p:nvSpPr>
        <p:spPr>
          <a:xfrm>
            <a:off x="8540496" y="5376672"/>
            <a:ext cx="3072384" cy="274320"/>
          </a:xfrm>
          <a:prstGeom prst="rect">
            <a:avLst/>
          </a:prstGeom>
          <a:noFill/>
          <a:ln/>
        </p:spPr>
        <p:txBody>
          <a:bodyPr wrap="square" lIns="0" tIns="0" rIns="0" bIns="0" rtlCol="0" anchor="ctr"/>
          <a:lstStyle/>
          <a:p>
            <a:pPr marL="0" indent="0">
              <a:buNone/>
            </a:pPr>
            <a:r>
              <a:rPr lang="en-US" sz="1150" b="1" dirty="0">
                <a:solidFill>
                  <a:srgbClr val="1B4332"/>
                </a:solidFill>
                <a:latin typeface="Calibri" pitchFamily="34" charset="0"/>
                <a:ea typeface="Calibri" pitchFamily="34" charset="-122"/>
                <a:cs typeface="Calibri" pitchFamily="34" charset="-120"/>
              </a:rPr>
              <a:t>Trusted Enterprise AI</a:t>
            </a:r>
            <a:endParaRPr lang="en-US" sz="1150" dirty="0"/>
          </a:p>
        </p:txBody>
      </p:sp>
      <p:sp>
        <p:nvSpPr>
          <p:cNvPr id="51" name="Text 38">
            <a:extLst>
              <a:ext uri="{FF2B5EF4-FFF2-40B4-BE49-F238E27FC236}">
                <a16:creationId xmlns:a16="http://schemas.microsoft.com/office/drawing/2014/main" id="{AA6D4F02-4745-CB5F-C0EB-DBD580AB01B1}"/>
              </a:ext>
            </a:extLst>
          </p:cNvPr>
          <p:cNvSpPr/>
          <p:nvPr/>
        </p:nvSpPr>
        <p:spPr>
          <a:xfrm>
            <a:off x="8540496" y="5650992"/>
            <a:ext cx="3072384" cy="640080"/>
          </a:xfrm>
          <a:prstGeom prst="rect">
            <a:avLst/>
          </a:prstGeom>
          <a:noFill/>
          <a:ln/>
        </p:spPr>
        <p:txBody>
          <a:bodyPr wrap="square" lIns="0" tIns="0" rIns="0" bIns="0" rtlCol="0" anchor="t"/>
          <a:lstStyle/>
          <a:p>
            <a:pPr marL="0" indent="0">
              <a:buNone/>
            </a:pPr>
            <a:r>
              <a:rPr lang="en-US" sz="930" dirty="0">
                <a:solidFill>
                  <a:srgbClr val="222A28"/>
                </a:solidFill>
                <a:latin typeface="Calibri" pitchFamily="34" charset="0"/>
                <a:ea typeface="Calibri" pitchFamily="34" charset="-122"/>
                <a:cs typeface="Calibri" pitchFamily="34" charset="-120"/>
              </a:rPr>
              <a:t>Combines unified enterprise data, generative AI, and built-in governance through Einstein AI, Data Cloud, and the Einstein Trust Layer to deliver secure, responsible AI.</a:t>
            </a:r>
            <a:endParaRPr lang="en-US" sz="930" dirty="0"/>
          </a:p>
        </p:txBody>
      </p:sp>
      <p:graphicFrame>
        <p:nvGraphicFramePr>
          <p:cNvPr id="33" name="Table 32">
            <a:extLst>
              <a:ext uri="{FF2B5EF4-FFF2-40B4-BE49-F238E27FC236}">
                <a16:creationId xmlns:a16="http://schemas.microsoft.com/office/drawing/2014/main" id="{EEDBADBA-257C-913C-1D6D-B2F8C02E21CB}"/>
              </a:ext>
            </a:extLst>
          </p:cNvPr>
          <p:cNvGraphicFramePr>
            <a:graphicFrameLocks noGrp="1"/>
          </p:cNvGraphicFramePr>
          <p:nvPr>
            <p:extLst>
              <p:ext uri="{D42A27DB-BD31-4B8C-83A1-F6EECF244321}">
                <p14:modId xmlns:p14="http://schemas.microsoft.com/office/powerpoint/2010/main" val="627900694"/>
              </p:ext>
            </p:extLst>
          </p:nvPr>
        </p:nvGraphicFramePr>
        <p:xfrm>
          <a:off x="567740" y="3126655"/>
          <a:ext cx="11112426" cy="1341946"/>
        </p:xfrm>
        <a:graphic>
          <a:graphicData uri="http://schemas.openxmlformats.org/drawingml/2006/table">
            <a:tbl>
              <a:tblPr>
                <a:tableStyleId>{073A0DAA-6AF3-43AB-8588-CEC1D06C72B9}</a:tableStyleId>
              </a:tblPr>
              <a:tblGrid>
                <a:gridCol w="2803613">
                  <a:extLst>
                    <a:ext uri="{9D8B030D-6E8A-4147-A177-3AD203B41FA5}">
                      <a16:colId xmlns:a16="http://schemas.microsoft.com/office/drawing/2014/main" val="3351866376"/>
                    </a:ext>
                  </a:extLst>
                </a:gridCol>
                <a:gridCol w="2918129">
                  <a:extLst>
                    <a:ext uri="{9D8B030D-6E8A-4147-A177-3AD203B41FA5}">
                      <a16:colId xmlns:a16="http://schemas.microsoft.com/office/drawing/2014/main" val="357084624"/>
                    </a:ext>
                  </a:extLst>
                </a:gridCol>
                <a:gridCol w="5390684">
                  <a:extLst>
                    <a:ext uri="{9D8B030D-6E8A-4147-A177-3AD203B41FA5}">
                      <a16:colId xmlns:a16="http://schemas.microsoft.com/office/drawing/2014/main" val="4206473502"/>
                    </a:ext>
                  </a:extLst>
                </a:gridCol>
              </a:tblGrid>
              <a:tr h="174425">
                <a:tc>
                  <a:txBody>
                    <a:bodyPr/>
                    <a:lstStyle/>
                    <a:p>
                      <a:pPr>
                        <a:buNone/>
                      </a:pPr>
                      <a:r>
                        <a:rPr lang="en-IN" sz="1000" b="1" dirty="0">
                          <a:solidFill>
                            <a:schemeClr val="bg1"/>
                          </a:solidFill>
                        </a:rPr>
                        <a:t>Use Case / Initiative</a:t>
                      </a:r>
                      <a:endParaRPr lang="en-IN" sz="1000" dirty="0">
                        <a:solidFill>
                          <a:schemeClr val="bg1"/>
                        </a:solidFill>
                      </a:endParaRPr>
                    </a:p>
                  </a:txBody>
                  <a:tcPr marL="55786" marR="55786" marT="27893" marB="27893" anchor="ctr">
                    <a:solidFill>
                      <a:srgbClr val="196B24"/>
                    </a:solidFill>
                  </a:tcPr>
                </a:tc>
                <a:tc>
                  <a:txBody>
                    <a:bodyPr/>
                    <a:lstStyle/>
                    <a:p>
                      <a:pPr>
                        <a:buNone/>
                      </a:pPr>
                      <a:r>
                        <a:rPr lang="en-IN" sz="1000" b="1" dirty="0">
                          <a:solidFill>
                            <a:schemeClr val="bg1"/>
                          </a:solidFill>
                        </a:rPr>
                        <a:t>Sector / Department / Partner</a:t>
                      </a:r>
                      <a:endParaRPr lang="en-IN" sz="1000" dirty="0">
                        <a:solidFill>
                          <a:schemeClr val="bg1"/>
                        </a:solidFill>
                      </a:endParaRPr>
                    </a:p>
                  </a:txBody>
                  <a:tcPr marL="55786" marR="55786" marT="27893" marB="27893" anchor="ctr">
                    <a:solidFill>
                      <a:srgbClr val="196B24"/>
                    </a:solidFill>
                  </a:tcPr>
                </a:tc>
                <a:tc>
                  <a:txBody>
                    <a:bodyPr/>
                    <a:lstStyle/>
                    <a:p>
                      <a:pPr>
                        <a:buNone/>
                      </a:pPr>
                      <a:r>
                        <a:rPr lang="en-IN" sz="1000" b="1" dirty="0">
                          <a:solidFill>
                            <a:schemeClr val="bg1"/>
                          </a:solidFill>
                        </a:rPr>
                        <a:t>Outcome</a:t>
                      </a:r>
                      <a:endParaRPr lang="en-IN" sz="1000" dirty="0">
                        <a:solidFill>
                          <a:schemeClr val="bg1"/>
                        </a:solidFill>
                      </a:endParaRPr>
                    </a:p>
                  </a:txBody>
                  <a:tcPr marL="55786" marR="55786" marT="27893" marB="27893" anchor="ctr">
                    <a:solidFill>
                      <a:srgbClr val="196B24"/>
                    </a:solidFill>
                  </a:tcPr>
                </a:tc>
                <a:extLst>
                  <a:ext uri="{0D108BD9-81ED-4DB2-BD59-A6C34878D82A}">
                    <a16:rowId xmlns:a16="http://schemas.microsoft.com/office/drawing/2014/main" val="3468540384"/>
                  </a:ext>
                </a:extLst>
              </a:tr>
              <a:tr h="566880">
                <a:tc>
                  <a:txBody>
                    <a:bodyPr/>
                    <a:lstStyle/>
                    <a:p>
                      <a:pPr>
                        <a:buNone/>
                      </a:pPr>
                      <a:r>
                        <a:rPr lang="en-IN" sz="1000" b="1">
                          <a:solidFill>
                            <a:schemeClr val="tx1"/>
                          </a:solidFill>
                        </a:rPr>
                        <a:t>YuvaAI Bharat: GenAI Skill Catalyst</a:t>
                      </a:r>
                      <a:endParaRPr lang="en-IN" sz="1000">
                        <a:solidFill>
                          <a:schemeClr val="tx1"/>
                        </a:solidFill>
                      </a:endParaRPr>
                    </a:p>
                  </a:txBody>
                  <a:tcPr marL="55786" marR="55786" marT="27893" marB="27893" anchor="ctr"/>
                </a:tc>
                <a:tc>
                  <a:txBody>
                    <a:bodyPr/>
                    <a:lstStyle/>
                    <a:p>
                      <a:pPr>
                        <a:buNone/>
                      </a:pPr>
                      <a:r>
                        <a:rPr lang="en-IN" sz="950" i="0" kern="1200" dirty="0" err="1">
                          <a:solidFill>
                            <a:srgbClr val="5B6670"/>
                          </a:solidFill>
                          <a:latin typeface="+mn-lt"/>
                          <a:ea typeface="+mn-ea"/>
                          <a:cs typeface="+mn-cs"/>
                        </a:rPr>
                        <a:t>IndiaAI</a:t>
                      </a:r>
                      <a:r>
                        <a:rPr lang="en-IN" sz="950" i="0" kern="1200" dirty="0">
                          <a:solidFill>
                            <a:srgbClr val="5B6670"/>
                          </a:solidFill>
                          <a:latin typeface="+mn-lt"/>
                          <a:ea typeface="+mn-ea"/>
                          <a:cs typeface="+mn-cs"/>
                        </a:rPr>
                        <a:t> Mission (</a:t>
                      </a:r>
                      <a:r>
                        <a:rPr lang="en-IN" sz="950" i="0" kern="1200" dirty="0" err="1">
                          <a:solidFill>
                            <a:srgbClr val="5B6670"/>
                          </a:solidFill>
                          <a:latin typeface="+mn-lt"/>
                          <a:ea typeface="+mn-ea"/>
                          <a:cs typeface="+mn-cs"/>
                        </a:rPr>
                        <a:t>MeitY</a:t>
                      </a:r>
                      <a:r>
                        <a:rPr lang="en-IN" sz="950" i="0" kern="1200" dirty="0">
                          <a:solidFill>
                            <a:srgbClr val="5B6670"/>
                          </a:solidFill>
                          <a:latin typeface="+mn-lt"/>
                          <a:ea typeface="+mn-ea"/>
                          <a:cs typeface="+mn-cs"/>
                        </a:rPr>
                        <a:t>), </a:t>
                      </a:r>
                      <a:r>
                        <a:rPr lang="en-IN" sz="950" i="0" kern="1200" dirty="0" err="1">
                          <a:solidFill>
                            <a:srgbClr val="5B6670"/>
                          </a:solidFill>
                          <a:latin typeface="+mn-lt"/>
                          <a:ea typeface="+mn-ea"/>
                          <a:cs typeface="+mn-cs"/>
                        </a:rPr>
                        <a:t>SmartBridge</a:t>
                      </a:r>
                      <a:endParaRPr lang="en-IN" sz="950" i="0" kern="1200" dirty="0">
                        <a:solidFill>
                          <a:srgbClr val="5B6670"/>
                        </a:solidFill>
                        <a:latin typeface="+mn-lt"/>
                        <a:ea typeface="+mn-ea"/>
                        <a:cs typeface="+mn-cs"/>
                      </a:endParaRPr>
                    </a:p>
                  </a:txBody>
                  <a:tcPr marL="55786" marR="55786" marT="27893" marB="27893" anchor="ctr"/>
                </a:tc>
                <a:tc>
                  <a:txBody>
                    <a:bodyPr/>
                    <a:lstStyle/>
                    <a:p>
                      <a:pPr>
                        <a:buNone/>
                      </a:pPr>
                      <a:r>
                        <a:rPr lang="en-IN" sz="1000" dirty="0">
                          <a:solidFill>
                            <a:schemeClr val="tx1"/>
                          </a:solidFill>
                        </a:rPr>
                        <a:t>Trains youth in Tier-II and Tier-III cities in Generative AI, Agentic AI, data annotation, and AI-ready workforce skills.</a:t>
                      </a:r>
                    </a:p>
                  </a:txBody>
                  <a:tcPr marL="55786" marR="55786" marT="27893" marB="27893" anchor="ctr"/>
                </a:tc>
                <a:extLst>
                  <a:ext uri="{0D108BD9-81ED-4DB2-BD59-A6C34878D82A}">
                    <a16:rowId xmlns:a16="http://schemas.microsoft.com/office/drawing/2014/main" val="3020956204"/>
                  </a:ext>
                </a:extLst>
              </a:tr>
              <a:tr h="566880">
                <a:tc>
                  <a:txBody>
                    <a:bodyPr/>
                    <a:lstStyle/>
                    <a:p>
                      <a:pPr>
                        <a:buNone/>
                      </a:pPr>
                      <a:r>
                        <a:rPr lang="en-IN" sz="1000" b="1">
                          <a:solidFill>
                            <a:schemeClr val="tx1"/>
                          </a:solidFill>
                        </a:rPr>
                        <a:t>AICTE Virtual Internship Programme</a:t>
                      </a:r>
                      <a:endParaRPr lang="en-IN" sz="1000">
                        <a:solidFill>
                          <a:schemeClr val="tx1"/>
                        </a:solidFill>
                      </a:endParaRPr>
                    </a:p>
                  </a:txBody>
                  <a:tcPr marL="55786" marR="55786" marT="27893" marB="27893" anchor="ctr"/>
                </a:tc>
                <a:tc>
                  <a:txBody>
                    <a:bodyPr/>
                    <a:lstStyle/>
                    <a:p>
                      <a:pPr>
                        <a:buNone/>
                      </a:pPr>
                      <a:r>
                        <a:rPr lang="en-IN" sz="950" i="0" kern="1200" dirty="0">
                          <a:solidFill>
                            <a:srgbClr val="5B6670"/>
                          </a:solidFill>
                          <a:latin typeface="+mn-lt"/>
                          <a:ea typeface="+mn-ea"/>
                          <a:cs typeface="+mn-cs"/>
                        </a:rPr>
                        <a:t>AICTE</a:t>
                      </a:r>
                    </a:p>
                  </a:txBody>
                  <a:tcPr marL="55786" marR="55786" marT="27893" marB="27893" anchor="ctr"/>
                </a:tc>
                <a:tc>
                  <a:txBody>
                    <a:bodyPr/>
                    <a:lstStyle/>
                    <a:p>
                      <a:pPr>
                        <a:buNone/>
                      </a:pPr>
                      <a:r>
                        <a:rPr lang="en-IN" sz="1000" dirty="0">
                          <a:solidFill>
                            <a:schemeClr val="tx1"/>
                          </a:solidFill>
                        </a:rPr>
                        <a:t>Provides students with hands-on AI projects, industry mentorship, and practical experience through virtual internships.</a:t>
                      </a:r>
                    </a:p>
                  </a:txBody>
                  <a:tcPr marL="55786" marR="55786" marT="27893" marB="27893" anchor="ctr"/>
                </a:tc>
                <a:extLst>
                  <a:ext uri="{0D108BD9-81ED-4DB2-BD59-A6C34878D82A}">
                    <a16:rowId xmlns:a16="http://schemas.microsoft.com/office/drawing/2014/main" val="1646947189"/>
                  </a:ext>
                </a:extLst>
              </a:tr>
            </a:tbl>
          </a:graphicData>
        </a:graphic>
      </p:graphicFrame>
    </p:spTree>
    <p:extLst>
      <p:ext uri="{BB962C8B-B14F-4D97-AF65-F5344CB8AC3E}">
        <p14:creationId xmlns:p14="http://schemas.microsoft.com/office/powerpoint/2010/main" val="20211733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3">
            <a:extLst>
              <a:ext uri="{FF2B5EF4-FFF2-40B4-BE49-F238E27FC236}">
                <a16:creationId xmlns:a16="http://schemas.microsoft.com/office/drawing/2014/main" id="{F0F2D093-3FA9-1653-A979-9DE2572630D8}"/>
              </a:ext>
            </a:extLst>
          </p:cNvPr>
          <p:cNvSpPr/>
          <p:nvPr/>
        </p:nvSpPr>
        <p:spPr>
          <a:xfrm>
            <a:off x="495157" y="353683"/>
            <a:ext cx="10360152" cy="457200"/>
          </a:xfrm>
          <a:prstGeom prst="rect">
            <a:avLst/>
          </a:prstGeom>
          <a:noFill/>
          <a:ln/>
        </p:spPr>
        <p:txBody>
          <a:bodyPr wrap="square" lIns="0" tIns="0" rIns="0" bIns="0" rtlCol="0" anchor="ctr"/>
          <a:lstStyle/>
          <a:p>
            <a:r>
              <a:rPr lang="en-US" sz="2200" b="1">
                <a:latin typeface="Cambria"/>
                <a:ea typeface="Cambria"/>
              </a:rPr>
              <a:t>Microsoft – Work with Indian Government </a:t>
            </a:r>
            <a:endParaRPr lang="en-US" sz="2200"/>
          </a:p>
        </p:txBody>
      </p:sp>
      <p:cxnSp>
        <p:nvCxnSpPr>
          <p:cNvPr id="4" name="Google Shape;17933;p2451">
            <a:extLst>
              <a:ext uri="{FF2B5EF4-FFF2-40B4-BE49-F238E27FC236}">
                <a16:creationId xmlns:a16="http://schemas.microsoft.com/office/drawing/2014/main" id="{E55EB0F0-7486-0B02-FDCA-563AD23D7002}"/>
              </a:ext>
            </a:extLst>
          </p:cNvPr>
          <p:cNvCxnSpPr>
            <a:cxnSpLocks/>
          </p:cNvCxnSpPr>
          <p:nvPr/>
        </p:nvCxnSpPr>
        <p:spPr>
          <a:xfrm>
            <a:off x="2585348" y="1422421"/>
            <a:ext cx="8575442" cy="1"/>
          </a:xfrm>
          <a:prstGeom prst="straightConnector1">
            <a:avLst/>
          </a:prstGeom>
          <a:noFill/>
          <a:ln w="152400" cap="flat" cmpd="sng">
            <a:solidFill>
              <a:srgbClr val="999999"/>
            </a:solidFill>
            <a:prstDash val="solid"/>
            <a:round/>
            <a:headEnd type="none" w="med" len="med"/>
            <a:tailEnd type="none" w="med" len="med"/>
          </a:ln>
        </p:spPr>
      </p:cxnSp>
      <p:grpSp>
        <p:nvGrpSpPr>
          <p:cNvPr id="5" name="Google Shape;17935;p2451">
            <a:extLst>
              <a:ext uri="{FF2B5EF4-FFF2-40B4-BE49-F238E27FC236}">
                <a16:creationId xmlns:a16="http://schemas.microsoft.com/office/drawing/2014/main" id="{D751C566-90BC-BBC7-01C5-C4F545118D50}"/>
              </a:ext>
            </a:extLst>
          </p:cNvPr>
          <p:cNvGrpSpPr/>
          <p:nvPr/>
        </p:nvGrpSpPr>
        <p:grpSpPr>
          <a:xfrm>
            <a:off x="1260407" y="1159460"/>
            <a:ext cx="2552029" cy="613689"/>
            <a:chOff x="442912" y="1828799"/>
            <a:chExt cx="1995600" cy="1872900"/>
          </a:xfrm>
          <a:solidFill>
            <a:schemeClr val="accent3">
              <a:lumMod val="75000"/>
            </a:schemeClr>
          </a:solidFill>
        </p:grpSpPr>
        <p:sp>
          <p:nvSpPr>
            <p:cNvPr id="6" name="Google Shape;17936;p2451">
              <a:extLst>
                <a:ext uri="{FF2B5EF4-FFF2-40B4-BE49-F238E27FC236}">
                  <a16:creationId xmlns:a16="http://schemas.microsoft.com/office/drawing/2014/main" id="{CED59AE8-8124-EA2B-D39C-0D9DD4984B1E}"/>
                </a:ext>
              </a:extLst>
            </p:cNvPr>
            <p:cNvSpPr/>
            <p:nvPr/>
          </p:nvSpPr>
          <p:spPr>
            <a:xfrm>
              <a:off x="442912" y="1828799"/>
              <a:ext cx="1995600" cy="1872900"/>
            </a:xfrm>
            <a:prstGeom prst="rect">
              <a:avLst/>
            </a:prstGeom>
            <a:grpFill/>
            <a:ln>
              <a:noFill/>
            </a:ln>
          </p:spPr>
          <p:txBody>
            <a:bodyPr spcFirstLastPara="1" wrap="square" lIns="0" tIns="0" rIns="0" bIns="0" anchor="ctr" anchorCtr="0">
              <a:noAutofit/>
            </a:bodyPr>
            <a:lstStyle/>
            <a:p>
              <a:pPr algn="ctr"/>
              <a:endParaRPr sz="1050">
                <a:solidFill>
                  <a:schemeClr val="lt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7" name="Google Shape;17937;p2451">
              <a:extLst>
                <a:ext uri="{FF2B5EF4-FFF2-40B4-BE49-F238E27FC236}">
                  <a16:creationId xmlns:a16="http://schemas.microsoft.com/office/drawing/2014/main" id="{6D3D4DAB-EE4E-B6B9-BA0E-5D409122B030}"/>
                </a:ext>
              </a:extLst>
            </p:cNvPr>
            <p:cNvSpPr txBox="1"/>
            <p:nvPr/>
          </p:nvSpPr>
          <p:spPr>
            <a:xfrm>
              <a:off x="626850" y="2011695"/>
              <a:ext cx="1627500" cy="1508700"/>
            </a:xfrm>
            <a:prstGeom prst="rect">
              <a:avLst/>
            </a:prstGeom>
            <a:grpFill/>
            <a:ln>
              <a:noFill/>
            </a:ln>
          </p:spPr>
          <p:txBody>
            <a:bodyPr spcFirstLastPara="1" wrap="square" lIns="0" tIns="0" rIns="0" bIns="0" anchor="t" anchorCtr="0">
              <a:noAutofit/>
            </a:bodyPr>
            <a:lstStyle/>
            <a:p>
              <a:pPr>
                <a:lnSpc>
                  <a:spcPct val="85000"/>
                </a:lnSpc>
              </a:pPr>
              <a:r>
                <a:rPr lang="en-GB" sz="1600" b="1">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rPr>
                <a:t>1</a:t>
              </a:r>
              <a:endParaRPr sz="1600" b="1">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a:p>
              <a:r>
                <a:rPr lang="en-US" sz="1050" b="1" err="1">
                  <a:solidFill>
                    <a:schemeClr val="bg1"/>
                  </a:solidFill>
                  <a:latin typeface="Calibri" pitchFamily="34" charset="0"/>
                  <a:ea typeface="Calibri" pitchFamily="34" charset="-122"/>
                  <a:cs typeface="Calibri" pitchFamily="34" charset="-120"/>
                </a:rPr>
                <a:t>IndiaAI</a:t>
              </a:r>
              <a:r>
                <a:rPr lang="en-US" sz="1050" b="1">
                  <a:solidFill>
                    <a:schemeClr val="bg1"/>
                  </a:solidFill>
                  <a:latin typeface="Calibri" pitchFamily="34" charset="0"/>
                  <a:ea typeface="Calibri" pitchFamily="34" charset="-122"/>
                  <a:cs typeface="Calibri" pitchFamily="34" charset="-120"/>
                </a:rPr>
                <a:t> Mission MoU</a:t>
              </a:r>
              <a:endParaRPr lang="en-US" sz="1050">
                <a:solidFill>
                  <a:schemeClr val="bg1"/>
                </a:solidFill>
              </a:endParaRPr>
            </a:p>
          </p:txBody>
        </p:sp>
      </p:grpSp>
      <p:grpSp>
        <p:nvGrpSpPr>
          <p:cNvPr id="8" name="Google Shape;17941;p2451">
            <a:extLst>
              <a:ext uri="{FF2B5EF4-FFF2-40B4-BE49-F238E27FC236}">
                <a16:creationId xmlns:a16="http://schemas.microsoft.com/office/drawing/2014/main" id="{B887D6DF-57B1-D85B-F492-95D6A4665740}"/>
              </a:ext>
            </a:extLst>
          </p:cNvPr>
          <p:cNvGrpSpPr/>
          <p:nvPr/>
        </p:nvGrpSpPr>
        <p:grpSpPr>
          <a:xfrm>
            <a:off x="6523522" y="1159460"/>
            <a:ext cx="2552029" cy="613689"/>
            <a:chOff x="442912" y="1828799"/>
            <a:chExt cx="1995600" cy="1872900"/>
          </a:xfrm>
          <a:solidFill>
            <a:srgbClr val="92D050"/>
          </a:solidFill>
        </p:grpSpPr>
        <p:sp>
          <p:nvSpPr>
            <p:cNvPr id="9" name="Google Shape;17942;p2451">
              <a:extLst>
                <a:ext uri="{FF2B5EF4-FFF2-40B4-BE49-F238E27FC236}">
                  <a16:creationId xmlns:a16="http://schemas.microsoft.com/office/drawing/2014/main" id="{FCA3B417-5C4C-0FE9-7F74-9B1D1989D62E}"/>
                </a:ext>
              </a:extLst>
            </p:cNvPr>
            <p:cNvSpPr/>
            <p:nvPr/>
          </p:nvSpPr>
          <p:spPr>
            <a:xfrm>
              <a:off x="442912" y="1828799"/>
              <a:ext cx="1995600" cy="1872900"/>
            </a:xfrm>
            <a:prstGeom prst="rect">
              <a:avLst/>
            </a:prstGeom>
            <a:grpFill/>
            <a:ln>
              <a:noFill/>
            </a:ln>
          </p:spPr>
          <p:txBody>
            <a:bodyPr spcFirstLastPara="1" wrap="square" lIns="0" tIns="0" rIns="0" bIns="0" anchor="ctr" anchorCtr="0">
              <a:noAutofit/>
            </a:bodyPr>
            <a:lstStyle/>
            <a:p>
              <a:pPr algn="ctr"/>
              <a:endParaRPr sz="105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p:txBody>
        </p:sp>
        <p:sp>
          <p:nvSpPr>
            <p:cNvPr id="10" name="Google Shape;17943;p2451">
              <a:extLst>
                <a:ext uri="{FF2B5EF4-FFF2-40B4-BE49-F238E27FC236}">
                  <a16:creationId xmlns:a16="http://schemas.microsoft.com/office/drawing/2014/main" id="{F6762949-0585-6303-5367-864ED1F8E531}"/>
                </a:ext>
              </a:extLst>
            </p:cNvPr>
            <p:cNvSpPr txBox="1"/>
            <p:nvPr/>
          </p:nvSpPr>
          <p:spPr>
            <a:xfrm>
              <a:off x="626835" y="2011693"/>
              <a:ext cx="1627500" cy="1322100"/>
            </a:xfrm>
            <a:prstGeom prst="rect">
              <a:avLst/>
            </a:prstGeom>
            <a:grpFill/>
            <a:ln>
              <a:noFill/>
            </a:ln>
          </p:spPr>
          <p:txBody>
            <a:bodyPr spcFirstLastPara="1" wrap="square" lIns="0" tIns="0" rIns="0" bIns="0" anchor="t" anchorCtr="0">
              <a:noAutofit/>
            </a:bodyPr>
            <a:lstStyle/>
            <a:p>
              <a:pPr>
                <a:lnSpc>
                  <a:spcPct val="85000"/>
                </a:lnSpc>
              </a:pPr>
              <a:r>
                <a:rPr lang="en-GB" sz="1600" b="1">
                  <a:latin typeface="Calibri" panose="020F0502020204030204" pitchFamily="34" charset="0"/>
                  <a:ea typeface="Calibri" panose="020F0502020204030204" pitchFamily="34" charset="0"/>
                  <a:cs typeface="Calibri" panose="020F0502020204030204" pitchFamily="34" charset="0"/>
                  <a:sym typeface="Helvetica Neue"/>
                </a:rPr>
                <a:t>3</a:t>
              </a:r>
              <a:endParaRPr sz="1600" b="1">
                <a:latin typeface="Calibri" panose="020F0502020204030204" pitchFamily="34" charset="0"/>
                <a:ea typeface="Calibri" panose="020F0502020204030204" pitchFamily="34" charset="0"/>
                <a:cs typeface="Calibri" panose="020F0502020204030204" pitchFamily="34" charset="0"/>
                <a:sym typeface="Helvetica Neue"/>
              </a:endParaRPr>
            </a:p>
            <a:p>
              <a:pPr>
                <a:lnSpc>
                  <a:spcPct val="85000"/>
                </a:lnSpc>
                <a:buClr>
                  <a:schemeClr val="dk1"/>
                </a:buClr>
              </a:pPr>
              <a:r>
                <a:rPr lang="en-GB" sz="1050">
                  <a:latin typeface="Calibri" panose="020F0502020204030204" pitchFamily="34" charset="0"/>
                  <a:ea typeface="Calibri" panose="020F0502020204030204" pitchFamily="34" charset="0"/>
                  <a:cs typeface="Calibri" panose="020F0502020204030204" pitchFamily="34" charset="0"/>
                  <a:sym typeface="Helvetica Neue"/>
                </a:rPr>
                <a:t>ADVANTA(I)GE India</a:t>
              </a:r>
            </a:p>
          </p:txBody>
        </p:sp>
      </p:grpSp>
      <p:grpSp>
        <p:nvGrpSpPr>
          <p:cNvPr id="11" name="Google Shape;17945;p2451">
            <a:extLst>
              <a:ext uri="{FF2B5EF4-FFF2-40B4-BE49-F238E27FC236}">
                <a16:creationId xmlns:a16="http://schemas.microsoft.com/office/drawing/2014/main" id="{099EF45C-6628-013D-08C6-FE852E77D348}"/>
              </a:ext>
            </a:extLst>
          </p:cNvPr>
          <p:cNvGrpSpPr/>
          <p:nvPr/>
        </p:nvGrpSpPr>
        <p:grpSpPr>
          <a:xfrm>
            <a:off x="9128437" y="1159462"/>
            <a:ext cx="2552029" cy="613689"/>
            <a:chOff x="442912" y="1828800"/>
            <a:chExt cx="1995600" cy="1872900"/>
          </a:xfrm>
          <a:solidFill>
            <a:schemeClr val="accent6">
              <a:lumMod val="20000"/>
              <a:lumOff val="80000"/>
            </a:schemeClr>
          </a:solidFill>
        </p:grpSpPr>
        <p:sp>
          <p:nvSpPr>
            <p:cNvPr id="12" name="Google Shape;17946;p2451">
              <a:extLst>
                <a:ext uri="{FF2B5EF4-FFF2-40B4-BE49-F238E27FC236}">
                  <a16:creationId xmlns:a16="http://schemas.microsoft.com/office/drawing/2014/main" id="{B4B49C09-F693-2092-5323-E568BAAC3D91}"/>
                </a:ext>
              </a:extLst>
            </p:cNvPr>
            <p:cNvSpPr/>
            <p:nvPr/>
          </p:nvSpPr>
          <p:spPr>
            <a:xfrm>
              <a:off x="442912" y="1828800"/>
              <a:ext cx="1995600" cy="1872900"/>
            </a:xfrm>
            <a:prstGeom prst="rect">
              <a:avLst/>
            </a:prstGeom>
            <a:grpFill/>
            <a:ln>
              <a:noFill/>
            </a:ln>
          </p:spPr>
          <p:txBody>
            <a:bodyPr spcFirstLastPara="1" wrap="square" lIns="0" tIns="0" rIns="0" bIns="0" anchor="ctr" anchorCtr="0">
              <a:noAutofit/>
            </a:bodyPr>
            <a:lstStyle/>
            <a:p>
              <a:endParaRPr sz="105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p:txBody>
        </p:sp>
        <p:sp>
          <p:nvSpPr>
            <p:cNvPr id="13" name="Google Shape;17947;p2451">
              <a:extLst>
                <a:ext uri="{FF2B5EF4-FFF2-40B4-BE49-F238E27FC236}">
                  <a16:creationId xmlns:a16="http://schemas.microsoft.com/office/drawing/2014/main" id="{63AF0951-0379-65E4-EB14-865C2275F40C}"/>
                </a:ext>
              </a:extLst>
            </p:cNvPr>
            <p:cNvSpPr txBox="1"/>
            <p:nvPr/>
          </p:nvSpPr>
          <p:spPr>
            <a:xfrm>
              <a:off x="626839" y="2011681"/>
              <a:ext cx="1719459" cy="704030"/>
            </a:xfrm>
            <a:prstGeom prst="rect">
              <a:avLst/>
            </a:prstGeom>
            <a:grpFill/>
            <a:ln>
              <a:noFill/>
            </a:ln>
          </p:spPr>
          <p:txBody>
            <a:bodyPr spcFirstLastPara="1" wrap="square" lIns="0" tIns="0" rIns="0" bIns="0" anchor="t" anchorCtr="0">
              <a:noAutofit/>
            </a:bodyPr>
            <a:lstStyle/>
            <a:p>
              <a:pPr>
                <a:lnSpc>
                  <a:spcPct val="85000"/>
                </a:lnSpc>
              </a:pPr>
              <a:r>
                <a:rPr lang="en-GB" sz="1600" b="1">
                  <a:latin typeface="Calibri" panose="020F0502020204030204" pitchFamily="34" charset="0"/>
                  <a:ea typeface="Calibri" panose="020F0502020204030204" pitchFamily="34" charset="0"/>
                  <a:cs typeface="Calibri" panose="020F0502020204030204" pitchFamily="34" charset="0"/>
                  <a:sym typeface="Helvetica Neue"/>
                </a:rPr>
                <a:t>4</a:t>
              </a:r>
              <a:endParaRPr sz="1600" b="1">
                <a:latin typeface="Calibri" panose="020F0502020204030204" pitchFamily="34" charset="0"/>
                <a:ea typeface="Calibri" panose="020F0502020204030204" pitchFamily="34" charset="0"/>
                <a:cs typeface="Calibri" panose="020F0502020204030204" pitchFamily="34" charset="0"/>
                <a:sym typeface="Helvetica Neue"/>
              </a:endParaRPr>
            </a:p>
            <a:p>
              <a:pPr>
                <a:lnSpc>
                  <a:spcPct val="85000"/>
                </a:lnSpc>
              </a:pPr>
              <a:r>
                <a:rPr lang="en-IN" sz="1050"/>
                <a:t>AI startup acceleration programme (</a:t>
              </a:r>
              <a:r>
                <a:rPr lang="en-IN" sz="1050" err="1"/>
                <a:t>iMPEL</a:t>
              </a:r>
              <a:r>
                <a:rPr lang="en-IN" sz="1050"/>
                <a:t>-AI)</a:t>
              </a:r>
              <a:endParaRPr sz="1050">
                <a:latin typeface="Calibri" panose="020F0502020204030204" pitchFamily="34" charset="0"/>
                <a:ea typeface="Calibri" panose="020F0502020204030204" pitchFamily="34" charset="0"/>
                <a:cs typeface="Calibri" panose="020F0502020204030204" pitchFamily="34" charset="0"/>
                <a:sym typeface="Helvetica Neue"/>
              </a:endParaRPr>
            </a:p>
          </p:txBody>
        </p:sp>
      </p:grpSp>
      <p:grpSp>
        <p:nvGrpSpPr>
          <p:cNvPr id="14" name="Google Shape;17954;p2451">
            <a:extLst>
              <a:ext uri="{FF2B5EF4-FFF2-40B4-BE49-F238E27FC236}">
                <a16:creationId xmlns:a16="http://schemas.microsoft.com/office/drawing/2014/main" id="{BCEF28FE-7B62-2AFE-505C-3A6EAC701E2C}"/>
              </a:ext>
            </a:extLst>
          </p:cNvPr>
          <p:cNvGrpSpPr/>
          <p:nvPr/>
        </p:nvGrpSpPr>
        <p:grpSpPr>
          <a:xfrm>
            <a:off x="3926394" y="1163693"/>
            <a:ext cx="2552029" cy="613689"/>
            <a:chOff x="442912" y="1828800"/>
            <a:chExt cx="1995600" cy="1872900"/>
          </a:xfrm>
          <a:solidFill>
            <a:schemeClr val="accent6"/>
          </a:solidFill>
        </p:grpSpPr>
        <p:sp>
          <p:nvSpPr>
            <p:cNvPr id="15" name="Google Shape;17955;p2451">
              <a:extLst>
                <a:ext uri="{FF2B5EF4-FFF2-40B4-BE49-F238E27FC236}">
                  <a16:creationId xmlns:a16="http://schemas.microsoft.com/office/drawing/2014/main" id="{5F0F3F9F-124C-998B-17C5-2CAB46C7EF1F}"/>
                </a:ext>
              </a:extLst>
            </p:cNvPr>
            <p:cNvSpPr/>
            <p:nvPr/>
          </p:nvSpPr>
          <p:spPr>
            <a:xfrm>
              <a:off x="442912" y="1828800"/>
              <a:ext cx="1995600" cy="1872900"/>
            </a:xfrm>
            <a:prstGeom prst="rect">
              <a:avLst/>
            </a:prstGeom>
            <a:grpFill/>
            <a:ln>
              <a:noFill/>
            </a:ln>
          </p:spPr>
          <p:txBody>
            <a:bodyPr spcFirstLastPara="1" wrap="square" lIns="0" tIns="0" rIns="0" bIns="0" anchor="ctr" anchorCtr="0">
              <a:noAutofit/>
            </a:bodyPr>
            <a:lstStyle/>
            <a:p>
              <a:pPr algn="ctr"/>
              <a:endParaRPr sz="105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p:txBody>
        </p:sp>
        <p:sp>
          <p:nvSpPr>
            <p:cNvPr id="16" name="Google Shape;17956;p2451">
              <a:extLst>
                <a:ext uri="{FF2B5EF4-FFF2-40B4-BE49-F238E27FC236}">
                  <a16:creationId xmlns:a16="http://schemas.microsoft.com/office/drawing/2014/main" id="{401F8F3D-115D-1E67-5092-AF82D5E19746}"/>
                </a:ext>
              </a:extLst>
            </p:cNvPr>
            <p:cNvSpPr txBox="1"/>
            <p:nvPr/>
          </p:nvSpPr>
          <p:spPr>
            <a:xfrm>
              <a:off x="626839" y="2011679"/>
              <a:ext cx="1627500" cy="687300"/>
            </a:xfrm>
            <a:prstGeom prst="rect">
              <a:avLst/>
            </a:prstGeom>
            <a:grpFill/>
            <a:ln>
              <a:noFill/>
            </a:ln>
          </p:spPr>
          <p:txBody>
            <a:bodyPr spcFirstLastPara="1" wrap="square" lIns="0" tIns="0" rIns="0" bIns="0" anchor="t" anchorCtr="0">
              <a:noAutofit/>
            </a:bodyPr>
            <a:lstStyle/>
            <a:p>
              <a:pPr>
                <a:lnSpc>
                  <a:spcPct val="85000"/>
                </a:lnSpc>
              </a:pPr>
              <a:r>
                <a:rPr lang="en-GB" sz="1600" b="1">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rPr>
                <a:t>2</a:t>
              </a:r>
              <a:endParaRPr sz="1600" b="1">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a:p>
              <a:pPr>
                <a:lnSpc>
                  <a:spcPct val="85000"/>
                </a:lnSpc>
              </a:pPr>
              <a:r>
                <a:rPr lang="en-GB" sz="105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rPr>
                <a:t>AI Productivity Labs</a:t>
              </a:r>
            </a:p>
          </p:txBody>
        </p:sp>
      </p:grpSp>
      <p:sp>
        <p:nvSpPr>
          <p:cNvPr id="17" name="Google Shape;17940;p2451">
            <a:extLst>
              <a:ext uri="{FF2B5EF4-FFF2-40B4-BE49-F238E27FC236}">
                <a16:creationId xmlns:a16="http://schemas.microsoft.com/office/drawing/2014/main" id="{F1BDA61E-AE57-9B79-2654-469EF28DD796}"/>
              </a:ext>
            </a:extLst>
          </p:cNvPr>
          <p:cNvSpPr txBox="1">
            <a:spLocks/>
          </p:cNvSpPr>
          <p:nvPr/>
        </p:nvSpPr>
        <p:spPr>
          <a:xfrm>
            <a:off x="1260404" y="1685330"/>
            <a:ext cx="2552032" cy="970936"/>
          </a:xfrm>
          <a:prstGeom prst="rect">
            <a:avLst/>
          </a:prstGeom>
          <a:solidFill>
            <a:schemeClr val="bg1"/>
          </a:solidFill>
          <a:ln w="3175">
            <a:solidFill>
              <a:schemeClr val="bg1">
                <a:lumMod val="95000"/>
              </a:schemeClr>
            </a:solidFill>
          </a:ln>
        </p:spPr>
        <p:txBody>
          <a:bodyPr spcFirstLastPara="1" vert="horz" wrap="square" lIns="0" tIns="0" rIns="0" bIns="0" rtlCol="0" anchor="ctr" anchorCtr="0">
            <a:noAutofit/>
          </a:bodyPr>
          <a:lstStyle>
            <a:lvl1pPr marL="342900" lvl="0" indent="-238125" algn="l" defTabSz="914400" rtl="0" eaLnBrk="1" latinLnBrk="0" hangingPunct="1">
              <a:lnSpc>
                <a:spcPct val="100000"/>
              </a:lnSpc>
              <a:spcBef>
                <a:spcPts val="0"/>
              </a:spcBef>
              <a:spcAft>
                <a:spcPts val="0"/>
              </a:spcAft>
              <a:buClr>
                <a:schemeClr val="dk1"/>
              </a:buClr>
              <a:buSzPts val="1400"/>
              <a:buFont typeface="Arial" pitchFamily="34" charset="0"/>
              <a:buChar char="•"/>
              <a:defRPr sz="1050" kern="1200">
                <a:solidFill>
                  <a:schemeClr val="accent1"/>
                </a:solidFill>
                <a:latin typeface="+mn-lt"/>
                <a:ea typeface="+mn-ea"/>
                <a:cs typeface="+mn-cs"/>
              </a:defRPr>
            </a:lvl1pPr>
            <a:lvl2pPr marL="685800" lvl="1"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2pPr>
            <a:lvl3pPr marL="1028700" lvl="2"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3pPr>
            <a:lvl4pPr marL="1371600" lvl="3"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4pPr>
            <a:lvl5pPr marL="1714500" lvl="4"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5pPr>
            <a:lvl6pPr marL="2057400" lvl="5"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6pPr>
            <a:lvl7pPr marL="2400300" lvl="6"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7pPr>
            <a:lvl8pPr marL="2743200" lvl="7"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8pPr>
            <a:lvl9pPr marL="3086100" lvl="8" indent="-238125" algn="l" defTabSz="914400" rtl="0" eaLnBrk="1" latinLnBrk="0" hangingPunct="1">
              <a:lnSpc>
                <a:spcPct val="100000"/>
              </a:lnSpc>
              <a:spcBef>
                <a:spcPts val="450"/>
              </a:spcBef>
              <a:spcAft>
                <a:spcPts val="450"/>
              </a:spcAft>
              <a:buClr>
                <a:schemeClr val="dk1"/>
              </a:buClr>
              <a:buSzPts val="1400"/>
              <a:buFont typeface="Arial" pitchFamily="34" charset="0"/>
              <a:buChar char="•"/>
              <a:defRPr sz="1050" kern="1200">
                <a:solidFill>
                  <a:schemeClr val="tx1"/>
                </a:solidFill>
                <a:latin typeface="+mn-lt"/>
                <a:ea typeface="+mn-ea"/>
                <a:cs typeface="+mn-cs"/>
              </a:defRPr>
            </a:lvl9pPr>
          </a:lstStyle>
          <a:p>
            <a:pPr marL="0" indent="0">
              <a:buNone/>
            </a:pPr>
            <a:r>
              <a:rPr lang="en-US">
                <a:solidFill>
                  <a:srgbClr val="1F2937"/>
                </a:solidFill>
                <a:latin typeface="Calibri" pitchFamily="34" charset="0"/>
                <a:ea typeface="Calibri" pitchFamily="34" charset="-122"/>
                <a:cs typeface="Calibri" pitchFamily="34" charset="-120"/>
              </a:rPr>
              <a:t>Skilling 500,000 people (students, educators, govt officials, women entrepreneurs) by 2026; 'AI Catalysts' </a:t>
            </a:r>
            <a:r>
              <a:rPr lang="en-US" err="1">
                <a:solidFill>
                  <a:srgbClr val="1F2937"/>
                </a:solidFill>
                <a:latin typeface="Calibri" pitchFamily="34" charset="0"/>
                <a:ea typeface="Calibri" pitchFamily="34" charset="-122"/>
                <a:cs typeface="Calibri" pitchFamily="34" charset="-120"/>
              </a:rPr>
              <a:t>CoE</a:t>
            </a:r>
            <a:r>
              <a:rPr lang="en-US">
                <a:solidFill>
                  <a:srgbClr val="1F2937"/>
                </a:solidFill>
                <a:latin typeface="Calibri" pitchFamily="34" charset="0"/>
                <a:ea typeface="Calibri" pitchFamily="34" charset="-122"/>
                <a:cs typeface="Calibri" pitchFamily="34" charset="-120"/>
              </a:rPr>
              <a:t> for rural Tier-2/3 innovation; Founders Hub credits for up to 1,000 startups.</a:t>
            </a:r>
            <a:endParaRPr lang="en-US"/>
          </a:p>
        </p:txBody>
      </p:sp>
      <p:grpSp>
        <p:nvGrpSpPr>
          <p:cNvPr id="21" name="Google Shape;17935;p2451">
            <a:extLst>
              <a:ext uri="{FF2B5EF4-FFF2-40B4-BE49-F238E27FC236}">
                <a16:creationId xmlns:a16="http://schemas.microsoft.com/office/drawing/2014/main" id="{7E08DE1A-E1B8-B85A-BB45-BD7E312253B3}"/>
              </a:ext>
            </a:extLst>
          </p:cNvPr>
          <p:cNvGrpSpPr/>
          <p:nvPr/>
        </p:nvGrpSpPr>
        <p:grpSpPr>
          <a:xfrm rot="16200000">
            <a:off x="41944" y="1689488"/>
            <a:ext cx="1513370" cy="461777"/>
            <a:chOff x="442912" y="1828799"/>
            <a:chExt cx="1995600" cy="1872900"/>
          </a:xfrm>
          <a:solidFill>
            <a:schemeClr val="bg1">
              <a:lumMod val="65000"/>
            </a:schemeClr>
          </a:solidFill>
        </p:grpSpPr>
        <p:sp>
          <p:nvSpPr>
            <p:cNvPr id="22" name="Google Shape;17936;p2451">
              <a:extLst>
                <a:ext uri="{FF2B5EF4-FFF2-40B4-BE49-F238E27FC236}">
                  <a16:creationId xmlns:a16="http://schemas.microsoft.com/office/drawing/2014/main" id="{67D9D1E9-D0BB-0582-6E3D-B3FDDF6DF3CE}"/>
                </a:ext>
              </a:extLst>
            </p:cNvPr>
            <p:cNvSpPr/>
            <p:nvPr/>
          </p:nvSpPr>
          <p:spPr>
            <a:xfrm>
              <a:off x="442912" y="1828799"/>
              <a:ext cx="1995600" cy="1872900"/>
            </a:xfrm>
            <a:prstGeom prst="rect">
              <a:avLst/>
            </a:prstGeom>
            <a:grpFill/>
            <a:ln>
              <a:noFill/>
            </a:ln>
          </p:spPr>
          <p:txBody>
            <a:bodyPr spcFirstLastPara="1" wrap="square" lIns="0" tIns="0" rIns="0" bIns="0" anchor="ctr" anchorCtr="0">
              <a:noAutofit/>
            </a:bodyPr>
            <a:lstStyle/>
            <a:p>
              <a:pPr algn="ctr"/>
              <a:endParaRPr sz="1000">
                <a:solidFill>
                  <a:schemeClr val="lt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23" name="Google Shape;17937;p2451">
              <a:extLst>
                <a:ext uri="{FF2B5EF4-FFF2-40B4-BE49-F238E27FC236}">
                  <a16:creationId xmlns:a16="http://schemas.microsoft.com/office/drawing/2014/main" id="{E5465F2F-0181-CE37-17D3-0804D4600B08}"/>
                </a:ext>
              </a:extLst>
            </p:cNvPr>
            <p:cNvSpPr txBox="1"/>
            <p:nvPr/>
          </p:nvSpPr>
          <p:spPr>
            <a:xfrm>
              <a:off x="620169" y="2011699"/>
              <a:ext cx="1634183" cy="1508701"/>
            </a:xfrm>
            <a:prstGeom prst="rect">
              <a:avLst/>
            </a:prstGeom>
            <a:grpFill/>
            <a:ln>
              <a:noFill/>
            </a:ln>
          </p:spPr>
          <p:txBody>
            <a:bodyPr spcFirstLastPara="1" wrap="square" lIns="0" tIns="0" rIns="0" bIns="0" anchor="ctr" anchorCtr="0">
              <a:noAutofit/>
            </a:bodyPr>
            <a:lstStyle/>
            <a:p>
              <a:pPr algn="ctr">
                <a:lnSpc>
                  <a:spcPct val="85000"/>
                </a:lnSpc>
              </a:pPr>
              <a:r>
                <a:rPr lang="en-US" sz="100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rPr>
                <a:t>Collaboration Activities</a:t>
              </a:r>
              <a:endParaRPr sz="100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p:txBody>
        </p:sp>
      </p:grpSp>
      <p:sp>
        <p:nvSpPr>
          <p:cNvPr id="24" name="Google Shape;17940;p2451">
            <a:extLst>
              <a:ext uri="{FF2B5EF4-FFF2-40B4-BE49-F238E27FC236}">
                <a16:creationId xmlns:a16="http://schemas.microsoft.com/office/drawing/2014/main" id="{4D57D530-3678-7D54-AAAD-9F1EE79F6BF8}"/>
              </a:ext>
            </a:extLst>
          </p:cNvPr>
          <p:cNvSpPr txBox="1">
            <a:spLocks/>
          </p:cNvSpPr>
          <p:nvPr/>
        </p:nvSpPr>
        <p:spPr>
          <a:xfrm>
            <a:off x="3934074" y="1701967"/>
            <a:ext cx="2540971" cy="957935"/>
          </a:xfrm>
          <a:prstGeom prst="rect">
            <a:avLst/>
          </a:prstGeom>
          <a:solidFill>
            <a:schemeClr val="bg1"/>
          </a:solidFill>
          <a:ln w="3175">
            <a:solidFill>
              <a:schemeClr val="bg1">
                <a:lumMod val="95000"/>
              </a:schemeClr>
            </a:solidFill>
          </a:ln>
        </p:spPr>
        <p:txBody>
          <a:bodyPr spcFirstLastPara="1" vert="horz" wrap="square" lIns="0" tIns="0" rIns="0" bIns="0" rtlCol="0" anchor="ctr" anchorCtr="0">
            <a:noAutofit/>
          </a:bodyPr>
          <a:lstStyle>
            <a:lvl1pPr marL="342900" lvl="0" indent="-238125" algn="l" defTabSz="914400" rtl="0" eaLnBrk="1" latinLnBrk="0" hangingPunct="1">
              <a:lnSpc>
                <a:spcPct val="100000"/>
              </a:lnSpc>
              <a:spcBef>
                <a:spcPts val="0"/>
              </a:spcBef>
              <a:spcAft>
                <a:spcPts val="0"/>
              </a:spcAft>
              <a:buClr>
                <a:schemeClr val="dk1"/>
              </a:buClr>
              <a:buSzPts val="1400"/>
              <a:buFont typeface="Arial" pitchFamily="34" charset="0"/>
              <a:buChar char="•"/>
              <a:defRPr sz="1050" kern="1200">
                <a:solidFill>
                  <a:schemeClr val="accent1"/>
                </a:solidFill>
                <a:latin typeface="+mn-lt"/>
                <a:ea typeface="+mn-ea"/>
                <a:cs typeface="+mn-cs"/>
              </a:defRPr>
            </a:lvl1pPr>
            <a:lvl2pPr marL="685800" lvl="1"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2pPr>
            <a:lvl3pPr marL="1028700" lvl="2"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3pPr>
            <a:lvl4pPr marL="1371600" lvl="3"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4pPr>
            <a:lvl5pPr marL="1714500" lvl="4"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5pPr>
            <a:lvl6pPr marL="2057400" lvl="5"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6pPr>
            <a:lvl7pPr marL="2400300" lvl="6"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7pPr>
            <a:lvl8pPr marL="2743200" lvl="7"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8pPr>
            <a:lvl9pPr marL="3086100" lvl="8" indent="-238125" algn="l" defTabSz="914400" rtl="0" eaLnBrk="1" latinLnBrk="0" hangingPunct="1">
              <a:lnSpc>
                <a:spcPct val="100000"/>
              </a:lnSpc>
              <a:spcBef>
                <a:spcPts val="450"/>
              </a:spcBef>
              <a:spcAft>
                <a:spcPts val="450"/>
              </a:spcAft>
              <a:buClr>
                <a:schemeClr val="dk1"/>
              </a:buClr>
              <a:buSzPts val="1400"/>
              <a:buFont typeface="Arial" pitchFamily="34" charset="0"/>
              <a:buChar char="•"/>
              <a:defRPr sz="1050" kern="1200">
                <a:solidFill>
                  <a:schemeClr val="tx1"/>
                </a:solidFill>
                <a:latin typeface="+mn-lt"/>
                <a:ea typeface="+mn-ea"/>
                <a:cs typeface="+mn-cs"/>
              </a:defRPr>
            </a:lvl9pPr>
          </a:lstStyle>
          <a:p>
            <a:pPr marL="0" indent="0">
              <a:buNone/>
            </a:pPr>
            <a:r>
              <a:rPr lang="en-US">
                <a:solidFill>
                  <a:srgbClr val="1F2937"/>
                </a:solidFill>
                <a:latin typeface="Calibri" pitchFamily="34" charset="0"/>
                <a:ea typeface="Calibri" pitchFamily="34" charset="-122"/>
                <a:cs typeface="Calibri" pitchFamily="34" charset="-120"/>
              </a:rPr>
              <a:t>20 labs across NSTIs/NIELIT </a:t>
            </a:r>
            <a:r>
              <a:rPr lang="en-US" err="1">
                <a:solidFill>
                  <a:srgbClr val="1F2937"/>
                </a:solidFill>
                <a:latin typeface="Calibri" pitchFamily="34" charset="0"/>
                <a:ea typeface="Calibri" pitchFamily="34" charset="-122"/>
                <a:cs typeface="Calibri" pitchFamily="34" charset="-120"/>
              </a:rPr>
              <a:t>centres</a:t>
            </a:r>
            <a:r>
              <a:rPr lang="en-US">
                <a:solidFill>
                  <a:srgbClr val="1F2937"/>
                </a:solidFill>
                <a:latin typeface="Calibri" pitchFamily="34" charset="0"/>
                <a:ea typeface="Calibri" pitchFamily="34" charset="-122"/>
                <a:cs typeface="Calibri" pitchFamily="34" charset="-120"/>
              </a:rPr>
              <a:t> in 10 states - training 20,000 educators and 100,000 ITI students in foundational AI.</a:t>
            </a:r>
            <a:endParaRPr lang="en-US"/>
          </a:p>
        </p:txBody>
      </p:sp>
      <p:sp>
        <p:nvSpPr>
          <p:cNvPr id="25" name="Google Shape;17940;p2451">
            <a:extLst>
              <a:ext uri="{FF2B5EF4-FFF2-40B4-BE49-F238E27FC236}">
                <a16:creationId xmlns:a16="http://schemas.microsoft.com/office/drawing/2014/main" id="{4157FE77-5081-E0BC-CF18-069F781E3660}"/>
              </a:ext>
            </a:extLst>
          </p:cNvPr>
          <p:cNvSpPr txBox="1">
            <a:spLocks/>
          </p:cNvSpPr>
          <p:nvPr/>
        </p:nvSpPr>
        <p:spPr>
          <a:xfrm>
            <a:off x="6523520" y="1688836"/>
            <a:ext cx="2552030" cy="968191"/>
          </a:xfrm>
          <a:prstGeom prst="rect">
            <a:avLst/>
          </a:prstGeom>
          <a:solidFill>
            <a:schemeClr val="bg1"/>
          </a:solidFill>
          <a:ln w="3175">
            <a:solidFill>
              <a:schemeClr val="bg1">
                <a:lumMod val="95000"/>
              </a:schemeClr>
            </a:solidFill>
          </a:ln>
        </p:spPr>
        <p:txBody>
          <a:bodyPr spcFirstLastPara="1" vert="horz" wrap="square" lIns="0" tIns="0" rIns="0" bIns="0" rtlCol="0" anchor="ctr" anchorCtr="0">
            <a:noAutofit/>
          </a:bodyPr>
          <a:lstStyle>
            <a:lvl1pPr marL="342900" lvl="0" indent="-238125" algn="l" defTabSz="914400" rtl="0" eaLnBrk="1" latinLnBrk="0" hangingPunct="1">
              <a:lnSpc>
                <a:spcPct val="100000"/>
              </a:lnSpc>
              <a:spcBef>
                <a:spcPts val="0"/>
              </a:spcBef>
              <a:spcAft>
                <a:spcPts val="0"/>
              </a:spcAft>
              <a:buClr>
                <a:schemeClr val="dk1"/>
              </a:buClr>
              <a:buSzPts val="1400"/>
              <a:buFont typeface="Arial" pitchFamily="34" charset="0"/>
              <a:buChar char="•"/>
              <a:defRPr sz="1050" kern="1200">
                <a:solidFill>
                  <a:schemeClr val="accent1"/>
                </a:solidFill>
                <a:latin typeface="+mn-lt"/>
                <a:ea typeface="+mn-ea"/>
                <a:cs typeface="+mn-cs"/>
              </a:defRPr>
            </a:lvl1pPr>
            <a:lvl2pPr marL="685800" lvl="1"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2pPr>
            <a:lvl3pPr marL="1028700" lvl="2"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3pPr>
            <a:lvl4pPr marL="1371600" lvl="3"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4pPr>
            <a:lvl5pPr marL="1714500" lvl="4"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5pPr>
            <a:lvl6pPr marL="2057400" lvl="5"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6pPr>
            <a:lvl7pPr marL="2400300" lvl="6"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7pPr>
            <a:lvl8pPr marL="2743200" lvl="7"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8pPr>
            <a:lvl9pPr marL="3086100" lvl="8" indent="-238125" algn="l" defTabSz="914400" rtl="0" eaLnBrk="1" latinLnBrk="0" hangingPunct="1">
              <a:lnSpc>
                <a:spcPct val="100000"/>
              </a:lnSpc>
              <a:spcBef>
                <a:spcPts val="450"/>
              </a:spcBef>
              <a:spcAft>
                <a:spcPts val="450"/>
              </a:spcAft>
              <a:buClr>
                <a:schemeClr val="dk1"/>
              </a:buClr>
              <a:buSzPts val="1400"/>
              <a:buFont typeface="Arial" pitchFamily="34" charset="0"/>
              <a:buChar char="•"/>
              <a:defRPr sz="1050" kern="1200">
                <a:solidFill>
                  <a:schemeClr val="tx1"/>
                </a:solidFill>
                <a:latin typeface="+mn-lt"/>
                <a:ea typeface="+mn-ea"/>
                <a:cs typeface="+mn-cs"/>
              </a:defRPr>
            </a:lvl9pPr>
          </a:lstStyle>
          <a:p>
            <a:pPr marL="0" indent="0">
              <a:buNone/>
            </a:pPr>
            <a:r>
              <a:rPr lang="en-US">
                <a:solidFill>
                  <a:srgbClr val="1F2937"/>
                </a:solidFill>
                <a:latin typeface="Calibri" pitchFamily="34" charset="0"/>
                <a:ea typeface="Calibri" pitchFamily="34" charset="-122"/>
                <a:cs typeface="Calibri" pitchFamily="34" charset="-120"/>
              </a:rPr>
              <a:t>2.4M people trained in under a year against a 2M target. Goal now 10M by 2030 with State governments.</a:t>
            </a:r>
            <a:endParaRPr lang="en-US"/>
          </a:p>
        </p:txBody>
      </p:sp>
      <p:sp>
        <p:nvSpPr>
          <p:cNvPr id="26" name="Google Shape;17940;p2451">
            <a:extLst>
              <a:ext uri="{FF2B5EF4-FFF2-40B4-BE49-F238E27FC236}">
                <a16:creationId xmlns:a16="http://schemas.microsoft.com/office/drawing/2014/main" id="{B32B818B-4AD1-F33D-84A5-E834D3D52BBD}"/>
              </a:ext>
            </a:extLst>
          </p:cNvPr>
          <p:cNvSpPr txBox="1">
            <a:spLocks/>
          </p:cNvSpPr>
          <p:nvPr/>
        </p:nvSpPr>
        <p:spPr>
          <a:xfrm>
            <a:off x="9139197" y="1695944"/>
            <a:ext cx="2540969" cy="968191"/>
          </a:xfrm>
          <a:prstGeom prst="rect">
            <a:avLst/>
          </a:prstGeom>
          <a:solidFill>
            <a:schemeClr val="bg1"/>
          </a:solidFill>
          <a:ln w="3175">
            <a:solidFill>
              <a:schemeClr val="bg1">
                <a:lumMod val="95000"/>
              </a:schemeClr>
            </a:solidFill>
          </a:ln>
        </p:spPr>
        <p:txBody>
          <a:bodyPr spcFirstLastPara="1" vert="horz" wrap="square" lIns="0" tIns="0" rIns="0" bIns="0" rtlCol="0" anchor="ctr" anchorCtr="0">
            <a:noAutofit/>
          </a:bodyPr>
          <a:lstStyle>
            <a:lvl1pPr marL="342900" lvl="0" indent="-238125" algn="l" defTabSz="914400" rtl="0" eaLnBrk="1" latinLnBrk="0" hangingPunct="1">
              <a:lnSpc>
                <a:spcPct val="100000"/>
              </a:lnSpc>
              <a:spcBef>
                <a:spcPts val="0"/>
              </a:spcBef>
              <a:spcAft>
                <a:spcPts val="0"/>
              </a:spcAft>
              <a:buClr>
                <a:schemeClr val="dk1"/>
              </a:buClr>
              <a:buSzPts val="1400"/>
              <a:buFont typeface="Arial" pitchFamily="34" charset="0"/>
              <a:buChar char="•"/>
              <a:defRPr sz="1050" kern="1200">
                <a:solidFill>
                  <a:schemeClr val="accent1"/>
                </a:solidFill>
                <a:latin typeface="+mn-lt"/>
                <a:ea typeface="+mn-ea"/>
                <a:cs typeface="+mn-cs"/>
              </a:defRPr>
            </a:lvl1pPr>
            <a:lvl2pPr marL="685800" lvl="1"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2pPr>
            <a:lvl3pPr marL="1028700" lvl="2"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3pPr>
            <a:lvl4pPr marL="1371600" lvl="3"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4pPr>
            <a:lvl5pPr marL="1714500" lvl="4"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5pPr>
            <a:lvl6pPr marL="2057400" lvl="5"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6pPr>
            <a:lvl7pPr marL="2400300" lvl="6"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7pPr>
            <a:lvl8pPr marL="2743200" lvl="7"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8pPr>
            <a:lvl9pPr marL="3086100" lvl="8" indent="-238125" algn="l" defTabSz="914400" rtl="0" eaLnBrk="1" latinLnBrk="0" hangingPunct="1">
              <a:lnSpc>
                <a:spcPct val="100000"/>
              </a:lnSpc>
              <a:spcBef>
                <a:spcPts val="450"/>
              </a:spcBef>
              <a:spcAft>
                <a:spcPts val="450"/>
              </a:spcAft>
              <a:buClr>
                <a:schemeClr val="dk1"/>
              </a:buClr>
              <a:buSzPts val="1400"/>
              <a:buFont typeface="Arial" pitchFamily="34" charset="0"/>
              <a:buChar char="•"/>
              <a:defRPr sz="1050" kern="1200">
                <a:solidFill>
                  <a:schemeClr val="tx1"/>
                </a:solidFill>
                <a:latin typeface="+mn-lt"/>
                <a:ea typeface="+mn-ea"/>
                <a:cs typeface="+mn-cs"/>
              </a:defRPr>
            </a:lvl9pPr>
          </a:lstStyle>
          <a:p>
            <a:pPr marL="104775" lvl="0" indent="0">
              <a:spcAft>
                <a:spcPts val="225"/>
              </a:spcAft>
              <a:buClrTx/>
              <a:buSzTx/>
              <a:buNone/>
              <a:defRPr/>
            </a:pPr>
            <a:r>
              <a:rPr lang="en-US">
                <a:solidFill>
                  <a:srgbClr val="171C00"/>
                </a:solidFill>
                <a:latin typeface="Calibri" panose="020F0502020204030204" pitchFamily="34" charset="0"/>
                <a:ea typeface="Calibri" panose="020F0502020204030204" pitchFamily="34" charset="0"/>
                <a:cs typeface="Calibri" panose="020F0502020204030204" pitchFamily="34" charset="0"/>
              </a:rPr>
              <a:t>Support Indian AI startups through Azure AI, mentoring, technical assistance and ecosystem development</a:t>
            </a:r>
          </a:p>
        </p:txBody>
      </p:sp>
      <p:graphicFrame>
        <p:nvGraphicFramePr>
          <p:cNvPr id="30" name="Table 0">
            <a:extLst>
              <a:ext uri="{FF2B5EF4-FFF2-40B4-BE49-F238E27FC236}">
                <a16:creationId xmlns:a16="http://schemas.microsoft.com/office/drawing/2014/main" id="{381E76FD-236C-6FA1-2560-B799E398ABEF}"/>
              </a:ext>
            </a:extLst>
          </p:cNvPr>
          <p:cNvGraphicFramePr>
            <a:graphicFrameLocks noGrp="1"/>
          </p:cNvGraphicFramePr>
          <p:nvPr/>
        </p:nvGraphicFramePr>
        <p:xfrm>
          <a:off x="567740" y="2837265"/>
          <a:ext cx="11039301" cy="2067560"/>
        </p:xfrm>
        <a:graphic>
          <a:graphicData uri="http://schemas.openxmlformats.org/drawingml/2006/table">
            <a:tbl>
              <a:tblPr/>
              <a:tblGrid>
                <a:gridCol w="3369137">
                  <a:extLst>
                    <a:ext uri="{9D8B030D-6E8A-4147-A177-3AD203B41FA5}">
                      <a16:colId xmlns:a16="http://schemas.microsoft.com/office/drawing/2014/main" val="20000"/>
                    </a:ext>
                  </a:extLst>
                </a:gridCol>
                <a:gridCol w="2795668">
                  <a:extLst>
                    <a:ext uri="{9D8B030D-6E8A-4147-A177-3AD203B41FA5}">
                      <a16:colId xmlns:a16="http://schemas.microsoft.com/office/drawing/2014/main" val="20001"/>
                    </a:ext>
                  </a:extLst>
                </a:gridCol>
                <a:gridCol w="4874496">
                  <a:extLst>
                    <a:ext uri="{9D8B030D-6E8A-4147-A177-3AD203B41FA5}">
                      <a16:colId xmlns:a16="http://schemas.microsoft.com/office/drawing/2014/main" val="20002"/>
                    </a:ext>
                  </a:extLst>
                </a:gridCol>
              </a:tblGrid>
              <a:tr h="209703">
                <a:tc>
                  <a:txBody>
                    <a:bodyPr/>
                    <a:lstStyle/>
                    <a:p>
                      <a:pPr marL="0" indent="0">
                        <a:buNone/>
                      </a:pPr>
                      <a:r>
                        <a:rPr lang="en-US" sz="1100" b="1">
                          <a:solidFill>
                            <a:srgbClr val="FFFFFF"/>
                          </a:solidFill>
                        </a:rPr>
                        <a:t>Use Case</a:t>
                      </a:r>
                      <a:endParaRPr lang="en-US" sz="110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3"/>
                    </a:solidFill>
                  </a:tcPr>
                </a:tc>
                <a:tc>
                  <a:txBody>
                    <a:bodyPr/>
                    <a:lstStyle/>
                    <a:p>
                      <a:pPr marL="0" indent="0">
                        <a:buNone/>
                      </a:pPr>
                      <a:r>
                        <a:rPr lang="en-US" sz="1100" b="1">
                          <a:solidFill>
                            <a:srgbClr val="FFFFFF"/>
                          </a:solidFill>
                        </a:rPr>
                        <a:t>Sector / Department</a:t>
                      </a:r>
                      <a:endParaRPr lang="en-US" sz="110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3"/>
                    </a:solidFill>
                  </a:tcPr>
                </a:tc>
                <a:tc>
                  <a:txBody>
                    <a:bodyPr/>
                    <a:lstStyle/>
                    <a:p>
                      <a:pPr marL="0" indent="0">
                        <a:buNone/>
                      </a:pPr>
                      <a:r>
                        <a:rPr lang="en-US" sz="1100" b="1">
                          <a:solidFill>
                            <a:srgbClr val="FFFFFF"/>
                          </a:solidFill>
                        </a:rPr>
                        <a:t>Outcome / Scale</a:t>
                      </a:r>
                      <a:endParaRPr lang="en-US" sz="110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3"/>
                    </a:solidFill>
                  </a:tcPr>
                </a:tc>
                <a:extLst>
                  <a:ext uri="{0D108BD9-81ED-4DB2-BD59-A6C34878D82A}">
                    <a16:rowId xmlns:a16="http://schemas.microsoft.com/office/drawing/2014/main" val="10000"/>
                  </a:ext>
                </a:extLst>
              </a:tr>
              <a:tr h="197833">
                <a:tc>
                  <a:txBody>
                    <a:bodyPr/>
                    <a:lstStyle/>
                    <a:p>
                      <a:pPr marL="0" indent="0">
                        <a:buNone/>
                      </a:pPr>
                      <a:r>
                        <a:rPr lang="en-US" sz="1000" b="1" kern="1200">
                          <a:solidFill>
                            <a:srgbClr val="222A28"/>
                          </a:solidFill>
                          <a:latin typeface="+mn-lt"/>
                          <a:ea typeface="+mn-ea"/>
                          <a:cs typeface="+mn-cs"/>
                        </a:rPr>
                        <a:t>eShram + National Career Service AI integration</a:t>
                      </a:r>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US" sz="950" i="0">
                          <a:solidFill>
                            <a:srgbClr val="5B6670"/>
                          </a:solidFill>
                        </a:rPr>
                        <a:t>Ministry of Labour &amp; Employment</a:t>
                      </a:r>
                      <a:endParaRPr lang="en-US" sz="950" i="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US" sz="950" kern="1200">
                          <a:solidFill>
                            <a:srgbClr val="222A28"/>
                          </a:solidFill>
                          <a:latin typeface="+mn-lt"/>
                          <a:ea typeface="+mn-ea"/>
                          <a:cs typeface="+mn-cs"/>
                        </a:rPr>
                        <a:t>AI-enabled matching &amp; delivery for 94 crore+ social-security beneficiaries</a:t>
                      </a:r>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304663">
                <a:tc>
                  <a:txBody>
                    <a:bodyPr/>
                    <a:lstStyle/>
                    <a:p>
                      <a:pPr marL="0" indent="0">
                        <a:buNone/>
                      </a:pPr>
                      <a:r>
                        <a:rPr lang="en-IN" sz="1000" b="1" kern="1200">
                          <a:solidFill>
                            <a:srgbClr val="222A28"/>
                          </a:solidFill>
                          <a:latin typeface="+mn-lt"/>
                          <a:ea typeface="+mn-ea"/>
                          <a:cs typeface="+mn-cs"/>
                        </a:rPr>
                        <a:t>Shiksha Copilot </a:t>
                      </a:r>
                      <a:endParaRPr lang="en-US" sz="1000" b="1" kern="1200">
                        <a:solidFill>
                          <a:srgbClr val="222A28"/>
                        </a:solidFill>
                        <a:latin typeface="+mn-lt"/>
                        <a:ea typeface="+mn-ea"/>
                        <a:cs typeface="+mn-cs"/>
                      </a:endParaRPr>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IN" sz="950" i="0" kern="1200">
                          <a:solidFill>
                            <a:srgbClr val="5B6670"/>
                          </a:solidFill>
                          <a:latin typeface="+mn-lt"/>
                          <a:ea typeface="+mn-ea"/>
                          <a:cs typeface="+mn-cs"/>
                        </a:rPr>
                        <a:t>Government Schools (Karnataka)</a:t>
                      </a:r>
                      <a:endParaRPr lang="en-US" sz="950" i="0" kern="1200">
                        <a:solidFill>
                          <a:srgbClr val="5B6670"/>
                        </a:solidFill>
                        <a:latin typeface="+mn-lt"/>
                        <a:ea typeface="+mn-ea"/>
                        <a:cs typeface="+mn-cs"/>
                      </a:endParaRPr>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IN" sz="950" kern="1200">
                          <a:solidFill>
                            <a:srgbClr val="222A28"/>
                          </a:solidFill>
                          <a:latin typeface="+mn-lt"/>
                          <a:ea typeface="+mn-ea"/>
                          <a:cs typeface="+mn-cs"/>
                        </a:rPr>
                        <a:t>AI assistant for teachers to generate lesson plans, assessments, classroom activities, and learning resources</a:t>
                      </a:r>
                      <a:endParaRPr lang="en-US" sz="950" kern="1200">
                        <a:solidFill>
                          <a:srgbClr val="222A28"/>
                        </a:solidFill>
                        <a:latin typeface="+mn-lt"/>
                        <a:ea typeface="+mn-ea"/>
                        <a:cs typeface="+mn-cs"/>
                      </a:endParaRPr>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3"/>
                  </a:ext>
                </a:extLst>
              </a:tr>
              <a:tr h="197833">
                <a:tc>
                  <a:txBody>
                    <a:bodyPr/>
                    <a:lstStyle/>
                    <a:p>
                      <a:pPr marL="0" indent="0">
                        <a:buNone/>
                      </a:pPr>
                      <a:r>
                        <a:rPr lang="en-US" sz="1000" b="1">
                          <a:solidFill>
                            <a:srgbClr val="222A28"/>
                          </a:solidFill>
                        </a:rPr>
                        <a:t>Election Commission</a:t>
                      </a:r>
                      <a:endParaRPr lang="en-US" sz="100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US" sz="950" i="0">
                          <a:solidFill>
                            <a:srgbClr val="5B6670"/>
                          </a:solidFill>
                        </a:rPr>
                        <a:t>Govt. of Uttar Pradesh and Tamil Nadu</a:t>
                      </a:r>
                      <a:endParaRPr lang="en-US" sz="950" i="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IN" sz="950" kern="1200">
                          <a:solidFill>
                            <a:srgbClr val="222A28"/>
                          </a:solidFill>
                          <a:latin typeface="+mn-lt"/>
                          <a:ea typeface="+mn-ea"/>
                          <a:cs typeface="+mn-cs"/>
                        </a:rPr>
                        <a:t>AI enabled monitoring of critical polling stations with centralized video analytics</a:t>
                      </a:r>
                      <a:endParaRPr lang="en-US" sz="950" kern="1200">
                        <a:solidFill>
                          <a:srgbClr val="222A28"/>
                        </a:solidFill>
                        <a:latin typeface="+mn-lt"/>
                        <a:ea typeface="+mn-ea"/>
                        <a:cs typeface="+mn-cs"/>
                      </a:endParaRPr>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197833">
                <a:tc>
                  <a:txBody>
                    <a:bodyPr/>
                    <a:lstStyle/>
                    <a:p>
                      <a:pPr marL="0" indent="0">
                        <a:buNone/>
                      </a:pPr>
                      <a:r>
                        <a:rPr lang="en-IN" sz="1000" b="1"/>
                        <a:t>UP-100 / Emergency Response Support System</a:t>
                      </a:r>
                      <a:endParaRPr lang="en-US" sz="1000" b="1"/>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US" sz="950" i="0">
                          <a:solidFill>
                            <a:srgbClr val="5B6670"/>
                          </a:solidFill>
                        </a:rPr>
                        <a:t>Govt. of Uttar Pradesh</a:t>
                      </a:r>
                      <a:endParaRPr lang="en-US" sz="950" i="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IN" sz="950" kern="1200">
                          <a:solidFill>
                            <a:srgbClr val="222A28"/>
                          </a:solidFill>
                          <a:latin typeface="+mn-lt"/>
                          <a:ea typeface="+mn-ea"/>
                          <a:cs typeface="+mn-cs"/>
                        </a:rPr>
                        <a:t>AI-assisted emergency response, incident management, and dispatch platform</a:t>
                      </a:r>
                      <a:endParaRPr lang="en-US" sz="950" kern="1200">
                        <a:solidFill>
                          <a:srgbClr val="222A28"/>
                        </a:solidFill>
                        <a:latin typeface="+mn-lt"/>
                        <a:ea typeface="+mn-ea"/>
                        <a:cs typeface="+mn-cs"/>
                      </a:endParaRPr>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5"/>
                  </a:ext>
                </a:extLst>
              </a:tr>
              <a:tr h="197833">
                <a:tc>
                  <a:txBody>
                    <a:bodyPr/>
                    <a:lstStyle/>
                    <a:p>
                      <a:pPr marL="0" indent="0">
                        <a:buNone/>
                      </a:pPr>
                      <a:r>
                        <a:rPr lang="en-US" sz="1000" b="1"/>
                        <a:t>Digital Governance Platform</a:t>
                      </a:r>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IN" sz="950" i="0" kern="1200">
                          <a:solidFill>
                            <a:srgbClr val="5B6670"/>
                          </a:solidFill>
                          <a:latin typeface="+mn-lt"/>
                          <a:ea typeface="+mn-ea"/>
                          <a:cs typeface="+mn-cs"/>
                        </a:rPr>
                        <a:t>Maharashtra and UP RERA</a:t>
                      </a:r>
                      <a:endParaRPr lang="en-US" sz="950" i="0" kern="1200">
                        <a:solidFill>
                          <a:srgbClr val="5B6670"/>
                        </a:solidFill>
                        <a:latin typeface="+mn-lt"/>
                        <a:ea typeface="+mn-ea"/>
                        <a:cs typeface="+mn-cs"/>
                      </a:endParaRPr>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IN" sz="950" kern="1200">
                          <a:solidFill>
                            <a:srgbClr val="222A28"/>
                          </a:solidFill>
                          <a:latin typeface="+mn-lt"/>
                          <a:ea typeface="+mn-ea"/>
                          <a:cs typeface="+mn-cs"/>
                        </a:rPr>
                        <a:t>Digital governance platform hosted on Microsoft Azure</a:t>
                      </a:r>
                      <a:endParaRPr lang="en-US" sz="950" kern="1200">
                        <a:solidFill>
                          <a:srgbClr val="222A28"/>
                        </a:solidFill>
                        <a:latin typeface="+mn-lt"/>
                        <a:ea typeface="+mn-ea"/>
                        <a:cs typeface="+mn-cs"/>
                      </a:endParaRPr>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265924037"/>
                  </a:ext>
                </a:extLst>
              </a:tr>
              <a:tr h="0">
                <a:tc>
                  <a:txBody>
                    <a:bodyPr/>
                    <a:lstStyle/>
                    <a:p>
                      <a:pPr marL="0" indent="0">
                        <a:buNone/>
                      </a:pPr>
                      <a:r>
                        <a:rPr lang="en-US" sz="1000" b="1"/>
                        <a:t>AI enabled Govt. productivity tool</a:t>
                      </a:r>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IN" sz="950" i="0" kern="1200">
                          <a:solidFill>
                            <a:srgbClr val="5B6670"/>
                          </a:solidFill>
                          <a:latin typeface="+mn-lt"/>
                          <a:ea typeface="+mn-ea"/>
                          <a:cs typeface="+mn-cs"/>
                        </a:rPr>
                        <a:t>Maharashtra Industrial Development Corporation (MIDC)</a:t>
                      </a:r>
                      <a:endParaRPr lang="en-US" sz="950" i="0" kern="1200">
                        <a:solidFill>
                          <a:srgbClr val="5B6670"/>
                        </a:solidFill>
                        <a:latin typeface="+mn-lt"/>
                        <a:ea typeface="+mn-ea"/>
                        <a:cs typeface="+mn-cs"/>
                      </a:endParaRPr>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IN" sz="950" kern="1200">
                          <a:solidFill>
                            <a:srgbClr val="222A28"/>
                          </a:solidFill>
                          <a:latin typeface="+mn-lt"/>
                          <a:ea typeface="+mn-ea"/>
                          <a:cs typeface="+mn-cs"/>
                        </a:rPr>
                        <a:t>AI-enabled productivity and digital workplace for government employees</a:t>
                      </a:r>
                      <a:endParaRPr lang="en-US" sz="950" kern="1200">
                        <a:solidFill>
                          <a:srgbClr val="222A28"/>
                        </a:solidFill>
                        <a:latin typeface="+mn-lt"/>
                        <a:ea typeface="+mn-ea"/>
                        <a:cs typeface="+mn-cs"/>
                      </a:endParaRPr>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383316115"/>
                  </a:ext>
                </a:extLst>
              </a:tr>
            </a:tbl>
          </a:graphicData>
        </a:graphic>
      </p:graphicFrame>
      <p:sp>
        <p:nvSpPr>
          <p:cNvPr id="31" name="Text 28">
            <a:extLst>
              <a:ext uri="{FF2B5EF4-FFF2-40B4-BE49-F238E27FC236}">
                <a16:creationId xmlns:a16="http://schemas.microsoft.com/office/drawing/2014/main" id="{F7640887-0766-CD42-7DCD-FE6E981041D0}"/>
              </a:ext>
            </a:extLst>
          </p:cNvPr>
          <p:cNvSpPr/>
          <p:nvPr/>
        </p:nvSpPr>
        <p:spPr>
          <a:xfrm>
            <a:off x="457200" y="5012808"/>
            <a:ext cx="5486400" cy="274320"/>
          </a:xfrm>
          <a:prstGeom prst="rect">
            <a:avLst/>
          </a:prstGeom>
          <a:noFill/>
          <a:ln/>
        </p:spPr>
        <p:txBody>
          <a:bodyPr wrap="square" lIns="0" tIns="0" rIns="0" bIns="0" rtlCol="0" anchor="ctr"/>
          <a:lstStyle/>
          <a:p>
            <a:pPr marL="0" indent="0">
              <a:buNone/>
            </a:pPr>
            <a:r>
              <a:rPr lang="en-US" sz="1050" b="1" kern="0" spc="150">
                <a:solidFill>
                  <a:srgbClr val="5B6670"/>
                </a:solidFill>
                <a:latin typeface="Calibri" pitchFamily="34" charset="0"/>
                <a:ea typeface="Calibri" pitchFamily="34" charset="-122"/>
                <a:cs typeface="Calibri" pitchFamily="34" charset="-120"/>
              </a:rPr>
              <a:t>Strategic Pillars</a:t>
            </a:r>
            <a:endParaRPr lang="en-US" sz="1050"/>
          </a:p>
        </p:txBody>
      </p:sp>
      <p:sp>
        <p:nvSpPr>
          <p:cNvPr id="32" name="Shape 29">
            <a:extLst>
              <a:ext uri="{FF2B5EF4-FFF2-40B4-BE49-F238E27FC236}">
                <a16:creationId xmlns:a16="http://schemas.microsoft.com/office/drawing/2014/main" id="{887BD4E1-E88C-1DAC-E32F-2E93403485FC}"/>
              </a:ext>
            </a:extLst>
          </p:cNvPr>
          <p:cNvSpPr/>
          <p:nvPr/>
        </p:nvSpPr>
        <p:spPr>
          <a:xfrm>
            <a:off x="457200" y="5314560"/>
            <a:ext cx="11274552" cy="0"/>
          </a:xfrm>
          <a:prstGeom prst="line">
            <a:avLst/>
          </a:prstGeom>
          <a:noFill/>
          <a:ln w="9525">
            <a:solidFill>
              <a:srgbClr val="C7CCC9"/>
            </a:solidFill>
            <a:prstDash val="solid"/>
          </a:ln>
        </p:spPr>
        <p:txBody>
          <a:bodyPr/>
          <a:lstStyle/>
          <a:p>
            <a:endParaRPr lang="en-IN"/>
          </a:p>
        </p:txBody>
      </p:sp>
      <p:sp>
        <p:nvSpPr>
          <p:cNvPr id="33" name="Shape 30">
            <a:extLst>
              <a:ext uri="{FF2B5EF4-FFF2-40B4-BE49-F238E27FC236}">
                <a16:creationId xmlns:a16="http://schemas.microsoft.com/office/drawing/2014/main" id="{B93F7699-02DC-45DF-5624-D5FB5CBB58E6}"/>
              </a:ext>
            </a:extLst>
          </p:cNvPr>
          <p:cNvSpPr/>
          <p:nvPr/>
        </p:nvSpPr>
        <p:spPr>
          <a:xfrm>
            <a:off x="457200" y="5515728"/>
            <a:ext cx="457200" cy="457200"/>
          </a:xfrm>
          <a:prstGeom prst="ellipse">
            <a:avLst/>
          </a:prstGeom>
          <a:solidFill>
            <a:schemeClr val="bg1">
              <a:lumMod val="85000"/>
            </a:schemeClr>
          </a:solidFill>
          <a:ln/>
        </p:spPr>
        <p:txBody>
          <a:bodyPr/>
          <a:lstStyle/>
          <a:p>
            <a:endParaRPr lang="en-IN"/>
          </a:p>
        </p:txBody>
      </p:sp>
      <p:pic>
        <p:nvPicPr>
          <p:cNvPr id="34" name="Image 1" descr="preencoded.png">
            <a:extLst>
              <a:ext uri="{FF2B5EF4-FFF2-40B4-BE49-F238E27FC236}">
                <a16:creationId xmlns:a16="http://schemas.microsoft.com/office/drawing/2014/main" id="{4C4519CF-C438-1BF4-6779-89B3EA4A6572}"/>
              </a:ext>
            </a:extLst>
          </p:cNvPr>
          <p:cNvPicPr>
            <a:picLocks noChangeAspect="1"/>
          </p:cNvPicPr>
          <p:nvPr/>
        </p:nvPicPr>
        <p:blipFill>
          <a:blip r:embed="rId2"/>
          <a:stretch>
            <a:fillRect/>
          </a:stretch>
        </p:blipFill>
        <p:spPr>
          <a:xfrm>
            <a:off x="576072" y="5634600"/>
            <a:ext cx="219456" cy="219456"/>
          </a:xfrm>
          <a:prstGeom prst="rect">
            <a:avLst/>
          </a:prstGeom>
        </p:spPr>
      </p:pic>
      <p:sp>
        <p:nvSpPr>
          <p:cNvPr id="35" name="Text 31">
            <a:extLst>
              <a:ext uri="{FF2B5EF4-FFF2-40B4-BE49-F238E27FC236}">
                <a16:creationId xmlns:a16="http://schemas.microsoft.com/office/drawing/2014/main" id="{7901FD8A-F5A6-8FB0-7D8E-8E27BA8E923C}"/>
              </a:ext>
            </a:extLst>
          </p:cNvPr>
          <p:cNvSpPr/>
          <p:nvPr/>
        </p:nvSpPr>
        <p:spPr>
          <a:xfrm>
            <a:off x="1024128" y="5497440"/>
            <a:ext cx="3072384" cy="274320"/>
          </a:xfrm>
          <a:prstGeom prst="rect">
            <a:avLst/>
          </a:prstGeom>
          <a:noFill/>
          <a:ln/>
        </p:spPr>
        <p:txBody>
          <a:bodyPr wrap="square" lIns="0" tIns="0" rIns="0" bIns="0" rtlCol="0" anchor="ctr"/>
          <a:lstStyle/>
          <a:p>
            <a:pPr marL="0" indent="0">
              <a:buNone/>
            </a:pPr>
            <a:r>
              <a:rPr lang="en-US" sz="1150" b="1">
                <a:solidFill>
                  <a:srgbClr val="1B4332"/>
                </a:solidFill>
                <a:latin typeface="Calibri" pitchFamily="34" charset="0"/>
                <a:ea typeface="Calibri" pitchFamily="34" charset="-122"/>
                <a:cs typeface="Calibri" pitchFamily="34" charset="-120"/>
              </a:rPr>
              <a:t>Hyperscale Infrastructure</a:t>
            </a:r>
            <a:endParaRPr lang="en-US" sz="1150"/>
          </a:p>
        </p:txBody>
      </p:sp>
      <p:sp>
        <p:nvSpPr>
          <p:cNvPr id="36" name="Text 32">
            <a:extLst>
              <a:ext uri="{FF2B5EF4-FFF2-40B4-BE49-F238E27FC236}">
                <a16:creationId xmlns:a16="http://schemas.microsoft.com/office/drawing/2014/main" id="{3D608534-9275-8A7E-B111-226A55BC4649}"/>
              </a:ext>
            </a:extLst>
          </p:cNvPr>
          <p:cNvSpPr/>
          <p:nvPr/>
        </p:nvSpPr>
        <p:spPr>
          <a:xfrm>
            <a:off x="1024128" y="5771760"/>
            <a:ext cx="3072384" cy="640080"/>
          </a:xfrm>
          <a:prstGeom prst="rect">
            <a:avLst/>
          </a:prstGeom>
          <a:noFill/>
          <a:ln/>
        </p:spPr>
        <p:txBody>
          <a:bodyPr wrap="square" lIns="0" tIns="0" rIns="0" bIns="0" rtlCol="0" anchor="t"/>
          <a:lstStyle/>
          <a:p>
            <a:pPr marL="0" indent="0">
              <a:buNone/>
            </a:pPr>
            <a:r>
              <a:rPr lang="en-US" sz="930">
                <a:solidFill>
                  <a:srgbClr val="222A28"/>
                </a:solidFill>
                <a:latin typeface="Calibri" pitchFamily="34" charset="0"/>
                <a:ea typeface="Calibri" pitchFamily="34" charset="-122"/>
                <a:cs typeface="Calibri" pitchFamily="34" charset="-120"/>
              </a:rPr>
              <a:t>3 datacentre regions live, 4th (Hyderabad South Central) landing mid-2026 - largest in India.</a:t>
            </a:r>
            <a:endParaRPr lang="en-US" sz="930"/>
          </a:p>
        </p:txBody>
      </p:sp>
      <p:sp>
        <p:nvSpPr>
          <p:cNvPr id="37" name="Shape 33">
            <a:extLst>
              <a:ext uri="{FF2B5EF4-FFF2-40B4-BE49-F238E27FC236}">
                <a16:creationId xmlns:a16="http://schemas.microsoft.com/office/drawing/2014/main" id="{F872B1B5-AC02-4F37-7F94-C6DFBAAD6947}"/>
              </a:ext>
            </a:extLst>
          </p:cNvPr>
          <p:cNvSpPr/>
          <p:nvPr/>
        </p:nvSpPr>
        <p:spPr>
          <a:xfrm>
            <a:off x="4215384" y="5515728"/>
            <a:ext cx="457200" cy="457200"/>
          </a:xfrm>
          <a:prstGeom prst="ellipse">
            <a:avLst/>
          </a:prstGeom>
          <a:solidFill>
            <a:schemeClr val="bg1">
              <a:lumMod val="85000"/>
            </a:schemeClr>
          </a:solidFill>
          <a:ln/>
        </p:spPr>
        <p:txBody>
          <a:bodyPr/>
          <a:lstStyle/>
          <a:p>
            <a:endParaRPr lang="en-IN"/>
          </a:p>
        </p:txBody>
      </p:sp>
      <p:pic>
        <p:nvPicPr>
          <p:cNvPr id="38" name="Image 2" descr="preencoded.png">
            <a:extLst>
              <a:ext uri="{FF2B5EF4-FFF2-40B4-BE49-F238E27FC236}">
                <a16:creationId xmlns:a16="http://schemas.microsoft.com/office/drawing/2014/main" id="{CA21B53B-1C12-EA70-80D6-4876359F48FD}"/>
              </a:ext>
            </a:extLst>
          </p:cNvPr>
          <p:cNvPicPr>
            <a:picLocks noChangeAspect="1"/>
          </p:cNvPicPr>
          <p:nvPr/>
        </p:nvPicPr>
        <p:blipFill>
          <a:blip r:embed="rId3"/>
          <a:stretch>
            <a:fillRect/>
          </a:stretch>
        </p:blipFill>
        <p:spPr>
          <a:xfrm>
            <a:off x="4334256" y="5634600"/>
            <a:ext cx="219456" cy="219456"/>
          </a:xfrm>
          <a:prstGeom prst="rect">
            <a:avLst/>
          </a:prstGeom>
        </p:spPr>
      </p:pic>
      <p:sp>
        <p:nvSpPr>
          <p:cNvPr id="39" name="Text 34">
            <a:extLst>
              <a:ext uri="{FF2B5EF4-FFF2-40B4-BE49-F238E27FC236}">
                <a16:creationId xmlns:a16="http://schemas.microsoft.com/office/drawing/2014/main" id="{406EED68-EFB3-3B17-357F-412C1EEF3470}"/>
              </a:ext>
            </a:extLst>
          </p:cNvPr>
          <p:cNvSpPr/>
          <p:nvPr/>
        </p:nvSpPr>
        <p:spPr>
          <a:xfrm>
            <a:off x="4782312" y="5497440"/>
            <a:ext cx="3072384" cy="274320"/>
          </a:xfrm>
          <a:prstGeom prst="rect">
            <a:avLst/>
          </a:prstGeom>
          <a:noFill/>
          <a:ln/>
        </p:spPr>
        <p:txBody>
          <a:bodyPr wrap="square" lIns="0" tIns="0" rIns="0" bIns="0" rtlCol="0" anchor="ctr"/>
          <a:lstStyle/>
          <a:p>
            <a:pPr marL="0" indent="0">
              <a:buNone/>
            </a:pPr>
            <a:r>
              <a:rPr lang="en-US" sz="1150" b="1">
                <a:solidFill>
                  <a:srgbClr val="1B4332"/>
                </a:solidFill>
                <a:latin typeface="Calibri" pitchFamily="34" charset="0"/>
                <a:ea typeface="Calibri" pitchFamily="34" charset="-122"/>
                <a:cs typeface="Calibri" pitchFamily="34" charset="-120"/>
              </a:rPr>
              <a:t>Sovereign-Ready Solutions</a:t>
            </a:r>
            <a:endParaRPr lang="en-US" sz="1150"/>
          </a:p>
        </p:txBody>
      </p:sp>
      <p:sp>
        <p:nvSpPr>
          <p:cNvPr id="40" name="Text 35">
            <a:extLst>
              <a:ext uri="{FF2B5EF4-FFF2-40B4-BE49-F238E27FC236}">
                <a16:creationId xmlns:a16="http://schemas.microsoft.com/office/drawing/2014/main" id="{69C0B4DB-CAA8-9834-A808-9E8F4F29072B}"/>
              </a:ext>
            </a:extLst>
          </p:cNvPr>
          <p:cNvSpPr/>
          <p:nvPr/>
        </p:nvSpPr>
        <p:spPr>
          <a:xfrm>
            <a:off x="4782312" y="5771760"/>
            <a:ext cx="3072384" cy="640080"/>
          </a:xfrm>
          <a:prstGeom prst="rect">
            <a:avLst/>
          </a:prstGeom>
          <a:noFill/>
          <a:ln/>
        </p:spPr>
        <p:txBody>
          <a:bodyPr wrap="square" lIns="0" tIns="0" rIns="0" bIns="0" rtlCol="0" anchor="t"/>
          <a:lstStyle/>
          <a:p>
            <a:pPr marL="0" indent="0">
              <a:buNone/>
            </a:pPr>
            <a:r>
              <a:rPr lang="en-US" sz="930">
                <a:solidFill>
                  <a:srgbClr val="222A28"/>
                </a:solidFill>
                <a:latin typeface="Calibri" pitchFamily="34" charset="0"/>
                <a:ea typeface="Calibri" pitchFamily="34" charset="-122"/>
                <a:cs typeface="Calibri" pitchFamily="34" charset="-120"/>
              </a:rPr>
              <a:t>Cloud for Sovereignty; in-country data processing for Government, BFSI &amp; Healthcare.</a:t>
            </a:r>
            <a:endParaRPr lang="en-US" sz="930"/>
          </a:p>
        </p:txBody>
      </p:sp>
      <p:sp>
        <p:nvSpPr>
          <p:cNvPr id="41" name="Shape 36">
            <a:extLst>
              <a:ext uri="{FF2B5EF4-FFF2-40B4-BE49-F238E27FC236}">
                <a16:creationId xmlns:a16="http://schemas.microsoft.com/office/drawing/2014/main" id="{AE3AFB85-AB90-A5FF-DFBD-6C055A9264F4}"/>
              </a:ext>
            </a:extLst>
          </p:cNvPr>
          <p:cNvSpPr/>
          <p:nvPr/>
        </p:nvSpPr>
        <p:spPr>
          <a:xfrm>
            <a:off x="7973568" y="5515728"/>
            <a:ext cx="457200" cy="457200"/>
          </a:xfrm>
          <a:prstGeom prst="ellipse">
            <a:avLst/>
          </a:prstGeom>
          <a:solidFill>
            <a:schemeClr val="bg1">
              <a:lumMod val="85000"/>
            </a:schemeClr>
          </a:solidFill>
          <a:ln/>
        </p:spPr>
        <p:txBody>
          <a:bodyPr/>
          <a:lstStyle/>
          <a:p>
            <a:endParaRPr lang="en-IN"/>
          </a:p>
        </p:txBody>
      </p:sp>
      <p:pic>
        <p:nvPicPr>
          <p:cNvPr id="42" name="Image 3" descr="preencoded.png">
            <a:extLst>
              <a:ext uri="{FF2B5EF4-FFF2-40B4-BE49-F238E27FC236}">
                <a16:creationId xmlns:a16="http://schemas.microsoft.com/office/drawing/2014/main" id="{5A5EEA69-956E-E3E2-FF53-06C6229624AB}"/>
              </a:ext>
            </a:extLst>
          </p:cNvPr>
          <p:cNvPicPr>
            <a:picLocks noChangeAspect="1"/>
          </p:cNvPicPr>
          <p:nvPr/>
        </p:nvPicPr>
        <p:blipFill>
          <a:blip r:embed="rId4"/>
          <a:stretch>
            <a:fillRect/>
          </a:stretch>
        </p:blipFill>
        <p:spPr>
          <a:xfrm>
            <a:off x="8092440" y="5634600"/>
            <a:ext cx="219456" cy="219456"/>
          </a:xfrm>
          <a:prstGeom prst="rect">
            <a:avLst/>
          </a:prstGeom>
        </p:spPr>
      </p:pic>
      <p:sp>
        <p:nvSpPr>
          <p:cNvPr id="43" name="Text 37">
            <a:extLst>
              <a:ext uri="{FF2B5EF4-FFF2-40B4-BE49-F238E27FC236}">
                <a16:creationId xmlns:a16="http://schemas.microsoft.com/office/drawing/2014/main" id="{50ABA752-0477-BB57-2019-9DE1FEB60734}"/>
              </a:ext>
            </a:extLst>
          </p:cNvPr>
          <p:cNvSpPr/>
          <p:nvPr/>
        </p:nvSpPr>
        <p:spPr>
          <a:xfrm>
            <a:off x="8540496" y="5497440"/>
            <a:ext cx="3072384" cy="274320"/>
          </a:xfrm>
          <a:prstGeom prst="rect">
            <a:avLst/>
          </a:prstGeom>
          <a:noFill/>
          <a:ln/>
        </p:spPr>
        <p:txBody>
          <a:bodyPr wrap="square" lIns="0" tIns="0" rIns="0" bIns="0" rtlCol="0" anchor="ctr"/>
          <a:lstStyle/>
          <a:p>
            <a:pPr marL="0" indent="0">
              <a:buNone/>
            </a:pPr>
            <a:r>
              <a:rPr lang="en-US" sz="1150" b="1">
                <a:solidFill>
                  <a:srgbClr val="1B4332"/>
                </a:solidFill>
                <a:latin typeface="Calibri" pitchFamily="34" charset="0"/>
                <a:ea typeface="Calibri" pitchFamily="34" charset="-122"/>
                <a:cs typeface="Calibri" pitchFamily="34" charset="-120"/>
              </a:rPr>
              <a:t>Nationwide Skilling</a:t>
            </a:r>
            <a:endParaRPr lang="en-US" sz="1150"/>
          </a:p>
        </p:txBody>
      </p:sp>
      <p:sp>
        <p:nvSpPr>
          <p:cNvPr id="44" name="Text 38">
            <a:extLst>
              <a:ext uri="{FF2B5EF4-FFF2-40B4-BE49-F238E27FC236}">
                <a16:creationId xmlns:a16="http://schemas.microsoft.com/office/drawing/2014/main" id="{0FC72103-77E0-370F-9B9E-11AA6CC4CDB3}"/>
              </a:ext>
            </a:extLst>
          </p:cNvPr>
          <p:cNvSpPr/>
          <p:nvPr/>
        </p:nvSpPr>
        <p:spPr>
          <a:xfrm>
            <a:off x="8540496" y="5771760"/>
            <a:ext cx="3072384" cy="640080"/>
          </a:xfrm>
          <a:prstGeom prst="rect">
            <a:avLst/>
          </a:prstGeom>
          <a:noFill/>
          <a:ln/>
        </p:spPr>
        <p:txBody>
          <a:bodyPr wrap="square" lIns="0" tIns="0" rIns="0" bIns="0" rtlCol="0" anchor="t"/>
          <a:lstStyle/>
          <a:p>
            <a:pPr marL="0" indent="0">
              <a:buNone/>
            </a:pPr>
            <a:r>
              <a:rPr lang="en-US" sz="930">
                <a:solidFill>
                  <a:srgbClr val="222A28"/>
                </a:solidFill>
                <a:latin typeface="Calibri" pitchFamily="34" charset="0"/>
                <a:ea typeface="Calibri" pitchFamily="34" charset="-122"/>
                <a:cs typeface="Calibri" pitchFamily="34" charset="-120"/>
              </a:rPr>
              <a:t>10M Indians to be AI-skilled by 2030, delivered with government, nonprofit &amp; corporate partners.</a:t>
            </a:r>
            <a:endParaRPr lang="en-US" sz="930"/>
          </a:p>
        </p:txBody>
      </p:sp>
    </p:spTree>
    <p:extLst>
      <p:ext uri="{BB962C8B-B14F-4D97-AF65-F5344CB8AC3E}">
        <p14:creationId xmlns:p14="http://schemas.microsoft.com/office/powerpoint/2010/main" val="16648021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9F35F-F282-CA37-2419-E440A6183DF7}"/>
            </a:ext>
          </a:extLst>
        </p:cNvPr>
        <p:cNvGrpSpPr/>
        <p:nvPr/>
      </p:nvGrpSpPr>
      <p:grpSpPr>
        <a:xfrm>
          <a:off x="0" y="0"/>
          <a:ext cx="0" cy="0"/>
          <a:chOff x="0" y="0"/>
          <a:chExt cx="0" cy="0"/>
        </a:xfrm>
      </p:grpSpPr>
      <p:sp>
        <p:nvSpPr>
          <p:cNvPr id="3" name="Text 3">
            <a:extLst>
              <a:ext uri="{FF2B5EF4-FFF2-40B4-BE49-F238E27FC236}">
                <a16:creationId xmlns:a16="http://schemas.microsoft.com/office/drawing/2014/main" id="{39A38703-764E-3036-7EF7-2DF3D60F5A74}"/>
              </a:ext>
            </a:extLst>
          </p:cNvPr>
          <p:cNvSpPr/>
          <p:nvPr/>
        </p:nvSpPr>
        <p:spPr>
          <a:xfrm>
            <a:off x="495157" y="353683"/>
            <a:ext cx="10360152" cy="457200"/>
          </a:xfrm>
          <a:prstGeom prst="rect">
            <a:avLst/>
          </a:prstGeom>
          <a:noFill/>
          <a:ln/>
        </p:spPr>
        <p:txBody>
          <a:bodyPr wrap="square" lIns="0" tIns="0" rIns="0" bIns="0" rtlCol="0" anchor="ctr"/>
          <a:lstStyle/>
          <a:p>
            <a:r>
              <a:rPr lang="en-US" sz="2200" b="1">
                <a:latin typeface="Cambria"/>
                <a:ea typeface="Cambria"/>
              </a:rPr>
              <a:t>Google – Work with Indian Government </a:t>
            </a:r>
            <a:endParaRPr lang="en-US" sz="2200"/>
          </a:p>
        </p:txBody>
      </p:sp>
      <p:cxnSp>
        <p:nvCxnSpPr>
          <p:cNvPr id="4" name="Google Shape;17933;p2451">
            <a:extLst>
              <a:ext uri="{FF2B5EF4-FFF2-40B4-BE49-F238E27FC236}">
                <a16:creationId xmlns:a16="http://schemas.microsoft.com/office/drawing/2014/main" id="{DEE11759-7449-5A83-7BC4-6C75C3D65954}"/>
              </a:ext>
            </a:extLst>
          </p:cNvPr>
          <p:cNvCxnSpPr>
            <a:cxnSpLocks/>
          </p:cNvCxnSpPr>
          <p:nvPr/>
        </p:nvCxnSpPr>
        <p:spPr>
          <a:xfrm>
            <a:off x="2585348" y="1422421"/>
            <a:ext cx="8575442" cy="1"/>
          </a:xfrm>
          <a:prstGeom prst="straightConnector1">
            <a:avLst/>
          </a:prstGeom>
          <a:noFill/>
          <a:ln w="152400" cap="flat" cmpd="sng">
            <a:solidFill>
              <a:srgbClr val="999999"/>
            </a:solidFill>
            <a:prstDash val="solid"/>
            <a:round/>
            <a:headEnd type="none" w="med" len="med"/>
            <a:tailEnd type="none" w="med" len="med"/>
          </a:ln>
        </p:spPr>
      </p:cxnSp>
      <p:grpSp>
        <p:nvGrpSpPr>
          <p:cNvPr id="5" name="Google Shape;17935;p2451">
            <a:extLst>
              <a:ext uri="{FF2B5EF4-FFF2-40B4-BE49-F238E27FC236}">
                <a16:creationId xmlns:a16="http://schemas.microsoft.com/office/drawing/2014/main" id="{36D6A898-424E-22A0-7938-53E117D8A42E}"/>
              </a:ext>
            </a:extLst>
          </p:cNvPr>
          <p:cNvGrpSpPr/>
          <p:nvPr/>
        </p:nvGrpSpPr>
        <p:grpSpPr>
          <a:xfrm>
            <a:off x="1260407" y="1159460"/>
            <a:ext cx="2552029" cy="613689"/>
            <a:chOff x="442912" y="1828799"/>
            <a:chExt cx="1995600" cy="1872900"/>
          </a:xfrm>
          <a:solidFill>
            <a:schemeClr val="accent3">
              <a:lumMod val="75000"/>
            </a:schemeClr>
          </a:solidFill>
        </p:grpSpPr>
        <p:sp>
          <p:nvSpPr>
            <p:cNvPr id="6" name="Google Shape;17936;p2451">
              <a:extLst>
                <a:ext uri="{FF2B5EF4-FFF2-40B4-BE49-F238E27FC236}">
                  <a16:creationId xmlns:a16="http://schemas.microsoft.com/office/drawing/2014/main" id="{5E868096-8249-CEBD-CA5E-64DEDE0E33C4}"/>
                </a:ext>
              </a:extLst>
            </p:cNvPr>
            <p:cNvSpPr/>
            <p:nvPr/>
          </p:nvSpPr>
          <p:spPr>
            <a:xfrm>
              <a:off x="442912" y="1828799"/>
              <a:ext cx="1995600" cy="1872900"/>
            </a:xfrm>
            <a:prstGeom prst="rect">
              <a:avLst/>
            </a:prstGeom>
            <a:grpFill/>
            <a:ln>
              <a:noFill/>
            </a:ln>
          </p:spPr>
          <p:txBody>
            <a:bodyPr spcFirstLastPara="1" wrap="square" lIns="0" tIns="0" rIns="0" bIns="0" anchor="ctr" anchorCtr="0">
              <a:noAutofit/>
            </a:bodyPr>
            <a:lstStyle/>
            <a:p>
              <a:pPr algn="ctr"/>
              <a:endParaRPr sz="1050">
                <a:solidFill>
                  <a:schemeClr val="lt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7" name="Google Shape;17937;p2451">
              <a:extLst>
                <a:ext uri="{FF2B5EF4-FFF2-40B4-BE49-F238E27FC236}">
                  <a16:creationId xmlns:a16="http://schemas.microsoft.com/office/drawing/2014/main" id="{C61F8EA6-A873-0EBC-550C-3851B1106F4F}"/>
                </a:ext>
              </a:extLst>
            </p:cNvPr>
            <p:cNvSpPr txBox="1"/>
            <p:nvPr/>
          </p:nvSpPr>
          <p:spPr>
            <a:xfrm>
              <a:off x="626850" y="2011695"/>
              <a:ext cx="1627500" cy="1508700"/>
            </a:xfrm>
            <a:prstGeom prst="rect">
              <a:avLst/>
            </a:prstGeom>
            <a:grpFill/>
            <a:ln>
              <a:noFill/>
            </a:ln>
          </p:spPr>
          <p:txBody>
            <a:bodyPr spcFirstLastPara="1" wrap="square" lIns="0" tIns="0" rIns="0" bIns="0" anchor="t" anchorCtr="0">
              <a:noAutofit/>
            </a:bodyPr>
            <a:lstStyle/>
            <a:p>
              <a:pPr>
                <a:lnSpc>
                  <a:spcPct val="85000"/>
                </a:lnSpc>
              </a:pPr>
              <a:r>
                <a:rPr lang="en-GB" sz="1600" b="1">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rPr>
                <a:t>1</a:t>
              </a:r>
              <a:endParaRPr sz="1600" b="1">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a:p>
              <a:r>
                <a:rPr lang="en-US" sz="1050" b="1" err="1">
                  <a:solidFill>
                    <a:schemeClr val="bg1"/>
                  </a:solidFill>
                  <a:latin typeface="Calibri" pitchFamily="34" charset="0"/>
                  <a:ea typeface="Calibri" pitchFamily="34" charset="-122"/>
                  <a:cs typeface="Calibri" pitchFamily="34" charset="-120"/>
                </a:rPr>
                <a:t>Karmayogi</a:t>
              </a:r>
              <a:r>
                <a:rPr lang="en-US" sz="1050" b="1">
                  <a:solidFill>
                    <a:schemeClr val="bg1"/>
                  </a:solidFill>
                  <a:latin typeface="Calibri" pitchFamily="34" charset="0"/>
                  <a:ea typeface="Calibri" pitchFamily="34" charset="-122"/>
                  <a:cs typeface="Calibri" pitchFamily="34" charset="-120"/>
                </a:rPr>
                <a:t> Bharat Partnership</a:t>
              </a:r>
            </a:p>
          </p:txBody>
        </p:sp>
      </p:grpSp>
      <p:grpSp>
        <p:nvGrpSpPr>
          <p:cNvPr id="8" name="Google Shape;17941;p2451">
            <a:extLst>
              <a:ext uri="{FF2B5EF4-FFF2-40B4-BE49-F238E27FC236}">
                <a16:creationId xmlns:a16="http://schemas.microsoft.com/office/drawing/2014/main" id="{070269CD-8175-601B-66F1-083C8297F731}"/>
              </a:ext>
            </a:extLst>
          </p:cNvPr>
          <p:cNvGrpSpPr/>
          <p:nvPr/>
        </p:nvGrpSpPr>
        <p:grpSpPr>
          <a:xfrm>
            <a:off x="6523522" y="1159460"/>
            <a:ext cx="2552029" cy="613689"/>
            <a:chOff x="442912" y="1828799"/>
            <a:chExt cx="1995600" cy="1872900"/>
          </a:xfrm>
          <a:solidFill>
            <a:srgbClr val="92D050"/>
          </a:solidFill>
        </p:grpSpPr>
        <p:sp>
          <p:nvSpPr>
            <p:cNvPr id="9" name="Google Shape;17942;p2451">
              <a:extLst>
                <a:ext uri="{FF2B5EF4-FFF2-40B4-BE49-F238E27FC236}">
                  <a16:creationId xmlns:a16="http://schemas.microsoft.com/office/drawing/2014/main" id="{730131D2-1255-8ABC-A682-28725ED16F51}"/>
                </a:ext>
              </a:extLst>
            </p:cNvPr>
            <p:cNvSpPr/>
            <p:nvPr/>
          </p:nvSpPr>
          <p:spPr>
            <a:xfrm>
              <a:off x="442912" y="1828799"/>
              <a:ext cx="1995600" cy="1872900"/>
            </a:xfrm>
            <a:prstGeom prst="rect">
              <a:avLst/>
            </a:prstGeom>
            <a:grpFill/>
            <a:ln>
              <a:noFill/>
            </a:ln>
          </p:spPr>
          <p:txBody>
            <a:bodyPr spcFirstLastPara="1" wrap="square" lIns="0" tIns="0" rIns="0" bIns="0" anchor="ctr" anchorCtr="0">
              <a:noAutofit/>
            </a:bodyPr>
            <a:lstStyle/>
            <a:p>
              <a:pPr algn="ctr"/>
              <a:endParaRPr sz="105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p:txBody>
        </p:sp>
        <p:sp>
          <p:nvSpPr>
            <p:cNvPr id="10" name="Google Shape;17943;p2451">
              <a:extLst>
                <a:ext uri="{FF2B5EF4-FFF2-40B4-BE49-F238E27FC236}">
                  <a16:creationId xmlns:a16="http://schemas.microsoft.com/office/drawing/2014/main" id="{DA4A83F4-890E-07B2-36E2-815D5BDA837C}"/>
                </a:ext>
              </a:extLst>
            </p:cNvPr>
            <p:cNvSpPr txBox="1"/>
            <p:nvPr/>
          </p:nvSpPr>
          <p:spPr>
            <a:xfrm>
              <a:off x="626835" y="2011693"/>
              <a:ext cx="1627500" cy="1322100"/>
            </a:xfrm>
            <a:prstGeom prst="rect">
              <a:avLst/>
            </a:prstGeom>
            <a:grpFill/>
            <a:ln>
              <a:noFill/>
            </a:ln>
          </p:spPr>
          <p:txBody>
            <a:bodyPr spcFirstLastPara="1" wrap="square" lIns="0" tIns="0" rIns="0" bIns="0" anchor="t" anchorCtr="0">
              <a:noAutofit/>
            </a:bodyPr>
            <a:lstStyle/>
            <a:p>
              <a:pPr>
                <a:lnSpc>
                  <a:spcPct val="85000"/>
                </a:lnSpc>
              </a:pPr>
              <a:r>
                <a:rPr lang="en-GB" sz="1600" b="1">
                  <a:latin typeface="Calibri" panose="020F0502020204030204" pitchFamily="34" charset="0"/>
                  <a:ea typeface="Calibri" panose="020F0502020204030204" pitchFamily="34" charset="0"/>
                  <a:cs typeface="Calibri" panose="020F0502020204030204" pitchFamily="34" charset="0"/>
                  <a:sym typeface="Helvetica Neue"/>
                </a:rPr>
                <a:t>3</a:t>
              </a:r>
              <a:endParaRPr sz="1600" b="1">
                <a:latin typeface="Calibri" panose="020F0502020204030204" pitchFamily="34" charset="0"/>
                <a:ea typeface="Calibri" panose="020F0502020204030204" pitchFamily="34" charset="0"/>
                <a:cs typeface="Calibri" panose="020F0502020204030204" pitchFamily="34" charset="0"/>
                <a:sym typeface="Helvetica Neue"/>
              </a:endParaRPr>
            </a:p>
            <a:p>
              <a:pPr>
                <a:lnSpc>
                  <a:spcPct val="85000"/>
                </a:lnSpc>
                <a:buClr>
                  <a:schemeClr val="dk1"/>
                </a:buClr>
              </a:pPr>
              <a:r>
                <a:rPr lang="en-GB" sz="1050">
                  <a:latin typeface="Calibri" panose="020F0502020204030204" pitchFamily="34" charset="0"/>
                  <a:ea typeface="Calibri" panose="020F0502020204030204" pitchFamily="34" charset="0"/>
                  <a:cs typeface="Calibri" panose="020F0502020204030204" pitchFamily="34" charset="0"/>
                  <a:sym typeface="Helvetica Neue"/>
                </a:rPr>
                <a:t>Data Centre Investment</a:t>
              </a:r>
            </a:p>
          </p:txBody>
        </p:sp>
      </p:grpSp>
      <p:grpSp>
        <p:nvGrpSpPr>
          <p:cNvPr id="11" name="Google Shape;17945;p2451">
            <a:extLst>
              <a:ext uri="{FF2B5EF4-FFF2-40B4-BE49-F238E27FC236}">
                <a16:creationId xmlns:a16="http://schemas.microsoft.com/office/drawing/2014/main" id="{C678C5E5-688E-E07F-60E0-EA57B0FC6022}"/>
              </a:ext>
            </a:extLst>
          </p:cNvPr>
          <p:cNvGrpSpPr/>
          <p:nvPr/>
        </p:nvGrpSpPr>
        <p:grpSpPr>
          <a:xfrm>
            <a:off x="9128437" y="1159462"/>
            <a:ext cx="2552029" cy="613689"/>
            <a:chOff x="442912" y="1828800"/>
            <a:chExt cx="1995600" cy="1872900"/>
          </a:xfrm>
          <a:solidFill>
            <a:schemeClr val="accent6">
              <a:lumMod val="20000"/>
              <a:lumOff val="80000"/>
            </a:schemeClr>
          </a:solidFill>
        </p:grpSpPr>
        <p:sp>
          <p:nvSpPr>
            <p:cNvPr id="12" name="Google Shape;17946;p2451">
              <a:extLst>
                <a:ext uri="{FF2B5EF4-FFF2-40B4-BE49-F238E27FC236}">
                  <a16:creationId xmlns:a16="http://schemas.microsoft.com/office/drawing/2014/main" id="{5626F066-6E49-D160-076E-67745C07B4C3}"/>
                </a:ext>
              </a:extLst>
            </p:cNvPr>
            <p:cNvSpPr/>
            <p:nvPr/>
          </p:nvSpPr>
          <p:spPr>
            <a:xfrm>
              <a:off x="442912" y="1828800"/>
              <a:ext cx="1995600" cy="1872900"/>
            </a:xfrm>
            <a:prstGeom prst="rect">
              <a:avLst/>
            </a:prstGeom>
            <a:grpFill/>
            <a:ln>
              <a:noFill/>
            </a:ln>
          </p:spPr>
          <p:txBody>
            <a:bodyPr spcFirstLastPara="1" wrap="square" lIns="0" tIns="0" rIns="0" bIns="0" anchor="ctr" anchorCtr="0">
              <a:noAutofit/>
            </a:bodyPr>
            <a:lstStyle/>
            <a:p>
              <a:endParaRPr sz="105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p:txBody>
        </p:sp>
        <p:sp>
          <p:nvSpPr>
            <p:cNvPr id="13" name="Google Shape;17947;p2451">
              <a:extLst>
                <a:ext uri="{FF2B5EF4-FFF2-40B4-BE49-F238E27FC236}">
                  <a16:creationId xmlns:a16="http://schemas.microsoft.com/office/drawing/2014/main" id="{AB4CFE3A-37B5-CCA7-4BFF-51447B177AB6}"/>
                </a:ext>
              </a:extLst>
            </p:cNvPr>
            <p:cNvSpPr txBox="1"/>
            <p:nvPr/>
          </p:nvSpPr>
          <p:spPr>
            <a:xfrm>
              <a:off x="626839" y="2011681"/>
              <a:ext cx="1719459" cy="704030"/>
            </a:xfrm>
            <a:prstGeom prst="rect">
              <a:avLst/>
            </a:prstGeom>
            <a:grpFill/>
            <a:ln>
              <a:noFill/>
            </a:ln>
          </p:spPr>
          <p:txBody>
            <a:bodyPr spcFirstLastPara="1" wrap="square" lIns="0" tIns="0" rIns="0" bIns="0" anchor="t" anchorCtr="0">
              <a:noAutofit/>
            </a:bodyPr>
            <a:lstStyle/>
            <a:p>
              <a:pPr>
                <a:lnSpc>
                  <a:spcPct val="85000"/>
                </a:lnSpc>
              </a:pPr>
              <a:r>
                <a:rPr lang="en-GB" sz="1600" b="1">
                  <a:latin typeface="Calibri" panose="020F0502020204030204" pitchFamily="34" charset="0"/>
                  <a:ea typeface="Calibri" panose="020F0502020204030204" pitchFamily="34" charset="0"/>
                  <a:cs typeface="Calibri" panose="020F0502020204030204" pitchFamily="34" charset="0"/>
                  <a:sym typeface="Helvetica Neue"/>
                </a:rPr>
                <a:t>4</a:t>
              </a:r>
              <a:endParaRPr sz="1600" b="1">
                <a:latin typeface="Calibri" panose="020F0502020204030204" pitchFamily="34" charset="0"/>
                <a:ea typeface="Calibri" panose="020F0502020204030204" pitchFamily="34" charset="0"/>
                <a:cs typeface="Calibri" panose="020F0502020204030204" pitchFamily="34" charset="0"/>
                <a:sym typeface="Helvetica Neue"/>
              </a:endParaRPr>
            </a:p>
            <a:p>
              <a:pPr>
                <a:lnSpc>
                  <a:spcPct val="85000"/>
                </a:lnSpc>
              </a:pPr>
              <a:r>
                <a:rPr lang="en-IN" sz="1050"/>
                <a:t>Education &amp; Impact Challenges</a:t>
              </a:r>
            </a:p>
          </p:txBody>
        </p:sp>
      </p:grpSp>
      <p:grpSp>
        <p:nvGrpSpPr>
          <p:cNvPr id="14" name="Google Shape;17954;p2451">
            <a:extLst>
              <a:ext uri="{FF2B5EF4-FFF2-40B4-BE49-F238E27FC236}">
                <a16:creationId xmlns:a16="http://schemas.microsoft.com/office/drawing/2014/main" id="{A74715A0-AB28-6A5A-DFDD-935B0B3BE0B7}"/>
              </a:ext>
            </a:extLst>
          </p:cNvPr>
          <p:cNvGrpSpPr/>
          <p:nvPr/>
        </p:nvGrpSpPr>
        <p:grpSpPr>
          <a:xfrm>
            <a:off x="3926394" y="1163693"/>
            <a:ext cx="2552029" cy="613689"/>
            <a:chOff x="442912" y="1828800"/>
            <a:chExt cx="1995600" cy="1872900"/>
          </a:xfrm>
          <a:solidFill>
            <a:schemeClr val="accent6"/>
          </a:solidFill>
        </p:grpSpPr>
        <p:sp>
          <p:nvSpPr>
            <p:cNvPr id="15" name="Google Shape;17955;p2451">
              <a:extLst>
                <a:ext uri="{FF2B5EF4-FFF2-40B4-BE49-F238E27FC236}">
                  <a16:creationId xmlns:a16="http://schemas.microsoft.com/office/drawing/2014/main" id="{953A0CCD-F312-FAD9-0ADA-293E6DF35F73}"/>
                </a:ext>
              </a:extLst>
            </p:cNvPr>
            <p:cNvSpPr/>
            <p:nvPr/>
          </p:nvSpPr>
          <p:spPr>
            <a:xfrm>
              <a:off x="442912" y="1828800"/>
              <a:ext cx="1995600" cy="1872900"/>
            </a:xfrm>
            <a:prstGeom prst="rect">
              <a:avLst/>
            </a:prstGeom>
            <a:grpFill/>
            <a:ln>
              <a:noFill/>
            </a:ln>
          </p:spPr>
          <p:txBody>
            <a:bodyPr spcFirstLastPara="1" wrap="square" lIns="0" tIns="0" rIns="0" bIns="0" anchor="ctr" anchorCtr="0">
              <a:noAutofit/>
            </a:bodyPr>
            <a:lstStyle/>
            <a:p>
              <a:pPr algn="ctr"/>
              <a:endParaRPr sz="105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p:txBody>
        </p:sp>
        <p:sp>
          <p:nvSpPr>
            <p:cNvPr id="16" name="Google Shape;17956;p2451">
              <a:extLst>
                <a:ext uri="{FF2B5EF4-FFF2-40B4-BE49-F238E27FC236}">
                  <a16:creationId xmlns:a16="http://schemas.microsoft.com/office/drawing/2014/main" id="{94952511-D3FA-42E4-E0CE-6AAA46DD1388}"/>
                </a:ext>
              </a:extLst>
            </p:cNvPr>
            <p:cNvSpPr txBox="1"/>
            <p:nvPr/>
          </p:nvSpPr>
          <p:spPr>
            <a:xfrm>
              <a:off x="626839" y="2011679"/>
              <a:ext cx="1627500" cy="687300"/>
            </a:xfrm>
            <a:prstGeom prst="rect">
              <a:avLst/>
            </a:prstGeom>
            <a:grpFill/>
            <a:ln>
              <a:noFill/>
            </a:ln>
          </p:spPr>
          <p:txBody>
            <a:bodyPr spcFirstLastPara="1" wrap="square" lIns="0" tIns="0" rIns="0" bIns="0" anchor="t" anchorCtr="0">
              <a:noAutofit/>
            </a:bodyPr>
            <a:lstStyle/>
            <a:p>
              <a:pPr>
                <a:lnSpc>
                  <a:spcPct val="85000"/>
                </a:lnSpc>
              </a:pPr>
              <a:r>
                <a:rPr lang="en-GB" sz="1600" b="1">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rPr>
                <a:t>2</a:t>
              </a:r>
              <a:endParaRPr sz="1600" b="1">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a:p>
              <a:pPr>
                <a:lnSpc>
                  <a:spcPct val="85000"/>
                </a:lnSpc>
              </a:pPr>
              <a:r>
                <a:rPr lang="en-GB" sz="105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rPr>
                <a:t>Google DeepMind National Partnerships</a:t>
              </a:r>
            </a:p>
          </p:txBody>
        </p:sp>
      </p:grpSp>
      <p:sp>
        <p:nvSpPr>
          <p:cNvPr id="17" name="Google Shape;17940;p2451">
            <a:extLst>
              <a:ext uri="{FF2B5EF4-FFF2-40B4-BE49-F238E27FC236}">
                <a16:creationId xmlns:a16="http://schemas.microsoft.com/office/drawing/2014/main" id="{774A884D-D876-5AFC-8E0C-76A556768F83}"/>
              </a:ext>
            </a:extLst>
          </p:cNvPr>
          <p:cNvSpPr txBox="1">
            <a:spLocks/>
          </p:cNvSpPr>
          <p:nvPr/>
        </p:nvSpPr>
        <p:spPr>
          <a:xfrm>
            <a:off x="1260404" y="1685330"/>
            <a:ext cx="2552032" cy="1421891"/>
          </a:xfrm>
          <a:prstGeom prst="rect">
            <a:avLst/>
          </a:prstGeom>
          <a:solidFill>
            <a:schemeClr val="bg1"/>
          </a:solidFill>
          <a:ln w="3175">
            <a:solidFill>
              <a:schemeClr val="bg1">
                <a:lumMod val="95000"/>
              </a:schemeClr>
            </a:solidFill>
          </a:ln>
        </p:spPr>
        <p:txBody>
          <a:bodyPr spcFirstLastPara="1" vert="horz" wrap="square" lIns="0" tIns="0" rIns="0" bIns="0" rtlCol="0" anchor="ctr" anchorCtr="0">
            <a:noAutofit/>
          </a:bodyPr>
          <a:lstStyle>
            <a:lvl1pPr marL="342900" lvl="0" indent="-238125" algn="l" defTabSz="914400" rtl="0" eaLnBrk="1" latinLnBrk="0" hangingPunct="1">
              <a:lnSpc>
                <a:spcPct val="100000"/>
              </a:lnSpc>
              <a:spcBef>
                <a:spcPts val="0"/>
              </a:spcBef>
              <a:spcAft>
                <a:spcPts val="0"/>
              </a:spcAft>
              <a:buClr>
                <a:schemeClr val="dk1"/>
              </a:buClr>
              <a:buSzPts val="1400"/>
              <a:buFont typeface="Arial" pitchFamily="34" charset="0"/>
              <a:buChar char="•"/>
              <a:defRPr sz="1050" kern="1200">
                <a:solidFill>
                  <a:schemeClr val="accent1"/>
                </a:solidFill>
                <a:latin typeface="+mn-lt"/>
                <a:ea typeface="+mn-ea"/>
                <a:cs typeface="+mn-cs"/>
              </a:defRPr>
            </a:lvl1pPr>
            <a:lvl2pPr marL="685800" lvl="1"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2pPr>
            <a:lvl3pPr marL="1028700" lvl="2"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3pPr>
            <a:lvl4pPr marL="1371600" lvl="3"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4pPr>
            <a:lvl5pPr marL="1714500" lvl="4"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5pPr>
            <a:lvl6pPr marL="2057400" lvl="5"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6pPr>
            <a:lvl7pPr marL="2400300" lvl="6"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7pPr>
            <a:lvl8pPr marL="2743200" lvl="7"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8pPr>
            <a:lvl9pPr marL="3086100" lvl="8" indent="-238125" algn="l" defTabSz="914400" rtl="0" eaLnBrk="1" latinLnBrk="0" hangingPunct="1">
              <a:lnSpc>
                <a:spcPct val="100000"/>
              </a:lnSpc>
              <a:spcBef>
                <a:spcPts val="450"/>
              </a:spcBef>
              <a:spcAft>
                <a:spcPts val="450"/>
              </a:spcAft>
              <a:buClr>
                <a:schemeClr val="dk1"/>
              </a:buClr>
              <a:buSzPts val="1400"/>
              <a:buFont typeface="Arial" pitchFamily="34" charset="0"/>
              <a:buChar char="•"/>
              <a:defRPr sz="1050" kern="1200">
                <a:solidFill>
                  <a:schemeClr val="tx1"/>
                </a:solidFill>
                <a:latin typeface="+mn-lt"/>
                <a:ea typeface="+mn-ea"/>
                <a:cs typeface="+mn-cs"/>
              </a:defRPr>
            </a:lvl9pPr>
          </a:lstStyle>
          <a:p>
            <a:pPr marL="0" indent="0">
              <a:buNone/>
            </a:pPr>
            <a:r>
              <a:rPr lang="en-US">
                <a:solidFill>
                  <a:srgbClr val="1F2937"/>
                </a:solidFill>
                <a:latin typeface="Calibri" pitchFamily="34" charset="0"/>
                <a:ea typeface="Calibri" pitchFamily="34" charset="-122"/>
                <a:cs typeface="Calibri" pitchFamily="34" charset="-120"/>
              </a:rPr>
              <a:t>Google Cloud powers the </a:t>
            </a:r>
            <a:r>
              <a:rPr lang="en-US" err="1">
                <a:solidFill>
                  <a:srgbClr val="1F2937"/>
                </a:solidFill>
                <a:latin typeface="Calibri" pitchFamily="34" charset="0"/>
                <a:ea typeface="Calibri" pitchFamily="34" charset="-122"/>
                <a:cs typeface="Calibri" pitchFamily="34" charset="-120"/>
              </a:rPr>
              <a:t>iGOT</a:t>
            </a:r>
            <a:r>
              <a:rPr lang="en-US">
                <a:solidFill>
                  <a:srgbClr val="1F2937"/>
                </a:solidFill>
                <a:latin typeface="Calibri" pitchFamily="34" charset="0"/>
                <a:ea typeface="Calibri" pitchFamily="34" charset="-122"/>
                <a:cs typeface="Calibri" pitchFamily="34" charset="-120"/>
              </a:rPr>
              <a:t> </a:t>
            </a:r>
            <a:r>
              <a:rPr lang="en-US" err="1">
                <a:solidFill>
                  <a:srgbClr val="1F2937"/>
                </a:solidFill>
                <a:latin typeface="Calibri" pitchFamily="34" charset="0"/>
                <a:ea typeface="Calibri" pitchFamily="34" charset="-122"/>
                <a:cs typeface="Calibri" pitchFamily="34" charset="-120"/>
              </a:rPr>
              <a:t>Karmayogi</a:t>
            </a:r>
            <a:r>
              <a:rPr lang="en-US">
                <a:solidFill>
                  <a:srgbClr val="1F2937"/>
                </a:solidFill>
                <a:latin typeface="Calibri" pitchFamily="34" charset="0"/>
                <a:ea typeface="Calibri" pitchFamily="34" charset="-122"/>
                <a:cs typeface="Calibri" pitchFamily="34" charset="-120"/>
              </a:rPr>
              <a:t> platform for 20M+ public servants across 800+ districts, with content in 18+ Indian languages.</a:t>
            </a:r>
          </a:p>
        </p:txBody>
      </p:sp>
      <p:grpSp>
        <p:nvGrpSpPr>
          <p:cNvPr id="21" name="Google Shape;17935;p2451">
            <a:extLst>
              <a:ext uri="{FF2B5EF4-FFF2-40B4-BE49-F238E27FC236}">
                <a16:creationId xmlns:a16="http://schemas.microsoft.com/office/drawing/2014/main" id="{6F824534-66C4-E659-7BDA-D8E07958F759}"/>
              </a:ext>
            </a:extLst>
          </p:cNvPr>
          <p:cNvGrpSpPr/>
          <p:nvPr/>
        </p:nvGrpSpPr>
        <p:grpSpPr>
          <a:xfrm rot="16200000">
            <a:off x="-144972" y="1876402"/>
            <a:ext cx="1887198" cy="461777"/>
            <a:chOff x="442912" y="1828799"/>
            <a:chExt cx="1995600" cy="1872900"/>
          </a:xfrm>
          <a:solidFill>
            <a:schemeClr val="bg1">
              <a:lumMod val="65000"/>
            </a:schemeClr>
          </a:solidFill>
        </p:grpSpPr>
        <p:sp>
          <p:nvSpPr>
            <p:cNvPr id="22" name="Google Shape;17936;p2451">
              <a:extLst>
                <a:ext uri="{FF2B5EF4-FFF2-40B4-BE49-F238E27FC236}">
                  <a16:creationId xmlns:a16="http://schemas.microsoft.com/office/drawing/2014/main" id="{A34CE90C-6681-5EDA-6259-2C619566DEB5}"/>
                </a:ext>
              </a:extLst>
            </p:cNvPr>
            <p:cNvSpPr/>
            <p:nvPr/>
          </p:nvSpPr>
          <p:spPr>
            <a:xfrm>
              <a:off x="442912" y="1828799"/>
              <a:ext cx="1995600" cy="1872900"/>
            </a:xfrm>
            <a:prstGeom prst="rect">
              <a:avLst/>
            </a:prstGeom>
            <a:grpFill/>
            <a:ln>
              <a:noFill/>
            </a:ln>
          </p:spPr>
          <p:txBody>
            <a:bodyPr spcFirstLastPara="1" wrap="square" lIns="0" tIns="0" rIns="0" bIns="0" anchor="ctr" anchorCtr="0">
              <a:noAutofit/>
            </a:bodyPr>
            <a:lstStyle/>
            <a:p>
              <a:pPr algn="ctr"/>
              <a:endParaRPr sz="1000">
                <a:solidFill>
                  <a:schemeClr val="lt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23" name="Google Shape;17937;p2451">
              <a:extLst>
                <a:ext uri="{FF2B5EF4-FFF2-40B4-BE49-F238E27FC236}">
                  <a16:creationId xmlns:a16="http://schemas.microsoft.com/office/drawing/2014/main" id="{C94A78BE-9DD9-841E-FA38-945C583B9AC7}"/>
                </a:ext>
              </a:extLst>
            </p:cNvPr>
            <p:cNvSpPr txBox="1"/>
            <p:nvPr/>
          </p:nvSpPr>
          <p:spPr>
            <a:xfrm>
              <a:off x="620169" y="2011699"/>
              <a:ext cx="1634183" cy="1508701"/>
            </a:xfrm>
            <a:prstGeom prst="rect">
              <a:avLst/>
            </a:prstGeom>
            <a:grpFill/>
            <a:ln>
              <a:noFill/>
            </a:ln>
          </p:spPr>
          <p:txBody>
            <a:bodyPr spcFirstLastPara="1" wrap="square" lIns="0" tIns="0" rIns="0" bIns="0" anchor="ctr" anchorCtr="0">
              <a:noAutofit/>
            </a:bodyPr>
            <a:lstStyle/>
            <a:p>
              <a:pPr algn="ctr">
                <a:lnSpc>
                  <a:spcPct val="85000"/>
                </a:lnSpc>
              </a:pPr>
              <a:r>
                <a:rPr lang="en-US" sz="100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rPr>
                <a:t>Collaboration Activities</a:t>
              </a:r>
              <a:endParaRPr sz="100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p:txBody>
        </p:sp>
      </p:grpSp>
      <p:sp>
        <p:nvSpPr>
          <p:cNvPr id="24" name="Google Shape;17940;p2451">
            <a:extLst>
              <a:ext uri="{FF2B5EF4-FFF2-40B4-BE49-F238E27FC236}">
                <a16:creationId xmlns:a16="http://schemas.microsoft.com/office/drawing/2014/main" id="{03AB5909-5BF1-499B-C6C3-04EDDF29BCEE}"/>
              </a:ext>
            </a:extLst>
          </p:cNvPr>
          <p:cNvSpPr txBox="1">
            <a:spLocks/>
          </p:cNvSpPr>
          <p:nvPr/>
        </p:nvSpPr>
        <p:spPr>
          <a:xfrm>
            <a:off x="3934074" y="1701968"/>
            <a:ext cx="2540971" cy="1402852"/>
          </a:xfrm>
          <a:prstGeom prst="rect">
            <a:avLst/>
          </a:prstGeom>
          <a:solidFill>
            <a:schemeClr val="bg1"/>
          </a:solidFill>
          <a:ln w="3175">
            <a:solidFill>
              <a:schemeClr val="bg1">
                <a:lumMod val="95000"/>
              </a:schemeClr>
            </a:solidFill>
          </a:ln>
        </p:spPr>
        <p:txBody>
          <a:bodyPr spcFirstLastPara="1" vert="horz" wrap="square" lIns="0" tIns="0" rIns="0" bIns="0" rtlCol="0" anchor="ctr" anchorCtr="0">
            <a:noAutofit/>
          </a:bodyPr>
          <a:lstStyle>
            <a:lvl1pPr marL="342900" lvl="0" indent="-238125" algn="l" defTabSz="914400" rtl="0" eaLnBrk="1" latinLnBrk="0" hangingPunct="1">
              <a:lnSpc>
                <a:spcPct val="100000"/>
              </a:lnSpc>
              <a:spcBef>
                <a:spcPts val="0"/>
              </a:spcBef>
              <a:spcAft>
                <a:spcPts val="0"/>
              </a:spcAft>
              <a:buClr>
                <a:schemeClr val="dk1"/>
              </a:buClr>
              <a:buSzPts val="1400"/>
              <a:buFont typeface="Arial" pitchFamily="34" charset="0"/>
              <a:buChar char="•"/>
              <a:defRPr sz="1050" kern="1200">
                <a:solidFill>
                  <a:schemeClr val="accent1"/>
                </a:solidFill>
                <a:latin typeface="+mn-lt"/>
                <a:ea typeface="+mn-ea"/>
                <a:cs typeface="+mn-cs"/>
              </a:defRPr>
            </a:lvl1pPr>
            <a:lvl2pPr marL="685800" lvl="1"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2pPr>
            <a:lvl3pPr marL="1028700" lvl="2"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3pPr>
            <a:lvl4pPr marL="1371600" lvl="3"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4pPr>
            <a:lvl5pPr marL="1714500" lvl="4"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5pPr>
            <a:lvl6pPr marL="2057400" lvl="5"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6pPr>
            <a:lvl7pPr marL="2400300" lvl="6"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7pPr>
            <a:lvl8pPr marL="2743200" lvl="7"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8pPr>
            <a:lvl9pPr marL="3086100" lvl="8" indent="-238125" algn="l" defTabSz="914400" rtl="0" eaLnBrk="1" latinLnBrk="0" hangingPunct="1">
              <a:lnSpc>
                <a:spcPct val="100000"/>
              </a:lnSpc>
              <a:spcBef>
                <a:spcPts val="450"/>
              </a:spcBef>
              <a:spcAft>
                <a:spcPts val="450"/>
              </a:spcAft>
              <a:buClr>
                <a:schemeClr val="dk1"/>
              </a:buClr>
              <a:buSzPts val="1400"/>
              <a:buFont typeface="Arial" pitchFamily="34" charset="0"/>
              <a:buChar char="•"/>
              <a:defRPr sz="1050" kern="1200">
                <a:solidFill>
                  <a:schemeClr val="tx1"/>
                </a:solidFill>
                <a:latin typeface="+mn-lt"/>
                <a:ea typeface="+mn-ea"/>
                <a:cs typeface="+mn-cs"/>
              </a:defRPr>
            </a:lvl9pPr>
          </a:lstStyle>
          <a:p>
            <a:pPr marL="0" indent="0">
              <a:buNone/>
            </a:pPr>
            <a:r>
              <a:rPr lang="en-US">
                <a:solidFill>
                  <a:srgbClr val="1F2937"/>
                </a:solidFill>
                <a:latin typeface="Calibri" pitchFamily="34" charset="0"/>
                <a:ea typeface="Calibri" pitchFamily="34" charset="-122"/>
                <a:cs typeface="Calibri" pitchFamily="34" charset="-120"/>
              </a:rPr>
              <a:t>Frontier 'AI for Science' models and GenAI innovation-hub assistants for Indian government bodies and research institutions.</a:t>
            </a:r>
          </a:p>
        </p:txBody>
      </p:sp>
      <p:sp>
        <p:nvSpPr>
          <p:cNvPr id="25" name="Google Shape;17940;p2451">
            <a:extLst>
              <a:ext uri="{FF2B5EF4-FFF2-40B4-BE49-F238E27FC236}">
                <a16:creationId xmlns:a16="http://schemas.microsoft.com/office/drawing/2014/main" id="{6DB1B625-58B7-CFB4-3EB7-7297B0BEEE60}"/>
              </a:ext>
            </a:extLst>
          </p:cNvPr>
          <p:cNvSpPr txBox="1">
            <a:spLocks/>
          </p:cNvSpPr>
          <p:nvPr/>
        </p:nvSpPr>
        <p:spPr>
          <a:xfrm>
            <a:off x="6523520" y="1688837"/>
            <a:ext cx="2552030" cy="1417870"/>
          </a:xfrm>
          <a:prstGeom prst="rect">
            <a:avLst/>
          </a:prstGeom>
          <a:solidFill>
            <a:schemeClr val="bg1"/>
          </a:solidFill>
          <a:ln w="3175">
            <a:solidFill>
              <a:schemeClr val="bg1">
                <a:lumMod val="95000"/>
              </a:schemeClr>
            </a:solidFill>
          </a:ln>
        </p:spPr>
        <p:txBody>
          <a:bodyPr spcFirstLastPara="1" vert="horz" wrap="square" lIns="0" tIns="0" rIns="0" bIns="0" rtlCol="0" anchor="ctr" anchorCtr="0">
            <a:noAutofit/>
          </a:bodyPr>
          <a:lstStyle>
            <a:lvl1pPr marL="342900" lvl="0" indent="-238125" algn="l" defTabSz="914400" rtl="0" eaLnBrk="1" latinLnBrk="0" hangingPunct="1">
              <a:lnSpc>
                <a:spcPct val="100000"/>
              </a:lnSpc>
              <a:spcBef>
                <a:spcPts val="0"/>
              </a:spcBef>
              <a:spcAft>
                <a:spcPts val="0"/>
              </a:spcAft>
              <a:buClr>
                <a:schemeClr val="dk1"/>
              </a:buClr>
              <a:buSzPts val="1400"/>
              <a:buFont typeface="Arial" pitchFamily="34" charset="0"/>
              <a:buChar char="•"/>
              <a:defRPr sz="1050" kern="1200">
                <a:solidFill>
                  <a:schemeClr val="accent1"/>
                </a:solidFill>
                <a:latin typeface="+mn-lt"/>
                <a:ea typeface="+mn-ea"/>
                <a:cs typeface="+mn-cs"/>
              </a:defRPr>
            </a:lvl1pPr>
            <a:lvl2pPr marL="685800" lvl="1"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2pPr>
            <a:lvl3pPr marL="1028700" lvl="2"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3pPr>
            <a:lvl4pPr marL="1371600" lvl="3"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4pPr>
            <a:lvl5pPr marL="1714500" lvl="4"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5pPr>
            <a:lvl6pPr marL="2057400" lvl="5"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6pPr>
            <a:lvl7pPr marL="2400300" lvl="6"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7pPr>
            <a:lvl8pPr marL="2743200" lvl="7"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8pPr>
            <a:lvl9pPr marL="3086100" lvl="8" indent="-238125" algn="l" defTabSz="914400" rtl="0" eaLnBrk="1" latinLnBrk="0" hangingPunct="1">
              <a:lnSpc>
                <a:spcPct val="100000"/>
              </a:lnSpc>
              <a:spcBef>
                <a:spcPts val="450"/>
              </a:spcBef>
              <a:spcAft>
                <a:spcPts val="450"/>
              </a:spcAft>
              <a:buClr>
                <a:schemeClr val="dk1"/>
              </a:buClr>
              <a:buSzPts val="1400"/>
              <a:buFont typeface="Arial" pitchFamily="34" charset="0"/>
              <a:buChar char="•"/>
              <a:defRPr sz="1050" kern="1200">
                <a:solidFill>
                  <a:schemeClr val="tx1"/>
                </a:solidFill>
                <a:latin typeface="+mn-lt"/>
                <a:ea typeface="+mn-ea"/>
                <a:cs typeface="+mn-cs"/>
              </a:defRPr>
            </a:lvl9pPr>
          </a:lstStyle>
          <a:p>
            <a:pPr marL="0" indent="0">
              <a:buNone/>
            </a:pPr>
            <a:r>
              <a:rPr lang="en-US">
                <a:solidFill>
                  <a:srgbClr val="1F2937"/>
                </a:solidFill>
                <a:latin typeface="Calibri" pitchFamily="34" charset="0"/>
                <a:ea typeface="Calibri" pitchFamily="34" charset="-122"/>
                <a:cs typeface="Calibri" pitchFamily="34" charset="-120"/>
              </a:rPr>
              <a:t>$15B AI Hub investment announced for Visakhapatnam, Andhra Pradesh</a:t>
            </a:r>
          </a:p>
        </p:txBody>
      </p:sp>
      <p:sp>
        <p:nvSpPr>
          <p:cNvPr id="26" name="Google Shape;17940;p2451">
            <a:extLst>
              <a:ext uri="{FF2B5EF4-FFF2-40B4-BE49-F238E27FC236}">
                <a16:creationId xmlns:a16="http://schemas.microsoft.com/office/drawing/2014/main" id="{0B737424-169B-A2FC-C29B-D9591EB40512}"/>
              </a:ext>
            </a:extLst>
          </p:cNvPr>
          <p:cNvSpPr txBox="1">
            <a:spLocks/>
          </p:cNvSpPr>
          <p:nvPr/>
        </p:nvSpPr>
        <p:spPr>
          <a:xfrm>
            <a:off x="9139197" y="1695945"/>
            <a:ext cx="2540969" cy="1417870"/>
          </a:xfrm>
          <a:prstGeom prst="rect">
            <a:avLst/>
          </a:prstGeom>
          <a:solidFill>
            <a:schemeClr val="bg1"/>
          </a:solidFill>
          <a:ln w="3175">
            <a:solidFill>
              <a:schemeClr val="bg1">
                <a:lumMod val="95000"/>
              </a:schemeClr>
            </a:solidFill>
          </a:ln>
        </p:spPr>
        <p:txBody>
          <a:bodyPr spcFirstLastPara="1" vert="horz" wrap="square" lIns="0" tIns="0" rIns="0" bIns="0" rtlCol="0" anchor="ctr" anchorCtr="0">
            <a:noAutofit/>
          </a:bodyPr>
          <a:lstStyle>
            <a:lvl1pPr marL="342900" lvl="0" indent="-238125" algn="l" defTabSz="914400" rtl="0" eaLnBrk="1" latinLnBrk="0" hangingPunct="1">
              <a:lnSpc>
                <a:spcPct val="100000"/>
              </a:lnSpc>
              <a:spcBef>
                <a:spcPts val="0"/>
              </a:spcBef>
              <a:spcAft>
                <a:spcPts val="0"/>
              </a:spcAft>
              <a:buClr>
                <a:schemeClr val="dk1"/>
              </a:buClr>
              <a:buSzPts val="1400"/>
              <a:buFont typeface="Arial" pitchFamily="34" charset="0"/>
              <a:buChar char="•"/>
              <a:defRPr sz="1050" kern="1200">
                <a:solidFill>
                  <a:schemeClr val="accent1"/>
                </a:solidFill>
                <a:latin typeface="+mn-lt"/>
                <a:ea typeface="+mn-ea"/>
                <a:cs typeface="+mn-cs"/>
              </a:defRPr>
            </a:lvl1pPr>
            <a:lvl2pPr marL="685800" lvl="1"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2pPr>
            <a:lvl3pPr marL="1028700" lvl="2"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3pPr>
            <a:lvl4pPr marL="1371600" lvl="3"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4pPr>
            <a:lvl5pPr marL="1714500" lvl="4"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5pPr>
            <a:lvl6pPr marL="2057400" lvl="5"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6pPr>
            <a:lvl7pPr marL="2400300" lvl="6"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7pPr>
            <a:lvl8pPr marL="2743200" lvl="7"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8pPr>
            <a:lvl9pPr marL="3086100" lvl="8" indent="-238125" algn="l" defTabSz="914400" rtl="0" eaLnBrk="1" latinLnBrk="0" hangingPunct="1">
              <a:lnSpc>
                <a:spcPct val="100000"/>
              </a:lnSpc>
              <a:spcBef>
                <a:spcPts val="450"/>
              </a:spcBef>
              <a:spcAft>
                <a:spcPts val="450"/>
              </a:spcAft>
              <a:buClr>
                <a:schemeClr val="dk1"/>
              </a:buClr>
              <a:buSzPts val="1400"/>
              <a:buFont typeface="Arial" pitchFamily="34" charset="0"/>
              <a:buChar char="•"/>
              <a:defRPr sz="1050" kern="1200">
                <a:solidFill>
                  <a:schemeClr val="tx1"/>
                </a:solidFill>
                <a:latin typeface="+mn-lt"/>
                <a:ea typeface="+mn-ea"/>
                <a:cs typeface="+mn-cs"/>
              </a:defRPr>
            </a:lvl9pPr>
          </a:lstStyle>
          <a:p>
            <a:pPr marL="0" indent="0">
              <a:buNone/>
            </a:pPr>
            <a:r>
              <a:rPr lang="en-US">
                <a:solidFill>
                  <a:srgbClr val="1F2937"/>
                </a:solidFill>
                <a:latin typeface="Calibri" pitchFamily="34" charset="0"/>
                <a:ea typeface="Calibri" pitchFamily="34" charset="-122"/>
                <a:cs typeface="Calibri" pitchFamily="34" charset="-120"/>
              </a:rPr>
              <a:t>₹85 crore grant for SWAYAM/POSHAN Tracker AI tools (75M students target). $30M Google.org AI for Government Innovation Impact Challenge.</a:t>
            </a:r>
            <a:endParaRPr lang="en-US"/>
          </a:p>
        </p:txBody>
      </p:sp>
      <p:graphicFrame>
        <p:nvGraphicFramePr>
          <p:cNvPr id="18" name="Table 0">
            <a:extLst>
              <a:ext uri="{FF2B5EF4-FFF2-40B4-BE49-F238E27FC236}">
                <a16:creationId xmlns:a16="http://schemas.microsoft.com/office/drawing/2014/main" id="{95A8049F-1E80-5035-ECDD-6C83682ED58E}"/>
              </a:ext>
            </a:extLst>
          </p:cNvPr>
          <p:cNvGraphicFramePr>
            <a:graphicFrameLocks noGrp="1"/>
          </p:cNvGraphicFramePr>
          <p:nvPr/>
        </p:nvGraphicFramePr>
        <p:xfrm>
          <a:off x="641165" y="3291231"/>
          <a:ext cx="11039301" cy="1567180"/>
        </p:xfrm>
        <a:graphic>
          <a:graphicData uri="http://schemas.openxmlformats.org/drawingml/2006/table">
            <a:tbl>
              <a:tblPr/>
              <a:tblGrid>
                <a:gridCol w="3369137">
                  <a:extLst>
                    <a:ext uri="{9D8B030D-6E8A-4147-A177-3AD203B41FA5}">
                      <a16:colId xmlns:a16="http://schemas.microsoft.com/office/drawing/2014/main" val="20000"/>
                    </a:ext>
                  </a:extLst>
                </a:gridCol>
                <a:gridCol w="2606158">
                  <a:extLst>
                    <a:ext uri="{9D8B030D-6E8A-4147-A177-3AD203B41FA5}">
                      <a16:colId xmlns:a16="http://schemas.microsoft.com/office/drawing/2014/main" val="20001"/>
                    </a:ext>
                  </a:extLst>
                </a:gridCol>
                <a:gridCol w="5064006">
                  <a:extLst>
                    <a:ext uri="{9D8B030D-6E8A-4147-A177-3AD203B41FA5}">
                      <a16:colId xmlns:a16="http://schemas.microsoft.com/office/drawing/2014/main" val="20002"/>
                    </a:ext>
                  </a:extLst>
                </a:gridCol>
              </a:tblGrid>
              <a:tr h="240457">
                <a:tc>
                  <a:txBody>
                    <a:bodyPr/>
                    <a:lstStyle/>
                    <a:p>
                      <a:pPr marL="0" indent="0">
                        <a:buNone/>
                      </a:pPr>
                      <a:r>
                        <a:rPr lang="en-US" sz="1100" b="1">
                          <a:solidFill>
                            <a:srgbClr val="FFFFFF"/>
                          </a:solidFill>
                        </a:rPr>
                        <a:t>Use Case</a:t>
                      </a:r>
                      <a:endParaRPr lang="en-US" sz="110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3"/>
                    </a:solidFill>
                  </a:tcPr>
                </a:tc>
                <a:tc>
                  <a:txBody>
                    <a:bodyPr/>
                    <a:lstStyle/>
                    <a:p>
                      <a:pPr marL="0" indent="0">
                        <a:buNone/>
                      </a:pPr>
                      <a:r>
                        <a:rPr lang="en-US" sz="1100" b="1">
                          <a:solidFill>
                            <a:srgbClr val="FFFFFF"/>
                          </a:solidFill>
                        </a:rPr>
                        <a:t>Sector / Department</a:t>
                      </a:r>
                      <a:endParaRPr lang="en-US" sz="110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3"/>
                    </a:solidFill>
                  </a:tcPr>
                </a:tc>
                <a:tc>
                  <a:txBody>
                    <a:bodyPr/>
                    <a:lstStyle/>
                    <a:p>
                      <a:pPr marL="0" indent="0">
                        <a:buNone/>
                      </a:pPr>
                      <a:r>
                        <a:rPr lang="en-US" sz="1100" b="1">
                          <a:solidFill>
                            <a:srgbClr val="FFFFFF"/>
                          </a:solidFill>
                        </a:rPr>
                        <a:t>Outcome / Scale</a:t>
                      </a:r>
                      <a:endParaRPr lang="en-US" sz="110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3"/>
                    </a:solidFill>
                  </a:tcPr>
                </a:tc>
                <a:extLst>
                  <a:ext uri="{0D108BD9-81ED-4DB2-BD59-A6C34878D82A}">
                    <a16:rowId xmlns:a16="http://schemas.microsoft.com/office/drawing/2014/main" val="10000"/>
                  </a:ext>
                </a:extLst>
              </a:tr>
              <a:tr h="226846">
                <a:tc>
                  <a:txBody>
                    <a:bodyPr/>
                    <a:lstStyle/>
                    <a:p>
                      <a:pPr marL="0" indent="0">
                        <a:buNone/>
                      </a:pPr>
                      <a:r>
                        <a:rPr lang="en-US" sz="1000" b="1">
                          <a:solidFill>
                            <a:srgbClr val="222A28"/>
                          </a:solidFill>
                        </a:rPr>
                        <a:t>HealthVaani conversational assistant</a:t>
                      </a:r>
                      <a:endParaRPr lang="en-US" sz="100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US" sz="950" i="0">
                          <a:solidFill>
                            <a:srgbClr val="5B6670"/>
                          </a:solidFill>
                        </a:rPr>
                        <a:t>Health &amp; Family Welfare / WCD</a:t>
                      </a:r>
                      <a:endParaRPr lang="en-US" sz="950" i="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US" sz="950">
                          <a:solidFill>
                            <a:srgbClr val="222A28"/>
                          </a:solidFill>
                        </a:rPr>
                        <a:t>Gemini-powered support for ASHA &amp; Anganwadi workers</a:t>
                      </a:r>
                      <a:endParaRPr lang="en-US" sz="95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3"/>
                  </a:ext>
                </a:extLst>
              </a:tr>
              <a:tr h="226846">
                <a:tc>
                  <a:txBody>
                    <a:bodyPr/>
                    <a:lstStyle/>
                    <a:p>
                      <a:pPr marL="0" indent="0">
                        <a:buNone/>
                      </a:pPr>
                      <a:r>
                        <a:rPr lang="en-US" sz="1000" b="1">
                          <a:solidFill>
                            <a:srgbClr val="222A28"/>
                          </a:solidFill>
                        </a:rPr>
                        <a:t>AgriVaani (Garuda language model)</a:t>
                      </a:r>
                      <a:endParaRPr lang="en-US" sz="100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US" sz="950" i="0">
                          <a:solidFill>
                            <a:srgbClr val="5B6670"/>
                          </a:solidFill>
                        </a:rPr>
                        <a:t>Agriculture</a:t>
                      </a:r>
                      <a:endParaRPr lang="en-US" sz="950" i="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US" sz="950">
                          <a:solidFill>
                            <a:srgbClr val="222A28"/>
                          </a:solidFill>
                        </a:rPr>
                        <a:t>Multilingual crop &amp; livestock advisory for farmers and agri-workers</a:t>
                      </a:r>
                      <a:endParaRPr lang="en-US" sz="95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226846">
                <a:tc>
                  <a:txBody>
                    <a:bodyPr/>
                    <a:lstStyle/>
                    <a:p>
                      <a:pPr marL="0" indent="0">
                        <a:buNone/>
                      </a:pPr>
                      <a:r>
                        <a:rPr lang="en-US" sz="1000" b="1">
                          <a:solidFill>
                            <a:srgbClr val="222A28"/>
                          </a:solidFill>
                        </a:rPr>
                        <a:t>AI Assistant for Govt orders and documents</a:t>
                      </a:r>
                      <a:endParaRPr lang="en-US" sz="100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US" sz="950" i="0">
                          <a:solidFill>
                            <a:srgbClr val="5B6670"/>
                          </a:solidFill>
                        </a:rPr>
                        <a:t>Govt. of Andhra Pradesh</a:t>
                      </a:r>
                      <a:endParaRPr lang="en-US" sz="950" i="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US" sz="950">
                          <a:solidFill>
                            <a:srgbClr val="222A28"/>
                          </a:solidFill>
                        </a:rPr>
                        <a:t>Working with RTGS dept. to provide GenAI Chatbot over Govt. orders, policies etc.</a:t>
                      </a:r>
                      <a:endParaRPr lang="en-US" sz="95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5"/>
                  </a:ext>
                </a:extLst>
              </a:tr>
              <a:tr h="478646">
                <a:tc>
                  <a:txBody>
                    <a:bodyPr/>
                    <a:lstStyle/>
                    <a:p>
                      <a:pPr marL="0" indent="0">
                        <a:buNone/>
                      </a:pPr>
                      <a:r>
                        <a:rPr lang="en-US" sz="1000" b="1">
                          <a:solidFill>
                            <a:srgbClr val="222A28"/>
                          </a:solidFill>
                        </a:rPr>
                        <a:t>AI enabled farmer advisory</a:t>
                      </a:r>
                      <a:endParaRPr lang="en-US" sz="100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US" sz="950" i="0">
                          <a:solidFill>
                            <a:srgbClr val="5B6670"/>
                          </a:solidFill>
                        </a:rPr>
                        <a:t>Govt. of Uttar Pradesh</a:t>
                      </a:r>
                      <a:endParaRPr lang="en-US" sz="950" i="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IN" sz="950" kern="1200">
                          <a:solidFill>
                            <a:srgbClr val="222A28"/>
                          </a:solidFill>
                          <a:latin typeface="+mn-lt"/>
                          <a:ea typeface="+mn-ea"/>
                          <a:cs typeface="+mn-cs"/>
                        </a:rPr>
                        <a:t>Gemini-powered conversational assistant integrated with agricultural datasets. micro-climate information and provide farmers with localized climate information, market prices, and agricultural assistance</a:t>
                      </a:r>
                      <a:endParaRPr lang="en-US" sz="950" kern="1200">
                        <a:solidFill>
                          <a:srgbClr val="222A28"/>
                        </a:solidFill>
                        <a:latin typeface="+mn-lt"/>
                        <a:ea typeface="+mn-ea"/>
                        <a:cs typeface="+mn-cs"/>
                      </a:endParaRPr>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866867235"/>
                  </a:ext>
                </a:extLst>
              </a:tr>
            </a:tbl>
          </a:graphicData>
        </a:graphic>
      </p:graphicFrame>
      <p:sp>
        <p:nvSpPr>
          <p:cNvPr id="19" name="Text 31">
            <a:extLst>
              <a:ext uri="{FF2B5EF4-FFF2-40B4-BE49-F238E27FC236}">
                <a16:creationId xmlns:a16="http://schemas.microsoft.com/office/drawing/2014/main" id="{00F65B8B-7092-0DB7-756E-ED19F362FFE2}"/>
              </a:ext>
            </a:extLst>
          </p:cNvPr>
          <p:cNvSpPr/>
          <p:nvPr/>
        </p:nvSpPr>
        <p:spPr>
          <a:xfrm>
            <a:off x="457200" y="4892040"/>
            <a:ext cx="5486400" cy="274320"/>
          </a:xfrm>
          <a:prstGeom prst="rect">
            <a:avLst/>
          </a:prstGeom>
          <a:noFill/>
          <a:ln/>
        </p:spPr>
        <p:txBody>
          <a:bodyPr wrap="square" lIns="0" tIns="0" rIns="0" bIns="0" rtlCol="0" anchor="ctr"/>
          <a:lstStyle/>
          <a:p>
            <a:pPr marL="0" indent="0">
              <a:buNone/>
            </a:pPr>
            <a:r>
              <a:rPr lang="en-US" sz="1050" b="1" kern="0" spc="150">
                <a:solidFill>
                  <a:srgbClr val="5B6670"/>
                </a:solidFill>
                <a:latin typeface="Calibri" pitchFamily="34" charset="0"/>
                <a:ea typeface="Calibri" pitchFamily="34" charset="-122"/>
                <a:cs typeface="Calibri" pitchFamily="34" charset="-120"/>
              </a:rPr>
              <a:t>STRATEGIC PILLARS</a:t>
            </a:r>
            <a:endParaRPr lang="en-US" sz="1050"/>
          </a:p>
        </p:txBody>
      </p:sp>
      <p:sp>
        <p:nvSpPr>
          <p:cNvPr id="20" name="Shape 32">
            <a:extLst>
              <a:ext uri="{FF2B5EF4-FFF2-40B4-BE49-F238E27FC236}">
                <a16:creationId xmlns:a16="http://schemas.microsoft.com/office/drawing/2014/main" id="{06BE08B8-CB53-45A0-6726-96C34CB34932}"/>
              </a:ext>
            </a:extLst>
          </p:cNvPr>
          <p:cNvSpPr/>
          <p:nvPr/>
        </p:nvSpPr>
        <p:spPr>
          <a:xfrm>
            <a:off x="457200" y="5193792"/>
            <a:ext cx="11274552" cy="0"/>
          </a:xfrm>
          <a:prstGeom prst="line">
            <a:avLst/>
          </a:prstGeom>
          <a:noFill/>
          <a:ln w="9525">
            <a:solidFill>
              <a:srgbClr val="C7CCC9"/>
            </a:solidFill>
            <a:prstDash val="solid"/>
          </a:ln>
        </p:spPr>
        <p:txBody>
          <a:bodyPr/>
          <a:lstStyle/>
          <a:p>
            <a:endParaRPr lang="en-IN"/>
          </a:p>
        </p:txBody>
      </p:sp>
      <p:sp>
        <p:nvSpPr>
          <p:cNvPr id="27" name="Shape 33">
            <a:extLst>
              <a:ext uri="{FF2B5EF4-FFF2-40B4-BE49-F238E27FC236}">
                <a16:creationId xmlns:a16="http://schemas.microsoft.com/office/drawing/2014/main" id="{6DCBEE5B-285F-5518-F586-D0F8CD9E2918}"/>
              </a:ext>
            </a:extLst>
          </p:cNvPr>
          <p:cNvSpPr/>
          <p:nvPr/>
        </p:nvSpPr>
        <p:spPr>
          <a:xfrm>
            <a:off x="457200" y="5394960"/>
            <a:ext cx="457200" cy="457200"/>
          </a:xfrm>
          <a:prstGeom prst="ellipse">
            <a:avLst/>
          </a:prstGeom>
          <a:solidFill>
            <a:schemeClr val="bg1">
              <a:lumMod val="85000"/>
            </a:schemeClr>
          </a:solidFill>
          <a:ln/>
        </p:spPr>
        <p:txBody>
          <a:bodyPr/>
          <a:lstStyle/>
          <a:p>
            <a:endParaRPr lang="en-IN"/>
          </a:p>
        </p:txBody>
      </p:sp>
      <p:pic>
        <p:nvPicPr>
          <p:cNvPr id="28" name="Image 1" descr="preencoded.png">
            <a:extLst>
              <a:ext uri="{FF2B5EF4-FFF2-40B4-BE49-F238E27FC236}">
                <a16:creationId xmlns:a16="http://schemas.microsoft.com/office/drawing/2014/main" id="{85D02195-4EC4-A224-9DAE-8E969BEE4A76}"/>
              </a:ext>
            </a:extLst>
          </p:cNvPr>
          <p:cNvPicPr>
            <a:picLocks noChangeAspect="1"/>
          </p:cNvPicPr>
          <p:nvPr/>
        </p:nvPicPr>
        <p:blipFill>
          <a:blip r:embed="rId2"/>
          <a:stretch>
            <a:fillRect/>
          </a:stretch>
        </p:blipFill>
        <p:spPr>
          <a:xfrm>
            <a:off x="576072" y="5513832"/>
            <a:ext cx="219456" cy="219456"/>
          </a:xfrm>
          <a:prstGeom prst="rect">
            <a:avLst/>
          </a:prstGeom>
        </p:spPr>
      </p:pic>
      <p:sp>
        <p:nvSpPr>
          <p:cNvPr id="29" name="Text 34">
            <a:extLst>
              <a:ext uri="{FF2B5EF4-FFF2-40B4-BE49-F238E27FC236}">
                <a16:creationId xmlns:a16="http://schemas.microsoft.com/office/drawing/2014/main" id="{173AE72C-ED47-6B3C-68B1-4D8239D360BF}"/>
              </a:ext>
            </a:extLst>
          </p:cNvPr>
          <p:cNvSpPr/>
          <p:nvPr/>
        </p:nvSpPr>
        <p:spPr>
          <a:xfrm>
            <a:off x="1024128" y="5376672"/>
            <a:ext cx="3072384" cy="274320"/>
          </a:xfrm>
          <a:prstGeom prst="rect">
            <a:avLst/>
          </a:prstGeom>
          <a:noFill/>
          <a:ln/>
        </p:spPr>
        <p:txBody>
          <a:bodyPr wrap="square" lIns="0" tIns="0" rIns="0" bIns="0" rtlCol="0" anchor="ctr"/>
          <a:lstStyle/>
          <a:p>
            <a:pPr marL="0" indent="0">
              <a:buNone/>
            </a:pPr>
            <a:r>
              <a:rPr lang="en-US" sz="1150" b="1">
                <a:solidFill>
                  <a:srgbClr val="1B4332"/>
                </a:solidFill>
                <a:latin typeface="Calibri" pitchFamily="34" charset="0"/>
                <a:ea typeface="Calibri" pitchFamily="34" charset="-122"/>
                <a:cs typeface="Calibri" pitchFamily="34" charset="-120"/>
              </a:rPr>
              <a:t>Public Digital Infrastructure</a:t>
            </a:r>
            <a:endParaRPr lang="en-US" sz="1150"/>
          </a:p>
        </p:txBody>
      </p:sp>
      <p:sp>
        <p:nvSpPr>
          <p:cNvPr id="45" name="Text 35">
            <a:extLst>
              <a:ext uri="{FF2B5EF4-FFF2-40B4-BE49-F238E27FC236}">
                <a16:creationId xmlns:a16="http://schemas.microsoft.com/office/drawing/2014/main" id="{48BAD366-5587-D162-FB39-39C1D1842780}"/>
              </a:ext>
            </a:extLst>
          </p:cNvPr>
          <p:cNvSpPr/>
          <p:nvPr/>
        </p:nvSpPr>
        <p:spPr>
          <a:xfrm>
            <a:off x="1024128" y="5650992"/>
            <a:ext cx="3072384" cy="640080"/>
          </a:xfrm>
          <a:prstGeom prst="rect">
            <a:avLst/>
          </a:prstGeom>
          <a:noFill/>
          <a:ln/>
        </p:spPr>
        <p:txBody>
          <a:bodyPr wrap="square" lIns="0" tIns="0" rIns="0" bIns="0" rtlCol="0" anchor="t"/>
          <a:lstStyle/>
          <a:p>
            <a:pPr marL="0" indent="0">
              <a:buNone/>
            </a:pPr>
            <a:r>
              <a:rPr lang="en-US" sz="930">
                <a:solidFill>
                  <a:srgbClr val="222A28"/>
                </a:solidFill>
                <a:latin typeface="Calibri" pitchFamily="34" charset="0"/>
                <a:ea typeface="Calibri" pitchFamily="34" charset="-122"/>
                <a:cs typeface="Calibri" pitchFamily="34" charset="-120"/>
              </a:rPr>
              <a:t>Google Cloud powers iGOT Karmayogi for 20M+ civil servants across 18+ languages.</a:t>
            </a:r>
            <a:endParaRPr lang="en-US" sz="930"/>
          </a:p>
        </p:txBody>
      </p:sp>
      <p:sp>
        <p:nvSpPr>
          <p:cNvPr id="46" name="Shape 36">
            <a:extLst>
              <a:ext uri="{FF2B5EF4-FFF2-40B4-BE49-F238E27FC236}">
                <a16:creationId xmlns:a16="http://schemas.microsoft.com/office/drawing/2014/main" id="{7AA9AA46-A6C2-6FC7-86C8-68C61A92B2AE}"/>
              </a:ext>
            </a:extLst>
          </p:cNvPr>
          <p:cNvSpPr/>
          <p:nvPr/>
        </p:nvSpPr>
        <p:spPr>
          <a:xfrm>
            <a:off x="4215384" y="5394960"/>
            <a:ext cx="457200" cy="457200"/>
          </a:xfrm>
          <a:prstGeom prst="ellipse">
            <a:avLst/>
          </a:prstGeom>
          <a:solidFill>
            <a:schemeClr val="bg1">
              <a:lumMod val="85000"/>
            </a:schemeClr>
          </a:solidFill>
          <a:ln/>
        </p:spPr>
        <p:txBody>
          <a:bodyPr/>
          <a:lstStyle/>
          <a:p>
            <a:endParaRPr lang="en-IN"/>
          </a:p>
        </p:txBody>
      </p:sp>
      <p:pic>
        <p:nvPicPr>
          <p:cNvPr id="47" name="Image 2" descr="preencoded.png">
            <a:extLst>
              <a:ext uri="{FF2B5EF4-FFF2-40B4-BE49-F238E27FC236}">
                <a16:creationId xmlns:a16="http://schemas.microsoft.com/office/drawing/2014/main" id="{FA3D49B7-0424-8A98-88E6-A0D409C6D778}"/>
              </a:ext>
            </a:extLst>
          </p:cNvPr>
          <p:cNvPicPr>
            <a:picLocks noChangeAspect="1"/>
          </p:cNvPicPr>
          <p:nvPr/>
        </p:nvPicPr>
        <p:blipFill>
          <a:blip r:embed="rId3"/>
          <a:stretch>
            <a:fillRect/>
          </a:stretch>
        </p:blipFill>
        <p:spPr>
          <a:xfrm>
            <a:off x="4334256" y="5513832"/>
            <a:ext cx="219456" cy="219456"/>
          </a:xfrm>
          <a:prstGeom prst="rect">
            <a:avLst/>
          </a:prstGeom>
        </p:spPr>
      </p:pic>
      <p:sp>
        <p:nvSpPr>
          <p:cNvPr id="48" name="Text 37">
            <a:extLst>
              <a:ext uri="{FF2B5EF4-FFF2-40B4-BE49-F238E27FC236}">
                <a16:creationId xmlns:a16="http://schemas.microsoft.com/office/drawing/2014/main" id="{78E1AC95-8CA7-161C-8BC5-FDC6F7C05612}"/>
              </a:ext>
            </a:extLst>
          </p:cNvPr>
          <p:cNvSpPr/>
          <p:nvPr/>
        </p:nvSpPr>
        <p:spPr>
          <a:xfrm>
            <a:off x="4782312" y="5376672"/>
            <a:ext cx="3072384" cy="274320"/>
          </a:xfrm>
          <a:prstGeom prst="rect">
            <a:avLst/>
          </a:prstGeom>
          <a:noFill/>
          <a:ln/>
        </p:spPr>
        <p:txBody>
          <a:bodyPr wrap="square" lIns="0" tIns="0" rIns="0" bIns="0" rtlCol="0" anchor="ctr"/>
          <a:lstStyle/>
          <a:p>
            <a:pPr marL="0" indent="0">
              <a:buNone/>
            </a:pPr>
            <a:r>
              <a:rPr lang="en-US" sz="1150" b="1">
                <a:solidFill>
                  <a:srgbClr val="1B4332"/>
                </a:solidFill>
                <a:latin typeface="Calibri" pitchFamily="34" charset="0"/>
                <a:ea typeface="Calibri" pitchFamily="34" charset="-122"/>
                <a:cs typeface="Calibri" pitchFamily="34" charset="-120"/>
              </a:rPr>
              <a:t>Frontier Research for Society</a:t>
            </a:r>
            <a:endParaRPr lang="en-US" sz="1150"/>
          </a:p>
        </p:txBody>
      </p:sp>
      <p:sp>
        <p:nvSpPr>
          <p:cNvPr id="49" name="Text 38">
            <a:extLst>
              <a:ext uri="{FF2B5EF4-FFF2-40B4-BE49-F238E27FC236}">
                <a16:creationId xmlns:a16="http://schemas.microsoft.com/office/drawing/2014/main" id="{A6669F84-C1DA-1A3D-2C8F-2E852885FD40}"/>
              </a:ext>
            </a:extLst>
          </p:cNvPr>
          <p:cNvSpPr/>
          <p:nvPr/>
        </p:nvSpPr>
        <p:spPr>
          <a:xfrm>
            <a:off x="4782312" y="5650992"/>
            <a:ext cx="3072384" cy="640080"/>
          </a:xfrm>
          <a:prstGeom prst="rect">
            <a:avLst/>
          </a:prstGeom>
          <a:noFill/>
          <a:ln/>
        </p:spPr>
        <p:txBody>
          <a:bodyPr wrap="square" lIns="0" tIns="0" rIns="0" bIns="0" rtlCol="0" anchor="t"/>
          <a:lstStyle/>
          <a:p>
            <a:pPr marL="0" indent="0">
              <a:buNone/>
            </a:pPr>
            <a:r>
              <a:rPr lang="en-US" sz="930">
                <a:solidFill>
                  <a:srgbClr val="222A28"/>
                </a:solidFill>
                <a:latin typeface="Calibri" pitchFamily="34" charset="0"/>
                <a:ea typeface="Calibri" pitchFamily="34" charset="-122"/>
                <a:cs typeface="Calibri" pitchFamily="34" charset="-120"/>
              </a:rPr>
              <a:t>Google DeepMind's National Partnerships bring 'AI for Science' models to Indian institutions.</a:t>
            </a:r>
            <a:endParaRPr lang="en-US" sz="930"/>
          </a:p>
        </p:txBody>
      </p:sp>
      <p:sp>
        <p:nvSpPr>
          <p:cNvPr id="50" name="Shape 39">
            <a:extLst>
              <a:ext uri="{FF2B5EF4-FFF2-40B4-BE49-F238E27FC236}">
                <a16:creationId xmlns:a16="http://schemas.microsoft.com/office/drawing/2014/main" id="{C6CB6128-F4B1-586A-13B1-389E7DAA6841}"/>
              </a:ext>
            </a:extLst>
          </p:cNvPr>
          <p:cNvSpPr/>
          <p:nvPr/>
        </p:nvSpPr>
        <p:spPr>
          <a:xfrm>
            <a:off x="7973568" y="5394960"/>
            <a:ext cx="457200" cy="457200"/>
          </a:xfrm>
          <a:prstGeom prst="ellipse">
            <a:avLst/>
          </a:prstGeom>
          <a:solidFill>
            <a:schemeClr val="bg1">
              <a:lumMod val="85000"/>
            </a:schemeClr>
          </a:solidFill>
          <a:ln/>
        </p:spPr>
        <p:txBody>
          <a:bodyPr/>
          <a:lstStyle/>
          <a:p>
            <a:endParaRPr lang="en-IN"/>
          </a:p>
        </p:txBody>
      </p:sp>
      <p:pic>
        <p:nvPicPr>
          <p:cNvPr id="51" name="Image 3" descr="preencoded.png">
            <a:extLst>
              <a:ext uri="{FF2B5EF4-FFF2-40B4-BE49-F238E27FC236}">
                <a16:creationId xmlns:a16="http://schemas.microsoft.com/office/drawing/2014/main" id="{4BDA161D-3738-2981-BCD0-6947B87C3F05}"/>
              </a:ext>
            </a:extLst>
          </p:cNvPr>
          <p:cNvPicPr>
            <a:picLocks noChangeAspect="1"/>
          </p:cNvPicPr>
          <p:nvPr/>
        </p:nvPicPr>
        <p:blipFill>
          <a:blip r:embed="rId4"/>
          <a:stretch>
            <a:fillRect/>
          </a:stretch>
        </p:blipFill>
        <p:spPr>
          <a:xfrm>
            <a:off x="8092440" y="5513832"/>
            <a:ext cx="219456" cy="219456"/>
          </a:xfrm>
          <a:prstGeom prst="rect">
            <a:avLst/>
          </a:prstGeom>
        </p:spPr>
      </p:pic>
      <p:sp>
        <p:nvSpPr>
          <p:cNvPr id="52" name="Text 40">
            <a:extLst>
              <a:ext uri="{FF2B5EF4-FFF2-40B4-BE49-F238E27FC236}">
                <a16:creationId xmlns:a16="http://schemas.microsoft.com/office/drawing/2014/main" id="{17DC9F5F-115F-64EE-BF1F-D581A3D5EA8F}"/>
              </a:ext>
            </a:extLst>
          </p:cNvPr>
          <p:cNvSpPr/>
          <p:nvPr/>
        </p:nvSpPr>
        <p:spPr>
          <a:xfrm>
            <a:off x="8540496" y="5376672"/>
            <a:ext cx="3072384" cy="274320"/>
          </a:xfrm>
          <a:prstGeom prst="rect">
            <a:avLst/>
          </a:prstGeom>
          <a:noFill/>
          <a:ln/>
        </p:spPr>
        <p:txBody>
          <a:bodyPr wrap="square" lIns="0" tIns="0" rIns="0" bIns="0" rtlCol="0" anchor="ctr"/>
          <a:lstStyle/>
          <a:p>
            <a:pPr marL="0" indent="0">
              <a:buNone/>
            </a:pPr>
            <a:r>
              <a:rPr lang="en-US" sz="1150" b="1">
                <a:solidFill>
                  <a:srgbClr val="1B4332"/>
                </a:solidFill>
                <a:latin typeface="Calibri" pitchFamily="34" charset="0"/>
                <a:ea typeface="Calibri" pitchFamily="34" charset="-122"/>
                <a:cs typeface="Calibri" pitchFamily="34" charset="-120"/>
              </a:rPr>
              <a:t>Inclusive, Local-Language Impact</a:t>
            </a:r>
            <a:endParaRPr lang="en-US" sz="1150"/>
          </a:p>
        </p:txBody>
      </p:sp>
      <p:sp>
        <p:nvSpPr>
          <p:cNvPr id="53" name="Text 41">
            <a:extLst>
              <a:ext uri="{FF2B5EF4-FFF2-40B4-BE49-F238E27FC236}">
                <a16:creationId xmlns:a16="http://schemas.microsoft.com/office/drawing/2014/main" id="{B55E3269-B52C-16C3-010E-6ABBA6835C6C}"/>
              </a:ext>
            </a:extLst>
          </p:cNvPr>
          <p:cNvSpPr/>
          <p:nvPr/>
        </p:nvSpPr>
        <p:spPr>
          <a:xfrm>
            <a:off x="8540496" y="5650992"/>
            <a:ext cx="3072384" cy="640080"/>
          </a:xfrm>
          <a:prstGeom prst="rect">
            <a:avLst/>
          </a:prstGeom>
          <a:noFill/>
          <a:ln/>
        </p:spPr>
        <p:txBody>
          <a:bodyPr wrap="square" lIns="0" tIns="0" rIns="0" bIns="0" rtlCol="0" anchor="t"/>
          <a:lstStyle/>
          <a:p>
            <a:pPr marL="0" indent="0">
              <a:buNone/>
            </a:pPr>
            <a:r>
              <a:rPr lang="en-US" sz="930">
                <a:solidFill>
                  <a:srgbClr val="222A28"/>
                </a:solidFill>
                <a:latin typeface="Calibri" pitchFamily="34" charset="0"/>
                <a:ea typeface="Calibri" pitchFamily="34" charset="-122"/>
                <a:cs typeface="Calibri" pitchFamily="34" charset="-120"/>
              </a:rPr>
              <a:t>HealthVaani &amp; AgriVaani deliver Gemini-powered support in Indic languages for frontline workers &amp; farmers.</a:t>
            </a:r>
            <a:endParaRPr lang="en-US" sz="930"/>
          </a:p>
        </p:txBody>
      </p:sp>
    </p:spTree>
    <p:extLst>
      <p:ext uri="{BB962C8B-B14F-4D97-AF65-F5344CB8AC3E}">
        <p14:creationId xmlns:p14="http://schemas.microsoft.com/office/powerpoint/2010/main" val="19649621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50EB8-E4D6-B2AB-FA86-D765EA59096D}"/>
            </a:ext>
          </a:extLst>
        </p:cNvPr>
        <p:cNvGrpSpPr/>
        <p:nvPr/>
      </p:nvGrpSpPr>
      <p:grpSpPr>
        <a:xfrm>
          <a:off x="0" y="0"/>
          <a:ext cx="0" cy="0"/>
          <a:chOff x="0" y="0"/>
          <a:chExt cx="0" cy="0"/>
        </a:xfrm>
      </p:grpSpPr>
      <p:sp>
        <p:nvSpPr>
          <p:cNvPr id="3" name="Text 3">
            <a:extLst>
              <a:ext uri="{FF2B5EF4-FFF2-40B4-BE49-F238E27FC236}">
                <a16:creationId xmlns:a16="http://schemas.microsoft.com/office/drawing/2014/main" id="{B81091D6-9615-F5C3-1D8E-EAE747BDE0B8}"/>
              </a:ext>
            </a:extLst>
          </p:cNvPr>
          <p:cNvSpPr/>
          <p:nvPr/>
        </p:nvSpPr>
        <p:spPr>
          <a:xfrm>
            <a:off x="495157" y="353683"/>
            <a:ext cx="10360152" cy="457200"/>
          </a:xfrm>
          <a:prstGeom prst="rect">
            <a:avLst/>
          </a:prstGeom>
          <a:noFill/>
          <a:ln/>
        </p:spPr>
        <p:txBody>
          <a:bodyPr wrap="square" lIns="0" tIns="0" rIns="0" bIns="0" rtlCol="0" anchor="ctr"/>
          <a:lstStyle/>
          <a:p>
            <a:r>
              <a:rPr lang="en-US" sz="2200" b="1">
                <a:latin typeface="Cambria"/>
                <a:ea typeface="Cambria"/>
              </a:rPr>
              <a:t>OpenAI – Work with Indian Government </a:t>
            </a:r>
            <a:endParaRPr lang="en-US" sz="2200"/>
          </a:p>
        </p:txBody>
      </p:sp>
      <p:cxnSp>
        <p:nvCxnSpPr>
          <p:cNvPr id="4" name="Google Shape;17933;p2451">
            <a:extLst>
              <a:ext uri="{FF2B5EF4-FFF2-40B4-BE49-F238E27FC236}">
                <a16:creationId xmlns:a16="http://schemas.microsoft.com/office/drawing/2014/main" id="{06017AB8-2F89-A2CE-1EB7-24AFE64BAF39}"/>
              </a:ext>
            </a:extLst>
          </p:cNvPr>
          <p:cNvCxnSpPr>
            <a:cxnSpLocks/>
          </p:cNvCxnSpPr>
          <p:nvPr/>
        </p:nvCxnSpPr>
        <p:spPr>
          <a:xfrm>
            <a:off x="2585348" y="1422421"/>
            <a:ext cx="8575442" cy="1"/>
          </a:xfrm>
          <a:prstGeom prst="straightConnector1">
            <a:avLst/>
          </a:prstGeom>
          <a:noFill/>
          <a:ln w="152400" cap="flat" cmpd="sng">
            <a:solidFill>
              <a:srgbClr val="999999"/>
            </a:solidFill>
            <a:prstDash val="solid"/>
            <a:round/>
            <a:headEnd type="none" w="med" len="med"/>
            <a:tailEnd type="none" w="med" len="med"/>
          </a:ln>
        </p:spPr>
      </p:cxnSp>
      <p:grpSp>
        <p:nvGrpSpPr>
          <p:cNvPr id="5" name="Google Shape;17935;p2451">
            <a:extLst>
              <a:ext uri="{FF2B5EF4-FFF2-40B4-BE49-F238E27FC236}">
                <a16:creationId xmlns:a16="http://schemas.microsoft.com/office/drawing/2014/main" id="{9185BAAF-00FD-7B62-8D23-6486959366BE}"/>
              </a:ext>
            </a:extLst>
          </p:cNvPr>
          <p:cNvGrpSpPr/>
          <p:nvPr/>
        </p:nvGrpSpPr>
        <p:grpSpPr>
          <a:xfrm>
            <a:off x="1260407" y="1159460"/>
            <a:ext cx="2552029" cy="613689"/>
            <a:chOff x="442912" y="1828799"/>
            <a:chExt cx="1995600" cy="1872900"/>
          </a:xfrm>
          <a:solidFill>
            <a:schemeClr val="accent3">
              <a:lumMod val="75000"/>
            </a:schemeClr>
          </a:solidFill>
        </p:grpSpPr>
        <p:sp>
          <p:nvSpPr>
            <p:cNvPr id="6" name="Google Shape;17936;p2451">
              <a:extLst>
                <a:ext uri="{FF2B5EF4-FFF2-40B4-BE49-F238E27FC236}">
                  <a16:creationId xmlns:a16="http://schemas.microsoft.com/office/drawing/2014/main" id="{815DB830-0C43-7551-8C1C-92FFB7654BF8}"/>
                </a:ext>
              </a:extLst>
            </p:cNvPr>
            <p:cNvSpPr/>
            <p:nvPr/>
          </p:nvSpPr>
          <p:spPr>
            <a:xfrm>
              <a:off x="442912" y="1828799"/>
              <a:ext cx="1995600" cy="1872900"/>
            </a:xfrm>
            <a:prstGeom prst="rect">
              <a:avLst/>
            </a:prstGeom>
            <a:grpFill/>
            <a:ln>
              <a:noFill/>
            </a:ln>
          </p:spPr>
          <p:txBody>
            <a:bodyPr spcFirstLastPara="1" wrap="square" lIns="0" tIns="0" rIns="0" bIns="0" anchor="ctr" anchorCtr="0">
              <a:noAutofit/>
            </a:bodyPr>
            <a:lstStyle/>
            <a:p>
              <a:pPr algn="ctr"/>
              <a:endParaRPr sz="1050">
                <a:solidFill>
                  <a:schemeClr val="lt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7" name="Google Shape;17937;p2451">
              <a:extLst>
                <a:ext uri="{FF2B5EF4-FFF2-40B4-BE49-F238E27FC236}">
                  <a16:creationId xmlns:a16="http://schemas.microsoft.com/office/drawing/2014/main" id="{896D318C-CF88-0FC3-168E-3894A1687233}"/>
                </a:ext>
              </a:extLst>
            </p:cNvPr>
            <p:cNvSpPr txBox="1"/>
            <p:nvPr/>
          </p:nvSpPr>
          <p:spPr>
            <a:xfrm>
              <a:off x="626850" y="2011695"/>
              <a:ext cx="1627500" cy="1508700"/>
            </a:xfrm>
            <a:prstGeom prst="rect">
              <a:avLst/>
            </a:prstGeom>
            <a:grpFill/>
            <a:ln>
              <a:noFill/>
            </a:ln>
          </p:spPr>
          <p:txBody>
            <a:bodyPr spcFirstLastPara="1" wrap="square" lIns="0" tIns="0" rIns="0" bIns="0" anchor="t" anchorCtr="0">
              <a:noAutofit/>
            </a:bodyPr>
            <a:lstStyle/>
            <a:p>
              <a:pPr>
                <a:lnSpc>
                  <a:spcPct val="85000"/>
                </a:lnSpc>
              </a:pPr>
              <a:r>
                <a:rPr lang="en-GB" sz="1600" b="1">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rPr>
                <a:t>1</a:t>
              </a:r>
            </a:p>
            <a:p>
              <a:r>
                <a:rPr lang="en-US" sz="1050" b="1">
                  <a:solidFill>
                    <a:schemeClr val="bg1"/>
                  </a:solidFill>
                  <a:latin typeface="Calibri" pitchFamily="34" charset="0"/>
                  <a:ea typeface="Calibri" pitchFamily="34" charset="-122"/>
                  <a:cs typeface="Calibri" pitchFamily="34" charset="-120"/>
                </a:rPr>
                <a:t>Tata Group/Stargate Partnership</a:t>
              </a:r>
              <a:endParaRPr lang="en-US" sz="1050">
                <a:solidFill>
                  <a:schemeClr val="bg1"/>
                </a:solidFill>
              </a:endParaRPr>
            </a:p>
          </p:txBody>
        </p:sp>
      </p:grpSp>
      <p:grpSp>
        <p:nvGrpSpPr>
          <p:cNvPr id="8" name="Google Shape;17941;p2451">
            <a:extLst>
              <a:ext uri="{FF2B5EF4-FFF2-40B4-BE49-F238E27FC236}">
                <a16:creationId xmlns:a16="http://schemas.microsoft.com/office/drawing/2014/main" id="{786AB75A-3019-03A8-B18A-BC1619C0DEBD}"/>
              </a:ext>
            </a:extLst>
          </p:cNvPr>
          <p:cNvGrpSpPr/>
          <p:nvPr/>
        </p:nvGrpSpPr>
        <p:grpSpPr>
          <a:xfrm>
            <a:off x="6523522" y="1159460"/>
            <a:ext cx="2552029" cy="613689"/>
            <a:chOff x="442912" y="1828799"/>
            <a:chExt cx="1995600" cy="1872900"/>
          </a:xfrm>
          <a:solidFill>
            <a:srgbClr val="92D050"/>
          </a:solidFill>
        </p:grpSpPr>
        <p:sp>
          <p:nvSpPr>
            <p:cNvPr id="9" name="Google Shape;17942;p2451">
              <a:extLst>
                <a:ext uri="{FF2B5EF4-FFF2-40B4-BE49-F238E27FC236}">
                  <a16:creationId xmlns:a16="http://schemas.microsoft.com/office/drawing/2014/main" id="{AE6A008C-A327-11F4-4763-10CD27CDA498}"/>
                </a:ext>
              </a:extLst>
            </p:cNvPr>
            <p:cNvSpPr/>
            <p:nvPr/>
          </p:nvSpPr>
          <p:spPr>
            <a:xfrm>
              <a:off x="442912" y="1828799"/>
              <a:ext cx="1995600" cy="1872900"/>
            </a:xfrm>
            <a:prstGeom prst="rect">
              <a:avLst/>
            </a:prstGeom>
            <a:grpFill/>
            <a:ln>
              <a:noFill/>
            </a:ln>
          </p:spPr>
          <p:txBody>
            <a:bodyPr spcFirstLastPara="1" wrap="square" lIns="0" tIns="0" rIns="0" bIns="0" anchor="ctr" anchorCtr="0">
              <a:noAutofit/>
            </a:bodyPr>
            <a:lstStyle/>
            <a:p>
              <a:pPr algn="ctr"/>
              <a:endParaRPr sz="105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p:txBody>
        </p:sp>
        <p:sp>
          <p:nvSpPr>
            <p:cNvPr id="10" name="Google Shape;17943;p2451">
              <a:extLst>
                <a:ext uri="{FF2B5EF4-FFF2-40B4-BE49-F238E27FC236}">
                  <a16:creationId xmlns:a16="http://schemas.microsoft.com/office/drawing/2014/main" id="{19462282-CE01-9290-7A4E-98BEA991FB14}"/>
                </a:ext>
              </a:extLst>
            </p:cNvPr>
            <p:cNvSpPr txBox="1"/>
            <p:nvPr/>
          </p:nvSpPr>
          <p:spPr>
            <a:xfrm>
              <a:off x="626835" y="2011693"/>
              <a:ext cx="1627500" cy="1322100"/>
            </a:xfrm>
            <a:prstGeom prst="rect">
              <a:avLst/>
            </a:prstGeom>
            <a:grpFill/>
            <a:ln>
              <a:noFill/>
            </a:ln>
          </p:spPr>
          <p:txBody>
            <a:bodyPr spcFirstLastPara="1" wrap="square" lIns="0" tIns="0" rIns="0" bIns="0" anchor="t" anchorCtr="0">
              <a:noAutofit/>
            </a:bodyPr>
            <a:lstStyle/>
            <a:p>
              <a:pPr>
                <a:lnSpc>
                  <a:spcPct val="85000"/>
                </a:lnSpc>
              </a:pPr>
              <a:r>
                <a:rPr lang="en-GB" sz="1600" b="1">
                  <a:latin typeface="Calibri" panose="020F0502020204030204" pitchFamily="34" charset="0"/>
                  <a:ea typeface="Calibri" panose="020F0502020204030204" pitchFamily="34" charset="0"/>
                  <a:cs typeface="Calibri" panose="020F0502020204030204" pitchFamily="34" charset="0"/>
                  <a:sym typeface="Helvetica Neue"/>
                </a:rPr>
                <a:t>3</a:t>
              </a:r>
              <a:endParaRPr sz="1600" b="1">
                <a:latin typeface="Calibri" panose="020F0502020204030204" pitchFamily="34" charset="0"/>
                <a:ea typeface="Calibri" panose="020F0502020204030204" pitchFamily="34" charset="0"/>
                <a:cs typeface="Calibri" panose="020F0502020204030204" pitchFamily="34" charset="0"/>
                <a:sym typeface="Helvetica Neue"/>
              </a:endParaRPr>
            </a:p>
            <a:p>
              <a:r>
                <a:rPr lang="en-US" sz="1050" b="1">
                  <a:solidFill>
                    <a:srgbClr val="1B4332"/>
                  </a:solidFill>
                  <a:latin typeface="Calibri" pitchFamily="34" charset="0"/>
                  <a:ea typeface="Calibri" pitchFamily="34" charset="-122"/>
                  <a:cs typeface="Calibri" pitchFamily="34" charset="-120"/>
                </a:rPr>
                <a:t>Learning Accelerator</a:t>
              </a:r>
              <a:endParaRPr lang="en-US" sz="1050"/>
            </a:p>
          </p:txBody>
        </p:sp>
      </p:grpSp>
      <p:grpSp>
        <p:nvGrpSpPr>
          <p:cNvPr id="11" name="Google Shape;17945;p2451">
            <a:extLst>
              <a:ext uri="{FF2B5EF4-FFF2-40B4-BE49-F238E27FC236}">
                <a16:creationId xmlns:a16="http://schemas.microsoft.com/office/drawing/2014/main" id="{17486ACA-DDCA-5BEB-DCA6-3841389D691B}"/>
              </a:ext>
            </a:extLst>
          </p:cNvPr>
          <p:cNvGrpSpPr/>
          <p:nvPr/>
        </p:nvGrpSpPr>
        <p:grpSpPr>
          <a:xfrm>
            <a:off x="9128437" y="1159462"/>
            <a:ext cx="2552029" cy="613689"/>
            <a:chOff x="442912" y="1828800"/>
            <a:chExt cx="1995600" cy="1872900"/>
          </a:xfrm>
          <a:solidFill>
            <a:schemeClr val="accent6">
              <a:lumMod val="20000"/>
              <a:lumOff val="80000"/>
            </a:schemeClr>
          </a:solidFill>
        </p:grpSpPr>
        <p:sp>
          <p:nvSpPr>
            <p:cNvPr id="12" name="Google Shape;17946;p2451">
              <a:extLst>
                <a:ext uri="{FF2B5EF4-FFF2-40B4-BE49-F238E27FC236}">
                  <a16:creationId xmlns:a16="http://schemas.microsoft.com/office/drawing/2014/main" id="{D9B6940F-4D8A-88B0-A81A-3CFEFB97F0A1}"/>
                </a:ext>
              </a:extLst>
            </p:cNvPr>
            <p:cNvSpPr/>
            <p:nvPr/>
          </p:nvSpPr>
          <p:spPr>
            <a:xfrm>
              <a:off x="442912" y="1828800"/>
              <a:ext cx="1995600" cy="1872900"/>
            </a:xfrm>
            <a:prstGeom prst="rect">
              <a:avLst/>
            </a:prstGeom>
            <a:grpFill/>
            <a:ln>
              <a:noFill/>
            </a:ln>
          </p:spPr>
          <p:txBody>
            <a:bodyPr spcFirstLastPara="1" wrap="square" lIns="0" tIns="0" rIns="0" bIns="0" anchor="ctr" anchorCtr="0">
              <a:noAutofit/>
            </a:bodyPr>
            <a:lstStyle/>
            <a:p>
              <a:endParaRPr sz="105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p:txBody>
        </p:sp>
        <p:sp>
          <p:nvSpPr>
            <p:cNvPr id="13" name="Google Shape;17947;p2451">
              <a:extLst>
                <a:ext uri="{FF2B5EF4-FFF2-40B4-BE49-F238E27FC236}">
                  <a16:creationId xmlns:a16="http://schemas.microsoft.com/office/drawing/2014/main" id="{012ADF5E-9E11-F489-5362-554FFE8770EC}"/>
                </a:ext>
              </a:extLst>
            </p:cNvPr>
            <p:cNvSpPr txBox="1"/>
            <p:nvPr/>
          </p:nvSpPr>
          <p:spPr>
            <a:xfrm>
              <a:off x="626839" y="2011681"/>
              <a:ext cx="1719459" cy="704030"/>
            </a:xfrm>
            <a:prstGeom prst="rect">
              <a:avLst/>
            </a:prstGeom>
            <a:grpFill/>
            <a:ln>
              <a:noFill/>
            </a:ln>
          </p:spPr>
          <p:txBody>
            <a:bodyPr spcFirstLastPara="1" wrap="square" lIns="0" tIns="0" rIns="0" bIns="0" anchor="t" anchorCtr="0">
              <a:noAutofit/>
            </a:bodyPr>
            <a:lstStyle/>
            <a:p>
              <a:pPr>
                <a:lnSpc>
                  <a:spcPct val="85000"/>
                </a:lnSpc>
              </a:pPr>
              <a:r>
                <a:rPr lang="en-GB" sz="1600" b="1">
                  <a:latin typeface="Calibri" panose="020F0502020204030204" pitchFamily="34" charset="0"/>
                  <a:ea typeface="Calibri" panose="020F0502020204030204" pitchFamily="34" charset="0"/>
                  <a:cs typeface="Calibri" panose="020F0502020204030204" pitchFamily="34" charset="0"/>
                  <a:sym typeface="Helvetica Neue"/>
                </a:rPr>
                <a:t>4</a:t>
              </a:r>
              <a:endParaRPr sz="1600" b="1">
                <a:latin typeface="Calibri" panose="020F0502020204030204" pitchFamily="34" charset="0"/>
                <a:ea typeface="Calibri" panose="020F0502020204030204" pitchFamily="34" charset="0"/>
                <a:cs typeface="Calibri" panose="020F0502020204030204" pitchFamily="34" charset="0"/>
                <a:sym typeface="Helvetica Neue"/>
              </a:endParaRPr>
            </a:p>
            <a:p>
              <a:r>
                <a:rPr lang="en-US" sz="1050" b="1">
                  <a:solidFill>
                    <a:srgbClr val="1B4332"/>
                  </a:solidFill>
                  <a:latin typeface="Calibri" pitchFamily="34" charset="0"/>
                  <a:ea typeface="Calibri" pitchFamily="34" charset="-122"/>
                  <a:cs typeface="Calibri" pitchFamily="34" charset="-120"/>
                </a:rPr>
                <a:t>Higher-Education Certifications</a:t>
              </a:r>
              <a:endParaRPr lang="en-US" sz="1050"/>
            </a:p>
          </p:txBody>
        </p:sp>
      </p:grpSp>
      <p:grpSp>
        <p:nvGrpSpPr>
          <p:cNvPr id="14" name="Google Shape;17954;p2451">
            <a:extLst>
              <a:ext uri="{FF2B5EF4-FFF2-40B4-BE49-F238E27FC236}">
                <a16:creationId xmlns:a16="http://schemas.microsoft.com/office/drawing/2014/main" id="{75F5F7FD-2C1B-4485-F1E3-2BC44CE78A9A}"/>
              </a:ext>
            </a:extLst>
          </p:cNvPr>
          <p:cNvGrpSpPr/>
          <p:nvPr/>
        </p:nvGrpSpPr>
        <p:grpSpPr>
          <a:xfrm>
            <a:off x="3926394" y="1163693"/>
            <a:ext cx="2552029" cy="613689"/>
            <a:chOff x="442912" y="1828800"/>
            <a:chExt cx="1995600" cy="1872900"/>
          </a:xfrm>
          <a:solidFill>
            <a:schemeClr val="accent6"/>
          </a:solidFill>
        </p:grpSpPr>
        <p:sp>
          <p:nvSpPr>
            <p:cNvPr id="15" name="Google Shape;17955;p2451">
              <a:extLst>
                <a:ext uri="{FF2B5EF4-FFF2-40B4-BE49-F238E27FC236}">
                  <a16:creationId xmlns:a16="http://schemas.microsoft.com/office/drawing/2014/main" id="{FFD947AA-3DA5-6D35-4024-A3B41815FBE2}"/>
                </a:ext>
              </a:extLst>
            </p:cNvPr>
            <p:cNvSpPr/>
            <p:nvPr/>
          </p:nvSpPr>
          <p:spPr>
            <a:xfrm>
              <a:off x="442912" y="1828800"/>
              <a:ext cx="1995600" cy="1872900"/>
            </a:xfrm>
            <a:prstGeom prst="rect">
              <a:avLst/>
            </a:prstGeom>
            <a:grpFill/>
            <a:ln>
              <a:noFill/>
            </a:ln>
          </p:spPr>
          <p:txBody>
            <a:bodyPr spcFirstLastPara="1" wrap="square" lIns="0" tIns="0" rIns="0" bIns="0" anchor="ctr" anchorCtr="0">
              <a:noAutofit/>
            </a:bodyPr>
            <a:lstStyle/>
            <a:p>
              <a:pPr algn="ctr"/>
              <a:endParaRPr sz="105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p:txBody>
        </p:sp>
        <p:sp>
          <p:nvSpPr>
            <p:cNvPr id="16" name="Google Shape;17956;p2451">
              <a:extLst>
                <a:ext uri="{FF2B5EF4-FFF2-40B4-BE49-F238E27FC236}">
                  <a16:creationId xmlns:a16="http://schemas.microsoft.com/office/drawing/2014/main" id="{8445C314-12C1-CE0E-7BB5-91238E97826F}"/>
                </a:ext>
              </a:extLst>
            </p:cNvPr>
            <p:cNvSpPr txBox="1"/>
            <p:nvPr/>
          </p:nvSpPr>
          <p:spPr>
            <a:xfrm>
              <a:off x="626838" y="2011680"/>
              <a:ext cx="1716707" cy="606727"/>
            </a:xfrm>
            <a:prstGeom prst="rect">
              <a:avLst/>
            </a:prstGeom>
            <a:grpFill/>
            <a:ln>
              <a:noFill/>
            </a:ln>
          </p:spPr>
          <p:txBody>
            <a:bodyPr spcFirstLastPara="1" wrap="square" lIns="0" tIns="0" rIns="0" bIns="0" anchor="t" anchorCtr="0">
              <a:noAutofit/>
            </a:bodyPr>
            <a:lstStyle/>
            <a:p>
              <a:pPr>
                <a:lnSpc>
                  <a:spcPct val="85000"/>
                </a:lnSpc>
              </a:pPr>
              <a:r>
                <a:rPr lang="en-GB" sz="1600" b="1">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rPr>
                <a:t>2</a:t>
              </a:r>
              <a:endParaRPr sz="1600" b="1">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a:p>
              <a:r>
                <a:rPr lang="en-US" sz="1050" b="1">
                  <a:solidFill>
                    <a:schemeClr val="bg1"/>
                  </a:solidFill>
                  <a:latin typeface="Calibri" pitchFamily="34" charset="0"/>
                  <a:ea typeface="Calibri" pitchFamily="34" charset="-122"/>
                  <a:cs typeface="Calibri" pitchFamily="34" charset="-120"/>
                </a:rPr>
                <a:t>OpenAI Academy + MeitY</a:t>
              </a:r>
              <a:endParaRPr lang="en-US" sz="1050">
                <a:solidFill>
                  <a:schemeClr val="bg1"/>
                </a:solidFill>
              </a:endParaRPr>
            </a:p>
          </p:txBody>
        </p:sp>
      </p:grpSp>
      <p:sp>
        <p:nvSpPr>
          <p:cNvPr id="17" name="Google Shape;17940;p2451">
            <a:extLst>
              <a:ext uri="{FF2B5EF4-FFF2-40B4-BE49-F238E27FC236}">
                <a16:creationId xmlns:a16="http://schemas.microsoft.com/office/drawing/2014/main" id="{D8452471-2048-313D-46C4-DF6F4370DB4C}"/>
              </a:ext>
            </a:extLst>
          </p:cNvPr>
          <p:cNvSpPr txBox="1">
            <a:spLocks/>
          </p:cNvSpPr>
          <p:nvPr/>
        </p:nvSpPr>
        <p:spPr>
          <a:xfrm>
            <a:off x="1260404" y="1685330"/>
            <a:ext cx="2552032" cy="1141313"/>
          </a:xfrm>
          <a:prstGeom prst="rect">
            <a:avLst/>
          </a:prstGeom>
          <a:solidFill>
            <a:schemeClr val="bg1"/>
          </a:solidFill>
          <a:ln w="3175">
            <a:solidFill>
              <a:schemeClr val="bg1">
                <a:lumMod val="95000"/>
              </a:schemeClr>
            </a:solidFill>
          </a:ln>
        </p:spPr>
        <p:txBody>
          <a:bodyPr spcFirstLastPara="1" vert="horz" wrap="square" lIns="0" tIns="0" rIns="0" bIns="0" rtlCol="0" anchor="ctr" anchorCtr="0">
            <a:noAutofit/>
          </a:bodyPr>
          <a:lstStyle>
            <a:lvl1pPr marL="342900" lvl="0" indent="-238125" algn="l" defTabSz="914400" rtl="0" eaLnBrk="1" latinLnBrk="0" hangingPunct="1">
              <a:lnSpc>
                <a:spcPct val="100000"/>
              </a:lnSpc>
              <a:spcBef>
                <a:spcPts val="0"/>
              </a:spcBef>
              <a:spcAft>
                <a:spcPts val="0"/>
              </a:spcAft>
              <a:buClr>
                <a:schemeClr val="dk1"/>
              </a:buClr>
              <a:buSzPts val="1400"/>
              <a:buFont typeface="Arial" pitchFamily="34" charset="0"/>
              <a:buChar char="•"/>
              <a:defRPr sz="1050" kern="1200">
                <a:solidFill>
                  <a:schemeClr val="accent1"/>
                </a:solidFill>
                <a:latin typeface="+mn-lt"/>
                <a:ea typeface="+mn-ea"/>
                <a:cs typeface="+mn-cs"/>
              </a:defRPr>
            </a:lvl1pPr>
            <a:lvl2pPr marL="685800" lvl="1"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2pPr>
            <a:lvl3pPr marL="1028700" lvl="2"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3pPr>
            <a:lvl4pPr marL="1371600" lvl="3"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4pPr>
            <a:lvl5pPr marL="1714500" lvl="4"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5pPr>
            <a:lvl6pPr marL="2057400" lvl="5"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6pPr>
            <a:lvl7pPr marL="2400300" lvl="6"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7pPr>
            <a:lvl8pPr marL="2743200" lvl="7"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8pPr>
            <a:lvl9pPr marL="3086100" lvl="8" indent="-238125" algn="l" defTabSz="914400" rtl="0" eaLnBrk="1" latinLnBrk="0" hangingPunct="1">
              <a:lnSpc>
                <a:spcPct val="100000"/>
              </a:lnSpc>
              <a:spcBef>
                <a:spcPts val="450"/>
              </a:spcBef>
              <a:spcAft>
                <a:spcPts val="450"/>
              </a:spcAft>
              <a:buClr>
                <a:schemeClr val="dk1"/>
              </a:buClr>
              <a:buSzPts val="1400"/>
              <a:buFont typeface="Arial" pitchFamily="34" charset="0"/>
              <a:buChar char="•"/>
              <a:defRPr sz="1050" kern="1200">
                <a:solidFill>
                  <a:schemeClr val="tx1"/>
                </a:solidFill>
                <a:latin typeface="+mn-lt"/>
                <a:ea typeface="+mn-ea"/>
                <a:cs typeface="+mn-cs"/>
              </a:defRPr>
            </a:lvl9pPr>
          </a:lstStyle>
          <a:p>
            <a:pPr marL="0" indent="0">
              <a:buNone/>
            </a:pPr>
            <a:r>
              <a:rPr lang="en-US">
                <a:solidFill>
                  <a:srgbClr val="1F2937"/>
                </a:solidFill>
                <a:latin typeface="Calibri" pitchFamily="34" charset="0"/>
                <a:ea typeface="Calibri" pitchFamily="34" charset="-122"/>
                <a:cs typeface="Calibri" pitchFamily="34" charset="-120"/>
              </a:rPr>
              <a:t>AI-ready data-</a:t>
            </a:r>
            <a:r>
              <a:rPr lang="en-US" err="1">
                <a:solidFill>
                  <a:srgbClr val="1F2937"/>
                </a:solidFill>
                <a:latin typeface="Calibri" pitchFamily="34" charset="0"/>
                <a:ea typeface="Calibri" pitchFamily="34" charset="-122"/>
                <a:cs typeface="Calibri" pitchFamily="34" charset="-120"/>
              </a:rPr>
              <a:t>centre</a:t>
            </a:r>
            <a:r>
              <a:rPr lang="en-US">
                <a:solidFill>
                  <a:srgbClr val="1F2937"/>
                </a:solidFill>
                <a:latin typeface="Calibri" pitchFamily="34" charset="0"/>
                <a:ea typeface="Calibri" pitchFamily="34" charset="-122"/>
                <a:cs typeface="Calibri" pitchFamily="34" charset="-120"/>
              </a:rPr>
              <a:t> capacity via TCS's </a:t>
            </a:r>
            <a:r>
              <a:rPr lang="en-US" err="1">
                <a:solidFill>
                  <a:srgbClr val="1F2937"/>
                </a:solidFill>
                <a:latin typeface="Calibri" pitchFamily="34" charset="0"/>
                <a:ea typeface="Calibri" pitchFamily="34" charset="-122"/>
                <a:cs typeface="Calibri" pitchFamily="34" charset="-120"/>
              </a:rPr>
              <a:t>HyperVault</a:t>
            </a:r>
            <a:r>
              <a:rPr lang="en-US">
                <a:solidFill>
                  <a:srgbClr val="1F2937"/>
                </a:solidFill>
                <a:latin typeface="Calibri" pitchFamily="34" charset="0"/>
                <a:ea typeface="Calibri" pitchFamily="34" charset="-122"/>
                <a:cs typeface="Calibri" pitchFamily="34" charset="-120"/>
              </a:rPr>
              <a:t> (100MW scaling to 1GW) for data residency and government-grade workloads; ChatGPT Enterprise for Tata/TCS staff.</a:t>
            </a:r>
            <a:endParaRPr lang="en-US"/>
          </a:p>
        </p:txBody>
      </p:sp>
      <p:grpSp>
        <p:nvGrpSpPr>
          <p:cNvPr id="21" name="Google Shape;17935;p2451">
            <a:extLst>
              <a:ext uri="{FF2B5EF4-FFF2-40B4-BE49-F238E27FC236}">
                <a16:creationId xmlns:a16="http://schemas.microsoft.com/office/drawing/2014/main" id="{45E31621-E180-E8F4-AFD0-6242F89CDBCC}"/>
              </a:ext>
            </a:extLst>
          </p:cNvPr>
          <p:cNvGrpSpPr/>
          <p:nvPr/>
        </p:nvGrpSpPr>
        <p:grpSpPr>
          <a:xfrm rot="16200000">
            <a:off x="-36541" y="1767972"/>
            <a:ext cx="1670338" cy="461777"/>
            <a:chOff x="442912" y="1828799"/>
            <a:chExt cx="1995600" cy="1872900"/>
          </a:xfrm>
          <a:solidFill>
            <a:schemeClr val="bg1">
              <a:lumMod val="65000"/>
            </a:schemeClr>
          </a:solidFill>
        </p:grpSpPr>
        <p:sp>
          <p:nvSpPr>
            <p:cNvPr id="22" name="Google Shape;17936;p2451">
              <a:extLst>
                <a:ext uri="{FF2B5EF4-FFF2-40B4-BE49-F238E27FC236}">
                  <a16:creationId xmlns:a16="http://schemas.microsoft.com/office/drawing/2014/main" id="{D2F4B004-3810-95F7-1CDF-FDC48894AFB1}"/>
                </a:ext>
              </a:extLst>
            </p:cNvPr>
            <p:cNvSpPr/>
            <p:nvPr/>
          </p:nvSpPr>
          <p:spPr>
            <a:xfrm>
              <a:off x="442912" y="1828799"/>
              <a:ext cx="1995600" cy="1872900"/>
            </a:xfrm>
            <a:prstGeom prst="rect">
              <a:avLst/>
            </a:prstGeom>
            <a:grpFill/>
            <a:ln>
              <a:noFill/>
            </a:ln>
          </p:spPr>
          <p:txBody>
            <a:bodyPr spcFirstLastPara="1" wrap="square" lIns="0" tIns="0" rIns="0" bIns="0" anchor="ctr" anchorCtr="0">
              <a:noAutofit/>
            </a:bodyPr>
            <a:lstStyle/>
            <a:p>
              <a:pPr algn="ctr"/>
              <a:endParaRPr sz="1000">
                <a:solidFill>
                  <a:schemeClr val="lt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23" name="Google Shape;17937;p2451">
              <a:extLst>
                <a:ext uri="{FF2B5EF4-FFF2-40B4-BE49-F238E27FC236}">
                  <a16:creationId xmlns:a16="http://schemas.microsoft.com/office/drawing/2014/main" id="{DF008070-7A9C-A5EC-BCB0-A97882F48BB2}"/>
                </a:ext>
              </a:extLst>
            </p:cNvPr>
            <p:cNvSpPr txBox="1"/>
            <p:nvPr/>
          </p:nvSpPr>
          <p:spPr>
            <a:xfrm>
              <a:off x="620169" y="2011699"/>
              <a:ext cx="1634183" cy="1508701"/>
            </a:xfrm>
            <a:prstGeom prst="rect">
              <a:avLst/>
            </a:prstGeom>
            <a:grpFill/>
            <a:ln>
              <a:noFill/>
            </a:ln>
          </p:spPr>
          <p:txBody>
            <a:bodyPr spcFirstLastPara="1" wrap="square" lIns="0" tIns="0" rIns="0" bIns="0" anchor="ctr" anchorCtr="0">
              <a:noAutofit/>
            </a:bodyPr>
            <a:lstStyle/>
            <a:p>
              <a:pPr algn="ctr">
                <a:lnSpc>
                  <a:spcPct val="85000"/>
                </a:lnSpc>
              </a:pPr>
              <a:r>
                <a:rPr lang="en-US" sz="100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rPr>
                <a:t>Collaboration Activities</a:t>
              </a:r>
              <a:endParaRPr sz="100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p:txBody>
        </p:sp>
      </p:grpSp>
      <p:sp>
        <p:nvSpPr>
          <p:cNvPr id="24" name="Google Shape;17940;p2451">
            <a:extLst>
              <a:ext uri="{FF2B5EF4-FFF2-40B4-BE49-F238E27FC236}">
                <a16:creationId xmlns:a16="http://schemas.microsoft.com/office/drawing/2014/main" id="{F04E21AE-F109-FAA0-ED43-4BD5F04B2D66}"/>
              </a:ext>
            </a:extLst>
          </p:cNvPr>
          <p:cNvSpPr txBox="1">
            <a:spLocks/>
          </p:cNvSpPr>
          <p:nvPr/>
        </p:nvSpPr>
        <p:spPr>
          <a:xfrm>
            <a:off x="3934074" y="1701968"/>
            <a:ext cx="2540971" cy="1126030"/>
          </a:xfrm>
          <a:prstGeom prst="rect">
            <a:avLst/>
          </a:prstGeom>
          <a:solidFill>
            <a:schemeClr val="bg1"/>
          </a:solidFill>
          <a:ln w="3175">
            <a:solidFill>
              <a:schemeClr val="bg1">
                <a:lumMod val="95000"/>
              </a:schemeClr>
            </a:solidFill>
          </a:ln>
        </p:spPr>
        <p:txBody>
          <a:bodyPr spcFirstLastPara="1" vert="horz" wrap="square" lIns="0" tIns="0" rIns="0" bIns="0" rtlCol="0" anchor="ctr" anchorCtr="0">
            <a:noAutofit/>
          </a:bodyPr>
          <a:lstStyle>
            <a:lvl1pPr marL="342900" lvl="0" indent="-238125" algn="l" defTabSz="914400" rtl="0" eaLnBrk="1" latinLnBrk="0" hangingPunct="1">
              <a:lnSpc>
                <a:spcPct val="100000"/>
              </a:lnSpc>
              <a:spcBef>
                <a:spcPts val="0"/>
              </a:spcBef>
              <a:spcAft>
                <a:spcPts val="0"/>
              </a:spcAft>
              <a:buClr>
                <a:schemeClr val="dk1"/>
              </a:buClr>
              <a:buSzPts val="1400"/>
              <a:buFont typeface="Arial" pitchFamily="34" charset="0"/>
              <a:buChar char="•"/>
              <a:defRPr sz="1050" kern="1200">
                <a:solidFill>
                  <a:schemeClr val="accent1"/>
                </a:solidFill>
                <a:latin typeface="+mn-lt"/>
                <a:ea typeface="+mn-ea"/>
                <a:cs typeface="+mn-cs"/>
              </a:defRPr>
            </a:lvl1pPr>
            <a:lvl2pPr marL="685800" lvl="1"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2pPr>
            <a:lvl3pPr marL="1028700" lvl="2"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3pPr>
            <a:lvl4pPr marL="1371600" lvl="3"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4pPr>
            <a:lvl5pPr marL="1714500" lvl="4"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5pPr>
            <a:lvl6pPr marL="2057400" lvl="5"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6pPr>
            <a:lvl7pPr marL="2400300" lvl="6"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7pPr>
            <a:lvl8pPr marL="2743200" lvl="7"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8pPr>
            <a:lvl9pPr marL="3086100" lvl="8" indent="-238125" algn="l" defTabSz="914400" rtl="0" eaLnBrk="1" latinLnBrk="0" hangingPunct="1">
              <a:lnSpc>
                <a:spcPct val="100000"/>
              </a:lnSpc>
              <a:spcBef>
                <a:spcPts val="450"/>
              </a:spcBef>
              <a:spcAft>
                <a:spcPts val="450"/>
              </a:spcAft>
              <a:buClr>
                <a:schemeClr val="dk1"/>
              </a:buClr>
              <a:buSzPts val="1400"/>
              <a:buFont typeface="Arial" pitchFamily="34" charset="0"/>
              <a:buChar char="•"/>
              <a:defRPr sz="1050" kern="1200">
                <a:solidFill>
                  <a:schemeClr val="tx1"/>
                </a:solidFill>
                <a:latin typeface="+mn-lt"/>
                <a:ea typeface="+mn-ea"/>
                <a:cs typeface="+mn-cs"/>
              </a:defRPr>
            </a:lvl9pPr>
          </a:lstStyle>
          <a:p>
            <a:pPr marL="0" indent="0">
              <a:buNone/>
            </a:pPr>
            <a:r>
              <a:rPr lang="en-US">
                <a:solidFill>
                  <a:srgbClr val="1F2937"/>
                </a:solidFill>
                <a:latin typeface="Calibri" pitchFamily="34" charset="0"/>
                <a:ea typeface="Calibri" pitchFamily="34" charset="-122"/>
                <a:cs typeface="Calibri" pitchFamily="34" charset="-120"/>
              </a:rPr>
              <a:t>Nationwide AI-literacy program run in partnership with the Ministry of Electronics &amp; Information Technology.</a:t>
            </a:r>
            <a:endParaRPr lang="en-US"/>
          </a:p>
        </p:txBody>
      </p:sp>
      <p:sp>
        <p:nvSpPr>
          <p:cNvPr id="25" name="Google Shape;17940;p2451">
            <a:extLst>
              <a:ext uri="{FF2B5EF4-FFF2-40B4-BE49-F238E27FC236}">
                <a16:creationId xmlns:a16="http://schemas.microsoft.com/office/drawing/2014/main" id="{5724F758-F218-F689-B5D8-B60913A50E7B}"/>
              </a:ext>
            </a:extLst>
          </p:cNvPr>
          <p:cNvSpPr txBox="1">
            <a:spLocks/>
          </p:cNvSpPr>
          <p:nvPr/>
        </p:nvSpPr>
        <p:spPr>
          <a:xfrm>
            <a:off x="6523520" y="1688837"/>
            <a:ext cx="2552030" cy="1138085"/>
          </a:xfrm>
          <a:prstGeom prst="rect">
            <a:avLst/>
          </a:prstGeom>
          <a:solidFill>
            <a:schemeClr val="bg1"/>
          </a:solidFill>
          <a:ln w="3175">
            <a:solidFill>
              <a:schemeClr val="bg1">
                <a:lumMod val="95000"/>
              </a:schemeClr>
            </a:solidFill>
          </a:ln>
        </p:spPr>
        <p:txBody>
          <a:bodyPr spcFirstLastPara="1" vert="horz" wrap="square" lIns="0" tIns="0" rIns="0" bIns="0" rtlCol="0" anchor="ctr" anchorCtr="0">
            <a:noAutofit/>
          </a:bodyPr>
          <a:lstStyle>
            <a:lvl1pPr marL="342900" lvl="0" indent="-238125" algn="l" defTabSz="914400" rtl="0" eaLnBrk="1" latinLnBrk="0" hangingPunct="1">
              <a:lnSpc>
                <a:spcPct val="100000"/>
              </a:lnSpc>
              <a:spcBef>
                <a:spcPts val="0"/>
              </a:spcBef>
              <a:spcAft>
                <a:spcPts val="0"/>
              </a:spcAft>
              <a:buClr>
                <a:schemeClr val="dk1"/>
              </a:buClr>
              <a:buSzPts val="1400"/>
              <a:buFont typeface="Arial" pitchFamily="34" charset="0"/>
              <a:buChar char="•"/>
              <a:defRPr sz="1050" kern="1200">
                <a:solidFill>
                  <a:schemeClr val="accent1"/>
                </a:solidFill>
                <a:latin typeface="+mn-lt"/>
                <a:ea typeface="+mn-ea"/>
                <a:cs typeface="+mn-cs"/>
              </a:defRPr>
            </a:lvl1pPr>
            <a:lvl2pPr marL="685800" lvl="1"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2pPr>
            <a:lvl3pPr marL="1028700" lvl="2"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3pPr>
            <a:lvl4pPr marL="1371600" lvl="3"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4pPr>
            <a:lvl5pPr marL="1714500" lvl="4"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5pPr>
            <a:lvl6pPr marL="2057400" lvl="5"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6pPr>
            <a:lvl7pPr marL="2400300" lvl="6"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7pPr>
            <a:lvl8pPr marL="2743200" lvl="7"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8pPr>
            <a:lvl9pPr marL="3086100" lvl="8" indent="-238125" algn="l" defTabSz="914400" rtl="0" eaLnBrk="1" latinLnBrk="0" hangingPunct="1">
              <a:lnSpc>
                <a:spcPct val="100000"/>
              </a:lnSpc>
              <a:spcBef>
                <a:spcPts val="450"/>
              </a:spcBef>
              <a:spcAft>
                <a:spcPts val="450"/>
              </a:spcAft>
              <a:buClr>
                <a:schemeClr val="dk1"/>
              </a:buClr>
              <a:buSzPts val="1400"/>
              <a:buFont typeface="Arial" pitchFamily="34" charset="0"/>
              <a:buChar char="•"/>
              <a:defRPr sz="1050" kern="1200">
                <a:solidFill>
                  <a:schemeClr val="tx1"/>
                </a:solidFill>
                <a:latin typeface="+mn-lt"/>
                <a:ea typeface="+mn-ea"/>
                <a:cs typeface="+mn-cs"/>
              </a:defRPr>
            </a:lvl9pPr>
          </a:lstStyle>
          <a:p>
            <a:pPr marL="0" indent="0">
              <a:buNone/>
            </a:pPr>
            <a:r>
              <a:rPr lang="en-US">
                <a:solidFill>
                  <a:srgbClr val="1F2937"/>
                </a:solidFill>
                <a:latin typeface="Calibri" pitchFamily="34" charset="0"/>
                <a:ea typeface="Calibri" pitchFamily="34" charset="-122"/>
                <a:cs typeface="Calibri" pitchFamily="34" charset="-120"/>
              </a:rPr>
              <a:t>Approx. 500,000 ChatGPT licenses for teachers/students via the Ministry of Education (Classes 1-12), AICTE technical institutes, and ARISE schools; $500K research grant to IIT Madras.</a:t>
            </a:r>
            <a:endParaRPr lang="en-US"/>
          </a:p>
        </p:txBody>
      </p:sp>
      <p:sp>
        <p:nvSpPr>
          <p:cNvPr id="26" name="Google Shape;17940;p2451">
            <a:extLst>
              <a:ext uri="{FF2B5EF4-FFF2-40B4-BE49-F238E27FC236}">
                <a16:creationId xmlns:a16="http://schemas.microsoft.com/office/drawing/2014/main" id="{03D227F2-9989-DF3D-CADB-AC7A71A0108F}"/>
              </a:ext>
            </a:extLst>
          </p:cNvPr>
          <p:cNvSpPr txBox="1">
            <a:spLocks/>
          </p:cNvSpPr>
          <p:nvPr/>
        </p:nvSpPr>
        <p:spPr>
          <a:xfrm>
            <a:off x="9139197" y="1695945"/>
            <a:ext cx="2540969" cy="1138085"/>
          </a:xfrm>
          <a:prstGeom prst="rect">
            <a:avLst/>
          </a:prstGeom>
          <a:solidFill>
            <a:schemeClr val="bg1"/>
          </a:solidFill>
          <a:ln w="3175">
            <a:solidFill>
              <a:schemeClr val="bg1">
                <a:lumMod val="95000"/>
              </a:schemeClr>
            </a:solidFill>
          </a:ln>
        </p:spPr>
        <p:txBody>
          <a:bodyPr spcFirstLastPara="1" vert="horz" wrap="square" lIns="0" tIns="0" rIns="0" bIns="0" rtlCol="0" anchor="ctr" anchorCtr="0">
            <a:noAutofit/>
          </a:bodyPr>
          <a:lstStyle>
            <a:lvl1pPr marL="342900" lvl="0" indent="-238125" algn="l" defTabSz="914400" rtl="0" eaLnBrk="1" latinLnBrk="0" hangingPunct="1">
              <a:lnSpc>
                <a:spcPct val="100000"/>
              </a:lnSpc>
              <a:spcBef>
                <a:spcPts val="0"/>
              </a:spcBef>
              <a:spcAft>
                <a:spcPts val="0"/>
              </a:spcAft>
              <a:buClr>
                <a:schemeClr val="dk1"/>
              </a:buClr>
              <a:buSzPts val="1400"/>
              <a:buFont typeface="Arial" pitchFamily="34" charset="0"/>
              <a:buChar char="•"/>
              <a:defRPr sz="1050" kern="1200">
                <a:solidFill>
                  <a:schemeClr val="accent1"/>
                </a:solidFill>
                <a:latin typeface="+mn-lt"/>
                <a:ea typeface="+mn-ea"/>
                <a:cs typeface="+mn-cs"/>
              </a:defRPr>
            </a:lvl1pPr>
            <a:lvl2pPr marL="685800" lvl="1"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2pPr>
            <a:lvl3pPr marL="1028700" lvl="2"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3pPr>
            <a:lvl4pPr marL="1371600" lvl="3"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4pPr>
            <a:lvl5pPr marL="1714500" lvl="4"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5pPr>
            <a:lvl6pPr marL="2057400" lvl="5"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6pPr>
            <a:lvl7pPr marL="2400300" lvl="6"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7pPr>
            <a:lvl8pPr marL="2743200" lvl="7"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8pPr>
            <a:lvl9pPr marL="3086100" lvl="8" indent="-238125" algn="l" defTabSz="914400" rtl="0" eaLnBrk="1" latinLnBrk="0" hangingPunct="1">
              <a:lnSpc>
                <a:spcPct val="100000"/>
              </a:lnSpc>
              <a:spcBef>
                <a:spcPts val="450"/>
              </a:spcBef>
              <a:spcAft>
                <a:spcPts val="450"/>
              </a:spcAft>
              <a:buClr>
                <a:schemeClr val="dk1"/>
              </a:buClr>
              <a:buSzPts val="1400"/>
              <a:buFont typeface="Arial" pitchFamily="34" charset="0"/>
              <a:buChar char="•"/>
              <a:defRPr sz="1050" kern="1200">
                <a:solidFill>
                  <a:schemeClr val="tx1"/>
                </a:solidFill>
                <a:latin typeface="+mn-lt"/>
                <a:ea typeface="+mn-ea"/>
                <a:cs typeface="+mn-cs"/>
              </a:defRPr>
            </a:lvl9pPr>
          </a:lstStyle>
          <a:p>
            <a:pPr marL="0" indent="0">
              <a:buNone/>
            </a:pPr>
            <a:r>
              <a:rPr lang="en-US">
                <a:solidFill>
                  <a:srgbClr val="1F2937"/>
                </a:solidFill>
                <a:latin typeface="Calibri" pitchFamily="34" charset="0"/>
                <a:ea typeface="Calibri" pitchFamily="34" charset="-122"/>
                <a:cs typeface="Calibri" pitchFamily="34" charset="-120"/>
              </a:rPr>
              <a:t>100,000+ ChatGPT Edu licenses with IIM Ahmedabad, AIIMS Delhi, Manipal, UPES &amp; Pearl Academy; OpenAI Certifications rolling out with TCS.</a:t>
            </a:r>
            <a:endParaRPr lang="en-US"/>
          </a:p>
        </p:txBody>
      </p:sp>
      <p:graphicFrame>
        <p:nvGraphicFramePr>
          <p:cNvPr id="18" name="Table 0">
            <a:extLst>
              <a:ext uri="{FF2B5EF4-FFF2-40B4-BE49-F238E27FC236}">
                <a16:creationId xmlns:a16="http://schemas.microsoft.com/office/drawing/2014/main" id="{1FE960CD-65F8-0A05-8B9A-53C4D773296E}"/>
              </a:ext>
            </a:extLst>
          </p:cNvPr>
          <p:cNvGraphicFramePr>
            <a:graphicFrameLocks noGrp="1"/>
          </p:cNvGraphicFramePr>
          <p:nvPr/>
        </p:nvGraphicFramePr>
        <p:xfrm>
          <a:off x="612834" y="3035197"/>
          <a:ext cx="11039301" cy="1031240"/>
        </p:xfrm>
        <a:graphic>
          <a:graphicData uri="http://schemas.openxmlformats.org/drawingml/2006/table">
            <a:tbl>
              <a:tblPr/>
              <a:tblGrid>
                <a:gridCol w="3369137">
                  <a:extLst>
                    <a:ext uri="{9D8B030D-6E8A-4147-A177-3AD203B41FA5}">
                      <a16:colId xmlns:a16="http://schemas.microsoft.com/office/drawing/2014/main" val="20000"/>
                    </a:ext>
                  </a:extLst>
                </a:gridCol>
                <a:gridCol w="2795668">
                  <a:extLst>
                    <a:ext uri="{9D8B030D-6E8A-4147-A177-3AD203B41FA5}">
                      <a16:colId xmlns:a16="http://schemas.microsoft.com/office/drawing/2014/main" val="20001"/>
                    </a:ext>
                  </a:extLst>
                </a:gridCol>
                <a:gridCol w="4874496">
                  <a:extLst>
                    <a:ext uri="{9D8B030D-6E8A-4147-A177-3AD203B41FA5}">
                      <a16:colId xmlns:a16="http://schemas.microsoft.com/office/drawing/2014/main" val="20002"/>
                    </a:ext>
                  </a:extLst>
                </a:gridCol>
              </a:tblGrid>
              <a:tr h="0">
                <a:tc>
                  <a:txBody>
                    <a:bodyPr/>
                    <a:lstStyle/>
                    <a:p>
                      <a:pPr marL="0" indent="0">
                        <a:buNone/>
                      </a:pPr>
                      <a:r>
                        <a:rPr lang="en-US" sz="1100" b="1">
                          <a:solidFill>
                            <a:srgbClr val="FFFFFF"/>
                          </a:solidFill>
                        </a:rPr>
                        <a:t>Use Case</a:t>
                      </a:r>
                      <a:endParaRPr lang="en-US" sz="110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3"/>
                    </a:solidFill>
                  </a:tcPr>
                </a:tc>
                <a:tc>
                  <a:txBody>
                    <a:bodyPr/>
                    <a:lstStyle/>
                    <a:p>
                      <a:pPr marL="0" indent="0">
                        <a:buNone/>
                      </a:pPr>
                      <a:r>
                        <a:rPr lang="en-US" sz="1100" b="1">
                          <a:solidFill>
                            <a:srgbClr val="FFFFFF"/>
                          </a:solidFill>
                        </a:rPr>
                        <a:t>Sector / Department</a:t>
                      </a:r>
                      <a:endParaRPr lang="en-US" sz="110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3"/>
                    </a:solidFill>
                  </a:tcPr>
                </a:tc>
                <a:tc>
                  <a:txBody>
                    <a:bodyPr/>
                    <a:lstStyle/>
                    <a:p>
                      <a:pPr marL="0" indent="0">
                        <a:buNone/>
                      </a:pPr>
                      <a:r>
                        <a:rPr lang="en-US" sz="1100" b="1">
                          <a:solidFill>
                            <a:srgbClr val="FFFFFF"/>
                          </a:solidFill>
                        </a:rPr>
                        <a:t>Outcome / Scale</a:t>
                      </a:r>
                      <a:endParaRPr lang="en-US" sz="110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3"/>
                    </a:solidFill>
                  </a:tcPr>
                </a:tc>
                <a:extLst>
                  <a:ext uri="{0D108BD9-81ED-4DB2-BD59-A6C34878D82A}">
                    <a16:rowId xmlns:a16="http://schemas.microsoft.com/office/drawing/2014/main" val="10000"/>
                  </a:ext>
                </a:extLst>
              </a:tr>
              <a:tr h="186774">
                <a:tc>
                  <a:txBody>
                    <a:bodyPr/>
                    <a:lstStyle/>
                    <a:p>
                      <a:pPr marL="0" indent="0">
                        <a:buNone/>
                      </a:pPr>
                      <a:r>
                        <a:rPr lang="en-US" sz="1000" b="1">
                          <a:solidFill>
                            <a:srgbClr val="222A28"/>
                          </a:solidFill>
                        </a:rPr>
                        <a:t>Local Language AI Assistants</a:t>
                      </a:r>
                      <a:endParaRPr lang="en-US" sz="100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US" sz="950" i="0">
                          <a:solidFill>
                            <a:srgbClr val="5B6670"/>
                          </a:solidFill>
                        </a:rPr>
                        <a:t>Govt. of Odisha</a:t>
                      </a:r>
                      <a:endParaRPr lang="en-US" sz="950" i="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IN" sz="950" kern="1200">
                          <a:solidFill>
                            <a:srgbClr val="222A28"/>
                          </a:solidFill>
                          <a:latin typeface="+mn-lt"/>
                          <a:ea typeface="+mn-ea"/>
                          <a:cs typeface="+mn-cs"/>
                        </a:rPr>
                        <a:t>Government AI training, public administration pilots, Odia-language AI applications</a:t>
                      </a:r>
                      <a:endParaRPr lang="en-US" sz="950" kern="1200">
                        <a:solidFill>
                          <a:srgbClr val="222A28"/>
                        </a:solidFill>
                        <a:latin typeface="+mn-lt"/>
                        <a:ea typeface="+mn-ea"/>
                        <a:cs typeface="+mn-cs"/>
                      </a:endParaRPr>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186774">
                <a:tc>
                  <a:txBody>
                    <a:bodyPr/>
                    <a:lstStyle/>
                    <a:p>
                      <a:pPr marL="0" indent="0">
                        <a:buNone/>
                      </a:pPr>
                      <a:r>
                        <a:rPr lang="en-US" sz="1000" b="1">
                          <a:solidFill>
                            <a:srgbClr val="222A28"/>
                          </a:solidFill>
                        </a:rPr>
                        <a:t>OpenAI Academy</a:t>
                      </a:r>
                      <a:endParaRPr lang="en-US" sz="100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US" sz="950" i="0">
                          <a:solidFill>
                            <a:srgbClr val="5B6670"/>
                          </a:solidFill>
                        </a:rPr>
                        <a:t>Ministry of Electronics &amp; IT (MeitY)</a:t>
                      </a:r>
                      <a:endParaRPr lang="en-US" sz="950" i="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US" sz="950" kern="1200">
                          <a:solidFill>
                            <a:srgbClr val="222A28"/>
                          </a:solidFill>
                          <a:latin typeface="+mn-lt"/>
                          <a:ea typeface="+mn-ea"/>
                          <a:cs typeface="+mn-cs"/>
                        </a:rPr>
                        <a:t>Nationwide AI-literacy program</a:t>
                      </a:r>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5"/>
                  </a:ext>
                </a:extLst>
              </a:tr>
              <a:tr h="186774">
                <a:tc>
                  <a:txBody>
                    <a:bodyPr/>
                    <a:lstStyle/>
                    <a:p>
                      <a:pPr marL="0" indent="0">
                        <a:buNone/>
                      </a:pPr>
                      <a:r>
                        <a:rPr lang="en-US" sz="1000" b="1">
                          <a:solidFill>
                            <a:srgbClr val="222A28"/>
                          </a:solidFill>
                        </a:rPr>
                        <a:t>ChatGPT Edu partnerships</a:t>
                      </a:r>
                      <a:endParaRPr lang="en-US" sz="100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US" sz="950" i="0">
                          <a:solidFill>
                            <a:srgbClr val="5B6670"/>
                          </a:solidFill>
                        </a:rPr>
                        <a:t>Higher education</a:t>
                      </a:r>
                      <a:endParaRPr lang="en-US" sz="950" i="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US" sz="950">
                          <a:solidFill>
                            <a:srgbClr val="222A28"/>
                          </a:solidFill>
                        </a:rPr>
                        <a:t>100,000+ licenses across IIM-A, AIIMS Delhi, Manipal, UPES, Pearl Academy</a:t>
                      </a:r>
                      <a:endParaRPr lang="en-US" sz="95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88921494"/>
                  </a:ext>
                </a:extLst>
              </a:tr>
            </a:tbl>
          </a:graphicData>
        </a:graphic>
      </p:graphicFrame>
      <p:sp>
        <p:nvSpPr>
          <p:cNvPr id="2" name="Text 28">
            <a:extLst>
              <a:ext uri="{FF2B5EF4-FFF2-40B4-BE49-F238E27FC236}">
                <a16:creationId xmlns:a16="http://schemas.microsoft.com/office/drawing/2014/main" id="{1A9FADA9-110D-DF83-390B-2B6A19231DC7}"/>
              </a:ext>
            </a:extLst>
          </p:cNvPr>
          <p:cNvSpPr/>
          <p:nvPr/>
        </p:nvSpPr>
        <p:spPr>
          <a:xfrm>
            <a:off x="457200" y="4892040"/>
            <a:ext cx="5486400" cy="274320"/>
          </a:xfrm>
          <a:prstGeom prst="rect">
            <a:avLst/>
          </a:prstGeom>
          <a:noFill/>
          <a:ln/>
        </p:spPr>
        <p:txBody>
          <a:bodyPr wrap="square" lIns="0" tIns="0" rIns="0" bIns="0" rtlCol="0" anchor="ctr"/>
          <a:lstStyle/>
          <a:p>
            <a:pPr marL="0" indent="0">
              <a:buNone/>
            </a:pPr>
            <a:r>
              <a:rPr lang="en-US" sz="1050" b="1" kern="0" spc="150">
                <a:solidFill>
                  <a:srgbClr val="5B6670"/>
                </a:solidFill>
                <a:latin typeface="Calibri" pitchFamily="34" charset="0"/>
                <a:ea typeface="Calibri" pitchFamily="34" charset="-122"/>
                <a:cs typeface="Calibri" pitchFamily="34" charset="-120"/>
              </a:rPr>
              <a:t>STRATEGIC PILLARS</a:t>
            </a:r>
            <a:endParaRPr lang="en-US" sz="1050"/>
          </a:p>
        </p:txBody>
      </p:sp>
      <p:sp>
        <p:nvSpPr>
          <p:cNvPr id="19" name="Shape 29">
            <a:extLst>
              <a:ext uri="{FF2B5EF4-FFF2-40B4-BE49-F238E27FC236}">
                <a16:creationId xmlns:a16="http://schemas.microsoft.com/office/drawing/2014/main" id="{CEE11AC7-DF47-02F3-811F-9593DA87A6A0}"/>
              </a:ext>
            </a:extLst>
          </p:cNvPr>
          <p:cNvSpPr/>
          <p:nvPr/>
        </p:nvSpPr>
        <p:spPr>
          <a:xfrm>
            <a:off x="457200" y="5193792"/>
            <a:ext cx="11274552" cy="0"/>
          </a:xfrm>
          <a:prstGeom prst="line">
            <a:avLst/>
          </a:prstGeom>
          <a:noFill/>
          <a:ln w="9525">
            <a:solidFill>
              <a:srgbClr val="C7CCC9"/>
            </a:solidFill>
            <a:prstDash val="solid"/>
          </a:ln>
        </p:spPr>
        <p:txBody>
          <a:bodyPr/>
          <a:lstStyle/>
          <a:p>
            <a:endParaRPr lang="en-IN"/>
          </a:p>
        </p:txBody>
      </p:sp>
      <p:sp>
        <p:nvSpPr>
          <p:cNvPr id="20" name="Shape 30">
            <a:extLst>
              <a:ext uri="{FF2B5EF4-FFF2-40B4-BE49-F238E27FC236}">
                <a16:creationId xmlns:a16="http://schemas.microsoft.com/office/drawing/2014/main" id="{D5EA9DEA-CEA7-4B65-026E-1309BF03E5FE}"/>
              </a:ext>
            </a:extLst>
          </p:cNvPr>
          <p:cNvSpPr/>
          <p:nvPr/>
        </p:nvSpPr>
        <p:spPr>
          <a:xfrm>
            <a:off x="457200" y="5394960"/>
            <a:ext cx="457200" cy="457200"/>
          </a:xfrm>
          <a:prstGeom prst="ellipse">
            <a:avLst/>
          </a:prstGeom>
          <a:solidFill>
            <a:schemeClr val="bg1">
              <a:lumMod val="85000"/>
            </a:schemeClr>
          </a:solidFill>
          <a:ln/>
        </p:spPr>
        <p:txBody>
          <a:bodyPr/>
          <a:lstStyle/>
          <a:p>
            <a:endParaRPr lang="en-IN"/>
          </a:p>
        </p:txBody>
      </p:sp>
      <p:pic>
        <p:nvPicPr>
          <p:cNvPr id="27" name="Image 1" descr="preencoded.png">
            <a:extLst>
              <a:ext uri="{FF2B5EF4-FFF2-40B4-BE49-F238E27FC236}">
                <a16:creationId xmlns:a16="http://schemas.microsoft.com/office/drawing/2014/main" id="{E54A9E69-9E92-DAE5-4BCB-6F3228BC52B7}"/>
              </a:ext>
            </a:extLst>
          </p:cNvPr>
          <p:cNvPicPr>
            <a:picLocks noChangeAspect="1"/>
          </p:cNvPicPr>
          <p:nvPr/>
        </p:nvPicPr>
        <p:blipFill>
          <a:blip r:embed="rId2"/>
          <a:stretch>
            <a:fillRect/>
          </a:stretch>
        </p:blipFill>
        <p:spPr>
          <a:xfrm>
            <a:off x="576072" y="5513832"/>
            <a:ext cx="219456" cy="219456"/>
          </a:xfrm>
          <a:prstGeom prst="rect">
            <a:avLst/>
          </a:prstGeom>
        </p:spPr>
      </p:pic>
      <p:sp>
        <p:nvSpPr>
          <p:cNvPr id="28" name="Text 31">
            <a:extLst>
              <a:ext uri="{FF2B5EF4-FFF2-40B4-BE49-F238E27FC236}">
                <a16:creationId xmlns:a16="http://schemas.microsoft.com/office/drawing/2014/main" id="{93E9DE01-AA36-6376-6571-3946FA39E7E0}"/>
              </a:ext>
            </a:extLst>
          </p:cNvPr>
          <p:cNvSpPr/>
          <p:nvPr/>
        </p:nvSpPr>
        <p:spPr>
          <a:xfrm>
            <a:off x="1024128" y="5376672"/>
            <a:ext cx="3072384" cy="274320"/>
          </a:xfrm>
          <a:prstGeom prst="rect">
            <a:avLst/>
          </a:prstGeom>
          <a:noFill/>
          <a:ln/>
        </p:spPr>
        <p:txBody>
          <a:bodyPr wrap="square" lIns="0" tIns="0" rIns="0" bIns="0" rtlCol="0" anchor="ctr"/>
          <a:lstStyle/>
          <a:p>
            <a:pPr marL="0" indent="0">
              <a:buNone/>
            </a:pPr>
            <a:r>
              <a:rPr lang="en-US" sz="1150" b="1">
                <a:solidFill>
                  <a:srgbClr val="1B4332"/>
                </a:solidFill>
                <a:latin typeface="Calibri" pitchFamily="34" charset="0"/>
                <a:ea typeface="Calibri" pitchFamily="34" charset="-122"/>
                <a:cs typeface="Calibri" pitchFamily="34" charset="-120"/>
              </a:rPr>
              <a:t>Sovereign AI Infrastructure</a:t>
            </a:r>
            <a:endParaRPr lang="en-US" sz="1150"/>
          </a:p>
        </p:txBody>
      </p:sp>
      <p:sp>
        <p:nvSpPr>
          <p:cNvPr id="29" name="Text 32">
            <a:extLst>
              <a:ext uri="{FF2B5EF4-FFF2-40B4-BE49-F238E27FC236}">
                <a16:creationId xmlns:a16="http://schemas.microsoft.com/office/drawing/2014/main" id="{89B791E8-863B-C646-1CC2-DD0E120CC886}"/>
              </a:ext>
            </a:extLst>
          </p:cNvPr>
          <p:cNvSpPr/>
          <p:nvPr/>
        </p:nvSpPr>
        <p:spPr>
          <a:xfrm>
            <a:off x="1024128" y="5650992"/>
            <a:ext cx="3072384" cy="640080"/>
          </a:xfrm>
          <a:prstGeom prst="rect">
            <a:avLst/>
          </a:prstGeom>
          <a:noFill/>
          <a:ln/>
        </p:spPr>
        <p:txBody>
          <a:bodyPr wrap="square" lIns="0" tIns="0" rIns="0" bIns="0" rtlCol="0" anchor="t"/>
          <a:lstStyle/>
          <a:p>
            <a:pPr marL="0" indent="0">
              <a:buNone/>
            </a:pPr>
            <a:r>
              <a:rPr lang="en-US" sz="930">
                <a:solidFill>
                  <a:srgbClr val="222A28"/>
                </a:solidFill>
                <a:latin typeface="Calibri" pitchFamily="34" charset="0"/>
                <a:ea typeface="Calibri" pitchFamily="34" charset="-122"/>
                <a:cs typeface="Calibri" pitchFamily="34" charset="-120"/>
              </a:rPr>
              <a:t>Stargate-aligned HyperVault data centres with Tata/TCS for data residency &amp; low latency.</a:t>
            </a:r>
            <a:endParaRPr lang="en-US" sz="930"/>
          </a:p>
        </p:txBody>
      </p:sp>
      <p:sp>
        <p:nvSpPr>
          <p:cNvPr id="30" name="Shape 33">
            <a:extLst>
              <a:ext uri="{FF2B5EF4-FFF2-40B4-BE49-F238E27FC236}">
                <a16:creationId xmlns:a16="http://schemas.microsoft.com/office/drawing/2014/main" id="{24FA370D-1E4B-ECC3-1C83-CC8E8AA5E6B8}"/>
              </a:ext>
            </a:extLst>
          </p:cNvPr>
          <p:cNvSpPr/>
          <p:nvPr/>
        </p:nvSpPr>
        <p:spPr>
          <a:xfrm>
            <a:off x="4215384" y="5394960"/>
            <a:ext cx="457200" cy="457200"/>
          </a:xfrm>
          <a:prstGeom prst="ellipse">
            <a:avLst/>
          </a:prstGeom>
          <a:solidFill>
            <a:schemeClr val="bg1">
              <a:lumMod val="85000"/>
            </a:schemeClr>
          </a:solidFill>
          <a:ln/>
        </p:spPr>
        <p:txBody>
          <a:bodyPr/>
          <a:lstStyle/>
          <a:p>
            <a:endParaRPr lang="en-IN"/>
          </a:p>
        </p:txBody>
      </p:sp>
      <p:pic>
        <p:nvPicPr>
          <p:cNvPr id="31" name="Image 2" descr="preencoded.png">
            <a:extLst>
              <a:ext uri="{FF2B5EF4-FFF2-40B4-BE49-F238E27FC236}">
                <a16:creationId xmlns:a16="http://schemas.microsoft.com/office/drawing/2014/main" id="{0CC1E674-1442-7FA1-CD0E-E92CD6CFAF85}"/>
              </a:ext>
            </a:extLst>
          </p:cNvPr>
          <p:cNvPicPr>
            <a:picLocks noChangeAspect="1"/>
          </p:cNvPicPr>
          <p:nvPr/>
        </p:nvPicPr>
        <p:blipFill>
          <a:blip r:embed="rId3"/>
          <a:stretch>
            <a:fillRect/>
          </a:stretch>
        </p:blipFill>
        <p:spPr>
          <a:xfrm>
            <a:off x="4334256" y="5513832"/>
            <a:ext cx="219456" cy="219456"/>
          </a:xfrm>
          <a:prstGeom prst="rect">
            <a:avLst/>
          </a:prstGeom>
        </p:spPr>
      </p:pic>
      <p:sp>
        <p:nvSpPr>
          <p:cNvPr id="32" name="Text 34">
            <a:extLst>
              <a:ext uri="{FF2B5EF4-FFF2-40B4-BE49-F238E27FC236}">
                <a16:creationId xmlns:a16="http://schemas.microsoft.com/office/drawing/2014/main" id="{17C35F82-31CC-3D73-E136-98B76E1662B2}"/>
              </a:ext>
            </a:extLst>
          </p:cNvPr>
          <p:cNvSpPr/>
          <p:nvPr/>
        </p:nvSpPr>
        <p:spPr>
          <a:xfrm>
            <a:off x="4782312" y="5376672"/>
            <a:ext cx="3072384" cy="274320"/>
          </a:xfrm>
          <a:prstGeom prst="rect">
            <a:avLst/>
          </a:prstGeom>
          <a:noFill/>
          <a:ln/>
        </p:spPr>
        <p:txBody>
          <a:bodyPr wrap="square" lIns="0" tIns="0" rIns="0" bIns="0" rtlCol="0" anchor="ctr"/>
          <a:lstStyle/>
          <a:p>
            <a:pPr marL="0" indent="0">
              <a:buNone/>
            </a:pPr>
            <a:r>
              <a:rPr lang="en-US" sz="1150" b="1">
                <a:solidFill>
                  <a:srgbClr val="1B4332"/>
                </a:solidFill>
                <a:latin typeface="Calibri" pitchFamily="34" charset="0"/>
                <a:ea typeface="Calibri" pitchFamily="34" charset="-122"/>
                <a:cs typeface="Calibri" pitchFamily="34" charset="-120"/>
              </a:rPr>
              <a:t>Deep Enterprise Adoption</a:t>
            </a:r>
            <a:endParaRPr lang="en-US" sz="1150"/>
          </a:p>
        </p:txBody>
      </p:sp>
      <p:sp>
        <p:nvSpPr>
          <p:cNvPr id="33" name="Text 35">
            <a:extLst>
              <a:ext uri="{FF2B5EF4-FFF2-40B4-BE49-F238E27FC236}">
                <a16:creationId xmlns:a16="http://schemas.microsoft.com/office/drawing/2014/main" id="{D6633FB7-B7AA-AC7D-B288-2C6AE30BAFE1}"/>
              </a:ext>
            </a:extLst>
          </p:cNvPr>
          <p:cNvSpPr/>
          <p:nvPr/>
        </p:nvSpPr>
        <p:spPr>
          <a:xfrm>
            <a:off x="4782312" y="5650992"/>
            <a:ext cx="3072384" cy="640080"/>
          </a:xfrm>
          <a:prstGeom prst="rect">
            <a:avLst/>
          </a:prstGeom>
          <a:noFill/>
          <a:ln/>
        </p:spPr>
        <p:txBody>
          <a:bodyPr wrap="square" lIns="0" tIns="0" rIns="0" bIns="0" rtlCol="0" anchor="t"/>
          <a:lstStyle/>
          <a:p>
            <a:pPr marL="0" indent="0">
              <a:buNone/>
            </a:pPr>
            <a:r>
              <a:rPr lang="en-US" sz="930">
                <a:solidFill>
                  <a:srgbClr val="222A28"/>
                </a:solidFill>
                <a:latin typeface="Calibri" pitchFamily="34" charset="0"/>
                <a:ea typeface="Calibri" pitchFamily="34" charset="-122"/>
                <a:cs typeface="Calibri" pitchFamily="34" charset="-120"/>
              </a:rPr>
              <a:t>ChatGPT Enterprise &amp; Codex rolling out across hundreds of thousands of TCS employees.</a:t>
            </a:r>
            <a:endParaRPr lang="en-US" sz="930"/>
          </a:p>
        </p:txBody>
      </p:sp>
      <p:sp>
        <p:nvSpPr>
          <p:cNvPr id="34" name="Shape 36">
            <a:extLst>
              <a:ext uri="{FF2B5EF4-FFF2-40B4-BE49-F238E27FC236}">
                <a16:creationId xmlns:a16="http://schemas.microsoft.com/office/drawing/2014/main" id="{B6798E9F-E096-2D3D-7BE4-F27EDDE3A77D}"/>
              </a:ext>
            </a:extLst>
          </p:cNvPr>
          <p:cNvSpPr/>
          <p:nvPr/>
        </p:nvSpPr>
        <p:spPr>
          <a:xfrm>
            <a:off x="7973568" y="5394960"/>
            <a:ext cx="457200" cy="457200"/>
          </a:xfrm>
          <a:prstGeom prst="ellipse">
            <a:avLst/>
          </a:prstGeom>
          <a:solidFill>
            <a:schemeClr val="bg1">
              <a:lumMod val="85000"/>
            </a:schemeClr>
          </a:solidFill>
          <a:ln/>
        </p:spPr>
        <p:txBody>
          <a:bodyPr/>
          <a:lstStyle/>
          <a:p>
            <a:endParaRPr lang="en-IN"/>
          </a:p>
        </p:txBody>
      </p:sp>
      <p:pic>
        <p:nvPicPr>
          <p:cNvPr id="35" name="Image 3" descr="preencoded.png">
            <a:extLst>
              <a:ext uri="{FF2B5EF4-FFF2-40B4-BE49-F238E27FC236}">
                <a16:creationId xmlns:a16="http://schemas.microsoft.com/office/drawing/2014/main" id="{1C36BEED-662A-071D-4119-B288BE0371DF}"/>
              </a:ext>
            </a:extLst>
          </p:cNvPr>
          <p:cNvPicPr>
            <a:picLocks noChangeAspect="1"/>
          </p:cNvPicPr>
          <p:nvPr/>
        </p:nvPicPr>
        <p:blipFill>
          <a:blip r:embed="rId4"/>
          <a:stretch>
            <a:fillRect/>
          </a:stretch>
        </p:blipFill>
        <p:spPr>
          <a:xfrm>
            <a:off x="8092440" y="5513832"/>
            <a:ext cx="219456" cy="219456"/>
          </a:xfrm>
          <a:prstGeom prst="rect">
            <a:avLst/>
          </a:prstGeom>
        </p:spPr>
      </p:pic>
      <p:sp>
        <p:nvSpPr>
          <p:cNvPr id="36" name="Text 37">
            <a:extLst>
              <a:ext uri="{FF2B5EF4-FFF2-40B4-BE49-F238E27FC236}">
                <a16:creationId xmlns:a16="http://schemas.microsoft.com/office/drawing/2014/main" id="{E5A34CBD-1FD1-AC3A-EC01-A4DC655B9BB4}"/>
              </a:ext>
            </a:extLst>
          </p:cNvPr>
          <p:cNvSpPr/>
          <p:nvPr/>
        </p:nvSpPr>
        <p:spPr>
          <a:xfrm>
            <a:off x="8540496" y="5376672"/>
            <a:ext cx="3072384" cy="274320"/>
          </a:xfrm>
          <a:prstGeom prst="rect">
            <a:avLst/>
          </a:prstGeom>
          <a:noFill/>
          <a:ln/>
        </p:spPr>
        <p:txBody>
          <a:bodyPr wrap="square" lIns="0" tIns="0" rIns="0" bIns="0" rtlCol="0" anchor="ctr"/>
          <a:lstStyle/>
          <a:p>
            <a:pPr marL="0" indent="0">
              <a:buNone/>
            </a:pPr>
            <a:r>
              <a:rPr lang="en-US" sz="1150" b="1">
                <a:solidFill>
                  <a:srgbClr val="1B4332"/>
                </a:solidFill>
                <a:latin typeface="Calibri" pitchFamily="34" charset="0"/>
                <a:ea typeface="Calibri" pitchFamily="34" charset="-122"/>
                <a:cs typeface="Calibri" pitchFamily="34" charset="-120"/>
              </a:rPr>
              <a:t>Nationwide Upskilling</a:t>
            </a:r>
            <a:endParaRPr lang="en-US" sz="1150"/>
          </a:p>
        </p:txBody>
      </p:sp>
      <p:sp>
        <p:nvSpPr>
          <p:cNvPr id="37" name="Text 38">
            <a:extLst>
              <a:ext uri="{FF2B5EF4-FFF2-40B4-BE49-F238E27FC236}">
                <a16:creationId xmlns:a16="http://schemas.microsoft.com/office/drawing/2014/main" id="{6006832B-C656-17B0-5BCF-4A85B12FFBD7}"/>
              </a:ext>
            </a:extLst>
          </p:cNvPr>
          <p:cNvSpPr/>
          <p:nvPr/>
        </p:nvSpPr>
        <p:spPr>
          <a:xfrm>
            <a:off x="8540496" y="5650992"/>
            <a:ext cx="3072384" cy="640080"/>
          </a:xfrm>
          <a:prstGeom prst="rect">
            <a:avLst/>
          </a:prstGeom>
          <a:noFill/>
          <a:ln/>
        </p:spPr>
        <p:txBody>
          <a:bodyPr wrap="square" lIns="0" tIns="0" rIns="0" bIns="0" rtlCol="0" anchor="t"/>
          <a:lstStyle/>
          <a:p>
            <a:pPr marL="0" indent="0">
              <a:buNone/>
            </a:pPr>
            <a:r>
              <a:rPr lang="en-US" sz="930">
                <a:solidFill>
                  <a:srgbClr val="222A28"/>
                </a:solidFill>
                <a:latin typeface="Calibri" pitchFamily="34" charset="0"/>
                <a:ea typeface="Calibri" pitchFamily="34" charset="-122"/>
                <a:cs typeface="Calibri" pitchFamily="34" charset="-120"/>
              </a:rPr>
              <a:t>OpenAI Academy with MeitY, plus Learning Accelerator &amp; ChatGPT Edu for schools and universities.</a:t>
            </a:r>
            <a:endParaRPr lang="en-US" sz="930"/>
          </a:p>
        </p:txBody>
      </p:sp>
    </p:spTree>
    <p:extLst>
      <p:ext uri="{BB962C8B-B14F-4D97-AF65-F5344CB8AC3E}">
        <p14:creationId xmlns:p14="http://schemas.microsoft.com/office/powerpoint/2010/main" val="39770385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80560-9765-CD2A-0F0B-79BC6E9FE213}"/>
            </a:ext>
          </a:extLst>
        </p:cNvPr>
        <p:cNvGrpSpPr/>
        <p:nvPr/>
      </p:nvGrpSpPr>
      <p:grpSpPr>
        <a:xfrm>
          <a:off x="0" y="0"/>
          <a:ext cx="0" cy="0"/>
          <a:chOff x="0" y="0"/>
          <a:chExt cx="0" cy="0"/>
        </a:xfrm>
      </p:grpSpPr>
      <p:sp>
        <p:nvSpPr>
          <p:cNvPr id="3" name="Text 3">
            <a:extLst>
              <a:ext uri="{FF2B5EF4-FFF2-40B4-BE49-F238E27FC236}">
                <a16:creationId xmlns:a16="http://schemas.microsoft.com/office/drawing/2014/main" id="{F45FF210-CD60-3033-1825-56A5D01829CF}"/>
              </a:ext>
            </a:extLst>
          </p:cNvPr>
          <p:cNvSpPr/>
          <p:nvPr/>
        </p:nvSpPr>
        <p:spPr>
          <a:xfrm>
            <a:off x="495157" y="353683"/>
            <a:ext cx="10360152" cy="457200"/>
          </a:xfrm>
          <a:prstGeom prst="rect">
            <a:avLst/>
          </a:prstGeom>
          <a:noFill/>
          <a:ln/>
        </p:spPr>
        <p:txBody>
          <a:bodyPr wrap="square" lIns="0" tIns="0" rIns="0" bIns="0" rtlCol="0" anchor="ctr"/>
          <a:lstStyle/>
          <a:p>
            <a:r>
              <a:rPr lang="en-US" sz="2200" b="1">
                <a:latin typeface="Cambria"/>
                <a:ea typeface="Cambria"/>
              </a:rPr>
              <a:t>Anthropic – Work with Indian Government </a:t>
            </a:r>
            <a:endParaRPr lang="en-US" sz="2200"/>
          </a:p>
        </p:txBody>
      </p:sp>
      <p:cxnSp>
        <p:nvCxnSpPr>
          <p:cNvPr id="4" name="Google Shape;17933;p2451">
            <a:extLst>
              <a:ext uri="{FF2B5EF4-FFF2-40B4-BE49-F238E27FC236}">
                <a16:creationId xmlns:a16="http://schemas.microsoft.com/office/drawing/2014/main" id="{741D313C-E373-357B-772E-940E13DE278B}"/>
              </a:ext>
            </a:extLst>
          </p:cNvPr>
          <p:cNvCxnSpPr>
            <a:cxnSpLocks/>
          </p:cNvCxnSpPr>
          <p:nvPr/>
        </p:nvCxnSpPr>
        <p:spPr>
          <a:xfrm>
            <a:off x="2585348" y="1422421"/>
            <a:ext cx="8575442" cy="1"/>
          </a:xfrm>
          <a:prstGeom prst="straightConnector1">
            <a:avLst/>
          </a:prstGeom>
          <a:noFill/>
          <a:ln w="152400" cap="flat" cmpd="sng">
            <a:solidFill>
              <a:srgbClr val="999999"/>
            </a:solidFill>
            <a:prstDash val="solid"/>
            <a:round/>
            <a:headEnd type="none" w="med" len="med"/>
            <a:tailEnd type="none" w="med" len="med"/>
          </a:ln>
        </p:spPr>
      </p:cxnSp>
      <p:grpSp>
        <p:nvGrpSpPr>
          <p:cNvPr id="5" name="Google Shape;17935;p2451">
            <a:extLst>
              <a:ext uri="{FF2B5EF4-FFF2-40B4-BE49-F238E27FC236}">
                <a16:creationId xmlns:a16="http://schemas.microsoft.com/office/drawing/2014/main" id="{02FEF6C0-8A21-428F-6A51-167F9D0E2A03}"/>
              </a:ext>
            </a:extLst>
          </p:cNvPr>
          <p:cNvGrpSpPr/>
          <p:nvPr/>
        </p:nvGrpSpPr>
        <p:grpSpPr>
          <a:xfrm>
            <a:off x="1260407" y="1159460"/>
            <a:ext cx="2552029" cy="613689"/>
            <a:chOff x="442912" y="1828799"/>
            <a:chExt cx="1995600" cy="1872900"/>
          </a:xfrm>
          <a:solidFill>
            <a:schemeClr val="accent3">
              <a:lumMod val="75000"/>
            </a:schemeClr>
          </a:solidFill>
        </p:grpSpPr>
        <p:sp>
          <p:nvSpPr>
            <p:cNvPr id="6" name="Google Shape;17936;p2451">
              <a:extLst>
                <a:ext uri="{FF2B5EF4-FFF2-40B4-BE49-F238E27FC236}">
                  <a16:creationId xmlns:a16="http://schemas.microsoft.com/office/drawing/2014/main" id="{00EE3EB3-2F57-81B5-61CC-1F7573DDAF26}"/>
                </a:ext>
              </a:extLst>
            </p:cNvPr>
            <p:cNvSpPr/>
            <p:nvPr/>
          </p:nvSpPr>
          <p:spPr>
            <a:xfrm>
              <a:off x="442912" y="1828799"/>
              <a:ext cx="1995600" cy="1872900"/>
            </a:xfrm>
            <a:prstGeom prst="rect">
              <a:avLst/>
            </a:prstGeom>
            <a:grpFill/>
            <a:ln>
              <a:noFill/>
            </a:ln>
          </p:spPr>
          <p:txBody>
            <a:bodyPr spcFirstLastPara="1" wrap="square" lIns="0" tIns="0" rIns="0" bIns="0" anchor="ctr" anchorCtr="0">
              <a:noAutofit/>
            </a:bodyPr>
            <a:lstStyle/>
            <a:p>
              <a:pPr algn="ctr"/>
              <a:endParaRPr sz="1050">
                <a:solidFill>
                  <a:schemeClr val="lt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7" name="Google Shape;17937;p2451">
              <a:extLst>
                <a:ext uri="{FF2B5EF4-FFF2-40B4-BE49-F238E27FC236}">
                  <a16:creationId xmlns:a16="http://schemas.microsoft.com/office/drawing/2014/main" id="{C660655E-9864-EADA-1729-FAF11A8832F9}"/>
                </a:ext>
              </a:extLst>
            </p:cNvPr>
            <p:cNvSpPr txBox="1"/>
            <p:nvPr/>
          </p:nvSpPr>
          <p:spPr>
            <a:xfrm>
              <a:off x="626850" y="2011695"/>
              <a:ext cx="1627500" cy="1508700"/>
            </a:xfrm>
            <a:prstGeom prst="rect">
              <a:avLst/>
            </a:prstGeom>
            <a:grpFill/>
            <a:ln>
              <a:noFill/>
            </a:ln>
          </p:spPr>
          <p:txBody>
            <a:bodyPr spcFirstLastPara="1" wrap="square" lIns="0" tIns="0" rIns="0" bIns="0" anchor="t" anchorCtr="0">
              <a:noAutofit/>
            </a:bodyPr>
            <a:lstStyle/>
            <a:p>
              <a:pPr>
                <a:lnSpc>
                  <a:spcPct val="85000"/>
                </a:lnSpc>
              </a:pPr>
              <a:r>
                <a:rPr lang="en-GB" sz="1600" b="1">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rPr>
                <a:t>1</a:t>
              </a:r>
              <a:endParaRPr sz="1600" b="1">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a:p>
              <a:r>
                <a:rPr lang="en-US" sz="1050" b="1">
                  <a:solidFill>
                    <a:schemeClr val="bg1"/>
                  </a:solidFill>
                  <a:latin typeface="Calibri" pitchFamily="34" charset="0"/>
                  <a:ea typeface="Calibri" pitchFamily="34" charset="-122"/>
                  <a:cs typeface="Calibri" pitchFamily="34" charset="-120"/>
                </a:rPr>
                <a:t>Government MCP Server</a:t>
              </a:r>
              <a:endParaRPr lang="en-US" sz="1050">
                <a:solidFill>
                  <a:schemeClr val="bg1"/>
                </a:solidFill>
              </a:endParaRPr>
            </a:p>
          </p:txBody>
        </p:sp>
      </p:grpSp>
      <p:grpSp>
        <p:nvGrpSpPr>
          <p:cNvPr id="8" name="Google Shape;17941;p2451">
            <a:extLst>
              <a:ext uri="{FF2B5EF4-FFF2-40B4-BE49-F238E27FC236}">
                <a16:creationId xmlns:a16="http://schemas.microsoft.com/office/drawing/2014/main" id="{12133088-6D09-5839-6D09-A5515697360A}"/>
              </a:ext>
            </a:extLst>
          </p:cNvPr>
          <p:cNvGrpSpPr/>
          <p:nvPr/>
        </p:nvGrpSpPr>
        <p:grpSpPr>
          <a:xfrm>
            <a:off x="6523522" y="1159460"/>
            <a:ext cx="2552029" cy="613689"/>
            <a:chOff x="442912" y="1828799"/>
            <a:chExt cx="1995600" cy="1872900"/>
          </a:xfrm>
          <a:solidFill>
            <a:srgbClr val="92D050"/>
          </a:solidFill>
        </p:grpSpPr>
        <p:sp>
          <p:nvSpPr>
            <p:cNvPr id="9" name="Google Shape;17942;p2451">
              <a:extLst>
                <a:ext uri="{FF2B5EF4-FFF2-40B4-BE49-F238E27FC236}">
                  <a16:creationId xmlns:a16="http://schemas.microsoft.com/office/drawing/2014/main" id="{4C42E3AE-5FD2-09D9-93B0-7890C9F16DBC}"/>
                </a:ext>
              </a:extLst>
            </p:cNvPr>
            <p:cNvSpPr/>
            <p:nvPr/>
          </p:nvSpPr>
          <p:spPr>
            <a:xfrm>
              <a:off x="442912" y="1828799"/>
              <a:ext cx="1995600" cy="1872900"/>
            </a:xfrm>
            <a:prstGeom prst="rect">
              <a:avLst/>
            </a:prstGeom>
            <a:grpFill/>
            <a:ln>
              <a:noFill/>
            </a:ln>
          </p:spPr>
          <p:txBody>
            <a:bodyPr spcFirstLastPara="1" wrap="square" lIns="0" tIns="0" rIns="0" bIns="0" anchor="ctr" anchorCtr="0">
              <a:noAutofit/>
            </a:bodyPr>
            <a:lstStyle/>
            <a:p>
              <a:pPr algn="ctr"/>
              <a:endParaRPr sz="105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p:txBody>
        </p:sp>
        <p:sp>
          <p:nvSpPr>
            <p:cNvPr id="10" name="Google Shape;17943;p2451">
              <a:extLst>
                <a:ext uri="{FF2B5EF4-FFF2-40B4-BE49-F238E27FC236}">
                  <a16:creationId xmlns:a16="http://schemas.microsoft.com/office/drawing/2014/main" id="{E96680ED-1722-8F33-1857-11DE5F323400}"/>
                </a:ext>
              </a:extLst>
            </p:cNvPr>
            <p:cNvSpPr txBox="1"/>
            <p:nvPr/>
          </p:nvSpPr>
          <p:spPr>
            <a:xfrm>
              <a:off x="626835" y="2011693"/>
              <a:ext cx="1627500" cy="1322100"/>
            </a:xfrm>
            <a:prstGeom prst="rect">
              <a:avLst/>
            </a:prstGeom>
            <a:grpFill/>
            <a:ln>
              <a:noFill/>
            </a:ln>
          </p:spPr>
          <p:txBody>
            <a:bodyPr spcFirstLastPara="1" wrap="square" lIns="0" tIns="0" rIns="0" bIns="0" anchor="t" anchorCtr="0">
              <a:noAutofit/>
            </a:bodyPr>
            <a:lstStyle/>
            <a:p>
              <a:pPr>
                <a:lnSpc>
                  <a:spcPct val="85000"/>
                </a:lnSpc>
              </a:pPr>
              <a:r>
                <a:rPr lang="en-GB" sz="1600" b="1">
                  <a:latin typeface="Calibri" panose="020F0502020204030204" pitchFamily="34" charset="0"/>
                  <a:ea typeface="Calibri" panose="020F0502020204030204" pitchFamily="34" charset="0"/>
                  <a:cs typeface="Calibri" panose="020F0502020204030204" pitchFamily="34" charset="0"/>
                  <a:sym typeface="Helvetica Neue"/>
                </a:rPr>
                <a:t>3</a:t>
              </a:r>
              <a:endParaRPr sz="1600" b="1">
                <a:latin typeface="Calibri" panose="020F0502020204030204" pitchFamily="34" charset="0"/>
                <a:ea typeface="Calibri" panose="020F0502020204030204" pitchFamily="34" charset="0"/>
                <a:cs typeface="Calibri" panose="020F0502020204030204" pitchFamily="34" charset="0"/>
                <a:sym typeface="Helvetica Neue"/>
              </a:endParaRPr>
            </a:p>
            <a:p>
              <a:r>
                <a:rPr lang="en-US" sz="1050" b="1">
                  <a:solidFill>
                    <a:srgbClr val="1B4332"/>
                  </a:solidFill>
                  <a:latin typeface="Calibri" pitchFamily="34" charset="0"/>
                  <a:ea typeface="Calibri" pitchFamily="34" charset="-122"/>
                  <a:cs typeface="Calibri" pitchFamily="34" charset="-120"/>
                </a:rPr>
                <a:t>Agriculture &amp; Local-Language Eval</a:t>
              </a:r>
              <a:endParaRPr lang="en-US" sz="1050"/>
            </a:p>
          </p:txBody>
        </p:sp>
      </p:grpSp>
      <p:grpSp>
        <p:nvGrpSpPr>
          <p:cNvPr id="11" name="Google Shape;17945;p2451">
            <a:extLst>
              <a:ext uri="{FF2B5EF4-FFF2-40B4-BE49-F238E27FC236}">
                <a16:creationId xmlns:a16="http://schemas.microsoft.com/office/drawing/2014/main" id="{ADCC7B8D-070D-CF5D-A64C-65DFB94BE7FD}"/>
              </a:ext>
            </a:extLst>
          </p:cNvPr>
          <p:cNvGrpSpPr/>
          <p:nvPr/>
        </p:nvGrpSpPr>
        <p:grpSpPr>
          <a:xfrm>
            <a:off x="9128437" y="1159462"/>
            <a:ext cx="2552029" cy="613689"/>
            <a:chOff x="442912" y="1828800"/>
            <a:chExt cx="1995600" cy="1872900"/>
          </a:xfrm>
          <a:solidFill>
            <a:schemeClr val="accent6">
              <a:lumMod val="20000"/>
              <a:lumOff val="80000"/>
            </a:schemeClr>
          </a:solidFill>
        </p:grpSpPr>
        <p:sp>
          <p:nvSpPr>
            <p:cNvPr id="12" name="Google Shape;17946;p2451">
              <a:extLst>
                <a:ext uri="{FF2B5EF4-FFF2-40B4-BE49-F238E27FC236}">
                  <a16:creationId xmlns:a16="http://schemas.microsoft.com/office/drawing/2014/main" id="{A0A23D66-4631-1E5A-7AE0-56D4BACC693E}"/>
                </a:ext>
              </a:extLst>
            </p:cNvPr>
            <p:cNvSpPr/>
            <p:nvPr/>
          </p:nvSpPr>
          <p:spPr>
            <a:xfrm>
              <a:off x="442912" y="1828800"/>
              <a:ext cx="1995600" cy="1872900"/>
            </a:xfrm>
            <a:prstGeom prst="rect">
              <a:avLst/>
            </a:prstGeom>
            <a:grpFill/>
            <a:ln>
              <a:noFill/>
            </a:ln>
          </p:spPr>
          <p:txBody>
            <a:bodyPr spcFirstLastPara="1" wrap="square" lIns="0" tIns="0" rIns="0" bIns="0" anchor="ctr" anchorCtr="0">
              <a:noAutofit/>
            </a:bodyPr>
            <a:lstStyle/>
            <a:p>
              <a:endParaRPr sz="105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p:txBody>
        </p:sp>
        <p:sp>
          <p:nvSpPr>
            <p:cNvPr id="13" name="Google Shape;17947;p2451">
              <a:extLst>
                <a:ext uri="{FF2B5EF4-FFF2-40B4-BE49-F238E27FC236}">
                  <a16:creationId xmlns:a16="http://schemas.microsoft.com/office/drawing/2014/main" id="{E6DC90B6-53FA-49C0-1B29-6CE9FE1B1E97}"/>
                </a:ext>
              </a:extLst>
            </p:cNvPr>
            <p:cNvSpPr txBox="1"/>
            <p:nvPr/>
          </p:nvSpPr>
          <p:spPr>
            <a:xfrm>
              <a:off x="626839" y="2011681"/>
              <a:ext cx="1719459" cy="704030"/>
            </a:xfrm>
            <a:prstGeom prst="rect">
              <a:avLst/>
            </a:prstGeom>
            <a:grpFill/>
            <a:ln>
              <a:noFill/>
            </a:ln>
          </p:spPr>
          <p:txBody>
            <a:bodyPr spcFirstLastPara="1" wrap="square" lIns="0" tIns="0" rIns="0" bIns="0" anchor="t" anchorCtr="0">
              <a:noAutofit/>
            </a:bodyPr>
            <a:lstStyle/>
            <a:p>
              <a:pPr>
                <a:lnSpc>
                  <a:spcPct val="85000"/>
                </a:lnSpc>
              </a:pPr>
              <a:r>
                <a:rPr lang="en-GB" sz="1600" b="1">
                  <a:latin typeface="Calibri" panose="020F0502020204030204" pitchFamily="34" charset="0"/>
                  <a:ea typeface="Calibri" panose="020F0502020204030204" pitchFamily="34" charset="0"/>
                  <a:cs typeface="Calibri" panose="020F0502020204030204" pitchFamily="34" charset="0"/>
                  <a:sym typeface="Helvetica Neue"/>
                </a:rPr>
                <a:t>4</a:t>
              </a:r>
              <a:endParaRPr sz="1600" b="1">
                <a:latin typeface="Calibri" panose="020F0502020204030204" pitchFamily="34" charset="0"/>
                <a:ea typeface="Calibri" panose="020F0502020204030204" pitchFamily="34" charset="0"/>
                <a:cs typeface="Calibri" panose="020F0502020204030204" pitchFamily="34" charset="0"/>
                <a:sym typeface="Helvetica Neue"/>
              </a:endParaRPr>
            </a:p>
            <a:p>
              <a:r>
                <a:rPr lang="en-US" sz="1050" b="1">
                  <a:solidFill>
                    <a:srgbClr val="1B4332"/>
                  </a:solidFill>
                  <a:latin typeface="Calibri" pitchFamily="34" charset="0"/>
                  <a:ea typeface="Calibri" pitchFamily="34" charset="-122"/>
                  <a:cs typeface="Calibri" pitchFamily="34" charset="-120"/>
                </a:rPr>
                <a:t>Indic Language Investment &amp; Security</a:t>
              </a:r>
              <a:endParaRPr lang="en-US" sz="1050"/>
            </a:p>
          </p:txBody>
        </p:sp>
      </p:grpSp>
      <p:grpSp>
        <p:nvGrpSpPr>
          <p:cNvPr id="14" name="Google Shape;17954;p2451">
            <a:extLst>
              <a:ext uri="{FF2B5EF4-FFF2-40B4-BE49-F238E27FC236}">
                <a16:creationId xmlns:a16="http://schemas.microsoft.com/office/drawing/2014/main" id="{30F5D650-1474-F452-E98B-FA6CF7549813}"/>
              </a:ext>
            </a:extLst>
          </p:cNvPr>
          <p:cNvGrpSpPr/>
          <p:nvPr/>
        </p:nvGrpSpPr>
        <p:grpSpPr>
          <a:xfrm>
            <a:off x="3926394" y="1163693"/>
            <a:ext cx="2552029" cy="613689"/>
            <a:chOff x="442912" y="1828800"/>
            <a:chExt cx="1995600" cy="1872900"/>
          </a:xfrm>
          <a:solidFill>
            <a:schemeClr val="accent6"/>
          </a:solidFill>
        </p:grpSpPr>
        <p:sp>
          <p:nvSpPr>
            <p:cNvPr id="15" name="Google Shape;17955;p2451">
              <a:extLst>
                <a:ext uri="{FF2B5EF4-FFF2-40B4-BE49-F238E27FC236}">
                  <a16:creationId xmlns:a16="http://schemas.microsoft.com/office/drawing/2014/main" id="{D2F43DE2-08E8-5A3A-B84C-6A96731AE7F4}"/>
                </a:ext>
              </a:extLst>
            </p:cNvPr>
            <p:cNvSpPr/>
            <p:nvPr/>
          </p:nvSpPr>
          <p:spPr>
            <a:xfrm>
              <a:off x="442912" y="1828800"/>
              <a:ext cx="1995600" cy="1872900"/>
            </a:xfrm>
            <a:prstGeom prst="rect">
              <a:avLst/>
            </a:prstGeom>
            <a:grpFill/>
            <a:ln>
              <a:noFill/>
            </a:ln>
          </p:spPr>
          <p:txBody>
            <a:bodyPr spcFirstLastPara="1" wrap="square" lIns="0" tIns="0" rIns="0" bIns="0" anchor="ctr" anchorCtr="0">
              <a:noAutofit/>
            </a:bodyPr>
            <a:lstStyle/>
            <a:p>
              <a:pPr algn="ctr"/>
              <a:endParaRPr sz="105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p:txBody>
        </p:sp>
        <p:sp>
          <p:nvSpPr>
            <p:cNvPr id="16" name="Google Shape;17956;p2451">
              <a:extLst>
                <a:ext uri="{FF2B5EF4-FFF2-40B4-BE49-F238E27FC236}">
                  <a16:creationId xmlns:a16="http://schemas.microsoft.com/office/drawing/2014/main" id="{4E00E94E-2E69-CA94-DCF8-6E7611C9CAD1}"/>
                </a:ext>
              </a:extLst>
            </p:cNvPr>
            <p:cNvSpPr txBox="1"/>
            <p:nvPr/>
          </p:nvSpPr>
          <p:spPr>
            <a:xfrm>
              <a:off x="626839" y="2011679"/>
              <a:ext cx="1627500" cy="687300"/>
            </a:xfrm>
            <a:prstGeom prst="rect">
              <a:avLst/>
            </a:prstGeom>
            <a:grpFill/>
            <a:ln>
              <a:noFill/>
            </a:ln>
          </p:spPr>
          <p:txBody>
            <a:bodyPr spcFirstLastPara="1" wrap="square" lIns="0" tIns="0" rIns="0" bIns="0" anchor="t" anchorCtr="0">
              <a:noAutofit/>
            </a:bodyPr>
            <a:lstStyle/>
            <a:p>
              <a:pPr>
                <a:lnSpc>
                  <a:spcPct val="85000"/>
                </a:lnSpc>
              </a:pPr>
              <a:r>
                <a:rPr lang="en-GB" sz="1600" b="1">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rPr>
                <a:t>2</a:t>
              </a:r>
              <a:endParaRPr sz="1600" b="1">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a:p>
              <a:r>
                <a:rPr lang="en-US" sz="1050" b="1">
                  <a:solidFill>
                    <a:srgbClr val="1B4332"/>
                  </a:solidFill>
                  <a:latin typeface="Calibri" pitchFamily="34" charset="0"/>
                  <a:ea typeface="Calibri" pitchFamily="34" charset="-122"/>
                  <a:cs typeface="Calibri" pitchFamily="34" charset="-120"/>
                </a:rPr>
                <a:t>Education (Pratham and CSF)</a:t>
              </a:r>
              <a:endParaRPr lang="en-US" sz="1050"/>
            </a:p>
          </p:txBody>
        </p:sp>
      </p:grpSp>
      <p:sp>
        <p:nvSpPr>
          <p:cNvPr id="17" name="Google Shape;17940;p2451">
            <a:extLst>
              <a:ext uri="{FF2B5EF4-FFF2-40B4-BE49-F238E27FC236}">
                <a16:creationId xmlns:a16="http://schemas.microsoft.com/office/drawing/2014/main" id="{8B04CC83-38FE-AD73-8EDB-9376B6520A6C}"/>
              </a:ext>
            </a:extLst>
          </p:cNvPr>
          <p:cNvSpPr txBox="1">
            <a:spLocks/>
          </p:cNvSpPr>
          <p:nvPr/>
        </p:nvSpPr>
        <p:spPr>
          <a:xfrm>
            <a:off x="1260404" y="1685330"/>
            <a:ext cx="2552032" cy="970936"/>
          </a:xfrm>
          <a:prstGeom prst="rect">
            <a:avLst/>
          </a:prstGeom>
          <a:solidFill>
            <a:schemeClr val="bg1"/>
          </a:solidFill>
          <a:ln w="3175">
            <a:solidFill>
              <a:schemeClr val="bg1">
                <a:lumMod val="95000"/>
              </a:schemeClr>
            </a:solidFill>
          </a:ln>
        </p:spPr>
        <p:txBody>
          <a:bodyPr spcFirstLastPara="1" vert="horz" wrap="square" lIns="0" tIns="0" rIns="0" bIns="0" rtlCol="0" anchor="ctr" anchorCtr="0">
            <a:noAutofit/>
          </a:bodyPr>
          <a:lstStyle>
            <a:lvl1pPr marL="342900" lvl="0" indent="-238125" algn="l" defTabSz="914400" rtl="0" eaLnBrk="1" latinLnBrk="0" hangingPunct="1">
              <a:lnSpc>
                <a:spcPct val="100000"/>
              </a:lnSpc>
              <a:spcBef>
                <a:spcPts val="0"/>
              </a:spcBef>
              <a:spcAft>
                <a:spcPts val="0"/>
              </a:spcAft>
              <a:buClr>
                <a:schemeClr val="dk1"/>
              </a:buClr>
              <a:buSzPts val="1400"/>
              <a:buFont typeface="Arial" pitchFamily="34" charset="0"/>
              <a:buChar char="•"/>
              <a:defRPr sz="1050" kern="1200">
                <a:solidFill>
                  <a:schemeClr val="accent1"/>
                </a:solidFill>
                <a:latin typeface="+mn-lt"/>
                <a:ea typeface="+mn-ea"/>
                <a:cs typeface="+mn-cs"/>
              </a:defRPr>
            </a:lvl1pPr>
            <a:lvl2pPr marL="685800" lvl="1"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2pPr>
            <a:lvl3pPr marL="1028700" lvl="2"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3pPr>
            <a:lvl4pPr marL="1371600" lvl="3"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4pPr>
            <a:lvl5pPr marL="1714500" lvl="4"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5pPr>
            <a:lvl6pPr marL="2057400" lvl="5"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6pPr>
            <a:lvl7pPr marL="2400300" lvl="6"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7pPr>
            <a:lvl8pPr marL="2743200" lvl="7"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8pPr>
            <a:lvl9pPr marL="3086100" lvl="8" indent="-238125" algn="l" defTabSz="914400" rtl="0" eaLnBrk="1" latinLnBrk="0" hangingPunct="1">
              <a:lnSpc>
                <a:spcPct val="100000"/>
              </a:lnSpc>
              <a:spcBef>
                <a:spcPts val="450"/>
              </a:spcBef>
              <a:spcAft>
                <a:spcPts val="450"/>
              </a:spcAft>
              <a:buClr>
                <a:schemeClr val="dk1"/>
              </a:buClr>
              <a:buSzPts val="1400"/>
              <a:buFont typeface="Arial" pitchFamily="34" charset="0"/>
              <a:buChar char="•"/>
              <a:defRPr sz="1050" kern="1200">
                <a:solidFill>
                  <a:schemeClr val="tx1"/>
                </a:solidFill>
                <a:latin typeface="+mn-lt"/>
                <a:ea typeface="+mn-ea"/>
                <a:cs typeface="+mn-cs"/>
              </a:defRPr>
            </a:lvl9pPr>
          </a:lstStyle>
          <a:p>
            <a:pPr marL="0" indent="0">
              <a:buNone/>
            </a:pPr>
            <a:r>
              <a:rPr lang="en-US">
                <a:solidFill>
                  <a:srgbClr val="1F2937"/>
                </a:solidFill>
                <a:latin typeface="Calibri" pitchFamily="34" charset="0"/>
                <a:ea typeface="Calibri" pitchFamily="34" charset="-122"/>
                <a:cs typeface="Calibri" pitchFamily="34" charset="-120"/>
              </a:rPr>
              <a:t>Ministry of Statistics &amp; </a:t>
            </a:r>
            <a:r>
              <a:rPr lang="en-US" err="1">
                <a:solidFill>
                  <a:srgbClr val="1F2937"/>
                </a:solidFill>
                <a:latin typeface="Calibri" pitchFamily="34" charset="0"/>
                <a:ea typeface="Calibri" pitchFamily="34" charset="-122"/>
                <a:cs typeface="Calibri" pitchFamily="34" charset="-120"/>
              </a:rPr>
              <a:t>Programme</a:t>
            </a:r>
            <a:r>
              <a:rPr lang="en-US">
                <a:solidFill>
                  <a:srgbClr val="1F2937"/>
                </a:solidFill>
                <a:latin typeface="Calibri" pitchFamily="34" charset="0"/>
                <a:ea typeface="Calibri" pitchFamily="34" charset="-122"/>
                <a:cs typeface="Calibri" pitchFamily="34" charset="-120"/>
              </a:rPr>
              <a:t> Implementation (</a:t>
            </a:r>
            <a:r>
              <a:rPr lang="en-US" err="1">
                <a:solidFill>
                  <a:srgbClr val="1F2937"/>
                </a:solidFill>
                <a:latin typeface="Calibri" pitchFamily="34" charset="0"/>
                <a:ea typeface="Calibri" pitchFamily="34" charset="-122"/>
                <a:cs typeface="Calibri" pitchFamily="34" charset="-120"/>
              </a:rPr>
              <a:t>MoSPI</a:t>
            </a:r>
            <a:r>
              <a:rPr lang="en-US">
                <a:solidFill>
                  <a:srgbClr val="1F2937"/>
                </a:solidFill>
                <a:latin typeface="Calibri" pitchFamily="34" charset="0"/>
                <a:ea typeface="Calibri" pitchFamily="34" charset="-122"/>
                <a:cs typeface="Calibri" pitchFamily="34" charset="-120"/>
              </a:rPr>
              <a:t>), with Bharat Digital, launched India's first official government MCP server for querying national statistics via AI.</a:t>
            </a:r>
            <a:endParaRPr lang="en-US"/>
          </a:p>
        </p:txBody>
      </p:sp>
      <p:grpSp>
        <p:nvGrpSpPr>
          <p:cNvPr id="21" name="Google Shape;17935;p2451">
            <a:extLst>
              <a:ext uri="{FF2B5EF4-FFF2-40B4-BE49-F238E27FC236}">
                <a16:creationId xmlns:a16="http://schemas.microsoft.com/office/drawing/2014/main" id="{026761AF-CFCB-C8FE-D2DB-660903935882}"/>
              </a:ext>
            </a:extLst>
          </p:cNvPr>
          <p:cNvGrpSpPr/>
          <p:nvPr/>
        </p:nvGrpSpPr>
        <p:grpSpPr>
          <a:xfrm rot="16200000">
            <a:off x="41944" y="1689488"/>
            <a:ext cx="1513370" cy="461777"/>
            <a:chOff x="442912" y="1828799"/>
            <a:chExt cx="1995600" cy="1872900"/>
          </a:xfrm>
          <a:solidFill>
            <a:schemeClr val="bg1">
              <a:lumMod val="65000"/>
            </a:schemeClr>
          </a:solidFill>
        </p:grpSpPr>
        <p:sp>
          <p:nvSpPr>
            <p:cNvPr id="22" name="Google Shape;17936;p2451">
              <a:extLst>
                <a:ext uri="{FF2B5EF4-FFF2-40B4-BE49-F238E27FC236}">
                  <a16:creationId xmlns:a16="http://schemas.microsoft.com/office/drawing/2014/main" id="{B0B7C1FD-DEBE-447B-D7EA-6E52E6BD18DE}"/>
                </a:ext>
              </a:extLst>
            </p:cNvPr>
            <p:cNvSpPr/>
            <p:nvPr/>
          </p:nvSpPr>
          <p:spPr>
            <a:xfrm>
              <a:off x="442912" y="1828799"/>
              <a:ext cx="1995600" cy="1872900"/>
            </a:xfrm>
            <a:prstGeom prst="rect">
              <a:avLst/>
            </a:prstGeom>
            <a:grpFill/>
            <a:ln>
              <a:noFill/>
            </a:ln>
          </p:spPr>
          <p:txBody>
            <a:bodyPr spcFirstLastPara="1" wrap="square" lIns="0" tIns="0" rIns="0" bIns="0" anchor="ctr" anchorCtr="0">
              <a:noAutofit/>
            </a:bodyPr>
            <a:lstStyle/>
            <a:p>
              <a:pPr algn="ctr"/>
              <a:endParaRPr sz="1000">
                <a:solidFill>
                  <a:schemeClr val="lt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23" name="Google Shape;17937;p2451">
              <a:extLst>
                <a:ext uri="{FF2B5EF4-FFF2-40B4-BE49-F238E27FC236}">
                  <a16:creationId xmlns:a16="http://schemas.microsoft.com/office/drawing/2014/main" id="{5832155D-4B11-70DA-A05E-3370DC7F44B1}"/>
                </a:ext>
              </a:extLst>
            </p:cNvPr>
            <p:cNvSpPr txBox="1"/>
            <p:nvPr/>
          </p:nvSpPr>
          <p:spPr>
            <a:xfrm>
              <a:off x="620169" y="2011699"/>
              <a:ext cx="1634183" cy="1508701"/>
            </a:xfrm>
            <a:prstGeom prst="rect">
              <a:avLst/>
            </a:prstGeom>
            <a:grpFill/>
            <a:ln>
              <a:noFill/>
            </a:ln>
          </p:spPr>
          <p:txBody>
            <a:bodyPr spcFirstLastPara="1" wrap="square" lIns="0" tIns="0" rIns="0" bIns="0" anchor="ctr" anchorCtr="0">
              <a:noAutofit/>
            </a:bodyPr>
            <a:lstStyle/>
            <a:p>
              <a:pPr algn="ctr">
                <a:lnSpc>
                  <a:spcPct val="85000"/>
                </a:lnSpc>
              </a:pPr>
              <a:r>
                <a:rPr lang="en-US" sz="100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rPr>
                <a:t>Collaboration Activities</a:t>
              </a:r>
              <a:endParaRPr sz="100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p:txBody>
        </p:sp>
      </p:grpSp>
      <p:sp>
        <p:nvSpPr>
          <p:cNvPr id="24" name="Google Shape;17940;p2451">
            <a:extLst>
              <a:ext uri="{FF2B5EF4-FFF2-40B4-BE49-F238E27FC236}">
                <a16:creationId xmlns:a16="http://schemas.microsoft.com/office/drawing/2014/main" id="{FDF1BAEA-041E-D318-E9D7-2A195E06DC1C}"/>
              </a:ext>
            </a:extLst>
          </p:cNvPr>
          <p:cNvSpPr txBox="1">
            <a:spLocks/>
          </p:cNvSpPr>
          <p:nvPr/>
        </p:nvSpPr>
        <p:spPr>
          <a:xfrm>
            <a:off x="3934074" y="1701967"/>
            <a:ext cx="2540971" cy="957935"/>
          </a:xfrm>
          <a:prstGeom prst="rect">
            <a:avLst/>
          </a:prstGeom>
          <a:solidFill>
            <a:schemeClr val="bg1"/>
          </a:solidFill>
          <a:ln w="3175">
            <a:solidFill>
              <a:schemeClr val="bg1">
                <a:lumMod val="95000"/>
              </a:schemeClr>
            </a:solidFill>
          </a:ln>
        </p:spPr>
        <p:txBody>
          <a:bodyPr spcFirstLastPara="1" vert="horz" wrap="square" lIns="0" tIns="0" rIns="0" bIns="0" rtlCol="0" anchor="ctr" anchorCtr="0">
            <a:noAutofit/>
          </a:bodyPr>
          <a:lstStyle>
            <a:lvl1pPr marL="342900" lvl="0" indent="-238125" algn="l" defTabSz="914400" rtl="0" eaLnBrk="1" latinLnBrk="0" hangingPunct="1">
              <a:lnSpc>
                <a:spcPct val="100000"/>
              </a:lnSpc>
              <a:spcBef>
                <a:spcPts val="0"/>
              </a:spcBef>
              <a:spcAft>
                <a:spcPts val="0"/>
              </a:spcAft>
              <a:buClr>
                <a:schemeClr val="dk1"/>
              </a:buClr>
              <a:buSzPts val="1400"/>
              <a:buFont typeface="Arial" pitchFamily="34" charset="0"/>
              <a:buChar char="•"/>
              <a:defRPr sz="1050" kern="1200">
                <a:solidFill>
                  <a:schemeClr val="accent1"/>
                </a:solidFill>
                <a:latin typeface="+mn-lt"/>
                <a:ea typeface="+mn-ea"/>
                <a:cs typeface="+mn-cs"/>
              </a:defRPr>
            </a:lvl1pPr>
            <a:lvl2pPr marL="685800" lvl="1"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2pPr>
            <a:lvl3pPr marL="1028700" lvl="2"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3pPr>
            <a:lvl4pPr marL="1371600" lvl="3"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4pPr>
            <a:lvl5pPr marL="1714500" lvl="4"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5pPr>
            <a:lvl6pPr marL="2057400" lvl="5"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6pPr>
            <a:lvl7pPr marL="2400300" lvl="6"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7pPr>
            <a:lvl8pPr marL="2743200" lvl="7"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8pPr>
            <a:lvl9pPr marL="3086100" lvl="8" indent="-238125" algn="l" defTabSz="914400" rtl="0" eaLnBrk="1" latinLnBrk="0" hangingPunct="1">
              <a:lnSpc>
                <a:spcPct val="100000"/>
              </a:lnSpc>
              <a:spcBef>
                <a:spcPts val="450"/>
              </a:spcBef>
              <a:spcAft>
                <a:spcPts val="450"/>
              </a:spcAft>
              <a:buClr>
                <a:schemeClr val="dk1"/>
              </a:buClr>
              <a:buSzPts val="1400"/>
              <a:buFont typeface="Arial" pitchFamily="34" charset="0"/>
              <a:buChar char="•"/>
              <a:defRPr sz="1050" kern="1200">
                <a:solidFill>
                  <a:schemeClr val="tx1"/>
                </a:solidFill>
                <a:latin typeface="+mn-lt"/>
                <a:ea typeface="+mn-ea"/>
                <a:cs typeface="+mn-cs"/>
              </a:defRPr>
            </a:lvl9pPr>
          </a:lstStyle>
          <a:p>
            <a:pPr marL="0" indent="0">
              <a:buNone/>
            </a:pPr>
            <a:r>
              <a:rPr lang="en-US">
                <a:solidFill>
                  <a:srgbClr val="1F2937"/>
                </a:solidFill>
                <a:latin typeface="Calibri" pitchFamily="34" charset="0"/>
                <a:ea typeface="Calibri" pitchFamily="34" charset="-122"/>
                <a:cs typeface="Calibri" pitchFamily="34" charset="-120"/>
              </a:rPr>
              <a:t>Claude-powered 'Anytime Testing Machine' piloted with 1,500 students / 20 schools (scaling to 100); reached 5,000+ women in Pratham's Second Chance program.</a:t>
            </a:r>
            <a:endParaRPr lang="en-US"/>
          </a:p>
        </p:txBody>
      </p:sp>
      <p:sp>
        <p:nvSpPr>
          <p:cNvPr id="25" name="Google Shape;17940;p2451">
            <a:extLst>
              <a:ext uri="{FF2B5EF4-FFF2-40B4-BE49-F238E27FC236}">
                <a16:creationId xmlns:a16="http://schemas.microsoft.com/office/drawing/2014/main" id="{3BFCDE86-99A2-6B2D-8C88-FE9DED5CD863}"/>
              </a:ext>
            </a:extLst>
          </p:cNvPr>
          <p:cNvSpPr txBox="1">
            <a:spLocks/>
          </p:cNvSpPr>
          <p:nvPr/>
        </p:nvSpPr>
        <p:spPr>
          <a:xfrm>
            <a:off x="6523520" y="1688836"/>
            <a:ext cx="2552030" cy="968191"/>
          </a:xfrm>
          <a:prstGeom prst="rect">
            <a:avLst/>
          </a:prstGeom>
          <a:solidFill>
            <a:schemeClr val="bg1"/>
          </a:solidFill>
          <a:ln w="3175">
            <a:solidFill>
              <a:schemeClr val="bg1">
                <a:lumMod val="95000"/>
              </a:schemeClr>
            </a:solidFill>
          </a:ln>
        </p:spPr>
        <p:txBody>
          <a:bodyPr spcFirstLastPara="1" vert="horz" wrap="square" lIns="0" tIns="0" rIns="0" bIns="0" rtlCol="0" anchor="ctr" anchorCtr="0">
            <a:noAutofit/>
          </a:bodyPr>
          <a:lstStyle>
            <a:lvl1pPr marL="342900" lvl="0" indent="-238125" algn="l" defTabSz="914400" rtl="0" eaLnBrk="1" latinLnBrk="0" hangingPunct="1">
              <a:lnSpc>
                <a:spcPct val="100000"/>
              </a:lnSpc>
              <a:spcBef>
                <a:spcPts val="0"/>
              </a:spcBef>
              <a:spcAft>
                <a:spcPts val="0"/>
              </a:spcAft>
              <a:buClr>
                <a:schemeClr val="dk1"/>
              </a:buClr>
              <a:buSzPts val="1400"/>
              <a:buFont typeface="Arial" pitchFamily="34" charset="0"/>
              <a:buChar char="•"/>
              <a:defRPr sz="1050" kern="1200">
                <a:solidFill>
                  <a:schemeClr val="accent1"/>
                </a:solidFill>
                <a:latin typeface="+mn-lt"/>
                <a:ea typeface="+mn-ea"/>
                <a:cs typeface="+mn-cs"/>
              </a:defRPr>
            </a:lvl1pPr>
            <a:lvl2pPr marL="685800" lvl="1"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2pPr>
            <a:lvl3pPr marL="1028700" lvl="2"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3pPr>
            <a:lvl4pPr marL="1371600" lvl="3"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4pPr>
            <a:lvl5pPr marL="1714500" lvl="4"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5pPr>
            <a:lvl6pPr marL="2057400" lvl="5"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6pPr>
            <a:lvl7pPr marL="2400300" lvl="6"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7pPr>
            <a:lvl8pPr marL="2743200" lvl="7"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8pPr>
            <a:lvl9pPr marL="3086100" lvl="8" indent="-238125" algn="l" defTabSz="914400" rtl="0" eaLnBrk="1" latinLnBrk="0" hangingPunct="1">
              <a:lnSpc>
                <a:spcPct val="100000"/>
              </a:lnSpc>
              <a:spcBef>
                <a:spcPts val="450"/>
              </a:spcBef>
              <a:spcAft>
                <a:spcPts val="450"/>
              </a:spcAft>
              <a:buClr>
                <a:schemeClr val="dk1"/>
              </a:buClr>
              <a:buSzPts val="1400"/>
              <a:buFont typeface="Arial" pitchFamily="34" charset="0"/>
              <a:buChar char="•"/>
              <a:defRPr sz="1050" kern="1200">
                <a:solidFill>
                  <a:schemeClr val="tx1"/>
                </a:solidFill>
                <a:latin typeface="+mn-lt"/>
                <a:ea typeface="+mn-ea"/>
                <a:cs typeface="+mn-cs"/>
              </a:defRPr>
            </a:lvl9pPr>
          </a:lstStyle>
          <a:p>
            <a:pPr marL="0" indent="0">
              <a:buNone/>
            </a:pPr>
            <a:r>
              <a:rPr lang="en-US">
                <a:solidFill>
                  <a:srgbClr val="1F2937"/>
                </a:solidFill>
                <a:latin typeface="Calibri" pitchFamily="34" charset="0"/>
                <a:ea typeface="Calibri" pitchFamily="34" charset="-122"/>
                <a:cs typeface="Calibri" pitchFamily="34" charset="-120"/>
              </a:rPr>
              <a:t>With </a:t>
            </a:r>
            <a:r>
              <a:rPr lang="en-US" err="1">
                <a:solidFill>
                  <a:srgbClr val="1F2937"/>
                </a:solidFill>
                <a:latin typeface="Calibri" pitchFamily="34" charset="0"/>
                <a:ea typeface="Calibri" pitchFamily="34" charset="-122"/>
                <a:cs typeface="Calibri" pitchFamily="34" charset="-120"/>
              </a:rPr>
              <a:t>EkStep</a:t>
            </a:r>
            <a:r>
              <a:rPr lang="en-US">
                <a:solidFill>
                  <a:srgbClr val="1F2937"/>
                </a:solidFill>
                <a:latin typeface="Calibri" pitchFamily="34" charset="0"/>
                <a:ea typeface="Calibri" pitchFamily="34" charset="-122"/>
                <a:cs typeface="Calibri" pitchFamily="34" charset="-120"/>
              </a:rPr>
              <a:t> Foundation on population-scale deployment. With Karya, Digital Green &amp; Adalat AI building evaluations for agriculture and legal-domain Indic tasks.</a:t>
            </a:r>
            <a:endParaRPr lang="en-US"/>
          </a:p>
        </p:txBody>
      </p:sp>
      <p:sp>
        <p:nvSpPr>
          <p:cNvPr id="26" name="Google Shape;17940;p2451">
            <a:extLst>
              <a:ext uri="{FF2B5EF4-FFF2-40B4-BE49-F238E27FC236}">
                <a16:creationId xmlns:a16="http://schemas.microsoft.com/office/drawing/2014/main" id="{98F5F8A5-6D08-82BC-9AD4-6F96932EE8CD}"/>
              </a:ext>
            </a:extLst>
          </p:cNvPr>
          <p:cNvSpPr txBox="1">
            <a:spLocks/>
          </p:cNvSpPr>
          <p:nvPr/>
        </p:nvSpPr>
        <p:spPr>
          <a:xfrm>
            <a:off x="9139197" y="1695944"/>
            <a:ext cx="2540969" cy="968191"/>
          </a:xfrm>
          <a:prstGeom prst="rect">
            <a:avLst/>
          </a:prstGeom>
          <a:solidFill>
            <a:schemeClr val="bg1"/>
          </a:solidFill>
          <a:ln w="3175">
            <a:solidFill>
              <a:schemeClr val="bg1">
                <a:lumMod val="95000"/>
              </a:schemeClr>
            </a:solidFill>
          </a:ln>
        </p:spPr>
        <p:txBody>
          <a:bodyPr spcFirstLastPara="1" vert="horz" wrap="square" lIns="0" tIns="0" rIns="0" bIns="0" rtlCol="0" anchor="ctr" anchorCtr="0">
            <a:noAutofit/>
          </a:bodyPr>
          <a:lstStyle>
            <a:lvl1pPr marL="342900" lvl="0" indent="-238125" algn="l" defTabSz="914400" rtl="0" eaLnBrk="1" latinLnBrk="0" hangingPunct="1">
              <a:lnSpc>
                <a:spcPct val="100000"/>
              </a:lnSpc>
              <a:spcBef>
                <a:spcPts val="0"/>
              </a:spcBef>
              <a:spcAft>
                <a:spcPts val="0"/>
              </a:spcAft>
              <a:buClr>
                <a:schemeClr val="dk1"/>
              </a:buClr>
              <a:buSzPts val="1400"/>
              <a:buFont typeface="Arial" pitchFamily="34" charset="0"/>
              <a:buChar char="•"/>
              <a:defRPr sz="1050" kern="1200">
                <a:solidFill>
                  <a:schemeClr val="accent1"/>
                </a:solidFill>
                <a:latin typeface="+mn-lt"/>
                <a:ea typeface="+mn-ea"/>
                <a:cs typeface="+mn-cs"/>
              </a:defRPr>
            </a:lvl1pPr>
            <a:lvl2pPr marL="685800" lvl="1"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2pPr>
            <a:lvl3pPr marL="1028700" lvl="2"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3pPr>
            <a:lvl4pPr marL="1371600" lvl="3"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4pPr>
            <a:lvl5pPr marL="1714500" lvl="4"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5pPr>
            <a:lvl6pPr marL="2057400" lvl="5"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6pPr>
            <a:lvl7pPr marL="2400300" lvl="6"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7pPr>
            <a:lvl8pPr marL="2743200" lvl="7"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8pPr>
            <a:lvl9pPr marL="3086100" lvl="8" indent="-238125" algn="l" defTabSz="914400" rtl="0" eaLnBrk="1" latinLnBrk="0" hangingPunct="1">
              <a:lnSpc>
                <a:spcPct val="100000"/>
              </a:lnSpc>
              <a:spcBef>
                <a:spcPts val="450"/>
              </a:spcBef>
              <a:spcAft>
                <a:spcPts val="450"/>
              </a:spcAft>
              <a:buClr>
                <a:schemeClr val="dk1"/>
              </a:buClr>
              <a:buSzPts val="1400"/>
              <a:buFont typeface="Arial" pitchFamily="34" charset="0"/>
              <a:buChar char="•"/>
              <a:defRPr sz="1050" kern="1200">
                <a:solidFill>
                  <a:schemeClr val="tx1"/>
                </a:solidFill>
                <a:latin typeface="+mn-lt"/>
                <a:ea typeface="+mn-ea"/>
                <a:cs typeface="+mn-cs"/>
              </a:defRPr>
            </a:lvl9pPr>
          </a:lstStyle>
          <a:p>
            <a:pPr marL="0" indent="0">
              <a:buNone/>
            </a:pPr>
            <a:r>
              <a:rPr lang="en-US">
                <a:solidFill>
                  <a:srgbClr val="1F2937"/>
                </a:solidFill>
                <a:latin typeface="Calibri" pitchFamily="34" charset="0"/>
                <a:ea typeface="Calibri" pitchFamily="34" charset="-122"/>
                <a:cs typeface="Calibri" pitchFamily="34" charset="-120"/>
              </a:rPr>
              <a:t>Enhanced Hindi + 9 Indian languages; Claude Mythos (Project </a:t>
            </a:r>
            <a:r>
              <a:rPr lang="en-US" err="1">
                <a:solidFill>
                  <a:srgbClr val="1F2937"/>
                </a:solidFill>
                <a:latin typeface="Calibri" pitchFamily="34" charset="0"/>
                <a:ea typeface="Calibri" pitchFamily="34" charset="-122"/>
                <a:cs typeface="Calibri" pitchFamily="34" charset="-120"/>
              </a:rPr>
              <a:t>Glasswing</a:t>
            </a:r>
            <a:r>
              <a:rPr lang="en-US">
                <a:solidFill>
                  <a:srgbClr val="1F2937"/>
                </a:solidFill>
                <a:latin typeface="Calibri" pitchFamily="34" charset="0"/>
                <a:ea typeface="Calibri" pitchFamily="34" charset="-122"/>
                <a:cs typeface="Calibri" pitchFamily="34" charset="-120"/>
              </a:rPr>
              <a:t>) extended to India for cybersecurity vulnerability detection.</a:t>
            </a:r>
            <a:endParaRPr lang="en-US"/>
          </a:p>
        </p:txBody>
      </p:sp>
      <p:graphicFrame>
        <p:nvGraphicFramePr>
          <p:cNvPr id="30" name="Table 0">
            <a:extLst>
              <a:ext uri="{FF2B5EF4-FFF2-40B4-BE49-F238E27FC236}">
                <a16:creationId xmlns:a16="http://schemas.microsoft.com/office/drawing/2014/main" id="{51FCE070-E4BD-C05C-4B9F-D7E326968F5D}"/>
              </a:ext>
            </a:extLst>
          </p:cNvPr>
          <p:cNvGraphicFramePr>
            <a:graphicFrameLocks noGrp="1"/>
          </p:cNvGraphicFramePr>
          <p:nvPr/>
        </p:nvGraphicFramePr>
        <p:xfrm>
          <a:off x="567740" y="2837265"/>
          <a:ext cx="11039301" cy="1422400"/>
        </p:xfrm>
        <a:graphic>
          <a:graphicData uri="http://schemas.openxmlformats.org/drawingml/2006/table">
            <a:tbl>
              <a:tblPr/>
              <a:tblGrid>
                <a:gridCol w="3369137">
                  <a:extLst>
                    <a:ext uri="{9D8B030D-6E8A-4147-A177-3AD203B41FA5}">
                      <a16:colId xmlns:a16="http://schemas.microsoft.com/office/drawing/2014/main" val="20000"/>
                    </a:ext>
                  </a:extLst>
                </a:gridCol>
                <a:gridCol w="2795668">
                  <a:extLst>
                    <a:ext uri="{9D8B030D-6E8A-4147-A177-3AD203B41FA5}">
                      <a16:colId xmlns:a16="http://schemas.microsoft.com/office/drawing/2014/main" val="20001"/>
                    </a:ext>
                  </a:extLst>
                </a:gridCol>
                <a:gridCol w="4874496">
                  <a:extLst>
                    <a:ext uri="{9D8B030D-6E8A-4147-A177-3AD203B41FA5}">
                      <a16:colId xmlns:a16="http://schemas.microsoft.com/office/drawing/2014/main" val="20002"/>
                    </a:ext>
                  </a:extLst>
                </a:gridCol>
              </a:tblGrid>
              <a:tr h="209703">
                <a:tc>
                  <a:txBody>
                    <a:bodyPr/>
                    <a:lstStyle/>
                    <a:p>
                      <a:pPr marL="0" indent="0">
                        <a:buNone/>
                      </a:pPr>
                      <a:r>
                        <a:rPr lang="en-US" sz="1100" b="1">
                          <a:solidFill>
                            <a:srgbClr val="FFFFFF"/>
                          </a:solidFill>
                        </a:rPr>
                        <a:t>Use Case</a:t>
                      </a:r>
                      <a:endParaRPr lang="en-US" sz="110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3"/>
                    </a:solidFill>
                  </a:tcPr>
                </a:tc>
                <a:tc>
                  <a:txBody>
                    <a:bodyPr/>
                    <a:lstStyle/>
                    <a:p>
                      <a:pPr marL="0" indent="0">
                        <a:buNone/>
                      </a:pPr>
                      <a:r>
                        <a:rPr lang="en-US" sz="1100" b="1">
                          <a:solidFill>
                            <a:srgbClr val="FFFFFF"/>
                          </a:solidFill>
                        </a:rPr>
                        <a:t>Sector / Department</a:t>
                      </a:r>
                      <a:endParaRPr lang="en-US" sz="110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3"/>
                    </a:solidFill>
                  </a:tcPr>
                </a:tc>
                <a:tc>
                  <a:txBody>
                    <a:bodyPr/>
                    <a:lstStyle/>
                    <a:p>
                      <a:pPr marL="0" indent="0">
                        <a:buNone/>
                      </a:pPr>
                      <a:r>
                        <a:rPr lang="en-US" sz="1100" b="1">
                          <a:solidFill>
                            <a:srgbClr val="FFFFFF"/>
                          </a:solidFill>
                        </a:rPr>
                        <a:t>Outcome / Scale</a:t>
                      </a:r>
                      <a:endParaRPr lang="en-US" sz="110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3"/>
                    </a:solidFill>
                  </a:tcPr>
                </a:tc>
                <a:extLst>
                  <a:ext uri="{0D108BD9-81ED-4DB2-BD59-A6C34878D82A}">
                    <a16:rowId xmlns:a16="http://schemas.microsoft.com/office/drawing/2014/main" val="10000"/>
                  </a:ext>
                </a:extLst>
              </a:tr>
              <a:tr h="197833">
                <a:tc>
                  <a:txBody>
                    <a:bodyPr/>
                    <a:lstStyle/>
                    <a:p>
                      <a:pPr marL="0" indent="0">
                        <a:buNone/>
                      </a:pPr>
                      <a:r>
                        <a:rPr lang="en-IN" sz="1000" b="1" kern="1200">
                          <a:solidFill>
                            <a:srgbClr val="222A28"/>
                          </a:solidFill>
                          <a:latin typeface="+mn-lt"/>
                          <a:ea typeface="+mn-ea"/>
                          <a:cs typeface="+mn-cs"/>
                        </a:rPr>
                        <a:t>AI-powered agricultural knowledge access</a:t>
                      </a:r>
                      <a:endParaRPr lang="en-US" sz="1000" b="1" kern="1200">
                        <a:solidFill>
                          <a:srgbClr val="222A28"/>
                        </a:solidFill>
                        <a:latin typeface="+mn-lt"/>
                        <a:ea typeface="+mn-ea"/>
                        <a:cs typeface="+mn-cs"/>
                      </a:endParaRPr>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US" sz="950" i="0" kern="1200">
                          <a:solidFill>
                            <a:srgbClr val="5B6670"/>
                          </a:solidFill>
                          <a:latin typeface="+mn-lt"/>
                          <a:ea typeface="+mn-ea"/>
                          <a:cs typeface="+mn-cs"/>
                        </a:rPr>
                        <a:t>GoI</a:t>
                      </a:r>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IN" sz="950" kern="1200">
                          <a:solidFill>
                            <a:srgbClr val="222A28"/>
                          </a:solidFill>
                          <a:latin typeface="+mn-lt"/>
                          <a:ea typeface="+mn-ea"/>
                          <a:cs typeface="+mn-cs"/>
                        </a:rPr>
                        <a:t>Claude models are being explored through the OpenAgriNet initiative to expand access to agricultural expertise and knowledge systems</a:t>
                      </a:r>
                      <a:endParaRPr lang="en-US" sz="950" kern="1200">
                        <a:solidFill>
                          <a:srgbClr val="222A28"/>
                        </a:solidFill>
                        <a:latin typeface="+mn-lt"/>
                        <a:ea typeface="+mn-ea"/>
                        <a:cs typeface="+mn-cs"/>
                      </a:endParaRPr>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197833">
                <a:tc>
                  <a:txBody>
                    <a:bodyPr/>
                    <a:lstStyle/>
                    <a:p>
                      <a:pPr marL="0" indent="0">
                        <a:buNone/>
                      </a:pPr>
                      <a:r>
                        <a:rPr lang="en-US" sz="1000" b="1">
                          <a:solidFill>
                            <a:srgbClr val="222A28"/>
                          </a:solidFill>
                        </a:rPr>
                        <a:t>Second Chance program</a:t>
                      </a:r>
                      <a:endParaRPr lang="en-US" sz="100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US" sz="950" i="0">
                          <a:solidFill>
                            <a:srgbClr val="5B6670"/>
                          </a:solidFill>
                        </a:rPr>
                        <a:t>Women's education (Pratham)</a:t>
                      </a:r>
                      <a:endParaRPr lang="en-US" sz="950" i="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US" sz="950">
                          <a:solidFill>
                            <a:srgbClr val="222A28"/>
                          </a:solidFill>
                        </a:rPr>
                        <a:t>Reached 5,000+ women who left formal schooling</a:t>
                      </a:r>
                      <a:endParaRPr lang="en-US" sz="95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197833">
                <a:tc>
                  <a:txBody>
                    <a:bodyPr/>
                    <a:lstStyle/>
                    <a:p>
                      <a:pPr marL="0" indent="0">
                        <a:buNone/>
                      </a:pPr>
                      <a:r>
                        <a:rPr lang="en-US" sz="1000" b="1">
                          <a:solidFill>
                            <a:srgbClr val="222A28"/>
                          </a:solidFill>
                        </a:rPr>
                        <a:t>Local-language evaluation suites</a:t>
                      </a:r>
                      <a:endParaRPr lang="en-US" sz="100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US" sz="950" i="0">
                          <a:solidFill>
                            <a:srgbClr val="5B6670"/>
                          </a:solidFill>
                        </a:rPr>
                        <a:t>Agriculture &amp; legal (Karya, Digital Green, Adalat AI)</a:t>
                      </a:r>
                      <a:endParaRPr lang="en-US" sz="950" i="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US" sz="950">
                          <a:solidFill>
                            <a:srgbClr val="222A28"/>
                          </a:solidFill>
                        </a:rPr>
                        <a:t>Public evaluation sets for Indic-language, domain-specific tasks</a:t>
                      </a:r>
                      <a:endParaRPr lang="en-US" sz="95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5"/>
                  </a:ext>
                </a:extLst>
              </a:tr>
              <a:tr h="197833">
                <a:tc>
                  <a:txBody>
                    <a:bodyPr/>
                    <a:lstStyle/>
                    <a:p>
                      <a:pPr marL="0" indent="0">
                        <a:buNone/>
                      </a:pPr>
                      <a:r>
                        <a:rPr lang="en-US" sz="1000" b="1">
                          <a:solidFill>
                            <a:srgbClr val="222A28"/>
                          </a:solidFill>
                        </a:rPr>
                        <a:t>Enterprise &amp; cybersecurity deployments</a:t>
                      </a:r>
                      <a:endParaRPr lang="en-US" sz="100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US" sz="950" i="0">
                          <a:solidFill>
                            <a:srgbClr val="5B6670"/>
                          </a:solidFill>
                        </a:rPr>
                        <a:t>Aviation, fintech, IT services</a:t>
                      </a:r>
                      <a:endParaRPr lang="en-US" sz="950" i="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US" sz="950">
                          <a:solidFill>
                            <a:srgbClr val="222A28"/>
                          </a:solidFill>
                        </a:rPr>
                        <a:t>Air India, CRED, Cognizant (350K employees), Claude Mythos / Project Glasswing</a:t>
                      </a:r>
                      <a:endParaRPr lang="en-US" sz="95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265924037"/>
                  </a:ext>
                </a:extLst>
              </a:tr>
            </a:tbl>
          </a:graphicData>
        </a:graphic>
      </p:graphicFrame>
      <p:sp>
        <p:nvSpPr>
          <p:cNvPr id="2" name="Text 28">
            <a:extLst>
              <a:ext uri="{FF2B5EF4-FFF2-40B4-BE49-F238E27FC236}">
                <a16:creationId xmlns:a16="http://schemas.microsoft.com/office/drawing/2014/main" id="{8E1C4905-A07B-5CF2-6FFF-ADA00F0F24B5}"/>
              </a:ext>
            </a:extLst>
          </p:cNvPr>
          <p:cNvSpPr/>
          <p:nvPr/>
        </p:nvSpPr>
        <p:spPr>
          <a:xfrm>
            <a:off x="457200" y="4961050"/>
            <a:ext cx="5486400" cy="274320"/>
          </a:xfrm>
          <a:prstGeom prst="rect">
            <a:avLst/>
          </a:prstGeom>
          <a:noFill/>
          <a:ln/>
        </p:spPr>
        <p:txBody>
          <a:bodyPr wrap="square" lIns="0" tIns="0" rIns="0" bIns="0" rtlCol="0" anchor="ctr"/>
          <a:lstStyle/>
          <a:p>
            <a:pPr marL="0" indent="0">
              <a:buNone/>
            </a:pPr>
            <a:r>
              <a:rPr lang="en-US" sz="1050" b="1" kern="0" spc="150">
                <a:solidFill>
                  <a:srgbClr val="5B6670"/>
                </a:solidFill>
                <a:latin typeface="Calibri" pitchFamily="34" charset="0"/>
                <a:ea typeface="Calibri" pitchFamily="34" charset="-122"/>
                <a:cs typeface="Calibri" pitchFamily="34" charset="-120"/>
              </a:rPr>
              <a:t>STRATEGIC PILLARS</a:t>
            </a:r>
            <a:endParaRPr lang="en-US" sz="1050"/>
          </a:p>
        </p:txBody>
      </p:sp>
      <p:sp>
        <p:nvSpPr>
          <p:cNvPr id="18" name="Shape 29">
            <a:extLst>
              <a:ext uri="{FF2B5EF4-FFF2-40B4-BE49-F238E27FC236}">
                <a16:creationId xmlns:a16="http://schemas.microsoft.com/office/drawing/2014/main" id="{113CF5AA-0039-D8AD-DAD9-012575309A54}"/>
              </a:ext>
            </a:extLst>
          </p:cNvPr>
          <p:cNvSpPr/>
          <p:nvPr/>
        </p:nvSpPr>
        <p:spPr>
          <a:xfrm>
            <a:off x="457200" y="5262802"/>
            <a:ext cx="11274552" cy="0"/>
          </a:xfrm>
          <a:prstGeom prst="line">
            <a:avLst/>
          </a:prstGeom>
          <a:noFill/>
          <a:ln w="9525">
            <a:solidFill>
              <a:srgbClr val="C7CCC9"/>
            </a:solidFill>
            <a:prstDash val="solid"/>
          </a:ln>
        </p:spPr>
        <p:txBody>
          <a:bodyPr/>
          <a:lstStyle/>
          <a:p>
            <a:endParaRPr lang="en-IN"/>
          </a:p>
        </p:txBody>
      </p:sp>
      <p:sp>
        <p:nvSpPr>
          <p:cNvPr id="19" name="Shape 30">
            <a:extLst>
              <a:ext uri="{FF2B5EF4-FFF2-40B4-BE49-F238E27FC236}">
                <a16:creationId xmlns:a16="http://schemas.microsoft.com/office/drawing/2014/main" id="{49190F86-4E00-274F-580C-BDD6BFB20BB0}"/>
              </a:ext>
            </a:extLst>
          </p:cNvPr>
          <p:cNvSpPr/>
          <p:nvPr/>
        </p:nvSpPr>
        <p:spPr>
          <a:xfrm>
            <a:off x="457200" y="5463970"/>
            <a:ext cx="457200" cy="457200"/>
          </a:xfrm>
          <a:prstGeom prst="ellipse">
            <a:avLst/>
          </a:prstGeom>
          <a:solidFill>
            <a:schemeClr val="bg1">
              <a:lumMod val="85000"/>
            </a:schemeClr>
          </a:solidFill>
          <a:ln/>
        </p:spPr>
        <p:txBody>
          <a:bodyPr/>
          <a:lstStyle/>
          <a:p>
            <a:endParaRPr lang="en-IN"/>
          </a:p>
        </p:txBody>
      </p:sp>
      <p:pic>
        <p:nvPicPr>
          <p:cNvPr id="20" name="Image 1" descr="preencoded.png">
            <a:extLst>
              <a:ext uri="{FF2B5EF4-FFF2-40B4-BE49-F238E27FC236}">
                <a16:creationId xmlns:a16="http://schemas.microsoft.com/office/drawing/2014/main" id="{F3FB893E-B136-A0EC-7223-578DE69B5682}"/>
              </a:ext>
            </a:extLst>
          </p:cNvPr>
          <p:cNvPicPr>
            <a:picLocks noChangeAspect="1"/>
          </p:cNvPicPr>
          <p:nvPr/>
        </p:nvPicPr>
        <p:blipFill>
          <a:blip r:embed="rId2"/>
          <a:stretch>
            <a:fillRect/>
          </a:stretch>
        </p:blipFill>
        <p:spPr>
          <a:xfrm>
            <a:off x="576072" y="5582842"/>
            <a:ext cx="219456" cy="219456"/>
          </a:xfrm>
          <a:prstGeom prst="rect">
            <a:avLst/>
          </a:prstGeom>
        </p:spPr>
      </p:pic>
      <p:sp>
        <p:nvSpPr>
          <p:cNvPr id="27" name="Text 31">
            <a:extLst>
              <a:ext uri="{FF2B5EF4-FFF2-40B4-BE49-F238E27FC236}">
                <a16:creationId xmlns:a16="http://schemas.microsoft.com/office/drawing/2014/main" id="{53BF891C-7797-5ED9-2DF8-121B0B469A29}"/>
              </a:ext>
            </a:extLst>
          </p:cNvPr>
          <p:cNvSpPr/>
          <p:nvPr/>
        </p:nvSpPr>
        <p:spPr>
          <a:xfrm>
            <a:off x="1024128" y="5445682"/>
            <a:ext cx="3072384" cy="274320"/>
          </a:xfrm>
          <a:prstGeom prst="rect">
            <a:avLst/>
          </a:prstGeom>
          <a:noFill/>
          <a:ln/>
        </p:spPr>
        <p:txBody>
          <a:bodyPr wrap="square" lIns="0" tIns="0" rIns="0" bIns="0" rtlCol="0" anchor="ctr"/>
          <a:lstStyle/>
          <a:p>
            <a:pPr marL="0" indent="0">
              <a:buNone/>
            </a:pPr>
            <a:r>
              <a:rPr lang="en-US" sz="1150" b="1">
                <a:solidFill>
                  <a:srgbClr val="1B4332"/>
                </a:solidFill>
                <a:latin typeface="Calibri" pitchFamily="34" charset="0"/>
                <a:ea typeface="Calibri" pitchFamily="34" charset="-122"/>
                <a:cs typeface="Calibri" pitchFamily="34" charset="-120"/>
              </a:rPr>
              <a:t>Public-Sector Trust &amp; Data</a:t>
            </a:r>
            <a:endParaRPr lang="en-US" sz="1150"/>
          </a:p>
        </p:txBody>
      </p:sp>
      <p:sp>
        <p:nvSpPr>
          <p:cNvPr id="28" name="Text 32">
            <a:extLst>
              <a:ext uri="{FF2B5EF4-FFF2-40B4-BE49-F238E27FC236}">
                <a16:creationId xmlns:a16="http://schemas.microsoft.com/office/drawing/2014/main" id="{9FDD09B0-B163-238E-E4E0-2ACBA37DFA96}"/>
              </a:ext>
            </a:extLst>
          </p:cNvPr>
          <p:cNvSpPr/>
          <p:nvPr/>
        </p:nvSpPr>
        <p:spPr>
          <a:xfrm>
            <a:off x="1024128" y="5720002"/>
            <a:ext cx="3072384" cy="640080"/>
          </a:xfrm>
          <a:prstGeom prst="rect">
            <a:avLst/>
          </a:prstGeom>
          <a:noFill/>
          <a:ln/>
        </p:spPr>
        <p:txBody>
          <a:bodyPr wrap="square" lIns="0" tIns="0" rIns="0" bIns="0" rtlCol="0" anchor="t"/>
          <a:lstStyle/>
          <a:p>
            <a:pPr marL="0" indent="0">
              <a:buNone/>
            </a:pPr>
            <a:r>
              <a:rPr lang="en-US" sz="930">
                <a:solidFill>
                  <a:srgbClr val="222A28"/>
                </a:solidFill>
                <a:latin typeface="Calibri" pitchFamily="34" charset="0"/>
                <a:ea typeface="Calibri" pitchFamily="34" charset="-122"/>
                <a:cs typeface="Calibri" pitchFamily="34" charset="-120"/>
              </a:rPr>
              <a:t>First official Indian government MCP server (MoSPI) for querying national statistics via AI.</a:t>
            </a:r>
            <a:endParaRPr lang="en-US" sz="930"/>
          </a:p>
        </p:txBody>
      </p:sp>
      <p:sp>
        <p:nvSpPr>
          <p:cNvPr id="29" name="Shape 33">
            <a:extLst>
              <a:ext uri="{FF2B5EF4-FFF2-40B4-BE49-F238E27FC236}">
                <a16:creationId xmlns:a16="http://schemas.microsoft.com/office/drawing/2014/main" id="{EDA7AB2F-CF87-3228-EF1C-CDC2CF598440}"/>
              </a:ext>
            </a:extLst>
          </p:cNvPr>
          <p:cNvSpPr/>
          <p:nvPr/>
        </p:nvSpPr>
        <p:spPr>
          <a:xfrm>
            <a:off x="4215384" y="5463970"/>
            <a:ext cx="457200" cy="457200"/>
          </a:xfrm>
          <a:prstGeom prst="ellipse">
            <a:avLst/>
          </a:prstGeom>
          <a:solidFill>
            <a:schemeClr val="bg1">
              <a:lumMod val="85000"/>
            </a:schemeClr>
          </a:solidFill>
          <a:ln/>
        </p:spPr>
        <p:txBody>
          <a:bodyPr/>
          <a:lstStyle/>
          <a:p>
            <a:endParaRPr lang="en-IN"/>
          </a:p>
        </p:txBody>
      </p:sp>
      <p:pic>
        <p:nvPicPr>
          <p:cNvPr id="45" name="Image 2" descr="preencoded.png">
            <a:extLst>
              <a:ext uri="{FF2B5EF4-FFF2-40B4-BE49-F238E27FC236}">
                <a16:creationId xmlns:a16="http://schemas.microsoft.com/office/drawing/2014/main" id="{DF6FE21C-DE68-B4A8-199D-8313FB4E1EC7}"/>
              </a:ext>
            </a:extLst>
          </p:cNvPr>
          <p:cNvPicPr>
            <a:picLocks noChangeAspect="1"/>
          </p:cNvPicPr>
          <p:nvPr/>
        </p:nvPicPr>
        <p:blipFill>
          <a:blip r:embed="rId3"/>
          <a:stretch>
            <a:fillRect/>
          </a:stretch>
        </p:blipFill>
        <p:spPr>
          <a:xfrm>
            <a:off x="4334256" y="5582842"/>
            <a:ext cx="219456" cy="219456"/>
          </a:xfrm>
          <a:prstGeom prst="rect">
            <a:avLst/>
          </a:prstGeom>
        </p:spPr>
      </p:pic>
      <p:sp>
        <p:nvSpPr>
          <p:cNvPr id="46" name="Text 34">
            <a:extLst>
              <a:ext uri="{FF2B5EF4-FFF2-40B4-BE49-F238E27FC236}">
                <a16:creationId xmlns:a16="http://schemas.microsoft.com/office/drawing/2014/main" id="{F5CFE039-BE68-31D1-07DC-5DFC7A718B65}"/>
              </a:ext>
            </a:extLst>
          </p:cNvPr>
          <p:cNvSpPr/>
          <p:nvPr/>
        </p:nvSpPr>
        <p:spPr>
          <a:xfrm>
            <a:off x="4782312" y="5445682"/>
            <a:ext cx="3072384" cy="274320"/>
          </a:xfrm>
          <a:prstGeom prst="rect">
            <a:avLst/>
          </a:prstGeom>
          <a:noFill/>
          <a:ln/>
        </p:spPr>
        <p:txBody>
          <a:bodyPr wrap="square" lIns="0" tIns="0" rIns="0" bIns="0" rtlCol="0" anchor="ctr"/>
          <a:lstStyle/>
          <a:p>
            <a:pPr marL="0" indent="0">
              <a:buNone/>
            </a:pPr>
            <a:r>
              <a:rPr lang="en-US" sz="1150" b="1">
                <a:solidFill>
                  <a:srgbClr val="1B4332"/>
                </a:solidFill>
                <a:latin typeface="Calibri" pitchFamily="34" charset="0"/>
                <a:ea typeface="Calibri" pitchFamily="34" charset="-122"/>
                <a:cs typeface="Calibri" pitchFamily="34" charset="-120"/>
              </a:rPr>
              <a:t>Education for the Underserved</a:t>
            </a:r>
            <a:endParaRPr lang="en-US" sz="1150"/>
          </a:p>
        </p:txBody>
      </p:sp>
      <p:sp>
        <p:nvSpPr>
          <p:cNvPr id="47" name="Text 35">
            <a:extLst>
              <a:ext uri="{FF2B5EF4-FFF2-40B4-BE49-F238E27FC236}">
                <a16:creationId xmlns:a16="http://schemas.microsoft.com/office/drawing/2014/main" id="{1BE63A16-9E66-A393-514C-A033CF72EFEF}"/>
              </a:ext>
            </a:extLst>
          </p:cNvPr>
          <p:cNvSpPr/>
          <p:nvPr/>
        </p:nvSpPr>
        <p:spPr>
          <a:xfrm>
            <a:off x="4782312" y="5720002"/>
            <a:ext cx="3072384" cy="640080"/>
          </a:xfrm>
          <a:prstGeom prst="rect">
            <a:avLst/>
          </a:prstGeom>
          <a:noFill/>
          <a:ln/>
        </p:spPr>
        <p:txBody>
          <a:bodyPr wrap="square" lIns="0" tIns="0" rIns="0" bIns="0" rtlCol="0" anchor="t"/>
          <a:lstStyle/>
          <a:p>
            <a:pPr marL="0" indent="0">
              <a:buNone/>
            </a:pPr>
            <a:r>
              <a:rPr lang="en-US" sz="930">
                <a:solidFill>
                  <a:srgbClr val="222A28"/>
                </a:solidFill>
                <a:latin typeface="Calibri" pitchFamily="34" charset="0"/>
                <a:ea typeface="Calibri" pitchFamily="34" charset="-122"/>
                <a:cs typeface="Calibri" pitchFamily="34" charset="-120"/>
              </a:rPr>
              <a:t>Pratham's Anytime Testing Machine and Second Chance program reach students and women learners.</a:t>
            </a:r>
            <a:endParaRPr lang="en-US" sz="930"/>
          </a:p>
        </p:txBody>
      </p:sp>
      <p:sp>
        <p:nvSpPr>
          <p:cNvPr id="48" name="Shape 36">
            <a:extLst>
              <a:ext uri="{FF2B5EF4-FFF2-40B4-BE49-F238E27FC236}">
                <a16:creationId xmlns:a16="http://schemas.microsoft.com/office/drawing/2014/main" id="{FE958E0C-F73C-D68F-CF97-9845E2BD1021}"/>
              </a:ext>
            </a:extLst>
          </p:cNvPr>
          <p:cNvSpPr/>
          <p:nvPr/>
        </p:nvSpPr>
        <p:spPr>
          <a:xfrm>
            <a:off x="7973568" y="5463970"/>
            <a:ext cx="457200" cy="457200"/>
          </a:xfrm>
          <a:prstGeom prst="ellipse">
            <a:avLst/>
          </a:prstGeom>
          <a:solidFill>
            <a:schemeClr val="bg1">
              <a:lumMod val="85000"/>
            </a:schemeClr>
          </a:solidFill>
          <a:ln/>
        </p:spPr>
        <p:txBody>
          <a:bodyPr/>
          <a:lstStyle/>
          <a:p>
            <a:endParaRPr lang="en-IN"/>
          </a:p>
        </p:txBody>
      </p:sp>
      <p:pic>
        <p:nvPicPr>
          <p:cNvPr id="49" name="Image 3" descr="preencoded.png">
            <a:extLst>
              <a:ext uri="{FF2B5EF4-FFF2-40B4-BE49-F238E27FC236}">
                <a16:creationId xmlns:a16="http://schemas.microsoft.com/office/drawing/2014/main" id="{F39EC1B3-C598-0396-D836-59B5868620B5}"/>
              </a:ext>
            </a:extLst>
          </p:cNvPr>
          <p:cNvPicPr>
            <a:picLocks noChangeAspect="1"/>
          </p:cNvPicPr>
          <p:nvPr/>
        </p:nvPicPr>
        <p:blipFill>
          <a:blip r:embed="rId4"/>
          <a:stretch>
            <a:fillRect/>
          </a:stretch>
        </p:blipFill>
        <p:spPr>
          <a:xfrm>
            <a:off x="8092440" y="5582842"/>
            <a:ext cx="219456" cy="219456"/>
          </a:xfrm>
          <a:prstGeom prst="rect">
            <a:avLst/>
          </a:prstGeom>
        </p:spPr>
      </p:pic>
      <p:sp>
        <p:nvSpPr>
          <p:cNvPr id="50" name="Text 37">
            <a:extLst>
              <a:ext uri="{FF2B5EF4-FFF2-40B4-BE49-F238E27FC236}">
                <a16:creationId xmlns:a16="http://schemas.microsoft.com/office/drawing/2014/main" id="{4E9ABCCF-6775-9C49-9C63-9CAFD826CDFB}"/>
              </a:ext>
            </a:extLst>
          </p:cNvPr>
          <p:cNvSpPr/>
          <p:nvPr/>
        </p:nvSpPr>
        <p:spPr>
          <a:xfrm>
            <a:off x="8540496" y="5445682"/>
            <a:ext cx="3072384" cy="274320"/>
          </a:xfrm>
          <a:prstGeom prst="rect">
            <a:avLst/>
          </a:prstGeom>
          <a:noFill/>
          <a:ln/>
        </p:spPr>
        <p:txBody>
          <a:bodyPr wrap="square" lIns="0" tIns="0" rIns="0" bIns="0" rtlCol="0" anchor="ctr"/>
          <a:lstStyle/>
          <a:p>
            <a:pPr marL="0" indent="0">
              <a:buNone/>
            </a:pPr>
            <a:r>
              <a:rPr lang="en-US" sz="1150" b="1">
                <a:solidFill>
                  <a:srgbClr val="1B4332"/>
                </a:solidFill>
                <a:latin typeface="Calibri" pitchFamily="34" charset="0"/>
                <a:ea typeface="Calibri" pitchFamily="34" charset="-122"/>
                <a:cs typeface="Calibri" pitchFamily="34" charset="-120"/>
              </a:rPr>
              <a:t>Security &amp; Local-Language Depth</a:t>
            </a:r>
            <a:endParaRPr lang="en-US" sz="1150"/>
          </a:p>
        </p:txBody>
      </p:sp>
      <p:sp>
        <p:nvSpPr>
          <p:cNvPr id="51" name="Text 38">
            <a:extLst>
              <a:ext uri="{FF2B5EF4-FFF2-40B4-BE49-F238E27FC236}">
                <a16:creationId xmlns:a16="http://schemas.microsoft.com/office/drawing/2014/main" id="{4B8B9FB9-DE3F-386E-BC4D-5E4493C09C77}"/>
              </a:ext>
            </a:extLst>
          </p:cNvPr>
          <p:cNvSpPr/>
          <p:nvPr/>
        </p:nvSpPr>
        <p:spPr>
          <a:xfrm>
            <a:off x="8540496" y="5720002"/>
            <a:ext cx="3072384" cy="640080"/>
          </a:xfrm>
          <a:prstGeom prst="rect">
            <a:avLst/>
          </a:prstGeom>
          <a:noFill/>
          <a:ln/>
        </p:spPr>
        <p:txBody>
          <a:bodyPr wrap="square" lIns="0" tIns="0" rIns="0" bIns="0" rtlCol="0" anchor="t"/>
          <a:lstStyle/>
          <a:p>
            <a:pPr marL="0" indent="0">
              <a:buNone/>
            </a:pPr>
            <a:r>
              <a:rPr lang="en-US" sz="930">
                <a:solidFill>
                  <a:srgbClr val="222A28"/>
                </a:solidFill>
                <a:latin typeface="Calibri" pitchFamily="34" charset="0"/>
                <a:ea typeface="Calibri" pitchFamily="34" charset="-122"/>
                <a:cs typeface="Calibri" pitchFamily="34" charset="-120"/>
              </a:rPr>
              <a:t>Claude Mythos for cybersecurity; Indic-language evaluations built with Karya &amp; Digital Green.</a:t>
            </a:r>
            <a:endParaRPr lang="en-US" sz="930"/>
          </a:p>
        </p:txBody>
      </p:sp>
    </p:spTree>
    <p:extLst>
      <p:ext uri="{BB962C8B-B14F-4D97-AF65-F5344CB8AC3E}">
        <p14:creationId xmlns:p14="http://schemas.microsoft.com/office/powerpoint/2010/main" val="40876555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1F036-5D8C-ECD3-BB36-0C00616568FD}"/>
            </a:ext>
          </a:extLst>
        </p:cNvPr>
        <p:cNvGrpSpPr/>
        <p:nvPr/>
      </p:nvGrpSpPr>
      <p:grpSpPr>
        <a:xfrm>
          <a:off x="0" y="0"/>
          <a:ext cx="0" cy="0"/>
          <a:chOff x="0" y="0"/>
          <a:chExt cx="0" cy="0"/>
        </a:xfrm>
      </p:grpSpPr>
      <p:sp>
        <p:nvSpPr>
          <p:cNvPr id="3" name="Text 3">
            <a:extLst>
              <a:ext uri="{FF2B5EF4-FFF2-40B4-BE49-F238E27FC236}">
                <a16:creationId xmlns:a16="http://schemas.microsoft.com/office/drawing/2014/main" id="{48C4BF23-1D4C-520C-4A5C-6BD563AEE6F5}"/>
              </a:ext>
            </a:extLst>
          </p:cNvPr>
          <p:cNvSpPr/>
          <p:nvPr/>
        </p:nvSpPr>
        <p:spPr>
          <a:xfrm>
            <a:off x="495157" y="353683"/>
            <a:ext cx="10360152" cy="457200"/>
          </a:xfrm>
          <a:prstGeom prst="rect">
            <a:avLst/>
          </a:prstGeom>
          <a:noFill/>
          <a:ln/>
        </p:spPr>
        <p:txBody>
          <a:bodyPr wrap="square" lIns="0" tIns="0" rIns="0" bIns="0" rtlCol="0" anchor="ctr"/>
          <a:lstStyle/>
          <a:p>
            <a:r>
              <a:rPr lang="en-US" sz="2200" b="1">
                <a:latin typeface="Cambria"/>
                <a:ea typeface="Cambria"/>
              </a:rPr>
              <a:t>AWS – Work with Indian Government </a:t>
            </a:r>
            <a:endParaRPr lang="en-US" sz="2200"/>
          </a:p>
        </p:txBody>
      </p:sp>
      <p:cxnSp>
        <p:nvCxnSpPr>
          <p:cNvPr id="4" name="Google Shape;17933;p2451">
            <a:extLst>
              <a:ext uri="{FF2B5EF4-FFF2-40B4-BE49-F238E27FC236}">
                <a16:creationId xmlns:a16="http://schemas.microsoft.com/office/drawing/2014/main" id="{FDB7EBB4-9C16-4953-9A95-A2B95CB0608D}"/>
              </a:ext>
            </a:extLst>
          </p:cNvPr>
          <p:cNvCxnSpPr>
            <a:cxnSpLocks/>
          </p:cNvCxnSpPr>
          <p:nvPr/>
        </p:nvCxnSpPr>
        <p:spPr>
          <a:xfrm>
            <a:off x="2585348" y="1422421"/>
            <a:ext cx="8575442" cy="1"/>
          </a:xfrm>
          <a:prstGeom prst="straightConnector1">
            <a:avLst/>
          </a:prstGeom>
          <a:noFill/>
          <a:ln w="152400" cap="flat" cmpd="sng">
            <a:solidFill>
              <a:srgbClr val="999999"/>
            </a:solidFill>
            <a:prstDash val="solid"/>
            <a:round/>
            <a:headEnd type="none" w="med" len="med"/>
            <a:tailEnd type="none" w="med" len="med"/>
          </a:ln>
        </p:spPr>
      </p:cxnSp>
      <p:grpSp>
        <p:nvGrpSpPr>
          <p:cNvPr id="5" name="Google Shape;17935;p2451">
            <a:extLst>
              <a:ext uri="{FF2B5EF4-FFF2-40B4-BE49-F238E27FC236}">
                <a16:creationId xmlns:a16="http://schemas.microsoft.com/office/drawing/2014/main" id="{253F1886-8801-437A-1848-29BF8460CD25}"/>
              </a:ext>
            </a:extLst>
          </p:cNvPr>
          <p:cNvGrpSpPr/>
          <p:nvPr/>
        </p:nvGrpSpPr>
        <p:grpSpPr>
          <a:xfrm>
            <a:off x="1260407" y="1159460"/>
            <a:ext cx="2552029" cy="613689"/>
            <a:chOff x="442912" y="1828799"/>
            <a:chExt cx="1995600" cy="1872900"/>
          </a:xfrm>
          <a:solidFill>
            <a:schemeClr val="accent3">
              <a:lumMod val="75000"/>
            </a:schemeClr>
          </a:solidFill>
        </p:grpSpPr>
        <p:sp>
          <p:nvSpPr>
            <p:cNvPr id="6" name="Google Shape;17936;p2451">
              <a:extLst>
                <a:ext uri="{FF2B5EF4-FFF2-40B4-BE49-F238E27FC236}">
                  <a16:creationId xmlns:a16="http://schemas.microsoft.com/office/drawing/2014/main" id="{DCF62BBD-7C86-8A2F-3FAB-223D6B9030D5}"/>
                </a:ext>
              </a:extLst>
            </p:cNvPr>
            <p:cNvSpPr/>
            <p:nvPr/>
          </p:nvSpPr>
          <p:spPr>
            <a:xfrm>
              <a:off x="442912" y="1828799"/>
              <a:ext cx="1995600" cy="1872900"/>
            </a:xfrm>
            <a:prstGeom prst="rect">
              <a:avLst/>
            </a:prstGeom>
            <a:grpFill/>
            <a:ln>
              <a:noFill/>
            </a:ln>
          </p:spPr>
          <p:txBody>
            <a:bodyPr spcFirstLastPara="1" wrap="square" lIns="0" tIns="0" rIns="0" bIns="0" anchor="ctr" anchorCtr="0">
              <a:noAutofit/>
            </a:bodyPr>
            <a:lstStyle/>
            <a:p>
              <a:pPr algn="ctr"/>
              <a:endParaRPr sz="1050">
                <a:solidFill>
                  <a:schemeClr val="lt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7" name="Google Shape;17937;p2451">
              <a:extLst>
                <a:ext uri="{FF2B5EF4-FFF2-40B4-BE49-F238E27FC236}">
                  <a16:creationId xmlns:a16="http://schemas.microsoft.com/office/drawing/2014/main" id="{4414DDA6-9CAD-A0BD-B043-174F271D45AA}"/>
                </a:ext>
              </a:extLst>
            </p:cNvPr>
            <p:cNvSpPr txBox="1"/>
            <p:nvPr/>
          </p:nvSpPr>
          <p:spPr>
            <a:xfrm>
              <a:off x="626850" y="2011695"/>
              <a:ext cx="1627500" cy="1508700"/>
            </a:xfrm>
            <a:prstGeom prst="rect">
              <a:avLst/>
            </a:prstGeom>
            <a:grpFill/>
            <a:ln>
              <a:noFill/>
            </a:ln>
          </p:spPr>
          <p:txBody>
            <a:bodyPr spcFirstLastPara="1" wrap="square" lIns="0" tIns="0" rIns="0" bIns="0" anchor="t" anchorCtr="0">
              <a:noAutofit/>
            </a:bodyPr>
            <a:lstStyle/>
            <a:p>
              <a:pPr>
                <a:lnSpc>
                  <a:spcPct val="85000"/>
                </a:lnSpc>
              </a:pPr>
              <a:r>
                <a:rPr lang="en-GB" sz="1600" b="1">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rPr>
                <a:t>1</a:t>
              </a:r>
              <a:endParaRPr sz="1600" b="1">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a:p>
              <a:r>
                <a:rPr lang="en-US" sz="1050" b="1" err="1">
                  <a:solidFill>
                    <a:schemeClr val="bg1"/>
                  </a:solidFill>
                  <a:latin typeface="Calibri" pitchFamily="34" charset="0"/>
                  <a:ea typeface="Calibri" pitchFamily="34" charset="-122"/>
                  <a:cs typeface="Calibri" pitchFamily="34" charset="-120"/>
                </a:rPr>
                <a:t>IndiaAI</a:t>
              </a:r>
              <a:r>
                <a:rPr lang="en-US" sz="1050" b="1">
                  <a:solidFill>
                    <a:schemeClr val="bg1"/>
                  </a:solidFill>
                  <a:latin typeface="Calibri" pitchFamily="34" charset="0"/>
                  <a:ea typeface="Calibri" pitchFamily="34" charset="-122"/>
                  <a:cs typeface="Calibri" pitchFamily="34" charset="-120"/>
                </a:rPr>
                <a:t> Mission - SHI India</a:t>
              </a:r>
              <a:endParaRPr lang="en-US" sz="1050">
                <a:solidFill>
                  <a:schemeClr val="bg1"/>
                </a:solidFill>
              </a:endParaRPr>
            </a:p>
          </p:txBody>
        </p:sp>
      </p:grpSp>
      <p:grpSp>
        <p:nvGrpSpPr>
          <p:cNvPr id="8" name="Google Shape;17941;p2451">
            <a:extLst>
              <a:ext uri="{FF2B5EF4-FFF2-40B4-BE49-F238E27FC236}">
                <a16:creationId xmlns:a16="http://schemas.microsoft.com/office/drawing/2014/main" id="{36CE8751-0329-1C37-1621-104A28465A0B}"/>
              </a:ext>
            </a:extLst>
          </p:cNvPr>
          <p:cNvGrpSpPr/>
          <p:nvPr/>
        </p:nvGrpSpPr>
        <p:grpSpPr>
          <a:xfrm>
            <a:off x="6523522" y="1159460"/>
            <a:ext cx="2552029" cy="613689"/>
            <a:chOff x="442912" y="1828799"/>
            <a:chExt cx="1995600" cy="1872900"/>
          </a:xfrm>
          <a:solidFill>
            <a:srgbClr val="92D050"/>
          </a:solidFill>
        </p:grpSpPr>
        <p:sp>
          <p:nvSpPr>
            <p:cNvPr id="9" name="Google Shape;17942;p2451">
              <a:extLst>
                <a:ext uri="{FF2B5EF4-FFF2-40B4-BE49-F238E27FC236}">
                  <a16:creationId xmlns:a16="http://schemas.microsoft.com/office/drawing/2014/main" id="{2553B719-A563-734D-ADF9-D666CD67501B}"/>
                </a:ext>
              </a:extLst>
            </p:cNvPr>
            <p:cNvSpPr/>
            <p:nvPr/>
          </p:nvSpPr>
          <p:spPr>
            <a:xfrm>
              <a:off x="442912" y="1828799"/>
              <a:ext cx="1995600" cy="1872900"/>
            </a:xfrm>
            <a:prstGeom prst="rect">
              <a:avLst/>
            </a:prstGeom>
            <a:grpFill/>
            <a:ln>
              <a:noFill/>
            </a:ln>
          </p:spPr>
          <p:txBody>
            <a:bodyPr spcFirstLastPara="1" wrap="square" lIns="0" tIns="0" rIns="0" bIns="0" anchor="ctr" anchorCtr="0">
              <a:noAutofit/>
            </a:bodyPr>
            <a:lstStyle/>
            <a:p>
              <a:pPr algn="ctr"/>
              <a:endParaRPr sz="105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p:txBody>
        </p:sp>
        <p:sp>
          <p:nvSpPr>
            <p:cNvPr id="10" name="Google Shape;17943;p2451">
              <a:extLst>
                <a:ext uri="{FF2B5EF4-FFF2-40B4-BE49-F238E27FC236}">
                  <a16:creationId xmlns:a16="http://schemas.microsoft.com/office/drawing/2014/main" id="{E09015EB-0E58-9CF9-93F7-ACCFE6679629}"/>
                </a:ext>
              </a:extLst>
            </p:cNvPr>
            <p:cNvSpPr txBox="1"/>
            <p:nvPr/>
          </p:nvSpPr>
          <p:spPr>
            <a:xfrm>
              <a:off x="626835" y="2011693"/>
              <a:ext cx="1627500" cy="1322100"/>
            </a:xfrm>
            <a:prstGeom prst="rect">
              <a:avLst/>
            </a:prstGeom>
            <a:grpFill/>
            <a:ln>
              <a:noFill/>
            </a:ln>
          </p:spPr>
          <p:txBody>
            <a:bodyPr spcFirstLastPara="1" wrap="square" lIns="0" tIns="0" rIns="0" bIns="0" anchor="t" anchorCtr="0">
              <a:noAutofit/>
            </a:bodyPr>
            <a:lstStyle/>
            <a:p>
              <a:pPr>
                <a:lnSpc>
                  <a:spcPct val="85000"/>
                </a:lnSpc>
              </a:pPr>
              <a:r>
                <a:rPr lang="en-GB" sz="1600" b="1">
                  <a:latin typeface="Calibri" panose="020F0502020204030204" pitchFamily="34" charset="0"/>
                  <a:ea typeface="Calibri" panose="020F0502020204030204" pitchFamily="34" charset="0"/>
                  <a:cs typeface="Calibri" panose="020F0502020204030204" pitchFamily="34" charset="0"/>
                  <a:sym typeface="Helvetica Neue"/>
                </a:rPr>
                <a:t>3</a:t>
              </a:r>
              <a:endParaRPr sz="1600" b="1">
                <a:latin typeface="Calibri" panose="020F0502020204030204" pitchFamily="34" charset="0"/>
                <a:ea typeface="Calibri" panose="020F0502020204030204" pitchFamily="34" charset="0"/>
                <a:cs typeface="Calibri" panose="020F0502020204030204" pitchFamily="34" charset="0"/>
                <a:sym typeface="Helvetica Neue"/>
              </a:endParaRPr>
            </a:p>
            <a:p>
              <a:r>
                <a:rPr lang="en-US" sz="1050" b="1">
                  <a:solidFill>
                    <a:srgbClr val="1B4332"/>
                  </a:solidFill>
                  <a:latin typeface="Calibri" pitchFamily="34" charset="0"/>
                  <a:ea typeface="Calibri" pitchFamily="34" charset="-122"/>
                  <a:cs typeface="Calibri" pitchFamily="34" charset="-120"/>
                </a:rPr>
                <a:t>Responsible AI</a:t>
              </a:r>
              <a:endParaRPr lang="en-US" sz="1050"/>
            </a:p>
          </p:txBody>
        </p:sp>
      </p:grpSp>
      <p:grpSp>
        <p:nvGrpSpPr>
          <p:cNvPr id="11" name="Google Shape;17945;p2451">
            <a:extLst>
              <a:ext uri="{FF2B5EF4-FFF2-40B4-BE49-F238E27FC236}">
                <a16:creationId xmlns:a16="http://schemas.microsoft.com/office/drawing/2014/main" id="{7B11523B-9E6C-4B94-C960-4F2677160335}"/>
              </a:ext>
            </a:extLst>
          </p:cNvPr>
          <p:cNvGrpSpPr/>
          <p:nvPr/>
        </p:nvGrpSpPr>
        <p:grpSpPr>
          <a:xfrm>
            <a:off x="9128437" y="1159462"/>
            <a:ext cx="2552029" cy="613689"/>
            <a:chOff x="442912" y="1828800"/>
            <a:chExt cx="1995600" cy="1872900"/>
          </a:xfrm>
          <a:solidFill>
            <a:schemeClr val="accent6">
              <a:lumMod val="20000"/>
              <a:lumOff val="80000"/>
            </a:schemeClr>
          </a:solidFill>
        </p:grpSpPr>
        <p:sp>
          <p:nvSpPr>
            <p:cNvPr id="12" name="Google Shape;17946;p2451">
              <a:extLst>
                <a:ext uri="{FF2B5EF4-FFF2-40B4-BE49-F238E27FC236}">
                  <a16:creationId xmlns:a16="http://schemas.microsoft.com/office/drawing/2014/main" id="{6670D8A2-2579-34FE-1A5A-F84CAB5EA29A}"/>
                </a:ext>
              </a:extLst>
            </p:cNvPr>
            <p:cNvSpPr/>
            <p:nvPr/>
          </p:nvSpPr>
          <p:spPr>
            <a:xfrm>
              <a:off x="442912" y="1828800"/>
              <a:ext cx="1995600" cy="1872900"/>
            </a:xfrm>
            <a:prstGeom prst="rect">
              <a:avLst/>
            </a:prstGeom>
            <a:grpFill/>
            <a:ln>
              <a:noFill/>
            </a:ln>
          </p:spPr>
          <p:txBody>
            <a:bodyPr spcFirstLastPara="1" wrap="square" lIns="0" tIns="0" rIns="0" bIns="0" anchor="ctr" anchorCtr="0">
              <a:noAutofit/>
            </a:bodyPr>
            <a:lstStyle/>
            <a:p>
              <a:endParaRPr sz="105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p:txBody>
        </p:sp>
        <p:sp>
          <p:nvSpPr>
            <p:cNvPr id="13" name="Google Shape;17947;p2451">
              <a:extLst>
                <a:ext uri="{FF2B5EF4-FFF2-40B4-BE49-F238E27FC236}">
                  <a16:creationId xmlns:a16="http://schemas.microsoft.com/office/drawing/2014/main" id="{AD4D1500-8697-05CC-F2B8-8DA83FAB4FE1}"/>
                </a:ext>
              </a:extLst>
            </p:cNvPr>
            <p:cNvSpPr txBox="1"/>
            <p:nvPr/>
          </p:nvSpPr>
          <p:spPr>
            <a:xfrm>
              <a:off x="626839" y="2011681"/>
              <a:ext cx="1719459" cy="704030"/>
            </a:xfrm>
            <a:prstGeom prst="rect">
              <a:avLst/>
            </a:prstGeom>
            <a:grpFill/>
            <a:ln>
              <a:noFill/>
            </a:ln>
          </p:spPr>
          <p:txBody>
            <a:bodyPr spcFirstLastPara="1" wrap="square" lIns="0" tIns="0" rIns="0" bIns="0" anchor="t" anchorCtr="0">
              <a:noAutofit/>
            </a:bodyPr>
            <a:lstStyle/>
            <a:p>
              <a:pPr>
                <a:lnSpc>
                  <a:spcPct val="85000"/>
                </a:lnSpc>
              </a:pPr>
              <a:r>
                <a:rPr lang="en-GB" sz="1600" b="1" dirty="0">
                  <a:latin typeface="Calibri" panose="020F0502020204030204" pitchFamily="34" charset="0"/>
                  <a:ea typeface="Calibri" panose="020F0502020204030204" pitchFamily="34" charset="0"/>
                  <a:cs typeface="Calibri" panose="020F0502020204030204" pitchFamily="34" charset="0"/>
                  <a:sym typeface="Helvetica Neue"/>
                </a:rPr>
                <a:t>4</a:t>
              </a:r>
            </a:p>
            <a:p>
              <a:pPr>
                <a:lnSpc>
                  <a:spcPct val="85000"/>
                </a:lnSpc>
              </a:pPr>
              <a:r>
                <a:rPr lang="en-US" sz="1050" b="1" dirty="0">
                  <a:solidFill>
                    <a:srgbClr val="1B4332"/>
                  </a:solidFill>
                  <a:latin typeface="Calibri" pitchFamily="34" charset="0"/>
                  <a:ea typeface="Calibri" pitchFamily="34" charset="-122"/>
                  <a:cs typeface="Calibri" pitchFamily="34" charset="-120"/>
                </a:rPr>
                <a:t>Compute Access for Government Workloads</a:t>
              </a:r>
              <a:endParaRPr lang="en-US" sz="1050" dirty="0"/>
            </a:p>
          </p:txBody>
        </p:sp>
      </p:grpSp>
      <p:grpSp>
        <p:nvGrpSpPr>
          <p:cNvPr id="14" name="Google Shape;17954;p2451">
            <a:extLst>
              <a:ext uri="{FF2B5EF4-FFF2-40B4-BE49-F238E27FC236}">
                <a16:creationId xmlns:a16="http://schemas.microsoft.com/office/drawing/2014/main" id="{80FAD744-AAFF-B25A-AD4C-C9062530B1FB}"/>
              </a:ext>
            </a:extLst>
          </p:cNvPr>
          <p:cNvGrpSpPr/>
          <p:nvPr/>
        </p:nvGrpSpPr>
        <p:grpSpPr>
          <a:xfrm>
            <a:off x="3926394" y="1163693"/>
            <a:ext cx="2552029" cy="613689"/>
            <a:chOff x="442912" y="1828800"/>
            <a:chExt cx="1995600" cy="1872900"/>
          </a:xfrm>
          <a:solidFill>
            <a:schemeClr val="accent6"/>
          </a:solidFill>
        </p:grpSpPr>
        <p:sp>
          <p:nvSpPr>
            <p:cNvPr id="15" name="Google Shape;17955;p2451">
              <a:extLst>
                <a:ext uri="{FF2B5EF4-FFF2-40B4-BE49-F238E27FC236}">
                  <a16:creationId xmlns:a16="http://schemas.microsoft.com/office/drawing/2014/main" id="{5DB817A2-4801-DA66-93BD-7348EC6590D8}"/>
                </a:ext>
              </a:extLst>
            </p:cNvPr>
            <p:cNvSpPr/>
            <p:nvPr/>
          </p:nvSpPr>
          <p:spPr>
            <a:xfrm>
              <a:off x="442912" y="1828800"/>
              <a:ext cx="1995600" cy="1872900"/>
            </a:xfrm>
            <a:prstGeom prst="rect">
              <a:avLst/>
            </a:prstGeom>
            <a:grpFill/>
            <a:ln>
              <a:noFill/>
            </a:ln>
          </p:spPr>
          <p:txBody>
            <a:bodyPr spcFirstLastPara="1" wrap="square" lIns="0" tIns="0" rIns="0" bIns="0" anchor="ctr" anchorCtr="0">
              <a:noAutofit/>
            </a:bodyPr>
            <a:lstStyle/>
            <a:p>
              <a:pPr algn="ctr"/>
              <a:endParaRPr sz="105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p:txBody>
        </p:sp>
        <p:sp>
          <p:nvSpPr>
            <p:cNvPr id="16" name="Google Shape;17956;p2451">
              <a:extLst>
                <a:ext uri="{FF2B5EF4-FFF2-40B4-BE49-F238E27FC236}">
                  <a16:creationId xmlns:a16="http://schemas.microsoft.com/office/drawing/2014/main" id="{EF591E59-DCFA-286A-85FB-5239CDBCFB31}"/>
                </a:ext>
              </a:extLst>
            </p:cNvPr>
            <p:cNvSpPr txBox="1"/>
            <p:nvPr/>
          </p:nvSpPr>
          <p:spPr>
            <a:xfrm>
              <a:off x="626839" y="2011679"/>
              <a:ext cx="1627500" cy="687300"/>
            </a:xfrm>
            <a:prstGeom prst="rect">
              <a:avLst/>
            </a:prstGeom>
            <a:grpFill/>
            <a:ln>
              <a:noFill/>
            </a:ln>
          </p:spPr>
          <p:txBody>
            <a:bodyPr spcFirstLastPara="1" wrap="square" lIns="0" tIns="0" rIns="0" bIns="0" anchor="t" anchorCtr="0">
              <a:noAutofit/>
            </a:bodyPr>
            <a:lstStyle/>
            <a:p>
              <a:pPr>
                <a:lnSpc>
                  <a:spcPct val="85000"/>
                </a:lnSpc>
              </a:pPr>
              <a:r>
                <a:rPr lang="en-GB" sz="1600" b="1" dirty="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rPr>
                <a:t>2</a:t>
              </a:r>
              <a:endParaRPr sz="1600" b="1" dirty="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a:p>
              <a:r>
                <a:rPr lang="en-US" sz="1050" b="1" dirty="0">
                  <a:solidFill>
                    <a:srgbClr val="1B4332"/>
                  </a:solidFill>
                  <a:latin typeface="Calibri" pitchFamily="34" charset="0"/>
                  <a:ea typeface="Calibri" pitchFamily="34" charset="-122"/>
                  <a:cs typeface="Calibri" pitchFamily="34" charset="-120"/>
                </a:rPr>
                <a:t>Maharashtra State MoU</a:t>
              </a:r>
              <a:endParaRPr lang="en-US" sz="1050" dirty="0"/>
            </a:p>
          </p:txBody>
        </p:sp>
      </p:grpSp>
      <p:sp>
        <p:nvSpPr>
          <p:cNvPr id="17" name="Google Shape;17940;p2451">
            <a:extLst>
              <a:ext uri="{FF2B5EF4-FFF2-40B4-BE49-F238E27FC236}">
                <a16:creationId xmlns:a16="http://schemas.microsoft.com/office/drawing/2014/main" id="{F999327D-8745-3A4D-60D5-7AEC2478F6BF}"/>
              </a:ext>
            </a:extLst>
          </p:cNvPr>
          <p:cNvSpPr txBox="1">
            <a:spLocks/>
          </p:cNvSpPr>
          <p:nvPr/>
        </p:nvSpPr>
        <p:spPr>
          <a:xfrm>
            <a:off x="1260404" y="1685330"/>
            <a:ext cx="2552032" cy="970936"/>
          </a:xfrm>
          <a:prstGeom prst="rect">
            <a:avLst/>
          </a:prstGeom>
          <a:solidFill>
            <a:schemeClr val="bg1"/>
          </a:solidFill>
          <a:ln w="3175">
            <a:solidFill>
              <a:schemeClr val="bg1">
                <a:lumMod val="95000"/>
              </a:schemeClr>
            </a:solidFill>
          </a:ln>
        </p:spPr>
        <p:txBody>
          <a:bodyPr spcFirstLastPara="1" vert="horz" wrap="square" lIns="0" tIns="0" rIns="0" bIns="0" rtlCol="0" anchor="ctr" anchorCtr="0">
            <a:noAutofit/>
          </a:bodyPr>
          <a:lstStyle>
            <a:lvl1pPr marL="342900" lvl="0" indent="-238125" algn="l" defTabSz="914400" rtl="0" eaLnBrk="1" latinLnBrk="0" hangingPunct="1">
              <a:lnSpc>
                <a:spcPct val="100000"/>
              </a:lnSpc>
              <a:spcBef>
                <a:spcPts val="0"/>
              </a:spcBef>
              <a:spcAft>
                <a:spcPts val="0"/>
              </a:spcAft>
              <a:buClr>
                <a:schemeClr val="dk1"/>
              </a:buClr>
              <a:buSzPts val="1400"/>
              <a:buFont typeface="Arial" pitchFamily="34" charset="0"/>
              <a:buChar char="•"/>
              <a:defRPr sz="1050" kern="1200">
                <a:solidFill>
                  <a:schemeClr val="accent1"/>
                </a:solidFill>
                <a:latin typeface="+mn-lt"/>
                <a:ea typeface="+mn-ea"/>
                <a:cs typeface="+mn-cs"/>
              </a:defRPr>
            </a:lvl1pPr>
            <a:lvl2pPr marL="685800" lvl="1"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2pPr>
            <a:lvl3pPr marL="1028700" lvl="2"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3pPr>
            <a:lvl4pPr marL="1371600" lvl="3"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4pPr>
            <a:lvl5pPr marL="1714500" lvl="4"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5pPr>
            <a:lvl6pPr marL="2057400" lvl="5"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6pPr>
            <a:lvl7pPr marL="2400300" lvl="6"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7pPr>
            <a:lvl8pPr marL="2743200" lvl="7"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8pPr>
            <a:lvl9pPr marL="3086100" lvl="8" indent="-238125" algn="l" defTabSz="914400" rtl="0" eaLnBrk="1" latinLnBrk="0" hangingPunct="1">
              <a:lnSpc>
                <a:spcPct val="100000"/>
              </a:lnSpc>
              <a:spcBef>
                <a:spcPts val="450"/>
              </a:spcBef>
              <a:spcAft>
                <a:spcPts val="450"/>
              </a:spcAft>
              <a:buClr>
                <a:schemeClr val="dk1"/>
              </a:buClr>
              <a:buSzPts val="1400"/>
              <a:buFont typeface="Arial" pitchFamily="34" charset="0"/>
              <a:buChar char="•"/>
              <a:defRPr sz="1050" kern="1200">
                <a:solidFill>
                  <a:schemeClr val="tx1"/>
                </a:solidFill>
                <a:latin typeface="+mn-lt"/>
                <a:ea typeface="+mn-ea"/>
                <a:cs typeface="+mn-cs"/>
              </a:defRPr>
            </a:lvl9pPr>
          </a:lstStyle>
          <a:p>
            <a:pPr marL="0" indent="0">
              <a:buNone/>
            </a:pPr>
            <a:r>
              <a:rPr lang="en-US">
                <a:solidFill>
                  <a:srgbClr val="1F2937"/>
                </a:solidFill>
                <a:latin typeface="Calibri" pitchFamily="34" charset="0"/>
                <a:ea typeface="Calibri" pitchFamily="34" charset="-122"/>
                <a:cs typeface="Calibri" pitchFamily="34" charset="-120"/>
              </a:rPr>
              <a:t>SHI India (</a:t>
            </a:r>
            <a:r>
              <a:rPr lang="en-US" err="1">
                <a:solidFill>
                  <a:srgbClr val="1F2937"/>
                </a:solidFill>
                <a:latin typeface="Calibri" pitchFamily="34" charset="0"/>
                <a:ea typeface="Calibri" pitchFamily="34" charset="-122"/>
                <a:cs typeface="Calibri" pitchFamily="34" charset="-120"/>
              </a:rPr>
              <a:t>empanelled</a:t>
            </a:r>
            <a:r>
              <a:rPr lang="en-US">
                <a:solidFill>
                  <a:srgbClr val="1F2937"/>
                </a:solidFill>
                <a:latin typeface="Calibri" pitchFamily="34" charset="0"/>
                <a:ea typeface="Calibri" pitchFamily="34" charset="-122"/>
                <a:cs typeface="Calibri" pitchFamily="34" charset="-120"/>
              </a:rPr>
              <a:t> AWS Partner) provisioned Amazon SageMaker &amp; Bedrock so government departments, startups, academia and R&amp;D bodies can train/customize LLMs without deep AI infra expertise.</a:t>
            </a:r>
            <a:endParaRPr lang="en-US"/>
          </a:p>
        </p:txBody>
      </p:sp>
      <p:grpSp>
        <p:nvGrpSpPr>
          <p:cNvPr id="21" name="Google Shape;17935;p2451">
            <a:extLst>
              <a:ext uri="{FF2B5EF4-FFF2-40B4-BE49-F238E27FC236}">
                <a16:creationId xmlns:a16="http://schemas.microsoft.com/office/drawing/2014/main" id="{BB4B4B24-0FFE-6C95-92C6-175A1F1AD632}"/>
              </a:ext>
            </a:extLst>
          </p:cNvPr>
          <p:cNvGrpSpPr/>
          <p:nvPr/>
        </p:nvGrpSpPr>
        <p:grpSpPr>
          <a:xfrm rot="16200000">
            <a:off x="41944" y="1689488"/>
            <a:ext cx="1513370" cy="461777"/>
            <a:chOff x="442912" y="1828799"/>
            <a:chExt cx="1995600" cy="1872900"/>
          </a:xfrm>
          <a:solidFill>
            <a:schemeClr val="bg1">
              <a:lumMod val="65000"/>
            </a:schemeClr>
          </a:solidFill>
        </p:grpSpPr>
        <p:sp>
          <p:nvSpPr>
            <p:cNvPr id="22" name="Google Shape;17936;p2451">
              <a:extLst>
                <a:ext uri="{FF2B5EF4-FFF2-40B4-BE49-F238E27FC236}">
                  <a16:creationId xmlns:a16="http://schemas.microsoft.com/office/drawing/2014/main" id="{A78C999B-F947-C207-1F1C-2E0DC363A18F}"/>
                </a:ext>
              </a:extLst>
            </p:cNvPr>
            <p:cNvSpPr/>
            <p:nvPr/>
          </p:nvSpPr>
          <p:spPr>
            <a:xfrm>
              <a:off x="442912" y="1828799"/>
              <a:ext cx="1995600" cy="1872900"/>
            </a:xfrm>
            <a:prstGeom prst="rect">
              <a:avLst/>
            </a:prstGeom>
            <a:grpFill/>
            <a:ln>
              <a:noFill/>
            </a:ln>
          </p:spPr>
          <p:txBody>
            <a:bodyPr spcFirstLastPara="1" wrap="square" lIns="0" tIns="0" rIns="0" bIns="0" anchor="ctr" anchorCtr="0">
              <a:noAutofit/>
            </a:bodyPr>
            <a:lstStyle/>
            <a:p>
              <a:pPr algn="ctr"/>
              <a:endParaRPr sz="1000">
                <a:solidFill>
                  <a:schemeClr val="lt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23" name="Google Shape;17937;p2451">
              <a:extLst>
                <a:ext uri="{FF2B5EF4-FFF2-40B4-BE49-F238E27FC236}">
                  <a16:creationId xmlns:a16="http://schemas.microsoft.com/office/drawing/2014/main" id="{E4D6A527-E360-15BE-ED22-B421A01CB892}"/>
                </a:ext>
              </a:extLst>
            </p:cNvPr>
            <p:cNvSpPr txBox="1"/>
            <p:nvPr/>
          </p:nvSpPr>
          <p:spPr>
            <a:xfrm>
              <a:off x="620169" y="2011699"/>
              <a:ext cx="1634183" cy="1508701"/>
            </a:xfrm>
            <a:prstGeom prst="rect">
              <a:avLst/>
            </a:prstGeom>
            <a:grpFill/>
            <a:ln>
              <a:noFill/>
            </a:ln>
          </p:spPr>
          <p:txBody>
            <a:bodyPr spcFirstLastPara="1" wrap="square" lIns="0" tIns="0" rIns="0" bIns="0" anchor="ctr" anchorCtr="0">
              <a:noAutofit/>
            </a:bodyPr>
            <a:lstStyle/>
            <a:p>
              <a:pPr algn="ctr">
                <a:lnSpc>
                  <a:spcPct val="85000"/>
                </a:lnSpc>
              </a:pPr>
              <a:r>
                <a:rPr lang="en-US" sz="100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rPr>
                <a:t>Collaboration Activities</a:t>
              </a:r>
              <a:endParaRPr sz="100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p:txBody>
        </p:sp>
      </p:grpSp>
      <p:sp>
        <p:nvSpPr>
          <p:cNvPr id="24" name="Google Shape;17940;p2451">
            <a:extLst>
              <a:ext uri="{FF2B5EF4-FFF2-40B4-BE49-F238E27FC236}">
                <a16:creationId xmlns:a16="http://schemas.microsoft.com/office/drawing/2014/main" id="{8AE282A7-276F-819C-4833-EE4783F82460}"/>
              </a:ext>
            </a:extLst>
          </p:cNvPr>
          <p:cNvSpPr txBox="1">
            <a:spLocks/>
          </p:cNvSpPr>
          <p:nvPr/>
        </p:nvSpPr>
        <p:spPr>
          <a:xfrm>
            <a:off x="3934074" y="1701967"/>
            <a:ext cx="2540971" cy="957935"/>
          </a:xfrm>
          <a:prstGeom prst="rect">
            <a:avLst/>
          </a:prstGeom>
          <a:solidFill>
            <a:schemeClr val="bg1"/>
          </a:solidFill>
          <a:ln w="3175">
            <a:solidFill>
              <a:schemeClr val="bg1">
                <a:lumMod val="95000"/>
              </a:schemeClr>
            </a:solidFill>
          </a:ln>
        </p:spPr>
        <p:txBody>
          <a:bodyPr spcFirstLastPara="1" vert="horz" wrap="square" lIns="0" tIns="0" rIns="0" bIns="0" rtlCol="0" anchor="ctr" anchorCtr="0">
            <a:noAutofit/>
          </a:bodyPr>
          <a:lstStyle>
            <a:lvl1pPr marL="342900" lvl="0" indent="-238125" algn="l" defTabSz="914400" rtl="0" eaLnBrk="1" latinLnBrk="0" hangingPunct="1">
              <a:lnSpc>
                <a:spcPct val="100000"/>
              </a:lnSpc>
              <a:spcBef>
                <a:spcPts val="0"/>
              </a:spcBef>
              <a:spcAft>
                <a:spcPts val="0"/>
              </a:spcAft>
              <a:buClr>
                <a:schemeClr val="dk1"/>
              </a:buClr>
              <a:buSzPts val="1400"/>
              <a:buFont typeface="Arial" pitchFamily="34" charset="0"/>
              <a:buChar char="•"/>
              <a:defRPr sz="1050" kern="1200">
                <a:solidFill>
                  <a:schemeClr val="accent1"/>
                </a:solidFill>
                <a:latin typeface="+mn-lt"/>
                <a:ea typeface="+mn-ea"/>
                <a:cs typeface="+mn-cs"/>
              </a:defRPr>
            </a:lvl1pPr>
            <a:lvl2pPr marL="685800" lvl="1"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2pPr>
            <a:lvl3pPr marL="1028700" lvl="2"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3pPr>
            <a:lvl4pPr marL="1371600" lvl="3"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4pPr>
            <a:lvl5pPr marL="1714500" lvl="4"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5pPr>
            <a:lvl6pPr marL="2057400" lvl="5"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6pPr>
            <a:lvl7pPr marL="2400300" lvl="6"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7pPr>
            <a:lvl8pPr marL="2743200" lvl="7"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8pPr>
            <a:lvl9pPr marL="3086100" lvl="8" indent="-238125" algn="l" defTabSz="914400" rtl="0" eaLnBrk="1" latinLnBrk="0" hangingPunct="1">
              <a:lnSpc>
                <a:spcPct val="100000"/>
              </a:lnSpc>
              <a:spcBef>
                <a:spcPts val="450"/>
              </a:spcBef>
              <a:spcAft>
                <a:spcPts val="450"/>
              </a:spcAft>
              <a:buClr>
                <a:schemeClr val="dk1"/>
              </a:buClr>
              <a:buSzPts val="1400"/>
              <a:buFont typeface="Arial" pitchFamily="34" charset="0"/>
              <a:buChar char="•"/>
              <a:defRPr sz="1050" kern="1200">
                <a:solidFill>
                  <a:schemeClr val="tx1"/>
                </a:solidFill>
                <a:latin typeface="+mn-lt"/>
                <a:ea typeface="+mn-ea"/>
                <a:cs typeface="+mn-cs"/>
              </a:defRPr>
            </a:lvl9pPr>
          </a:lstStyle>
          <a:p>
            <a:pPr marL="0" indent="0">
              <a:buNone/>
            </a:pPr>
            <a:r>
              <a:rPr lang="en-US">
                <a:solidFill>
                  <a:srgbClr val="1F2937"/>
                </a:solidFill>
                <a:latin typeface="Calibri" pitchFamily="34" charset="0"/>
                <a:ea typeface="Calibri" pitchFamily="34" charset="-122"/>
                <a:cs typeface="Calibri" pitchFamily="34" charset="-120"/>
              </a:rPr>
              <a:t>$8.3B cloud-infrastructure investment (signed at Davos, Jan 2025) to advance the State's digital ambitions and democratize access for public-sector and SME users.</a:t>
            </a:r>
            <a:endParaRPr lang="en-US"/>
          </a:p>
        </p:txBody>
      </p:sp>
      <p:sp>
        <p:nvSpPr>
          <p:cNvPr id="25" name="Google Shape;17940;p2451">
            <a:extLst>
              <a:ext uri="{FF2B5EF4-FFF2-40B4-BE49-F238E27FC236}">
                <a16:creationId xmlns:a16="http://schemas.microsoft.com/office/drawing/2014/main" id="{F4BE456F-25B4-F1AE-2925-369490664F49}"/>
              </a:ext>
            </a:extLst>
          </p:cNvPr>
          <p:cNvSpPr txBox="1">
            <a:spLocks/>
          </p:cNvSpPr>
          <p:nvPr/>
        </p:nvSpPr>
        <p:spPr>
          <a:xfrm>
            <a:off x="6523520" y="1688836"/>
            <a:ext cx="2552030" cy="968191"/>
          </a:xfrm>
          <a:prstGeom prst="rect">
            <a:avLst/>
          </a:prstGeom>
          <a:solidFill>
            <a:schemeClr val="bg1"/>
          </a:solidFill>
          <a:ln w="3175">
            <a:solidFill>
              <a:schemeClr val="bg1">
                <a:lumMod val="95000"/>
              </a:schemeClr>
            </a:solidFill>
          </a:ln>
        </p:spPr>
        <p:txBody>
          <a:bodyPr spcFirstLastPara="1" vert="horz" wrap="square" lIns="0" tIns="0" rIns="0" bIns="0" rtlCol="0" anchor="ctr" anchorCtr="0">
            <a:noAutofit/>
          </a:bodyPr>
          <a:lstStyle>
            <a:lvl1pPr marL="342900" lvl="0" indent="-238125" algn="l" defTabSz="914400" rtl="0" eaLnBrk="1" latinLnBrk="0" hangingPunct="1">
              <a:lnSpc>
                <a:spcPct val="100000"/>
              </a:lnSpc>
              <a:spcBef>
                <a:spcPts val="0"/>
              </a:spcBef>
              <a:spcAft>
                <a:spcPts val="0"/>
              </a:spcAft>
              <a:buClr>
                <a:schemeClr val="dk1"/>
              </a:buClr>
              <a:buSzPts val="1400"/>
              <a:buFont typeface="Arial" pitchFamily="34" charset="0"/>
              <a:buChar char="•"/>
              <a:defRPr sz="1050" kern="1200">
                <a:solidFill>
                  <a:schemeClr val="accent1"/>
                </a:solidFill>
                <a:latin typeface="+mn-lt"/>
                <a:ea typeface="+mn-ea"/>
                <a:cs typeface="+mn-cs"/>
              </a:defRPr>
            </a:lvl1pPr>
            <a:lvl2pPr marL="685800" lvl="1"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2pPr>
            <a:lvl3pPr marL="1028700" lvl="2"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3pPr>
            <a:lvl4pPr marL="1371600" lvl="3"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4pPr>
            <a:lvl5pPr marL="1714500" lvl="4"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5pPr>
            <a:lvl6pPr marL="2057400" lvl="5"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6pPr>
            <a:lvl7pPr marL="2400300" lvl="6"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7pPr>
            <a:lvl8pPr marL="2743200" lvl="7"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8pPr>
            <a:lvl9pPr marL="3086100" lvl="8" indent="-238125" algn="l" defTabSz="914400" rtl="0" eaLnBrk="1" latinLnBrk="0" hangingPunct="1">
              <a:lnSpc>
                <a:spcPct val="100000"/>
              </a:lnSpc>
              <a:spcBef>
                <a:spcPts val="450"/>
              </a:spcBef>
              <a:spcAft>
                <a:spcPts val="450"/>
              </a:spcAft>
              <a:buClr>
                <a:schemeClr val="dk1"/>
              </a:buClr>
              <a:buSzPts val="1400"/>
              <a:buFont typeface="Arial" pitchFamily="34" charset="0"/>
              <a:buChar char="•"/>
              <a:defRPr sz="1050" kern="1200">
                <a:solidFill>
                  <a:schemeClr val="tx1"/>
                </a:solidFill>
                <a:latin typeface="+mn-lt"/>
                <a:ea typeface="+mn-ea"/>
                <a:cs typeface="+mn-cs"/>
              </a:defRPr>
            </a:lvl9pPr>
          </a:lstStyle>
          <a:p>
            <a:pPr marL="0" indent="0">
              <a:buNone/>
            </a:pPr>
            <a:r>
              <a:rPr lang="en-US">
                <a:solidFill>
                  <a:srgbClr val="1F2937"/>
                </a:solidFill>
                <a:latin typeface="Calibri" pitchFamily="34" charset="0"/>
                <a:ea typeface="Calibri" pitchFamily="34" charset="-122"/>
                <a:cs typeface="Calibri" pitchFamily="34" charset="-120"/>
              </a:rPr>
              <a:t>AWS-hosted roundtables at the India AI Impact Summit 2026 on responsible AI, digital infrastructure and inclusive innovation policy.</a:t>
            </a:r>
            <a:endParaRPr lang="en-US"/>
          </a:p>
        </p:txBody>
      </p:sp>
      <p:sp>
        <p:nvSpPr>
          <p:cNvPr id="26" name="Google Shape;17940;p2451">
            <a:extLst>
              <a:ext uri="{FF2B5EF4-FFF2-40B4-BE49-F238E27FC236}">
                <a16:creationId xmlns:a16="http://schemas.microsoft.com/office/drawing/2014/main" id="{C825B01B-BAF4-A344-35DF-9DD4A8F70F7C}"/>
              </a:ext>
            </a:extLst>
          </p:cNvPr>
          <p:cNvSpPr txBox="1">
            <a:spLocks/>
          </p:cNvSpPr>
          <p:nvPr/>
        </p:nvSpPr>
        <p:spPr>
          <a:xfrm>
            <a:off x="9139197" y="1695944"/>
            <a:ext cx="2540969" cy="968191"/>
          </a:xfrm>
          <a:prstGeom prst="rect">
            <a:avLst/>
          </a:prstGeom>
          <a:solidFill>
            <a:schemeClr val="bg1"/>
          </a:solidFill>
          <a:ln w="3175">
            <a:solidFill>
              <a:schemeClr val="bg1">
                <a:lumMod val="95000"/>
              </a:schemeClr>
            </a:solidFill>
          </a:ln>
        </p:spPr>
        <p:txBody>
          <a:bodyPr spcFirstLastPara="1" vert="horz" wrap="square" lIns="0" tIns="0" rIns="0" bIns="0" rtlCol="0" anchor="ctr" anchorCtr="0">
            <a:noAutofit/>
          </a:bodyPr>
          <a:lstStyle>
            <a:lvl1pPr marL="342900" lvl="0" indent="-238125" algn="l" defTabSz="914400" rtl="0" eaLnBrk="1" latinLnBrk="0" hangingPunct="1">
              <a:lnSpc>
                <a:spcPct val="100000"/>
              </a:lnSpc>
              <a:spcBef>
                <a:spcPts val="0"/>
              </a:spcBef>
              <a:spcAft>
                <a:spcPts val="0"/>
              </a:spcAft>
              <a:buClr>
                <a:schemeClr val="dk1"/>
              </a:buClr>
              <a:buSzPts val="1400"/>
              <a:buFont typeface="Arial" pitchFamily="34" charset="0"/>
              <a:buChar char="•"/>
              <a:defRPr sz="1050" kern="1200">
                <a:solidFill>
                  <a:schemeClr val="accent1"/>
                </a:solidFill>
                <a:latin typeface="+mn-lt"/>
                <a:ea typeface="+mn-ea"/>
                <a:cs typeface="+mn-cs"/>
              </a:defRPr>
            </a:lvl1pPr>
            <a:lvl2pPr marL="685800" lvl="1"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2pPr>
            <a:lvl3pPr marL="1028700" lvl="2"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3pPr>
            <a:lvl4pPr marL="1371600" lvl="3"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4pPr>
            <a:lvl5pPr marL="1714500" lvl="4"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5pPr>
            <a:lvl6pPr marL="2057400" lvl="5"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6pPr>
            <a:lvl7pPr marL="2400300" lvl="6"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7pPr>
            <a:lvl8pPr marL="2743200" lvl="7"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8pPr>
            <a:lvl9pPr marL="3086100" lvl="8" indent="-238125" algn="l" defTabSz="914400" rtl="0" eaLnBrk="1" latinLnBrk="0" hangingPunct="1">
              <a:lnSpc>
                <a:spcPct val="100000"/>
              </a:lnSpc>
              <a:spcBef>
                <a:spcPts val="450"/>
              </a:spcBef>
              <a:spcAft>
                <a:spcPts val="450"/>
              </a:spcAft>
              <a:buClr>
                <a:schemeClr val="dk1"/>
              </a:buClr>
              <a:buSzPts val="1400"/>
              <a:buFont typeface="Arial" pitchFamily="34" charset="0"/>
              <a:buChar char="•"/>
              <a:defRPr sz="1050" kern="1200">
                <a:solidFill>
                  <a:schemeClr val="tx1"/>
                </a:solidFill>
                <a:latin typeface="+mn-lt"/>
                <a:ea typeface="+mn-ea"/>
                <a:cs typeface="+mn-cs"/>
              </a:defRPr>
            </a:lvl9pPr>
          </a:lstStyle>
          <a:p>
            <a:pPr marL="0" indent="0">
              <a:buNone/>
            </a:pPr>
            <a:r>
              <a:rPr lang="en-US">
                <a:solidFill>
                  <a:srgbClr val="1F2937"/>
                </a:solidFill>
                <a:latin typeface="Calibri" pitchFamily="34" charset="0"/>
                <a:ea typeface="Calibri" pitchFamily="34" charset="-122"/>
                <a:cs typeface="Calibri" pitchFamily="34" charset="-120"/>
              </a:rPr>
              <a:t>Custom AI chips and managed AI services positioned explicitly for government organizations alongside startups and enterprises.</a:t>
            </a:r>
            <a:endParaRPr lang="en-US"/>
          </a:p>
        </p:txBody>
      </p:sp>
      <p:graphicFrame>
        <p:nvGraphicFramePr>
          <p:cNvPr id="30" name="Table 0">
            <a:extLst>
              <a:ext uri="{FF2B5EF4-FFF2-40B4-BE49-F238E27FC236}">
                <a16:creationId xmlns:a16="http://schemas.microsoft.com/office/drawing/2014/main" id="{DEAEC20F-A045-5314-D7E7-7C528170ACAB}"/>
              </a:ext>
            </a:extLst>
          </p:cNvPr>
          <p:cNvGraphicFramePr>
            <a:graphicFrameLocks noGrp="1"/>
          </p:cNvGraphicFramePr>
          <p:nvPr/>
        </p:nvGraphicFramePr>
        <p:xfrm>
          <a:off x="567740" y="2837265"/>
          <a:ext cx="11039301" cy="1168400"/>
        </p:xfrm>
        <a:graphic>
          <a:graphicData uri="http://schemas.openxmlformats.org/drawingml/2006/table">
            <a:tbl>
              <a:tblPr/>
              <a:tblGrid>
                <a:gridCol w="3369137">
                  <a:extLst>
                    <a:ext uri="{9D8B030D-6E8A-4147-A177-3AD203B41FA5}">
                      <a16:colId xmlns:a16="http://schemas.microsoft.com/office/drawing/2014/main" val="20000"/>
                    </a:ext>
                  </a:extLst>
                </a:gridCol>
                <a:gridCol w="2795668">
                  <a:extLst>
                    <a:ext uri="{9D8B030D-6E8A-4147-A177-3AD203B41FA5}">
                      <a16:colId xmlns:a16="http://schemas.microsoft.com/office/drawing/2014/main" val="20001"/>
                    </a:ext>
                  </a:extLst>
                </a:gridCol>
                <a:gridCol w="4874496">
                  <a:extLst>
                    <a:ext uri="{9D8B030D-6E8A-4147-A177-3AD203B41FA5}">
                      <a16:colId xmlns:a16="http://schemas.microsoft.com/office/drawing/2014/main" val="20002"/>
                    </a:ext>
                  </a:extLst>
                </a:gridCol>
              </a:tblGrid>
              <a:tr h="209703">
                <a:tc>
                  <a:txBody>
                    <a:bodyPr/>
                    <a:lstStyle/>
                    <a:p>
                      <a:pPr marL="0" indent="0">
                        <a:buNone/>
                      </a:pPr>
                      <a:r>
                        <a:rPr lang="en-US" sz="1100" b="1">
                          <a:solidFill>
                            <a:srgbClr val="FFFFFF"/>
                          </a:solidFill>
                        </a:rPr>
                        <a:t>Use Case</a:t>
                      </a:r>
                      <a:endParaRPr lang="en-US" sz="110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3"/>
                    </a:solidFill>
                  </a:tcPr>
                </a:tc>
                <a:tc>
                  <a:txBody>
                    <a:bodyPr/>
                    <a:lstStyle/>
                    <a:p>
                      <a:pPr marL="0" indent="0">
                        <a:buNone/>
                      </a:pPr>
                      <a:r>
                        <a:rPr lang="en-US" sz="1100" b="1">
                          <a:solidFill>
                            <a:srgbClr val="FFFFFF"/>
                          </a:solidFill>
                        </a:rPr>
                        <a:t>Sector / Department</a:t>
                      </a:r>
                      <a:endParaRPr lang="en-US" sz="110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3"/>
                    </a:solidFill>
                  </a:tcPr>
                </a:tc>
                <a:tc>
                  <a:txBody>
                    <a:bodyPr/>
                    <a:lstStyle/>
                    <a:p>
                      <a:pPr marL="0" indent="0">
                        <a:buNone/>
                      </a:pPr>
                      <a:r>
                        <a:rPr lang="en-US" sz="1100" b="1" dirty="0">
                          <a:solidFill>
                            <a:srgbClr val="FFFFFF"/>
                          </a:solidFill>
                        </a:rPr>
                        <a:t>Outcome </a:t>
                      </a:r>
                      <a:endParaRPr lang="en-US" sz="1100" dirty="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3"/>
                    </a:solidFill>
                  </a:tcPr>
                </a:tc>
                <a:extLst>
                  <a:ext uri="{0D108BD9-81ED-4DB2-BD59-A6C34878D82A}">
                    <a16:rowId xmlns:a16="http://schemas.microsoft.com/office/drawing/2014/main" val="10000"/>
                  </a:ext>
                </a:extLst>
              </a:tr>
              <a:tr h="197833">
                <a:tc>
                  <a:txBody>
                    <a:bodyPr/>
                    <a:lstStyle/>
                    <a:p>
                      <a:pPr marL="0" indent="0">
                        <a:buNone/>
                      </a:pPr>
                      <a:r>
                        <a:rPr lang="en-US" sz="1000" b="1">
                          <a:solidFill>
                            <a:srgbClr val="222A28"/>
                          </a:solidFill>
                        </a:rPr>
                        <a:t>AI enabled Grievance assistant</a:t>
                      </a:r>
                      <a:endParaRPr lang="en-US" sz="100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US" sz="950" i="0">
                          <a:solidFill>
                            <a:srgbClr val="5B6670"/>
                          </a:solidFill>
                        </a:rPr>
                        <a:t>DARPG</a:t>
                      </a:r>
                      <a:endParaRPr lang="en-US" sz="950" i="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US" sz="950">
                          <a:solidFill>
                            <a:srgbClr val="222A28"/>
                          </a:solidFill>
                        </a:rPr>
                        <a:t>Prepared a GenAI based workflow for grievance handling</a:t>
                      </a:r>
                      <a:endParaRPr lang="en-US" sz="95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197833">
                <a:tc>
                  <a:txBody>
                    <a:bodyPr/>
                    <a:lstStyle/>
                    <a:p>
                      <a:pPr marL="0" indent="0">
                        <a:buNone/>
                      </a:pPr>
                      <a:r>
                        <a:rPr lang="en-US" sz="1000" b="1">
                          <a:solidFill>
                            <a:srgbClr val="222A28"/>
                          </a:solidFill>
                        </a:rPr>
                        <a:t>Genomic Data Analysis</a:t>
                      </a:r>
                      <a:endParaRPr lang="en-US" sz="100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lgn="l" defTabSz="914400" rtl="0" eaLnBrk="1" latinLnBrk="0" hangingPunct="1">
                        <a:buNone/>
                      </a:pPr>
                      <a:r>
                        <a:rPr lang="en-IN" sz="950" i="0" kern="1200">
                          <a:solidFill>
                            <a:srgbClr val="5B6670"/>
                          </a:solidFill>
                          <a:latin typeface="+mn-lt"/>
                          <a:ea typeface="+mn-ea"/>
                          <a:cs typeface="+mn-cs"/>
                        </a:rPr>
                        <a:t>Department of Science &amp; Technology (DST), Centre for Cellular and Molecular Biology (CCMB)</a:t>
                      </a:r>
                      <a:endParaRPr lang="en-US" sz="950" i="0" kern="1200">
                        <a:solidFill>
                          <a:srgbClr val="5B6670"/>
                        </a:solidFill>
                        <a:latin typeface="+mn-lt"/>
                        <a:ea typeface="+mn-ea"/>
                        <a:cs typeface="+mn-cs"/>
                      </a:endParaRPr>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950" kern="1200">
                          <a:solidFill>
                            <a:srgbClr val="222A28"/>
                          </a:solidFill>
                          <a:latin typeface="+mn-lt"/>
                          <a:ea typeface="+mn-ea"/>
                          <a:cs typeface="+mn-cs"/>
                        </a:rPr>
                        <a:t>CCMB uses AWS services for genomic data storage and analysis workloads. Centre for Cellular and Molecular Biology Achieves 98% Time Savings for Data Analysis on AWS</a:t>
                      </a:r>
                      <a:endParaRPr lang="en-US" sz="95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5"/>
                  </a:ext>
                </a:extLst>
              </a:tr>
              <a:tr h="197833">
                <a:tc>
                  <a:txBody>
                    <a:bodyPr/>
                    <a:lstStyle/>
                    <a:p>
                      <a:pPr marL="0" indent="0">
                        <a:buNone/>
                      </a:pPr>
                      <a:r>
                        <a:rPr lang="en-US" sz="1000" b="1">
                          <a:solidFill>
                            <a:srgbClr val="222A28"/>
                          </a:solidFill>
                        </a:rPr>
                        <a:t>Gen AI Assistants</a:t>
                      </a:r>
                      <a:endParaRPr lang="en-US" sz="100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US" sz="950" i="0">
                          <a:solidFill>
                            <a:srgbClr val="5B6670"/>
                          </a:solidFill>
                        </a:rPr>
                        <a:t>GoI</a:t>
                      </a:r>
                      <a:endParaRPr lang="en-US" sz="950" i="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US" sz="950" dirty="0"/>
                        <a:t>Gen AI Assistants are deployed using AWS stack components</a:t>
                      </a:r>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265924037"/>
                  </a:ext>
                </a:extLst>
              </a:tr>
            </a:tbl>
          </a:graphicData>
        </a:graphic>
      </p:graphicFrame>
      <p:sp>
        <p:nvSpPr>
          <p:cNvPr id="31" name="Text 28">
            <a:extLst>
              <a:ext uri="{FF2B5EF4-FFF2-40B4-BE49-F238E27FC236}">
                <a16:creationId xmlns:a16="http://schemas.microsoft.com/office/drawing/2014/main" id="{DE2EB8EB-1AE7-A8D8-65DB-CF42D1CA2787}"/>
              </a:ext>
            </a:extLst>
          </p:cNvPr>
          <p:cNvSpPr/>
          <p:nvPr/>
        </p:nvSpPr>
        <p:spPr>
          <a:xfrm>
            <a:off x="457200" y="4892040"/>
            <a:ext cx="5486400" cy="274320"/>
          </a:xfrm>
          <a:prstGeom prst="rect">
            <a:avLst/>
          </a:prstGeom>
          <a:noFill/>
          <a:ln/>
        </p:spPr>
        <p:txBody>
          <a:bodyPr wrap="square" lIns="0" tIns="0" rIns="0" bIns="0" rtlCol="0" anchor="ctr"/>
          <a:lstStyle/>
          <a:p>
            <a:pPr marL="0" indent="0">
              <a:buNone/>
            </a:pPr>
            <a:r>
              <a:rPr lang="en-US" sz="1050" b="1" kern="0" spc="150">
                <a:solidFill>
                  <a:srgbClr val="5B6670"/>
                </a:solidFill>
                <a:latin typeface="Calibri" pitchFamily="34" charset="0"/>
                <a:ea typeface="Calibri" pitchFamily="34" charset="-122"/>
                <a:cs typeface="Calibri" pitchFamily="34" charset="-120"/>
              </a:rPr>
              <a:t>STRATEGIC PILLARS</a:t>
            </a:r>
            <a:endParaRPr lang="en-US" sz="1050"/>
          </a:p>
        </p:txBody>
      </p:sp>
      <p:sp>
        <p:nvSpPr>
          <p:cNvPr id="32" name="Shape 29">
            <a:extLst>
              <a:ext uri="{FF2B5EF4-FFF2-40B4-BE49-F238E27FC236}">
                <a16:creationId xmlns:a16="http://schemas.microsoft.com/office/drawing/2014/main" id="{BDD4BF28-061D-F7DF-A2A9-5CCC04A050E8}"/>
              </a:ext>
            </a:extLst>
          </p:cNvPr>
          <p:cNvSpPr/>
          <p:nvPr/>
        </p:nvSpPr>
        <p:spPr>
          <a:xfrm>
            <a:off x="457200" y="5193792"/>
            <a:ext cx="11274552" cy="0"/>
          </a:xfrm>
          <a:prstGeom prst="line">
            <a:avLst/>
          </a:prstGeom>
          <a:noFill/>
          <a:ln w="9525">
            <a:solidFill>
              <a:srgbClr val="C7CCC9"/>
            </a:solidFill>
            <a:prstDash val="solid"/>
          </a:ln>
        </p:spPr>
        <p:txBody>
          <a:bodyPr/>
          <a:lstStyle/>
          <a:p>
            <a:endParaRPr lang="en-IN"/>
          </a:p>
        </p:txBody>
      </p:sp>
      <p:sp>
        <p:nvSpPr>
          <p:cNvPr id="33" name="Shape 30">
            <a:extLst>
              <a:ext uri="{FF2B5EF4-FFF2-40B4-BE49-F238E27FC236}">
                <a16:creationId xmlns:a16="http://schemas.microsoft.com/office/drawing/2014/main" id="{021917EF-125A-FF63-415B-DBC4207F740D}"/>
              </a:ext>
            </a:extLst>
          </p:cNvPr>
          <p:cNvSpPr/>
          <p:nvPr/>
        </p:nvSpPr>
        <p:spPr>
          <a:xfrm>
            <a:off x="457200" y="5394960"/>
            <a:ext cx="457200" cy="457200"/>
          </a:xfrm>
          <a:prstGeom prst="ellipse">
            <a:avLst/>
          </a:prstGeom>
          <a:solidFill>
            <a:schemeClr val="bg1">
              <a:lumMod val="85000"/>
            </a:schemeClr>
          </a:solidFill>
          <a:ln/>
        </p:spPr>
        <p:txBody>
          <a:bodyPr/>
          <a:lstStyle/>
          <a:p>
            <a:endParaRPr lang="en-IN"/>
          </a:p>
        </p:txBody>
      </p:sp>
      <p:pic>
        <p:nvPicPr>
          <p:cNvPr id="34" name="Image 1" descr="preencoded.png">
            <a:extLst>
              <a:ext uri="{FF2B5EF4-FFF2-40B4-BE49-F238E27FC236}">
                <a16:creationId xmlns:a16="http://schemas.microsoft.com/office/drawing/2014/main" id="{A5A0F72E-6742-A911-120D-3D86A5FA559C}"/>
              </a:ext>
            </a:extLst>
          </p:cNvPr>
          <p:cNvPicPr>
            <a:picLocks noChangeAspect="1"/>
          </p:cNvPicPr>
          <p:nvPr/>
        </p:nvPicPr>
        <p:blipFill>
          <a:blip r:embed="rId2"/>
          <a:stretch>
            <a:fillRect/>
          </a:stretch>
        </p:blipFill>
        <p:spPr>
          <a:xfrm>
            <a:off x="576072" y="5513832"/>
            <a:ext cx="219456" cy="219456"/>
          </a:xfrm>
          <a:prstGeom prst="rect">
            <a:avLst/>
          </a:prstGeom>
        </p:spPr>
      </p:pic>
      <p:sp>
        <p:nvSpPr>
          <p:cNvPr id="35" name="Text 31">
            <a:extLst>
              <a:ext uri="{FF2B5EF4-FFF2-40B4-BE49-F238E27FC236}">
                <a16:creationId xmlns:a16="http://schemas.microsoft.com/office/drawing/2014/main" id="{2B48C1DD-474E-28B3-C988-534AB1F688F4}"/>
              </a:ext>
            </a:extLst>
          </p:cNvPr>
          <p:cNvSpPr/>
          <p:nvPr/>
        </p:nvSpPr>
        <p:spPr>
          <a:xfrm>
            <a:off x="1024128" y="5376672"/>
            <a:ext cx="3072384" cy="274320"/>
          </a:xfrm>
          <a:prstGeom prst="rect">
            <a:avLst/>
          </a:prstGeom>
          <a:noFill/>
          <a:ln/>
        </p:spPr>
        <p:txBody>
          <a:bodyPr wrap="square" lIns="0" tIns="0" rIns="0" bIns="0" rtlCol="0" anchor="ctr"/>
          <a:lstStyle/>
          <a:p>
            <a:pPr marL="0" indent="0">
              <a:buNone/>
            </a:pPr>
            <a:r>
              <a:rPr lang="en-US" sz="1150" b="1">
                <a:solidFill>
                  <a:srgbClr val="1B4332"/>
                </a:solidFill>
                <a:latin typeface="Calibri" pitchFamily="34" charset="0"/>
                <a:ea typeface="Calibri" pitchFamily="34" charset="-122"/>
                <a:cs typeface="Calibri" pitchFamily="34" charset="-120"/>
              </a:rPr>
              <a:t>Scaled Cloud &amp; Compute</a:t>
            </a:r>
            <a:endParaRPr lang="en-US" sz="1150"/>
          </a:p>
        </p:txBody>
      </p:sp>
      <p:sp>
        <p:nvSpPr>
          <p:cNvPr id="36" name="Text 32">
            <a:extLst>
              <a:ext uri="{FF2B5EF4-FFF2-40B4-BE49-F238E27FC236}">
                <a16:creationId xmlns:a16="http://schemas.microsoft.com/office/drawing/2014/main" id="{49D5ABBE-2D98-C2C2-E56E-5808E1FFCC32}"/>
              </a:ext>
            </a:extLst>
          </p:cNvPr>
          <p:cNvSpPr/>
          <p:nvPr/>
        </p:nvSpPr>
        <p:spPr>
          <a:xfrm>
            <a:off x="1024128" y="5650992"/>
            <a:ext cx="3072384" cy="640080"/>
          </a:xfrm>
          <a:prstGeom prst="rect">
            <a:avLst/>
          </a:prstGeom>
          <a:noFill/>
          <a:ln/>
        </p:spPr>
        <p:txBody>
          <a:bodyPr wrap="square" lIns="0" tIns="0" rIns="0" bIns="0" rtlCol="0" anchor="t"/>
          <a:lstStyle/>
          <a:p>
            <a:pPr marL="0" indent="0">
              <a:buNone/>
            </a:pPr>
            <a:r>
              <a:rPr lang="en-US" sz="930">
                <a:solidFill>
                  <a:srgbClr val="222A28"/>
                </a:solidFill>
                <a:latin typeface="Calibri" pitchFamily="34" charset="0"/>
                <a:ea typeface="Calibri" pitchFamily="34" charset="-122"/>
                <a:cs typeface="Calibri" pitchFamily="34" charset="-120"/>
              </a:rPr>
              <a:t>Expanding AWS datacentre capacity in Mumbai &amp; Hyderabad for AI workloads.</a:t>
            </a:r>
            <a:endParaRPr lang="en-US" sz="930"/>
          </a:p>
        </p:txBody>
      </p:sp>
      <p:sp>
        <p:nvSpPr>
          <p:cNvPr id="37" name="Shape 33">
            <a:extLst>
              <a:ext uri="{FF2B5EF4-FFF2-40B4-BE49-F238E27FC236}">
                <a16:creationId xmlns:a16="http://schemas.microsoft.com/office/drawing/2014/main" id="{AE6EF478-3841-1629-26C1-3F08AD520A3B}"/>
              </a:ext>
            </a:extLst>
          </p:cNvPr>
          <p:cNvSpPr/>
          <p:nvPr/>
        </p:nvSpPr>
        <p:spPr>
          <a:xfrm>
            <a:off x="4215384" y="5394960"/>
            <a:ext cx="457200" cy="457200"/>
          </a:xfrm>
          <a:prstGeom prst="ellipse">
            <a:avLst/>
          </a:prstGeom>
          <a:solidFill>
            <a:schemeClr val="bg1">
              <a:lumMod val="85000"/>
            </a:schemeClr>
          </a:solidFill>
          <a:ln/>
        </p:spPr>
        <p:txBody>
          <a:bodyPr/>
          <a:lstStyle/>
          <a:p>
            <a:endParaRPr lang="en-IN"/>
          </a:p>
        </p:txBody>
      </p:sp>
      <p:pic>
        <p:nvPicPr>
          <p:cNvPr id="38" name="Image 2" descr="preencoded.png">
            <a:extLst>
              <a:ext uri="{FF2B5EF4-FFF2-40B4-BE49-F238E27FC236}">
                <a16:creationId xmlns:a16="http://schemas.microsoft.com/office/drawing/2014/main" id="{E062988C-08DD-D707-CD04-9FB2B3ABEC1F}"/>
              </a:ext>
            </a:extLst>
          </p:cNvPr>
          <p:cNvPicPr>
            <a:picLocks noChangeAspect="1"/>
          </p:cNvPicPr>
          <p:nvPr/>
        </p:nvPicPr>
        <p:blipFill>
          <a:blip r:embed="rId3"/>
          <a:stretch>
            <a:fillRect/>
          </a:stretch>
        </p:blipFill>
        <p:spPr>
          <a:xfrm>
            <a:off x="4334256" y="5513832"/>
            <a:ext cx="219456" cy="219456"/>
          </a:xfrm>
          <a:prstGeom prst="rect">
            <a:avLst/>
          </a:prstGeom>
        </p:spPr>
      </p:pic>
      <p:sp>
        <p:nvSpPr>
          <p:cNvPr id="39" name="Text 34">
            <a:extLst>
              <a:ext uri="{FF2B5EF4-FFF2-40B4-BE49-F238E27FC236}">
                <a16:creationId xmlns:a16="http://schemas.microsoft.com/office/drawing/2014/main" id="{AECCB275-EDA8-02AD-9C17-2136EAD5C663}"/>
              </a:ext>
            </a:extLst>
          </p:cNvPr>
          <p:cNvSpPr/>
          <p:nvPr/>
        </p:nvSpPr>
        <p:spPr>
          <a:xfrm>
            <a:off x="4782312" y="5376672"/>
            <a:ext cx="3072384" cy="274320"/>
          </a:xfrm>
          <a:prstGeom prst="rect">
            <a:avLst/>
          </a:prstGeom>
          <a:noFill/>
          <a:ln/>
        </p:spPr>
        <p:txBody>
          <a:bodyPr wrap="square" lIns="0" tIns="0" rIns="0" bIns="0" rtlCol="0" anchor="ctr"/>
          <a:lstStyle/>
          <a:p>
            <a:pPr marL="0" indent="0">
              <a:buNone/>
            </a:pPr>
            <a:r>
              <a:rPr lang="en-US" sz="1150" b="1">
                <a:solidFill>
                  <a:srgbClr val="1B4332"/>
                </a:solidFill>
                <a:latin typeface="Calibri" pitchFamily="34" charset="0"/>
                <a:ea typeface="Calibri" pitchFamily="34" charset="-122"/>
                <a:cs typeface="Calibri" pitchFamily="34" charset="-120"/>
              </a:rPr>
              <a:t>State-Level Partnership</a:t>
            </a:r>
            <a:endParaRPr lang="en-US" sz="1150"/>
          </a:p>
        </p:txBody>
      </p:sp>
      <p:sp>
        <p:nvSpPr>
          <p:cNvPr id="40" name="Text 35">
            <a:extLst>
              <a:ext uri="{FF2B5EF4-FFF2-40B4-BE49-F238E27FC236}">
                <a16:creationId xmlns:a16="http://schemas.microsoft.com/office/drawing/2014/main" id="{3826F3FD-B146-9BE4-AC97-0625B28F2CD6}"/>
              </a:ext>
            </a:extLst>
          </p:cNvPr>
          <p:cNvSpPr/>
          <p:nvPr/>
        </p:nvSpPr>
        <p:spPr>
          <a:xfrm>
            <a:off x="4782312" y="5650992"/>
            <a:ext cx="3072384" cy="640080"/>
          </a:xfrm>
          <a:prstGeom prst="rect">
            <a:avLst/>
          </a:prstGeom>
          <a:noFill/>
          <a:ln/>
        </p:spPr>
        <p:txBody>
          <a:bodyPr wrap="square" lIns="0" tIns="0" rIns="0" bIns="0" rtlCol="0" anchor="t"/>
          <a:lstStyle/>
          <a:p>
            <a:pPr marL="0" indent="0">
              <a:buNone/>
            </a:pPr>
            <a:r>
              <a:rPr lang="en-US" sz="930">
                <a:solidFill>
                  <a:srgbClr val="222A28"/>
                </a:solidFill>
                <a:latin typeface="Calibri" pitchFamily="34" charset="0"/>
                <a:ea typeface="Calibri" pitchFamily="34" charset="-122"/>
                <a:cs typeface="Calibri" pitchFamily="34" charset="-120"/>
              </a:rPr>
              <a:t>Maharashtra MoU model — democratizing cloud access for public-sector &amp; SME users.</a:t>
            </a:r>
            <a:endParaRPr lang="en-US" sz="930"/>
          </a:p>
        </p:txBody>
      </p:sp>
      <p:sp>
        <p:nvSpPr>
          <p:cNvPr id="41" name="Shape 36">
            <a:extLst>
              <a:ext uri="{FF2B5EF4-FFF2-40B4-BE49-F238E27FC236}">
                <a16:creationId xmlns:a16="http://schemas.microsoft.com/office/drawing/2014/main" id="{12B87A56-1613-A695-31A3-63CC639684B1}"/>
              </a:ext>
            </a:extLst>
          </p:cNvPr>
          <p:cNvSpPr/>
          <p:nvPr/>
        </p:nvSpPr>
        <p:spPr>
          <a:xfrm>
            <a:off x="7973568" y="5394960"/>
            <a:ext cx="457200" cy="457200"/>
          </a:xfrm>
          <a:prstGeom prst="ellipse">
            <a:avLst/>
          </a:prstGeom>
          <a:solidFill>
            <a:schemeClr val="bg1">
              <a:lumMod val="85000"/>
            </a:schemeClr>
          </a:solidFill>
          <a:ln/>
        </p:spPr>
        <p:txBody>
          <a:bodyPr/>
          <a:lstStyle/>
          <a:p>
            <a:endParaRPr lang="en-IN"/>
          </a:p>
        </p:txBody>
      </p:sp>
      <p:pic>
        <p:nvPicPr>
          <p:cNvPr id="42" name="Image 3" descr="preencoded.png">
            <a:extLst>
              <a:ext uri="{FF2B5EF4-FFF2-40B4-BE49-F238E27FC236}">
                <a16:creationId xmlns:a16="http://schemas.microsoft.com/office/drawing/2014/main" id="{9B963A5C-BE74-FC91-34B4-9D99C9990CE9}"/>
              </a:ext>
            </a:extLst>
          </p:cNvPr>
          <p:cNvPicPr>
            <a:picLocks noChangeAspect="1"/>
          </p:cNvPicPr>
          <p:nvPr/>
        </p:nvPicPr>
        <p:blipFill>
          <a:blip r:embed="rId4"/>
          <a:stretch>
            <a:fillRect/>
          </a:stretch>
        </p:blipFill>
        <p:spPr>
          <a:xfrm>
            <a:off x="8092440" y="5513832"/>
            <a:ext cx="219456" cy="219456"/>
          </a:xfrm>
          <a:prstGeom prst="rect">
            <a:avLst/>
          </a:prstGeom>
        </p:spPr>
      </p:pic>
      <p:sp>
        <p:nvSpPr>
          <p:cNvPr id="43" name="Text 37">
            <a:extLst>
              <a:ext uri="{FF2B5EF4-FFF2-40B4-BE49-F238E27FC236}">
                <a16:creationId xmlns:a16="http://schemas.microsoft.com/office/drawing/2014/main" id="{539C803A-B155-445A-A3EC-7FFC1097B440}"/>
              </a:ext>
            </a:extLst>
          </p:cNvPr>
          <p:cNvSpPr/>
          <p:nvPr/>
        </p:nvSpPr>
        <p:spPr>
          <a:xfrm>
            <a:off x="8540496" y="5376672"/>
            <a:ext cx="3072384" cy="274320"/>
          </a:xfrm>
          <a:prstGeom prst="rect">
            <a:avLst/>
          </a:prstGeom>
          <a:noFill/>
          <a:ln/>
        </p:spPr>
        <p:txBody>
          <a:bodyPr wrap="square" lIns="0" tIns="0" rIns="0" bIns="0" rtlCol="0" anchor="ctr"/>
          <a:lstStyle/>
          <a:p>
            <a:pPr marL="0" indent="0">
              <a:buNone/>
            </a:pPr>
            <a:r>
              <a:rPr lang="en-US" sz="1150" b="1">
                <a:solidFill>
                  <a:srgbClr val="1B4332"/>
                </a:solidFill>
                <a:latin typeface="Calibri" pitchFamily="34" charset="0"/>
                <a:ea typeface="Calibri" pitchFamily="34" charset="-122"/>
                <a:cs typeface="Calibri" pitchFamily="34" charset="-120"/>
              </a:rPr>
              <a:t>Responsible AI Leadership</a:t>
            </a:r>
            <a:endParaRPr lang="en-US" sz="1150"/>
          </a:p>
        </p:txBody>
      </p:sp>
      <p:sp>
        <p:nvSpPr>
          <p:cNvPr id="44" name="Text 38">
            <a:extLst>
              <a:ext uri="{FF2B5EF4-FFF2-40B4-BE49-F238E27FC236}">
                <a16:creationId xmlns:a16="http://schemas.microsoft.com/office/drawing/2014/main" id="{8B4746BC-BC90-C61E-2E8A-E4B7D0463156}"/>
              </a:ext>
            </a:extLst>
          </p:cNvPr>
          <p:cNvSpPr/>
          <p:nvPr/>
        </p:nvSpPr>
        <p:spPr>
          <a:xfrm>
            <a:off x="8540496" y="5650992"/>
            <a:ext cx="3072384" cy="640080"/>
          </a:xfrm>
          <a:prstGeom prst="rect">
            <a:avLst/>
          </a:prstGeom>
          <a:noFill/>
          <a:ln/>
        </p:spPr>
        <p:txBody>
          <a:bodyPr wrap="square" lIns="0" tIns="0" rIns="0" bIns="0" rtlCol="0" anchor="t"/>
          <a:lstStyle/>
          <a:p>
            <a:pPr marL="0" indent="0">
              <a:buNone/>
            </a:pPr>
            <a:r>
              <a:rPr lang="en-US" sz="930">
                <a:solidFill>
                  <a:srgbClr val="222A28"/>
                </a:solidFill>
                <a:latin typeface="Calibri" pitchFamily="34" charset="0"/>
                <a:ea typeface="Calibri" pitchFamily="34" charset="-122"/>
                <a:cs typeface="Calibri" pitchFamily="34" charset="-120"/>
              </a:rPr>
              <a:t>AWS-hosted roundtables on responsible AI positioning India as a Global-South model.</a:t>
            </a:r>
            <a:endParaRPr lang="en-US" sz="930"/>
          </a:p>
        </p:txBody>
      </p:sp>
    </p:spTree>
    <p:extLst>
      <p:ext uri="{BB962C8B-B14F-4D97-AF65-F5344CB8AC3E}">
        <p14:creationId xmlns:p14="http://schemas.microsoft.com/office/powerpoint/2010/main" val="1278036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22EA19-8E00-177A-FC00-9014793A4C01}"/>
            </a:ext>
          </a:extLst>
        </p:cNvPr>
        <p:cNvGrpSpPr/>
        <p:nvPr/>
      </p:nvGrpSpPr>
      <p:grpSpPr>
        <a:xfrm>
          <a:off x="0" y="0"/>
          <a:ext cx="0" cy="0"/>
          <a:chOff x="0" y="0"/>
          <a:chExt cx="0" cy="0"/>
        </a:xfrm>
      </p:grpSpPr>
      <p:sp>
        <p:nvSpPr>
          <p:cNvPr id="3" name="Text 3">
            <a:extLst>
              <a:ext uri="{FF2B5EF4-FFF2-40B4-BE49-F238E27FC236}">
                <a16:creationId xmlns:a16="http://schemas.microsoft.com/office/drawing/2014/main" id="{7C9BD9E2-C36E-C213-2BC9-6DDEBC0E915A}"/>
              </a:ext>
            </a:extLst>
          </p:cNvPr>
          <p:cNvSpPr/>
          <p:nvPr/>
        </p:nvSpPr>
        <p:spPr>
          <a:xfrm>
            <a:off x="495157" y="353683"/>
            <a:ext cx="10360152" cy="457200"/>
          </a:xfrm>
          <a:prstGeom prst="rect">
            <a:avLst/>
          </a:prstGeom>
          <a:noFill/>
          <a:ln/>
        </p:spPr>
        <p:txBody>
          <a:bodyPr wrap="square" lIns="0" tIns="0" rIns="0" bIns="0" rtlCol="0" anchor="ctr"/>
          <a:lstStyle/>
          <a:p>
            <a:r>
              <a:rPr lang="en-US" sz="2200" b="1">
                <a:latin typeface="Cambria"/>
                <a:ea typeface="Cambria"/>
              </a:rPr>
              <a:t>Meta – Work with Indian Government </a:t>
            </a:r>
            <a:endParaRPr lang="en-US" sz="2200"/>
          </a:p>
        </p:txBody>
      </p:sp>
      <p:cxnSp>
        <p:nvCxnSpPr>
          <p:cNvPr id="4" name="Google Shape;17933;p2451">
            <a:extLst>
              <a:ext uri="{FF2B5EF4-FFF2-40B4-BE49-F238E27FC236}">
                <a16:creationId xmlns:a16="http://schemas.microsoft.com/office/drawing/2014/main" id="{690D40F8-4E31-376C-EAC3-6307DA89F37B}"/>
              </a:ext>
            </a:extLst>
          </p:cNvPr>
          <p:cNvCxnSpPr>
            <a:cxnSpLocks/>
          </p:cNvCxnSpPr>
          <p:nvPr/>
        </p:nvCxnSpPr>
        <p:spPr>
          <a:xfrm>
            <a:off x="2585348" y="1422421"/>
            <a:ext cx="8575442" cy="1"/>
          </a:xfrm>
          <a:prstGeom prst="straightConnector1">
            <a:avLst/>
          </a:prstGeom>
          <a:noFill/>
          <a:ln w="152400" cap="flat" cmpd="sng">
            <a:solidFill>
              <a:srgbClr val="999999"/>
            </a:solidFill>
            <a:prstDash val="solid"/>
            <a:round/>
            <a:headEnd type="none" w="med" len="med"/>
            <a:tailEnd type="none" w="med" len="med"/>
          </a:ln>
        </p:spPr>
      </p:cxnSp>
      <p:grpSp>
        <p:nvGrpSpPr>
          <p:cNvPr id="5" name="Google Shape;17935;p2451">
            <a:extLst>
              <a:ext uri="{FF2B5EF4-FFF2-40B4-BE49-F238E27FC236}">
                <a16:creationId xmlns:a16="http://schemas.microsoft.com/office/drawing/2014/main" id="{DB720F21-A006-B0A6-4C6E-7C9AD92EE2D3}"/>
              </a:ext>
            </a:extLst>
          </p:cNvPr>
          <p:cNvGrpSpPr/>
          <p:nvPr/>
        </p:nvGrpSpPr>
        <p:grpSpPr>
          <a:xfrm>
            <a:off x="1260407" y="1159460"/>
            <a:ext cx="2552029" cy="613689"/>
            <a:chOff x="442912" y="1828799"/>
            <a:chExt cx="1995600" cy="1872900"/>
          </a:xfrm>
          <a:solidFill>
            <a:schemeClr val="accent3">
              <a:lumMod val="75000"/>
            </a:schemeClr>
          </a:solidFill>
        </p:grpSpPr>
        <p:sp>
          <p:nvSpPr>
            <p:cNvPr id="6" name="Google Shape;17936;p2451">
              <a:extLst>
                <a:ext uri="{FF2B5EF4-FFF2-40B4-BE49-F238E27FC236}">
                  <a16:creationId xmlns:a16="http://schemas.microsoft.com/office/drawing/2014/main" id="{BA568B3C-421A-FD58-FF7F-3CA4874A7BB2}"/>
                </a:ext>
              </a:extLst>
            </p:cNvPr>
            <p:cNvSpPr/>
            <p:nvPr/>
          </p:nvSpPr>
          <p:spPr>
            <a:xfrm>
              <a:off x="442912" y="1828799"/>
              <a:ext cx="1995600" cy="1872900"/>
            </a:xfrm>
            <a:prstGeom prst="rect">
              <a:avLst/>
            </a:prstGeom>
            <a:grpFill/>
            <a:ln>
              <a:noFill/>
            </a:ln>
          </p:spPr>
          <p:txBody>
            <a:bodyPr spcFirstLastPara="1" wrap="square" lIns="0" tIns="0" rIns="0" bIns="0" anchor="ctr" anchorCtr="0">
              <a:noAutofit/>
            </a:bodyPr>
            <a:lstStyle/>
            <a:p>
              <a:pPr algn="ctr"/>
              <a:endParaRPr sz="1050">
                <a:solidFill>
                  <a:schemeClr val="lt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7" name="Google Shape;17937;p2451">
              <a:extLst>
                <a:ext uri="{FF2B5EF4-FFF2-40B4-BE49-F238E27FC236}">
                  <a16:creationId xmlns:a16="http://schemas.microsoft.com/office/drawing/2014/main" id="{199E1641-97DE-5623-3894-3A0700A8F423}"/>
                </a:ext>
              </a:extLst>
            </p:cNvPr>
            <p:cNvSpPr txBox="1"/>
            <p:nvPr/>
          </p:nvSpPr>
          <p:spPr>
            <a:xfrm>
              <a:off x="626850" y="2011695"/>
              <a:ext cx="1627500" cy="1508700"/>
            </a:xfrm>
            <a:prstGeom prst="rect">
              <a:avLst/>
            </a:prstGeom>
            <a:grpFill/>
            <a:ln>
              <a:noFill/>
            </a:ln>
          </p:spPr>
          <p:txBody>
            <a:bodyPr spcFirstLastPara="1" wrap="square" lIns="0" tIns="0" rIns="0" bIns="0" anchor="t" anchorCtr="0">
              <a:noAutofit/>
            </a:bodyPr>
            <a:lstStyle/>
            <a:p>
              <a:pPr>
                <a:lnSpc>
                  <a:spcPct val="85000"/>
                </a:lnSpc>
              </a:pPr>
              <a:r>
                <a:rPr lang="en-GB" sz="1600" b="1" dirty="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rPr>
                <a:t>1</a:t>
              </a:r>
              <a:endParaRPr sz="1600" b="1" dirty="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a:p>
              <a:r>
                <a:rPr lang="en-US" sz="1050" b="1" dirty="0">
                  <a:solidFill>
                    <a:schemeClr val="bg1"/>
                  </a:solidFill>
                  <a:latin typeface="Calibri" pitchFamily="34" charset="0"/>
                  <a:ea typeface="Calibri" pitchFamily="34" charset="-122"/>
                  <a:cs typeface="Calibri" pitchFamily="34" charset="-120"/>
                </a:rPr>
                <a:t>Mana Mitra - Andhra Pradesh</a:t>
              </a:r>
              <a:endParaRPr lang="en-US" sz="1050" dirty="0">
                <a:solidFill>
                  <a:schemeClr val="bg1"/>
                </a:solidFill>
              </a:endParaRPr>
            </a:p>
          </p:txBody>
        </p:sp>
      </p:grpSp>
      <p:grpSp>
        <p:nvGrpSpPr>
          <p:cNvPr id="8" name="Google Shape;17941;p2451">
            <a:extLst>
              <a:ext uri="{FF2B5EF4-FFF2-40B4-BE49-F238E27FC236}">
                <a16:creationId xmlns:a16="http://schemas.microsoft.com/office/drawing/2014/main" id="{DF689A2E-943B-6E19-61BE-A053BC86E6F6}"/>
              </a:ext>
            </a:extLst>
          </p:cNvPr>
          <p:cNvGrpSpPr/>
          <p:nvPr/>
        </p:nvGrpSpPr>
        <p:grpSpPr>
          <a:xfrm>
            <a:off x="6523522" y="1159460"/>
            <a:ext cx="2552029" cy="613689"/>
            <a:chOff x="442912" y="1828799"/>
            <a:chExt cx="1995600" cy="1872900"/>
          </a:xfrm>
          <a:solidFill>
            <a:srgbClr val="92D050"/>
          </a:solidFill>
        </p:grpSpPr>
        <p:sp>
          <p:nvSpPr>
            <p:cNvPr id="9" name="Google Shape;17942;p2451">
              <a:extLst>
                <a:ext uri="{FF2B5EF4-FFF2-40B4-BE49-F238E27FC236}">
                  <a16:creationId xmlns:a16="http://schemas.microsoft.com/office/drawing/2014/main" id="{10881D76-34B3-AE02-56F4-46C79100C5F4}"/>
                </a:ext>
              </a:extLst>
            </p:cNvPr>
            <p:cNvSpPr/>
            <p:nvPr/>
          </p:nvSpPr>
          <p:spPr>
            <a:xfrm>
              <a:off x="442912" y="1828799"/>
              <a:ext cx="1995600" cy="1872900"/>
            </a:xfrm>
            <a:prstGeom prst="rect">
              <a:avLst/>
            </a:prstGeom>
            <a:grpFill/>
            <a:ln>
              <a:noFill/>
            </a:ln>
          </p:spPr>
          <p:txBody>
            <a:bodyPr spcFirstLastPara="1" wrap="square" lIns="0" tIns="0" rIns="0" bIns="0" anchor="ctr" anchorCtr="0">
              <a:noAutofit/>
            </a:bodyPr>
            <a:lstStyle/>
            <a:p>
              <a:pPr algn="ctr"/>
              <a:endParaRPr sz="105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p:txBody>
        </p:sp>
        <p:sp>
          <p:nvSpPr>
            <p:cNvPr id="10" name="Google Shape;17943;p2451">
              <a:extLst>
                <a:ext uri="{FF2B5EF4-FFF2-40B4-BE49-F238E27FC236}">
                  <a16:creationId xmlns:a16="http://schemas.microsoft.com/office/drawing/2014/main" id="{26A3434A-8DC6-3B3B-EA0A-20320245FCCB}"/>
                </a:ext>
              </a:extLst>
            </p:cNvPr>
            <p:cNvSpPr txBox="1"/>
            <p:nvPr/>
          </p:nvSpPr>
          <p:spPr>
            <a:xfrm>
              <a:off x="626835" y="2011693"/>
              <a:ext cx="1627500" cy="1322100"/>
            </a:xfrm>
            <a:prstGeom prst="rect">
              <a:avLst/>
            </a:prstGeom>
            <a:grpFill/>
            <a:ln>
              <a:noFill/>
            </a:ln>
          </p:spPr>
          <p:txBody>
            <a:bodyPr spcFirstLastPara="1" wrap="square" lIns="0" tIns="0" rIns="0" bIns="0" anchor="t" anchorCtr="0">
              <a:noAutofit/>
            </a:bodyPr>
            <a:lstStyle/>
            <a:p>
              <a:pPr>
                <a:lnSpc>
                  <a:spcPct val="85000"/>
                </a:lnSpc>
              </a:pPr>
              <a:r>
                <a:rPr lang="en-GB" sz="1600" b="1">
                  <a:latin typeface="Calibri" panose="020F0502020204030204" pitchFamily="34" charset="0"/>
                  <a:ea typeface="Calibri" panose="020F0502020204030204" pitchFamily="34" charset="0"/>
                  <a:cs typeface="Calibri" panose="020F0502020204030204" pitchFamily="34" charset="0"/>
                  <a:sym typeface="Helvetica Neue"/>
                </a:rPr>
                <a:t>3</a:t>
              </a:r>
              <a:endParaRPr sz="1600" b="1">
                <a:latin typeface="Calibri" panose="020F0502020204030204" pitchFamily="34" charset="0"/>
                <a:ea typeface="Calibri" panose="020F0502020204030204" pitchFamily="34" charset="0"/>
                <a:cs typeface="Calibri" panose="020F0502020204030204" pitchFamily="34" charset="0"/>
                <a:sym typeface="Helvetica Neue"/>
              </a:endParaRPr>
            </a:p>
            <a:p>
              <a:r>
                <a:rPr lang="en-US" sz="1050" b="1">
                  <a:solidFill>
                    <a:srgbClr val="1B4332"/>
                  </a:solidFill>
                  <a:latin typeface="Calibri" pitchFamily="34" charset="0"/>
                  <a:ea typeface="Calibri" pitchFamily="34" charset="-122"/>
                  <a:cs typeface="Calibri" pitchFamily="34" charset="-120"/>
                </a:rPr>
                <a:t>Skill India Assistant (SIA)</a:t>
              </a:r>
              <a:endParaRPr lang="en-US" sz="1050"/>
            </a:p>
          </p:txBody>
        </p:sp>
      </p:grpSp>
      <p:grpSp>
        <p:nvGrpSpPr>
          <p:cNvPr id="11" name="Google Shape;17945;p2451">
            <a:extLst>
              <a:ext uri="{FF2B5EF4-FFF2-40B4-BE49-F238E27FC236}">
                <a16:creationId xmlns:a16="http://schemas.microsoft.com/office/drawing/2014/main" id="{B7C6D160-BF33-77FC-7EFA-D0B4EBC0B38E}"/>
              </a:ext>
            </a:extLst>
          </p:cNvPr>
          <p:cNvGrpSpPr/>
          <p:nvPr/>
        </p:nvGrpSpPr>
        <p:grpSpPr>
          <a:xfrm>
            <a:off x="9128437" y="1159462"/>
            <a:ext cx="2552029" cy="613689"/>
            <a:chOff x="442912" y="1828800"/>
            <a:chExt cx="1995600" cy="1872900"/>
          </a:xfrm>
          <a:solidFill>
            <a:schemeClr val="accent6">
              <a:lumMod val="20000"/>
              <a:lumOff val="80000"/>
            </a:schemeClr>
          </a:solidFill>
        </p:grpSpPr>
        <p:sp>
          <p:nvSpPr>
            <p:cNvPr id="12" name="Google Shape;17946;p2451">
              <a:extLst>
                <a:ext uri="{FF2B5EF4-FFF2-40B4-BE49-F238E27FC236}">
                  <a16:creationId xmlns:a16="http://schemas.microsoft.com/office/drawing/2014/main" id="{0C05AE47-0A9C-BDAA-B95D-4D793825C883}"/>
                </a:ext>
              </a:extLst>
            </p:cNvPr>
            <p:cNvSpPr/>
            <p:nvPr/>
          </p:nvSpPr>
          <p:spPr>
            <a:xfrm>
              <a:off x="442912" y="1828800"/>
              <a:ext cx="1995600" cy="1872900"/>
            </a:xfrm>
            <a:prstGeom prst="rect">
              <a:avLst/>
            </a:prstGeom>
            <a:grpFill/>
            <a:ln>
              <a:noFill/>
            </a:ln>
          </p:spPr>
          <p:txBody>
            <a:bodyPr spcFirstLastPara="1" wrap="square" lIns="0" tIns="0" rIns="0" bIns="0" anchor="ctr" anchorCtr="0">
              <a:noAutofit/>
            </a:bodyPr>
            <a:lstStyle/>
            <a:p>
              <a:endParaRPr sz="105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p:txBody>
        </p:sp>
        <p:sp>
          <p:nvSpPr>
            <p:cNvPr id="13" name="Google Shape;17947;p2451">
              <a:extLst>
                <a:ext uri="{FF2B5EF4-FFF2-40B4-BE49-F238E27FC236}">
                  <a16:creationId xmlns:a16="http://schemas.microsoft.com/office/drawing/2014/main" id="{293F892D-609A-D83E-D467-3CA275ADF6E7}"/>
                </a:ext>
              </a:extLst>
            </p:cNvPr>
            <p:cNvSpPr txBox="1"/>
            <p:nvPr/>
          </p:nvSpPr>
          <p:spPr>
            <a:xfrm>
              <a:off x="626839" y="2011681"/>
              <a:ext cx="1719459" cy="704030"/>
            </a:xfrm>
            <a:prstGeom prst="rect">
              <a:avLst/>
            </a:prstGeom>
            <a:grpFill/>
            <a:ln>
              <a:noFill/>
            </a:ln>
          </p:spPr>
          <p:txBody>
            <a:bodyPr spcFirstLastPara="1" wrap="square" lIns="0" tIns="0" rIns="0" bIns="0" anchor="t" anchorCtr="0">
              <a:noAutofit/>
            </a:bodyPr>
            <a:lstStyle/>
            <a:p>
              <a:pPr>
                <a:lnSpc>
                  <a:spcPct val="85000"/>
                </a:lnSpc>
              </a:pPr>
              <a:r>
                <a:rPr lang="en-GB" sz="1600" b="1">
                  <a:latin typeface="Calibri" panose="020F0502020204030204" pitchFamily="34" charset="0"/>
                  <a:ea typeface="Calibri" panose="020F0502020204030204" pitchFamily="34" charset="0"/>
                  <a:cs typeface="Calibri" panose="020F0502020204030204" pitchFamily="34" charset="0"/>
                  <a:sym typeface="Helvetica Neue"/>
                </a:rPr>
                <a:t>4</a:t>
              </a:r>
              <a:endParaRPr sz="1600" b="1">
                <a:latin typeface="Calibri" panose="020F0502020204030204" pitchFamily="34" charset="0"/>
                <a:ea typeface="Calibri" panose="020F0502020204030204" pitchFamily="34" charset="0"/>
                <a:cs typeface="Calibri" panose="020F0502020204030204" pitchFamily="34" charset="0"/>
                <a:sym typeface="Helvetica Neue"/>
              </a:endParaRPr>
            </a:p>
            <a:p>
              <a:r>
                <a:rPr lang="en-US" sz="1050" b="1">
                  <a:solidFill>
                    <a:srgbClr val="1B4332"/>
                  </a:solidFill>
                  <a:latin typeface="Calibri" pitchFamily="34" charset="0"/>
                  <a:ea typeface="Calibri" pitchFamily="34" charset="-122"/>
                  <a:cs typeface="Calibri" pitchFamily="34" charset="-120"/>
                </a:rPr>
                <a:t>Reliance-Meta Joint Venture</a:t>
              </a:r>
              <a:endParaRPr lang="en-US" sz="1050"/>
            </a:p>
          </p:txBody>
        </p:sp>
      </p:grpSp>
      <p:grpSp>
        <p:nvGrpSpPr>
          <p:cNvPr id="14" name="Google Shape;17954;p2451">
            <a:extLst>
              <a:ext uri="{FF2B5EF4-FFF2-40B4-BE49-F238E27FC236}">
                <a16:creationId xmlns:a16="http://schemas.microsoft.com/office/drawing/2014/main" id="{36CF8AA4-5EED-C2FC-7DFD-E3EA78C431BF}"/>
              </a:ext>
            </a:extLst>
          </p:cNvPr>
          <p:cNvGrpSpPr/>
          <p:nvPr/>
        </p:nvGrpSpPr>
        <p:grpSpPr>
          <a:xfrm>
            <a:off x="3926394" y="1163693"/>
            <a:ext cx="2552029" cy="613689"/>
            <a:chOff x="442912" y="1828800"/>
            <a:chExt cx="1995600" cy="1872900"/>
          </a:xfrm>
          <a:solidFill>
            <a:schemeClr val="accent6"/>
          </a:solidFill>
        </p:grpSpPr>
        <p:sp>
          <p:nvSpPr>
            <p:cNvPr id="15" name="Google Shape;17955;p2451">
              <a:extLst>
                <a:ext uri="{FF2B5EF4-FFF2-40B4-BE49-F238E27FC236}">
                  <a16:creationId xmlns:a16="http://schemas.microsoft.com/office/drawing/2014/main" id="{CC731EB6-4FED-BB4F-4BC4-10F1C6207C02}"/>
                </a:ext>
              </a:extLst>
            </p:cNvPr>
            <p:cNvSpPr/>
            <p:nvPr/>
          </p:nvSpPr>
          <p:spPr>
            <a:xfrm>
              <a:off x="442912" y="1828800"/>
              <a:ext cx="1995600" cy="1872900"/>
            </a:xfrm>
            <a:prstGeom prst="rect">
              <a:avLst/>
            </a:prstGeom>
            <a:grpFill/>
            <a:ln>
              <a:noFill/>
            </a:ln>
          </p:spPr>
          <p:txBody>
            <a:bodyPr spcFirstLastPara="1" wrap="square" lIns="0" tIns="0" rIns="0" bIns="0" anchor="ctr" anchorCtr="0">
              <a:noAutofit/>
            </a:bodyPr>
            <a:lstStyle/>
            <a:p>
              <a:pPr algn="ctr"/>
              <a:endParaRPr sz="105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p:txBody>
        </p:sp>
        <p:sp>
          <p:nvSpPr>
            <p:cNvPr id="16" name="Google Shape;17956;p2451">
              <a:extLst>
                <a:ext uri="{FF2B5EF4-FFF2-40B4-BE49-F238E27FC236}">
                  <a16:creationId xmlns:a16="http://schemas.microsoft.com/office/drawing/2014/main" id="{EFA6A493-9092-468B-E975-A2512B5644C3}"/>
                </a:ext>
              </a:extLst>
            </p:cNvPr>
            <p:cNvSpPr txBox="1"/>
            <p:nvPr/>
          </p:nvSpPr>
          <p:spPr>
            <a:xfrm>
              <a:off x="626839" y="2011679"/>
              <a:ext cx="1627500" cy="687300"/>
            </a:xfrm>
            <a:prstGeom prst="rect">
              <a:avLst/>
            </a:prstGeom>
            <a:grpFill/>
            <a:ln>
              <a:noFill/>
            </a:ln>
          </p:spPr>
          <p:txBody>
            <a:bodyPr spcFirstLastPara="1" wrap="square" lIns="0" tIns="0" rIns="0" bIns="0" anchor="t" anchorCtr="0">
              <a:noAutofit/>
            </a:bodyPr>
            <a:lstStyle/>
            <a:p>
              <a:pPr>
                <a:lnSpc>
                  <a:spcPct val="85000"/>
                </a:lnSpc>
              </a:pPr>
              <a:r>
                <a:rPr lang="en-GB" sz="1600" b="1" dirty="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rPr>
                <a:t>2</a:t>
              </a:r>
              <a:endParaRPr sz="1600" b="1" dirty="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a:p>
              <a:r>
                <a:rPr lang="en-US" sz="1050" b="1" dirty="0">
                  <a:solidFill>
                    <a:srgbClr val="1B4332"/>
                  </a:solidFill>
                  <a:latin typeface="Calibri" pitchFamily="34" charset="0"/>
                  <a:ea typeface="Calibri" pitchFamily="34" charset="-122"/>
                  <a:cs typeface="Calibri" pitchFamily="34" charset="-120"/>
                </a:rPr>
                <a:t>Maharashtra &amp; Odisha</a:t>
              </a:r>
              <a:endParaRPr lang="en-US" sz="1050" dirty="0"/>
            </a:p>
          </p:txBody>
        </p:sp>
      </p:grpSp>
      <p:sp>
        <p:nvSpPr>
          <p:cNvPr id="17" name="Google Shape;17940;p2451">
            <a:extLst>
              <a:ext uri="{FF2B5EF4-FFF2-40B4-BE49-F238E27FC236}">
                <a16:creationId xmlns:a16="http://schemas.microsoft.com/office/drawing/2014/main" id="{ED2CE987-C79A-0A1A-1A33-8069C94457C6}"/>
              </a:ext>
            </a:extLst>
          </p:cNvPr>
          <p:cNvSpPr txBox="1">
            <a:spLocks/>
          </p:cNvSpPr>
          <p:nvPr/>
        </p:nvSpPr>
        <p:spPr>
          <a:xfrm>
            <a:off x="1260404" y="1685330"/>
            <a:ext cx="2552032" cy="970936"/>
          </a:xfrm>
          <a:prstGeom prst="rect">
            <a:avLst/>
          </a:prstGeom>
          <a:solidFill>
            <a:schemeClr val="bg1"/>
          </a:solidFill>
          <a:ln w="3175">
            <a:solidFill>
              <a:schemeClr val="bg1">
                <a:lumMod val="95000"/>
              </a:schemeClr>
            </a:solidFill>
          </a:ln>
        </p:spPr>
        <p:txBody>
          <a:bodyPr spcFirstLastPara="1" vert="horz" wrap="square" lIns="0" tIns="0" rIns="0" bIns="0" rtlCol="0" anchor="ctr" anchorCtr="0">
            <a:noAutofit/>
          </a:bodyPr>
          <a:lstStyle>
            <a:lvl1pPr marL="342900" lvl="0" indent="-238125" algn="l" defTabSz="914400" rtl="0" eaLnBrk="1" latinLnBrk="0" hangingPunct="1">
              <a:lnSpc>
                <a:spcPct val="100000"/>
              </a:lnSpc>
              <a:spcBef>
                <a:spcPts val="0"/>
              </a:spcBef>
              <a:spcAft>
                <a:spcPts val="0"/>
              </a:spcAft>
              <a:buClr>
                <a:schemeClr val="dk1"/>
              </a:buClr>
              <a:buSzPts val="1400"/>
              <a:buFont typeface="Arial" pitchFamily="34" charset="0"/>
              <a:buChar char="•"/>
              <a:defRPr sz="1050" kern="1200">
                <a:solidFill>
                  <a:schemeClr val="accent1"/>
                </a:solidFill>
                <a:latin typeface="+mn-lt"/>
                <a:ea typeface="+mn-ea"/>
                <a:cs typeface="+mn-cs"/>
              </a:defRPr>
            </a:lvl1pPr>
            <a:lvl2pPr marL="685800" lvl="1"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2pPr>
            <a:lvl3pPr marL="1028700" lvl="2"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3pPr>
            <a:lvl4pPr marL="1371600" lvl="3"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4pPr>
            <a:lvl5pPr marL="1714500" lvl="4"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5pPr>
            <a:lvl6pPr marL="2057400" lvl="5"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6pPr>
            <a:lvl7pPr marL="2400300" lvl="6"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7pPr>
            <a:lvl8pPr marL="2743200" lvl="7"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8pPr>
            <a:lvl9pPr marL="3086100" lvl="8" indent="-238125" algn="l" defTabSz="914400" rtl="0" eaLnBrk="1" latinLnBrk="0" hangingPunct="1">
              <a:lnSpc>
                <a:spcPct val="100000"/>
              </a:lnSpc>
              <a:spcBef>
                <a:spcPts val="450"/>
              </a:spcBef>
              <a:spcAft>
                <a:spcPts val="450"/>
              </a:spcAft>
              <a:buClr>
                <a:schemeClr val="dk1"/>
              </a:buClr>
              <a:buSzPts val="1400"/>
              <a:buFont typeface="Arial" pitchFamily="34" charset="0"/>
              <a:buChar char="•"/>
              <a:defRPr sz="1050" kern="1200">
                <a:solidFill>
                  <a:schemeClr val="tx1"/>
                </a:solidFill>
                <a:latin typeface="+mn-lt"/>
                <a:ea typeface="+mn-ea"/>
                <a:cs typeface="+mn-cs"/>
              </a:defRPr>
            </a:lvl9pPr>
          </a:lstStyle>
          <a:p>
            <a:pPr marL="0" indent="0">
              <a:buNone/>
            </a:pPr>
            <a:r>
              <a:rPr lang="en-US">
                <a:solidFill>
                  <a:srgbClr val="1F2937"/>
                </a:solidFill>
                <a:latin typeface="Calibri" pitchFamily="34" charset="0"/>
                <a:ea typeface="Calibri" pitchFamily="34" charset="-122"/>
                <a:cs typeface="Calibri" pitchFamily="34" charset="-120"/>
              </a:rPr>
              <a:t>WhatsApp chatbot consolidating public services (utility bills, temple bookings, transport, grievances) - grew from 161 to 200+ services within months.</a:t>
            </a:r>
            <a:endParaRPr lang="en-US"/>
          </a:p>
        </p:txBody>
      </p:sp>
      <p:grpSp>
        <p:nvGrpSpPr>
          <p:cNvPr id="21" name="Google Shape;17935;p2451">
            <a:extLst>
              <a:ext uri="{FF2B5EF4-FFF2-40B4-BE49-F238E27FC236}">
                <a16:creationId xmlns:a16="http://schemas.microsoft.com/office/drawing/2014/main" id="{267E2B87-ED52-F1BB-9D0D-326B24AFE0F0}"/>
              </a:ext>
            </a:extLst>
          </p:cNvPr>
          <p:cNvGrpSpPr/>
          <p:nvPr/>
        </p:nvGrpSpPr>
        <p:grpSpPr>
          <a:xfrm rot="16200000">
            <a:off x="41944" y="1689488"/>
            <a:ext cx="1513370" cy="461777"/>
            <a:chOff x="442912" y="1828799"/>
            <a:chExt cx="1995600" cy="1872900"/>
          </a:xfrm>
          <a:solidFill>
            <a:schemeClr val="bg1">
              <a:lumMod val="65000"/>
            </a:schemeClr>
          </a:solidFill>
        </p:grpSpPr>
        <p:sp>
          <p:nvSpPr>
            <p:cNvPr id="22" name="Google Shape;17936;p2451">
              <a:extLst>
                <a:ext uri="{FF2B5EF4-FFF2-40B4-BE49-F238E27FC236}">
                  <a16:creationId xmlns:a16="http://schemas.microsoft.com/office/drawing/2014/main" id="{55E04B86-A0E3-7065-E426-23B07F88AD07}"/>
                </a:ext>
              </a:extLst>
            </p:cNvPr>
            <p:cNvSpPr/>
            <p:nvPr/>
          </p:nvSpPr>
          <p:spPr>
            <a:xfrm>
              <a:off x="442912" y="1828799"/>
              <a:ext cx="1995600" cy="1872900"/>
            </a:xfrm>
            <a:prstGeom prst="rect">
              <a:avLst/>
            </a:prstGeom>
            <a:grpFill/>
            <a:ln>
              <a:noFill/>
            </a:ln>
          </p:spPr>
          <p:txBody>
            <a:bodyPr spcFirstLastPara="1" wrap="square" lIns="0" tIns="0" rIns="0" bIns="0" anchor="ctr" anchorCtr="0">
              <a:noAutofit/>
            </a:bodyPr>
            <a:lstStyle/>
            <a:p>
              <a:pPr algn="ctr"/>
              <a:endParaRPr sz="1000">
                <a:solidFill>
                  <a:schemeClr val="lt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23" name="Google Shape;17937;p2451">
              <a:extLst>
                <a:ext uri="{FF2B5EF4-FFF2-40B4-BE49-F238E27FC236}">
                  <a16:creationId xmlns:a16="http://schemas.microsoft.com/office/drawing/2014/main" id="{35C9CD46-4F3F-F18F-4B04-A9CAB831A39D}"/>
                </a:ext>
              </a:extLst>
            </p:cNvPr>
            <p:cNvSpPr txBox="1"/>
            <p:nvPr/>
          </p:nvSpPr>
          <p:spPr>
            <a:xfrm>
              <a:off x="620169" y="2011699"/>
              <a:ext cx="1634183" cy="1508701"/>
            </a:xfrm>
            <a:prstGeom prst="rect">
              <a:avLst/>
            </a:prstGeom>
            <a:grpFill/>
            <a:ln>
              <a:noFill/>
            </a:ln>
          </p:spPr>
          <p:txBody>
            <a:bodyPr spcFirstLastPara="1" wrap="square" lIns="0" tIns="0" rIns="0" bIns="0" anchor="ctr" anchorCtr="0">
              <a:noAutofit/>
            </a:bodyPr>
            <a:lstStyle/>
            <a:p>
              <a:pPr algn="ctr">
                <a:lnSpc>
                  <a:spcPct val="85000"/>
                </a:lnSpc>
              </a:pPr>
              <a:r>
                <a:rPr lang="en-US" sz="100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rPr>
                <a:t>Collaboration Activities</a:t>
              </a:r>
              <a:endParaRPr sz="100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p:txBody>
        </p:sp>
      </p:grpSp>
      <p:sp>
        <p:nvSpPr>
          <p:cNvPr id="24" name="Google Shape;17940;p2451">
            <a:extLst>
              <a:ext uri="{FF2B5EF4-FFF2-40B4-BE49-F238E27FC236}">
                <a16:creationId xmlns:a16="http://schemas.microsoft.com/office/drawing/2014/main" id="{36B58EA8-F1F7-C9A5-0135-973B3FC031E1}"/>
              </a:ext>
            </a:extLst>
          </p:cNvPr>
          <p:cNvSpPr txBox="1">
            <a:spLocks/>
          </p:cNvSpPr>
          <p:nvPr/>
        </p:nvSpPr>
        <p:spPr>
          <a:xfrm>
            <a:off x="3934074" y="1701967"/>
            <a:ext cx="2540971" cy="957935"/>
          </a:xfrm>
          <a:prstGeom prst="rect">
            <a:avLst/>
          </a:prstGeom>
          <a:solidFill>
            <a:schemeClr val="bg1"/>
          </a:solidFill>
          <a:ln w="3175">
            <a:solidFill>
              <a:schemeClr val="bg1">
                <a:lumMod val="95000"/>
              </a:schemeClr>
            </a:solidFill>
          </a:ln>
        </p:spPr>
        <p:txBody>
          <a:bodyPr spcFirstLastPara="1" vert="horz" wrap="square" lIns="0" tIns="0" rIns="0" bIns="0" rtlCol="0" anchor="ctr" anchorCtr="0">
            <a:noAutofit/>
          </a:bodyPr>
          <a:lstStyle>
            <a:lvl1pPr marL="342900" lvl="0" indent="-238125" algn="l" defTabSz="914400" rtl="0" eaLnBrk="1" latinLnBrk="0" hangingPunct="1">
              <a:lnSpc>
                <a:spcPct val="100000"/>
              </a:lnSpc>
              <a:spcBef>
                <a:spcPts val="0"/>
              </a:spcBef>
              <a:spcAft>
                <a:spcPts val="0"/>
              </a:spcAft>
              <a:buClr>
                <a:schemeClr val="dk1"/>
              </a:buClr>
              <a:buSzPts val="1400"/>
              <a:buFont typeface="Arial" pitchFamily="34" charset="0"/>
              <a:buChar char="•"/>
              <a:defRPr sz="1050" kern="1200">
                <a:solidFill>
                  <a:schemeClr val="accent1"/>
                </a:solidFill>
                <a:latin typeface="+mn-lt"/>
                <a:ea typeface="+mn-ea"/>
                <a:cs typeface="+mn-cs"/>
              </a:defRPr>
            </a:lvl1pPr>
            <a:lvl2pPr marL="685800" lvl="1"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2pPr>
            <a:lvl3pPr marL="1028700" lvl="2"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3pPr>
            <a:lvl4pPr marL="1371600" lvl="3"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4pPr>
            <a:lvl5pPr marL="1714500" lvl="4"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5pPr>
            <a:lvl6pPr marL="2057400" lvl="5"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6pPr>
            <a:lvl7pPr marL="2400300" lvl="6"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7pPr>
            <a:lvl8pPr marL="2743200" lvl="7"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8pPr>
            <a:lvl9pPr marL="3086100" lvl="8" indent="-238125" algn="l" defTabSz="914400" rtl="0" eaLnBrk="1" latinLnBrk="0" hangingPunct="1">
              <a:lnSpc>
                <a:spcPct val="100000"/>
              </a:lnSpc>
              <a:spcBef>
                <a:spcPts val="450"/>
              </a:spcBef>
              <a:spcAft>
                <a:spcPts val="450"/>
              </a:spcAft>
              <a:buClr>
                <a:schemeClr val="dk1"/>
              </a:buClr>
              <a:buSzPts val="1400"/>
              <a:buFont typeface="Arial" pitchFamily="34" charset="0"/>
              <a:buChar char="•"/>
              <a:defRPr sz="1050" kern="1200">
                <a:solidFill>
                  <a:schemeClr val="tx1"/>
                </a:solidFill>
                <a:latin typeface="+mn-lt"/>
                <a:ea typeface="+mn-ea"/>
                <a:cs typeface="+mn-cs"/>
              </a:defRPr>
            </a:lvl9pPr>
          </a:lstStyle>
          <a:p>
            <a:pPr marL="0" indent="0">
              <a:buNone/>
            </a:pPr>
            <a:r>
              <a:rPr lang="en-US">
                <a:solidFill>
                  <a:srgbClr val="1F2937"/>
                </a:solidFill>
                <a:latin typeface="Calibri" pitchFamily="34" charset="0"/>
                <a:ea typeface="Calibri" pitchFamily="34" charset="-122"/>
                <a:cs typeface="Calibri" pitchFamily="34" charset="-120"/>
              </a:rPr>
              <a:t>Maharashtra targeting 500+ services on one number; Odisha integrating 429 government services via WhatsApp + Llama.</a:t>
            </a:r>
            <a:endParaRPr lang="en-US"/>
          </a:p>
        </p:txBody>
      </p:sp>
      <p:sp>
        <p:nvSpPr>
          <p:cNvPr id="25" name="Google Shape;17940;p2451">
            <a:extLst>
              <a:ext uri="{FF2B5EF4-FFF2-40B4-BE49-F238E27FC236}">
                <a16:creationId xmlns:a16="http://schemas.microsoft.com/office/drawing/2014/main" id="{C9F0A824-B161-6076-B1CE-AC5EABF0DBF6}"/>
              </a:ext>
            </a:extLst>
          </p:cNvPr>
          <p:cNvSpPr txBox="1">
            <a:spLocks/>
          </p:cNvSpPr>
          <p:nvPr/>
        </p:nvSpPr>
        <p:spPr>
          <a:xfrm>
            <a:off x="6523520" y="1688836"/>
            <a:ext cx="2552030" cy="968191"/>
          </a:xfrm>
          <a:prstGeom prst="rect">
            <a:avLst/>
          </a:prstGeom>
          <a:solidFill>
            <a:schemeClr val="bg1"/>
          </a:solidFill>
          <a:ln w="3175">
            <a:solidFill>
              <a:schemeClr val="bg1">
                <a:lumMod val="95000"/>
              </a:schemeClr>
            </a:solidFill>
          </a:ln>
        </p:spPr>
        <p:txBody>
          <a:bodyPr spcFirstLastPara="1" vert="horz" wrap="square" lIns="0" tIns="0" rIns="0" bIns="0" rtlCol="0" anchor="ctr" anchorCtr="0">
            <a:noAutofit/>
          </a:bodyPr>
          <a:lstStyle>
            <a:lvl1pPr marL="342900" lvl="0" indent="-238125" algn="l" defTabSz="914400" rtl="0" eaLnBrk="1" latinLnBrk="0" hangingPunct="1">
              <a:lnSpc>
                <a:spcPct val="100000"/>
              </a:lnSpc>
              <a:spcBef>
                <a:spcPts val="0"/>
              </a:spcBef>
              <a:spcAft>
                <a:spcPts val="0"/>
              </a:spcAft>
              <a:buClr>
                <a:schemeClr val="dk1"/>
              </a:buClr>
              <a:buSzPts val="1400"/>
              <a:buFont typeface="Arial" pitchFamily="34" charset="0"/>
              <a:buChar char="•"/>
              <a:defRPr sz="1050" kern="1200">
                <a:solidFill>
                  <a:schemeClr val="accent1"/>
                </a:solidFill>
                <a:latin typeface="+mn-lt"/>
                <a:ea typeface="+mn-ea"/>
                <a:cs typeface="+mn-cs"/>
              </a:defRPr>
            </a:lvl1pPr>
            <a:lvl2pPr marL="685800" lvl="1"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2pPr>
            <a:lvl3pPr marL="1028700" lvl="2"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3pPr>
            <a:lvl4pPr marL="1371600" lvl="3"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4pPr>
            <a:lvl5pPr marL="1714500" lvl="4"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5pPr>
            <a:lvl6pPr marL="2057400" lvl="5"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6pPr>
            <a:lvl7pPr marL="2400300" lvl="6"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7pPr>
            <a:lvl8pPr marL="2743200" lvl="7"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8pPr>
            <a:lvl9pPr marL="3086100" lvl="8" indent="-238125" algn="l" defTabSz="914400" rtl="0" eaLnBrk="1" latinLnBrk="0" hangingPunct="1">
              <a:lnSpc>
                <a:spcPct val="100000"/>
              </a:lnSpc>
              <a:spcBef>
                <a:spcPts val="450"/>
              </a:spcBef>
              <a:spcAft>
                <a:spcPts val="450"/>
              </a:spcAft>
              <a:buClr>
                <a:schemeClr val="dk1"/>
              </a:buClr>
              <a:buSzPts val="1400"/>
              <a:buFont typeface="Arial" pitchFamily="34" charset="0"/>
              <a:buChar char="•"/>
              <a:defRPr sz="1050" kern="1200">
                <a:solidFill>
                  <a:schemeClr val="tx1"/>
                </a:solidFill>
                <a:latin typeface="+mn-lt"/>
                <a:ea typeface="+mn-ea"/>
                <a:cs typeface="+mn-cs"/>
              </a:defRPr>
            </a:lvl9pPr>
          </a:lstStyle>
          <a:p>
            <a:pPr marL="0" indent="0">
              <a:buNone/>
            </a:pPr>
            <a:r>
              <a:rPr lang="en-US">
                <a:solidFill>
                  <a:srgbClr val="1F2937"/>
                </a:solidFill>
                <a:latin typeface="Calibri" pitchFamily="34" charset="0"/>
                <a:ea typeface="Calibri" pitchFamily="34" charset="-122"/>
                <a:cs typeface="Calibri" pitchFamily="34" charset="-120"/>
              </a:rPr>
              <a:t>Built entirely on Llama for the Ministry of Skill Development &amp; Entrepreneurship, agreed at WEF Davos 2025.</a:t>
            </a:r>
            <a:endParaRPr lang="en-US"/>
          </a:p>
        </p:txBody>
      </p:sp>
      <p:sp>
        <p:nvSpPr>
          <p:cNvPr id="26" name="Google Shape;17940;p2451">
            <a:extLst>
              <a:ext uri="{FF2B5EF4-FFF2-40B4-BE49-F238E27FC236}">
                <a16:creationId xmlns:a16="http://schemas.microsoft.com/office/drawing/2014/main" id="{01358353-6E9A-A92C-B7A7-C240E4A2D335}"/>
              </a:ext>
            </a:extLst>
          </p:cNvPr>
          <p:cNvSpPr txBox="1">
            <a:spLocks/>
          </p:cNvSpPr>
          <p:nvPr/>
        </p:nvSpPr>
        <p:spPr>
          <a:xfrm>
            <a:off x="9139197" y="1695944"/>
            <a:ext cx="2540969" cy="968191"/>
          </a:xfrm>
          <a:prstGeom prst="rect">
            <a:avLst/>
          </a:prstGeom>
          <a:solidFill>
            <a:schemeClr val="bg1"/>
          </a:solidFill>
          <a:ln w="3175">
            <a:solidFill>
              <a:schemeClr val="bg1">
                <a:lumMod val="95000"/>
              </a:schemeClr>
            </a:solidFill>
          </a:ln>
        </p:spPr>
        <p:txBody>
          <a:bodyPr spcFirstLastPara="1" vert="horz" wrap="square" lIns="0" tIns="0" rIns="0" bIns="0" rtlCol="0" anchor="ctr" anchorCtr="0">
            <a:noAutofit/>
          </a:bodyPr>
          <a:lstStyle>
            <a:lvl1pPr marL="342900" lvl="0" indent="-238125" algn="l" defTabSz="914400" rtl="0" eaLnBrk="1" latinLnBrk="0" hangingPunct="1">
              <a:lnSpc>
                <a:spcPct val="100000"/>
              </a:lnSpc>
              <a:spcBef>
                <a:spcPts val="0"/>
              </a:spcBef>
              <a:spcAft>
                <a:spcPts val="0"/>
              </a:spcAft>
              <a:buClr>
                <a:schemeClr val="dk1"/>
              </a:buClr>
              <a:buSzPts val="1400"/>
              <a:buFont typeface="Arial" pitchFamily="34" charset="0"/>
              <a:buChar char="•"/>
              <a:defRPr sz="1050" kern="1200">
                <a:solidFill>
                  <a:schemeClr val="accent1"/>
                </a:solidFill>
                <a:latin typeface="+mn-lt"/>
                <a:ea typeface="+mn-ea"/>
                <a:cs typeface="+mn-cs"/>
              </a:defRPr>
            </a:lvl1pPr>
            <a:lvl2pPr marL="685800" lvl="1"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2pPr>
            <a:lvl3pPr marL="1028700" lvl="2"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3pPr>
            <a:lvl4pPr marL="1371600" lvl="3"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4pPr>
            <a:lvl5pPr marL="1714500" lvl="4"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5pPr>
            <a:lvl6pPr marL="2057400" lvl="5"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6pPr>
            <a:lvl7pPr marL="2400300" lvl="6"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7pPr>
            <a:lvl8pPr marL="2743200" lvl="7"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8pPr>
            <a:lvl9pPr marL="3086100" lvl="8" indent="-238125" algn="l" defTabSz="914400" rtl="0" eaLnBrk="1" latinLnBrk="0" hangingPunct="1">
              <a:lnSpc>
                <a:spcPct val="100000"/>
              </a:lnSpc>
              <a:spcBef>
                <a:spcPts val="450"/>
              </a:spcBef>
              <a:spcAft>
                <a:spcPts val="450"/>
              </a:spcAft>
              <a:buClr>
                <a:schemeClr val="dk1"/>
              </a:buClr>
              <a:buSzPts val="1400"/>
              <a:buFont typeface="Arial" pitchFamily="34" charset="0"/>
              <a:buChar char="•"/>
              <a:defRPr sz="1050" kern="1200">
                <a:solidFill>
                  <a:schemeClr val="tx1"/>
                </a:solidFill>
                <a:latin typeface="+mn-lt"/>
                <a:ea typeface="+mn-ea"/>
                <a:cs typeface="+mn-cs"/>
              </a:defRPr>
            </a:lvl9pPr>
          </a:lstStyle>
          <a:p>
            <a:pPr marL="0" indent="0">
              <a:buNone/>
            </a:pPr>
            <a:r>
              <a:rPr lang="en-US">
                <a:solidFill>
                  <a:srgbClr val="1F2937"/>
                </a:solidFill>
                <a:latin typeface="Calibri" pitchFamily="34" charset="0"/>
                <a:ea typeface="Calibri" pitchFamily="34" charset="-122"/>
                <a:cs typeface="Calibri" pitchFamily="34" charset="-120"/>
              </a:rPr>
              <a:t>Llama-based enterprise AI solutions (sales, marketing, IT, customer service, finance) - a reusable blueprint for state-level enterprise AI stacks.</a:t>
            </a:r>
            <a:endParaRPr lang="en-US"/>
          </a:p>
        </p:txBody>
      </p:sp>
      <p:graphicFrame>
        <p:nvGraphicFramePr>
          <p:cNvPr id="30" name="Table 0">
            <a:extLst>
              <a:ext uri="{FF2B5EF4-FFF2-40B4-BE49-F238E27FC236}">
                <a16:creationId xmlns:a16="http://schemas.microsoft.com/office/drawing/2014/main" id="{7C5FDE4A-FDC6-3917-E6F1-B2CAE0AFB430}"/>
              </a:ext>
            </a:extLst>
          </p:cNvPr>
          <p:cNvGraphicFramePr>
            <a:graphicFrameLocks noGrp="1"/>
          </p:cNvGraphicFramePr>
          <p:nvPr/>
        </p:nvGraphicFramePr>
        <p:xfrm>
          <a:off x="567740" y="2837265"/>
          <a:ext cx="11039301" cy="1567180"/>
        </p:xfrm>
        <a:graphic>
          <a:graphicData uri="http://schemas.openxmlformats.org/drawingml/2006/table">
            <a:tbl>
              <a:tblPr/>
              <a:tblGrid>
                <a:gridCol w="3369137">
                  <a:extLst>
                    <a:ext uri="{9D8B030D-6E8A-4147-A177-3AD203B41FA5}">
                      <a16:colId xmlns:a16="http://schemas.microsoft.com/office/drawing/2014/main" val="20000"/>
                    </a:ext>
                  </a:extLst>
                </a:gridCol>
                <a:gridCol w="2795668">
                  <a:extLst>
                    <a:ext uri="{9D8B030D-6E8A-4147-A177-3AD203B41FA5}">
                      <a16:colId xmlns:a16="http://schemas.microsoft.com/office/drawing/2014/main" val="20001"/>
                    </a:ext>
                  </a:extLst>
                </a:gridCol>
                <a:gridCol w="4874496">
                  <a:extLst>
                    <a:ext uri="{9D8B030D-6E8A-4147-A177-3AD203B41FA5}">
                      <a16:colId xmlns:a16="http://schemas.microsoft.com/office/drawing/2014/main" val="20002"/>
                    </a:ext>
                  </a:extLst>
                </a:gridCol>
              </a:tblGrid>
              <a:tr h="209703">
                <a:tc>
                  <a:txBody>
                    <a:bodyPr/>
                    <a:lstStyle/>
                    <a:p>
                      <a:pPr marL="0" indent="0">
                        <a:buNone/>
                      </a:pPr>
                      <a:r>
                        <a:rPr lang="en-US" sz="1100" b="1">
                          <a:solidFill>
                            <a:srgbClr val="FFFFFF"/>
                          </a:solidFill>
                        </a:rPr>
                        <a:t>Use Case</a:t>
                      </a:r>
                      <a:endParaRPr lang="en-US" sz="110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3"/>
                    </a:solidFill>
                  </a:tcPr>
                </a:tc>
                <a:tc>
                  <a:txBody>
                    <a:bodyPr/>
                    <a:lstStyle/>
                    <a:p>
                      <a:pPr marL="0" indent="0">
                        <a:buNone/>
                      </a:pPr>
                      <a:r>
                        <a:rPr lang="en-US" sz="1100" b="1">
                          <a:solidFill>
                            <a:srgbClr val="FFFFFF"/>
                          </a:solidFill>
                        </a:rPr>
                        <a:t>Sector / Department</a:t>
                      </a:r>
                      <a:endParaRPr lang="en-US" sz="110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3"/>
                    </a:solidFill>
                  </a:tcPr>
                </a:tc>
                <a:tc>
                  <a:txBody>
                    <a:bodyPr/>
                    <a:lstStyle/>
                    <a:p>
                      <a:pPr marL="0" indent="0">
                        <a:buNone/>
                      </a:pPr>
                      <a:r>
                        <a:rPr lang="en-US" sz="1100" b="1">
                          <a:solidFill>
                            <a:srgbClr val="FFFFFF"/>
                          </a:solidFill>
                        </a:rPr>
                        <a:t>Outcome / Scale</a:t>
                      </a:r>
                      <a:endParaRPr lang="en-US" sz="110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3"/>
                    </a:solidFill>
                  </a:tcPr>
                </a:tc>
                <a:extLst>
                  <a:ext uri="{0D108BD9-81ED-4DB2-BD59-A6C34878D82A}">
                    <a16:rowId xmlns:a16="http://schemas.microsoft.com/office/drawing/2014/main" val="10000"/>
                  </a:ext>
                </a:extLst>
              </a:tr>
              <a:tr h="197833">
                <a:tc>
                  <a:txBody>
                    <a:bodyPr/>
                    <a:lstStyle/>
                    <a:p>
                      <a:pPr marL="0" indent="0">
                        <a:buNone/>
                      </a:pPr>
                      <a:r>
                        <a:rPr lang="en-IN" sz="1000"/>
                        <a:t>Namma Arasu WhatsApp Government Services Chatbot</a:t>
                      </a:r>
                      <a:endParaRPr lang="en-US" sz="100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US" sz="950" i="0">
                          <a:solidFill>
                            <a:srgbClr val="5B6670"/>
                          </a:solidFill>
                        </a:rPr>
                        <a:t>Govt. of Tamil Nadu</a:t>
                      </a:r>
                      <a:endParaRPr lang="en-US" sz="950" i="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IN" sz="950" kern="1200">
                          <a:solidFill>
                            <a:srgbClr val="222A28"/>
                          </a:solidFill>
                          <a:latin typeface="+mn-lt"/>
                          <a:ea typeface="+mn-ea"/>
                          <a:cs typeface="+mn-cs"/>
                        </a:rPr>
                        <a:t>AI-enabled WhatsApp chatbot for citizen services such as certificates, payments, welfare schemes, registration services, and grievances. The solution uses Meta WhatsApp ecosystem capabilities.</a:t>
                      </a:r>
                      <a:endParaRPr lang="en-US" sz="950" kern="1200">
                        <a:solidFill>
                          <a:srgbClr val="222A28"/>
                        </a:solidFill>
                        <a:latin typeface="+mn-lt"/>
                        <a:ea typeface="+mn-ea"/>
                        <a:cs typeface="+mn-cs"/>
                      </a:endParaRPr>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197833">
                <a:tc>
                  <a:txBody>
                    <a:bodyPr/>
                    <a:lstStyle/>
                    <a:p>
                      <a:pPr marL="0" indent="0">
                        <a:buNone/>
                      </a:pPr>
                      <a:r>
                        <a:rPr lang="en-US" sz="1000" b="1">
                          <a:solidFill>
                            <a:srgbClr val="222A28"/>
                          </a:solidFill>
                        </a:rPr>
                        <a:t>Skill India Assistant (SIA)</a:t>
                      </a:r>
                      <a:endParaRPr lang="en-US" sz="100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US" sz="950" i="0">
                          <a:solidFill>
                            <a:srgbClr val="5B6670"/>
                          </a:solidFill>
                        </a:rPr>
                        <a:t>Skill Development &amp; Entrepreneurship</a:t>
                      </a:r>
                      <a:endParaRPr lang="en-US" sz="950" i="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US" sz="950">
                          <a:solidFill>
                            <a:srgbClr val="222A28"/>
                          </a:solidFill>
                        </a:rPr>
                        <a:t>Llama-based chatbot guiding citizens on skilling opportunities</a:t>
                      </a:r>
                      <a:endParaRPr lang="en-US" sz="95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197833">
                <a:tc>
                  <a:txBody>
                    <a:bodyPr/>
                    <a:lstStyle/>
                    <a:p>
                      <a:pPr marL="0" indent="0">
                        <a:buNone/>
                      </a:pPr>
                      <a:r>
                        <a:rPr lang="en-US" sz="1000" b="1">
                          <a:solidFill>
                            <a:srgbClr val="222A28"/>
                          </a:solidFill>
                        </a:rPr>
                        <a:t>Llama backend for document retrieval</a:t>
                      </a:r>
                      <a:endParaRPr lang="en-US" sz="100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US" sz="950" i="0">
                          <a:solidFill>
                            <a:srgbClr val="5B6670"/>
                          </a:solidFill>
                        </a:rPr>
                        <a:t>State government back-office (AP, Maharashtra)</a:t>
                      </a:r>
                      <a:endParaRPr lang="en-US" sz="950" i="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US" sz="950">
                          <a:solidFill>
                            <a:srgbClr val="222A28"/>
                          </a:solidFill>
                        </a:rPr>
                        <a:t>Productivity tool for government employees' daily workflows</a:t>
                      </a:r>
                      <a:endParaRPr lang="en-US" sz="95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5"/>
                  </a:ext>
                </a:extLst>
              </a:tr>
              <a:tr h="197833">
                <a:tc>
                  <a:txBody>
                    <a:bodyPr/>
                    <a:lstStyle/>
                    <a:p>
                      <a:pPr marL="0" indent="0">
                        <a:buNone/>
                      </a:pPr>
                      <a:r>
                        <a:rPr lang="en-US" sz="1000" b="1">
                          <a:solidFill>
                            <a:srgbClr val="222A28"/>
                          </a:solidFill>
                        </a:rPr>
                        <a:t>Reliance-Meta enterprise joint venture</a:t>
                      </a:r>
                      <a:endParaRPr lang="en-US" sz="100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US" sz="950" i="0">
                          <a:solidFill>
                            <a:srgbClr val="5B6670"/>
                          </a:solidFill>
                        </a:rPr>
                        <a:t>Enterprise (sales, marketing, IT, finance)</a:t>
                      </a:r>
                      <a:endParaRPr lang="en-US" sz="950" i="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US" sz="950">
                          <a:solidFill>
                            <a:srgbClr val="222A28"/>
                          </a:solidFill>
                        </a:rPr>
                        <a:t>Llama-based AI solutions built for Indian businesses at scale</a:t>
                      </a:r>
                      <a:endParaRPr lang="en-US" sz="95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265924037"/>
                  </a:ext>
                </a:extLst>
              </a:tr>
            </a:tbl>
          </a:graphicData>
        </a:graphic>
      </p:graphicFrame>
      <p:sp>
        <p:nvSpPr>
          <p:cNvPr id="2" name="Text 28">
            <a:extLst>
              <a:ext uri="{FF2B5EF4-FFF2-40B4-BE49-F238E27FC236}">
                <a16:creationId xmlns:a16="http://schemas.microsoft.com/office/drawing/2014/main" id="{62E44448-A528-285B-084B-5544DE811521}"/>
              </a:ext>
            </a:extLst>
          </p:cNvPr>
          <p:cNvSpPr/>
          <p:nvPr/>
        </p:nvSpPr>
        <p:spPr>
          <a:xfrm>
            <a:off x="457200" y="4892040"/>
            <a:ext cx="5486400" cy="274320"/>
          </a:xfrm>
          <a:prstGeom prst="rect">
            <a:avLst/>
          </a:prstGeom>
          <a:noFill/>
          <a:ln/>
        </p:spPr>
        <p:txBody>
          <a:bodyPr wrap="square" lIns="0" tIns="0" rIns="0" bIns="0" rtlCol="0" anchor="ctr"/>
          <a:lstStyle/>
          <a:p>
            <a:pPr marL="0" indent="0">
              <a:buNone/>
            </a:pPr>
            <a:r>
              <a:rPr lang="en-US" sz="1050" b="1" kern="0" spc="150">
                <a:solidFill>
                  <a:srgbClr val="5B6670"/>
                </a:solidFill>
                <a:latin typeface="Calibri" pitchFamily="34" charset="0"/>
                <a:ea typeface="Calibri" pitchFamily="34" charset="-122"/>
                <a:cs typeface="Calibri" pitchFamily="34" charset="-120"/>
              </a:rPr>
              <a:t>STRATEGIC PILLARS</a:t>
            </a:r>
            <a:endParaRPr lang="en-US" sz="1050"/>
          </a:p>
        </p:txBody>
      </p:sp>
      <p:sp>
        <p:nvSpPr>
          <p:cNvPr id="18" name="Shape 29">
            <a:extLst>
              <a:ext uri="{FF2B5EF4-FFF2-40B4-BE49-F238E27FC236}">
                <a16:creationId xmlns:a16="http://schemas.microsoft.com/office/drawing/2014/main" id="{68A4A779-8589-7F26-4059-81D8D966DBBE}"/>
              </a:ext>
            </a:extLst>
          </p:cNvPr>
          <p:cNvSpPr/>
          <p:nvPr/>
        </p:nvSpPr>
        <p:spPr>
          <a:xfrm>
            <a:off x="457200" y="5193792"/>
            <a:ext cx="11274552" cy="0"/>
          </a:xfrm>
          <a:prstGeom prst="line">
            <a:avLst/>
          </a:prstGeom>
          <a:noFill/>
          <a:ln w="9525">
            <a:solidFill>
              <a:srgbClr val="C7CCC9"/>
            </a:solidFill>
            <a:prstDash val="solid"/>
          </a:ln>
        </p:spPr>
        <p:txBody>
          <a:bodyPr/>
          <a:lstStyle/>
          <a:p>
            <a:endParaRPr lang="en-IN"/>
          </a:p>
        </p:txBody>
      </p:sp>
      <p:sp>
        <p:nvSpPr>
          <p:cNvPr id="19" name="Shape 30">
            <a:extLst>
              <a:ext uri="{FF2B5EF4-FFF2-40B4-BE49-F238E27FC236}">
                <a16:creationId xmlns:a16="http://schemas.microsoft.com/office/drawing/2014/main" id="{0C0B40E4-A53C-6426-AD83-739B99F9E4F1}"/>
              </a:ext>
            </a:extLst>
          </p:cNvPr>
          <p:cNvSpPr/>
          <p:nvPr/>
        </p:nvSpPr>
        <p:spPr>
          <a:xfrm>
            <a:off x="457200" y="5394960"/>
            <a:ext cx="457200" cy="457200"/>
          </a:xfrm>
          <a:prstGeom prst="ellipse">
            <a:avLst/>
          </a:prstGeom>
          <a:solidFill>
            <a:schemeClr val="bg1">
              <a:lumMod val="85000"/>
            </a:schemeClr>
          </a:solidFill>
          <a:ln/>
        </p:spPr>
        <p:txBody>
          <a:bodyPr/>
          <a:lstStyle/>
          <a:p>
            <a:endParaRPr lang="en-IN"/>
          </a:p>
        </p:txBody>
      </p:sp>
      <p:pic>
        <p:nvPicPr>
          <p:cNvPr id="20" name="Image 1" descr="preencoded.png">
            <a:extLst>
              <a:ext uri="{FF2B5EF4-FFF2-40B4-BE49-F238E27FC236}">
                <a16:creationId xmlns:a16="http://schemas.microsoft.com/office/drawing/2014/main" id="{267344BA-B899-F926-0B00-02BEC1CEBF4C}"/>
              </a:ext>
            </a:extLst>
          </p:cNvPr>
          <p:cNvPicPr>
            <a:picLocks noChangeAspect="1"/>
          </p:cNvPicPr>
          <p:nvPr/>
        </p:nvPicPr>
        <p:blipFill>
          <a:blip r:embed="rId2"/>
          <a:stretch>
            <a:fillRect/>
          </a:stretch>
        </p:blipFill>
        <p:spPr>
          <a:xfrm>
            <a:off x="576072" y="5513832"/>
            <a:ext cx="219456" cy="219456"/>
          </a:xfrm>
          <a:prstGeom prst="rect">
            <a:avLst/>
          </a:prstGeom>
        </p:spPr>
      </p:pic>
      <p:sp>
        <p:nvSpPr>
          <p:cNvPr id="27" name="Text 31">
            <a:extLst>
              <a:ext uri="{FF2B5EF4-FFF2-40B4-BE49-F238E27FC236}">
                <a16:creationId xmlns:a16="http://schemas.microsoft.com/office/drawing/2014/main" id="{D1C14854-1826-CAF3-7EE0-76B5C3D263F4}"/>
              </a:ext>
            </a:extLst>
          </p:cNvPr>
          <p:cNvSpPr/>
          <p:nvPr/>
        </p:nvSpPr>
        <p:spPr>
          <a:xfrm>
            <a:off x="1024128" y="5376672"/>
            <a:ext cx="3072384" cy="274320"/>
          </a:xfrm>
          <a:prstGeom prst="rect">
            <a:avLst/>
          </a:prstGeom>
          <a:noFill/>
          <a:ln/>
        </p:spPr>
        <p:txBody>
          <a:bodyPr wrap="square" lIns="0" tIns="0" rIns="0" bIns="0" rtlCol="0" anchor="ctr"/>
          <a:lstStyle/>
          <a:p>
            <a:pPr marL="0" indent="0">
              <a:buNone/>
            </a:pPr>
            <a:r>
              <a:rPr lang="en-US" sz="1150" b="1">
                <a:solidFill>
                  <a:srgbClr val="1B4332"/>
                </a:solidFill>
                <a:latin typeface="Calibri" pitchFamily="34" charset="0"/>
                <a:ea typeface="Calibri" pitchFamily="34" charset="-122"/>
                <a:cs typeface="Calibri" pitchFamily="34" charset="-120"/>
              </a:rPr>
              <a:t>WhatsApp-Native Citizen Services</a:t>
            </a:r>
            <a:endParaRPr lang="en-US" sz="1150"/>
          </a:p>
        </p:txBody>
      </p:sp>
      <p:sp>
        <p:nvSpPr>
          <p:cNvPr id="28" name="Text 32">
            <a:extLst>
              <a:ext uri="{FF2B5EF4-FFF2-40B4-BE49-F238E27FC236}">
                <a16:creationId xmlns:a16="http://schemas.microsoft.com/office/drawing/2014/main" id="{C71C243D-6F43-316B-871E-F6C497466303}"/>
              </a:ext>
            </a:extLst>
          </p:cNvPr>
          <p:cNvSpPr/>
          <p:nvPr/>
        </p:nvSpPr>
        <p:spPr>
          <a:xfrm>
            <a:off x="1024128" y="5650992"/>
            <a:ext cx="3072384" cy="640080"/>
          </a:xfrm>
          <a:prstGeom prst="rect">
            <a:avLst/>
          </a:prstGeom>
          <a:noFill/>
          <a:ln/>
        </p:spPr>
        <p:txBody>
          <a:bodyPr wrap="square" lIns="0" tIns="0" rIns="0" bIns="0" rtlCol="0" anchor="t"/>
          <a:lstStyle/>
          <a:p>
            <a:pPr marL="0" indent="0">
              <a:buNone/>
            </a:pPr>
            <a:r>
              <a:rPr lang="en-US" sz="930">
                <a:solidFill>
                  <a:srgbClr val="222A28"/>
                </a:solidFill>
                <a:latin typeface="Calibri" pitchFamily="34" charset="0"/>
                <a:ea typeface="Calibri" pitchFamily="34" charset="-122"/>
                <a:cs typeface="Calibri" pitchFamily="34" charset="-120"/>
              </a:rPr>
              <a:t>Single-number access to dozens of government services - bills, bookings, grievances.</a:t>
            </a:r>
            <a:endParaRPr lang="en-US" sz="930"/>
          </a:p>
        </p:txBody>
      </p:sp>
      <p:sp>
        <p:nvSpPr>
          <p:cNvPr id="29" name="Shape 33">
            <a:extLst>
              <a:ext uri="{FF2B5EF4-FFF2-40B4-BE49-F238E27FC236}">
                <a16:creationId xmlns:a16="http://schemas.microsoft.com/office/drawing/2014/main" id="{E5107B2F-84E1-5ABD-E8A3-6CE226F08E19}"/>
              </a:ext>
            </a:extLst>
          </p:cNvPr>
          <p:cNvSpPr/>
          <p:nvPr/>
        </p:nvSpPr>
        <p:spPr>
          <a:xfrm>
            <a:off x="4215384" y="5394960"/>
            <a:ext cx="457200" cy="457200"/>
          </a:xfrm>
          <a:prstGeom prst="ellipse">
            <a:avLst/>
          </a:prstGeom>
          <a:solidFill>
            <a:schemeClr val="bg1">
              <a:lumMod val="85000"/>
            </a:schemeClr>
          </a:solidFill>
          <a:ln/>
        </p:spPr>
        <p:txBody>
          <a:bodyPr/>
          <a:lstStyle/>
          <a:p>
            <a:endParaRPr lang="en-IN"/>
          </a:p>
        </p:txBody>
      </p:sp>
      <p:pic>
        <p:nvPicPr>
          <p:cNvPr id="45" name="Image 2" descr="preencoded.png">
            <a:extLst>
              <a:ext uri="{FF2B5EF4-FFF2-40B4-BE49-F238E27FC236}">
                <a16:creationId xmlns:a16="http://schemas.microsoft.com/office/drawing/2014/main" id="{9B4B77C2-D495-F2C9-5E08-75BE10C66933}"/>
              </a:ext>
            </a:extLst>
          </p:cNvPr>
          <p:cNvPicPr>
            <a:picLocks noChangeAspect="1"/>
          </p:cNvPicPr>
          <p:nvPr/>
        </p:nvPicPr>
        <p:blipFill>
          <a:blip r:embed="rId3"/>
          <a:stretch>
            <a:fillRect/>
          </a:stretch>
        </p:blipFill>
        <p:spPr>
          <a:xfrm>
            <a:off x="4334256" y="5513832"/>
            <a:ext cx="219456" cy="219456"/>
          </a:xfrm>
          <a:prstGeom prst="rect">
            <a:avLst/>
          </a:prstGeom>
        </p:spPr>
      </p:pic>
      <p:sp>
        <p:nvSpPr>
          <p:cNvPr id="46" name="Text 34">
            <a:extLst>
              <a:ext uri="{FF2B5EF4-FFF2-40B4-BE49-F238E27FC236}">
                <a16:creationId xmlns:a16="http://schemas.microsoft.com/office/drawing/2014/main" id="{30C9D867-9000-022B-8B18-F8CC9FF71B2A}"/>
              </a:ext>
            </a:extLst>
          </p:cNvPr>
          <p:cNvSpPr/>
          <p:nvPr/>
        </p:nvSpPr>
        <p:spPr>
          <a:xfrm>
            <a:off x="4782312" y="5376672"/>
            <a:ext cx="3072384" cy="274320"/>
          </a:xfrm>
          <a:prstGeom prst="rect">
            <a:avLst/>
          </a:prstGeom>
          <a:noFill/>
          <a:ln/>
        </p:spPr>
        <p:txBody>
          <a:bodyPr wrap="square" lIns="0" tIns="0" rIns="0" bIns="0" rtlCol="0" anchor="ctr"/>
          <a:lstStyle/>
          <a:p>
            <a:pPr marL="0" indent="0">
              <a:buNone/>
            </a:pPr>
            <a:r>
              <a:rPr lang="en-US" sz="1150" b="1">
                <a:solidFill>
                  <a:srgbClr val="1B4332"/>
                </a:solidFill>
                <a:latin typeface="Calibri" pitchFamily="34" charset="0"/>
                <a:ea typeface="Calibri" pitchFamily="34" charset="-122"/>
                <a:cs typeface="Calibri" pitchFamily="34" charset="-120"/>
              </a:rPr>
              <a:t>Open-Source Enterprise AI</a:t>
            </a:r>
            <a:endParaRPr lang="en-US" sz="1150"/>
          </a:p>
        </p:txBody>
      </p:sp>
      <p:sp>
        <p:nvSpPr>
          <p:cNvPr id="47" name="Text 35">
            <a:extLst>
              <a:ext uri="{FF2B5EF4-FFF2-40B4-BE49-F238E27FC236}">
                <a16:creationId xmlns:a16="http://schemas.microsoft.com/office/drawing/2014/main" id="{3238DF05-C4EF-0C9C-BBE7-F559E12E2962}"/>
              </a:ext>
            </a:extLst>
          </p:cNvPr>
          <p:cNvSpPr/>
          <p:nvPr/>
        </p:nvSpPr>
        <p:spPr>
          <a:xfrm>
            <a:off x="4782312" y="5650992"/>
            <a:ext cx="3072384" cy="640080"/>
          </a:xfrm>
          <a:prstGeom prst="rect">
            <a:avLst/>
          </a:prstGeom>
          <a:noFill/>
          <a:ln/>
        </p:spPr>
        <p:txBody>
          <a:bodyPr wrap="square" lIns="0" tIns="0" rIns="0" bIns="0" rtlCol="0" anchor="t"/>
          <a:lstStyle/>
          <a:p>
            <a:pPr marL="0" indent="0">
              <a:buNone/>
            </a:pPr>
            <a:r>
              <a:rPr lang="en-US" sz="930">
                <a:solidFill>
                  <a:srgbClr val="222A28"/>
                </a:solidFill>
                <a:latin typeface="Calibri" pitchFamily="34" charset="0"/>
                <a:ea typeface="Calibri" pitchFamily="34" charset="-122"/>
                <a:cs typeface="Calibri" pitchFamily="34" charset="-120"/>
              </a:rPr>
              <a:t>Reliance-Meta JV builds Llama-based enterprise solutions for Indian businesses at low cost.</a:t>
            </a:r>
            <a:endParaRPr lang="en-US" sz="930"/>
          </a:p>
        </p:txBody>
      </p:sp>
      <p:sp>
        <p:nvSpPr>
          <p:cNvPr id="48" name="Shape 36">
            <a:extLst>
              <a:ext uri="{FF2B5EF4-FFF2-40B4-BE49-F238E27FC236}">
                <a16:creationId xmlns:a16="http://schemas.microsoft.com/office/drawing/2014/main" id="{34BAA9F9-386B-AADA-2611-6723E709B73A}"/>
              </a:ext>
            </a:extLst>
          </p:cNvPr>
          <p:cNvSpPr/>
          <p:nvPr/>
        </p:nvSpPr>
        <p:spPr>
          <a:xfrm>
            <a:off x="7973568" y="5394960"/>
            <a:ext cx="457200" cy="457200"/>
          </a:xfrm>
          <a:prstGeom prst="ellipse">
            <a:avLst/>
          </a:prstGeom>
          <a:solidFill>
            <a:schemeClr val="bg1">
              <a:lumMod val="85000"/>
            </a:schemeClr>
          </a:solidFill>
          <a:ln/>
        </p:spPr>
        <p:txBody>
          <a:bodyPr/>
          <a:lstStyle/>
          <a:p>
            <a:endParaRPr lang="en-IN"/>
          </a:p>
        </p:txBody>
      </p:sp>
      <p:pic>
        <p:nvPicPr>
          <p:cNvPr id="49" name="Image 3" descr="preencoded.png">
            <a:extLst>
              <a:ext uri="{FF2B5EF4-FFF2-40B4-BE49-F238E27FC236}">
                <a16:creationId xmlns:a16="http://schemas.microsoft.com/office/drawing/2014/main" id="{1F6CDFA4-CB0B-180B-E7EC-AEA3318D6571}"/>
              </a:ext>
            </a:extLst>
          </p:cNvPr>
          <p:cNvPicPr>
            <a:picLocks noChangeAspect="1"/>
          </p:cNvPicPr>
          <p:nvPr/>
        </p:nvPicPr>
        <p:blipFill>
          <a:blip r:embed="rId4"/>
          <a:stretch>
            <a:fillRect/>
          </a:stretch>
        </p:blipFill>
        <p:spPr>
          <a:xfrm>
            <a:off x="8092440" y="5513832"/>
            <a:ext cx="219456" cy="219456"/>
          </a:xfrm>
          <a:prstGeom prst="rect">
            <a:avLst/>
          </a:prstGeom>
        </p:spPr>
      </p:pic>
      <p:sp>
        <p:nvSpPr>
          <p:cNvPr id="50" name="Text 37">
            <a:extLst>
              <a:ext uri="{FF2B5EF4-FFF2-40B4-BE49-F238E27FC236}">
                <a16:creationId xmlns:a16="http://schemas.microsoft.com/office/drawing/2014/main" id="{FD168BCC-6298-F97C-DEA9-D9A38C276770}"/>
              </a:ext>
            </a:extLst>
          </p:cNvPr>
          <p:cNvSpPr/>
          <p:nvPr/>
        </p:nvSpPr>
        <p:spPr>
          <a:xfrm>
            <a:off x="8540496" y="5376672"/>
            <a:ext cx="3072384" cy="274320"/>
          </a:xfrm>
          <a:prstGeom prst="rect">
            <a:avLst/>
          </a:prstGeom>
          <a:noFill/>
          <a:ln/>
        </p:spPr>
        <p:txBody>
          <a:bodyPr wrap="square" lIns="0" tIns="0" rIns="0" bIns="0" rtlCol="0" anchor="ctr"/>
          <a:lstStyle/>
          <a:p>
            <a:pPr marL="0" indent="0">
              <a:buNone/>
            </a:pPr>
            <a:r>
              <a:rPr lang="en-US" sz="1150" b="1">
                <a:solidFill>
                  <a:srgbClr val="1B4332"/>
                </a:solidFill>
                <a:latin typeface="Calibri" pitchFamily="34" charset="0"/>
                <a:ea typeface="Calibri" pitchFamily="34" charset="-122"/>
                <a:cs typeface="Calibri" pitchFamily="34" charset="-120"/>
              </a:rPr>
              <a:t>Government Backend Productivity</a:t>
            </a:r>
            <a:endParaRPr lang="en-US" sz="1150"/>
          </a:p>
        </p:txBody>
      </p:sp>
      <p:sp>
        <p:nvSpPr>
          <p:cNvPr id="51" name="Text 38">
            <a:extLst>
              <a:ext uri="{FF2B5EF4-FFF2-40B4-BE49-F238E27FC236}">
                <a16:creationId xmlns:a16="http://schemas.microsoft.com/office/drawing/2014/main" id="{1BC6D9A3-3860-4D68-618B-06F9C088B6E7}"/>
              </a:ext>
            </a:extLst>
          </p:cNvPr>
          <p:cNvSpPr/>
          <p:nvPr/>
        </p:nvSpPr>
        <p:spPr>
          <a:xfrm>
            <a:off x="8540496" y="5650992"/>
            <a:ext cx="3072384" cy="640080"/>
          </a:xfrm>
          <a:prstGeom prst="rect">
            <a:avLst/>
          </a:prstGeom>
          <a:noFill/>
          <a:ln/>
        </p:spPr>
        <p:txBody>
          <a:bodyPr wrap="square" lIns="0" tIns="0" rIns="0" bIns="0" rtlCol="0" anchor="t"/>
          <a:lstStyle/>
          <a:p>
            <a:pPr marL="0" indent="0">
              <a:buNone/>
            </a:pPr>
            <a:r>
              <a:rPr lang="en-US" sz="930">
                <a:solidFill>
                  <a:srgbClr val="222A28"/>
                </a:solidFill>
                <a:latin typeface="Calibri" pitchFamily="34" charset="0"/>
                <a:ea typeface="Calibri" pitchFamily="34" charset="-122"/>
                <a:cs typeface="Calibri" pitchFamily="34" charset="-120"/>
              </a:rPr>
              <a:t>Llama-powered document retrieval and productivity tools for government employees.</a:t>
            </a:r>
            <a:endParaRPr lang="en-US" sz="930"/>
          </a:p>
        </p:txBody>
      </p:sp>
    </p:spTree>
    <p:extLst>
      <p:ext uri="{BB962C8B-B14F-4D97-AF65-F5344CB8AC3E}">
        <p14:creationId xmlns:p14="http://schemas.microsoft.com/office/powerpoint/2010/main" val="18697676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3A2C3-D8BF-D48E-E1BB-37746838CA14}"/>
            </a:ext>
          </a:extLst>
        </p:cNvPr>
        <p:cNvGrpSpPr/>
        <p:nvPr/>
      </p:nvGrpSpPr>
      <p:grpSpPr>
        <a:xfrm>
          <a:off x="0" y="0"/>
          <a:ext cx="0" cy="0"/>
          <a:chOff x="0" y="0"/>
          <a:chExt cx="0" cy="0"/>
        </a:xfrm>
      </p:grpSpPr>
      <p:sp>
        <p:nvSpPr>
          <p:cNvPr id="3" name="Text 3">
            <a:extLst>
              <a:ext uri="{FF2B5EF4-FFF2-40B4-BE49-F238E27FC236}">
                <a16:creationId xmlns:a16="http://schemas.microsoft.com/office/drawing/2014/main" id="{820FAAED-C673-3ED5-C45A-98A6F59E18BB}"/>
              </a:ext>
            </a:extLst>
          </p:cNvPr>
          <p:cNvSpPr/>
          <p:nvPr/>
        </p:nvSpPr>
        <p:spPr>
          <a:xfrm>
            <a:off x="495157" y="353683"/>
            <a:ext cx="10360152" cy="457200"/>
          </a:xfrm>
          <a:prstGeom prst="rect">
            <a:avLst/>
          </a:prstGeom>
          <a:noFill/>
          <a:ln/>
        </p:spPr>
        <p:txBody>
          <a:bodyPr wrap="square" lIns="0" tIns="0" rIns="0" bIns="0" rtlCol="0" anchor="ctr"/>
          <a:lstStyle/>
          <a:p>
            <a:r>
              <a:rPr lang="en-US" sz="2200" b="1" dirty="0">
                <a:latin typeface="Cambria"/>
                <a:ea typeface="Cambria"/>
              </a:rPr>
              <a:t>NVIDIA – Work with Indian Government </a:t>
            </a:r>
            <a:endParaRPr lang="en-US" sz="2200" dirty="0"/>
          </a:p>
        </p:txBody>
      </p:sp>
      <p:cxnSp>
        <p:nvCxnSpPr>
          <p:cNvPr id="4" name="Google Shape;17933;p2451">
            <a:extLst>
              <a:ext uri="{FF2B5EF4-FFF2-40B4-BE49-F238E27FC236}">
                <a16:creationId xmlns:a16="http://schemas.microsoft.com/office/drawing/2014/main" id="{2D0AF303-FDDB-E94A-E3A4-642368F90971}"/>
              </a:ext>
            </a:extLst>
          </p:cNvPr>
          <p:cNvCxnSpPr>
            <a:cxnSpLocks/>
          </p:cNvCxnSpPr>
          <p:nvPr/>
        </p:nvCxnSpPr>
        <p:spPr>
          <a:xfrm>
            <a:off x="2585348" y="1422421"/>
            <a:ext cx="8575442" cy="1"/>
          </a:xfrm>
          <a:prstGeom prst="straightConnector1">
            <a:avLst/>
          </a:prstGeom>
          <a:noFill/>
          <a:ln w="152400" cap="flat" cmpd="sng">
            <a:solidFill>
              <a:srgbClr val="999999"/>
            </a:solidFill>
            <a:prstDash val="solid"/>
            <a:round/>
            <a:headEnd type="none" w="med" len="med"/>
            <a:tailEnd type="none" w="med" len="med"/>
          </a:ln>
        </p:spPr>
      </p:cxnSp>
      <p:grpSp>
        <p:nvGrpSpPr>
          <p:cNvPr id="5" name="Google Shape;17935;p2451">
            <a:extLst>
              <a:ext uri="{FF2B5EF4-FFF2-40B4-BE49-F238E27FC236}">
                <a16:creationId xmlns:a16="http://schemas.microsoft.com/office/drawing/2014/main" id="{1A10FB8E-78B8-DC7E-C6D3-66B4058746BF}"/>
              </a:ext>
            </a:extLst>
          </p:cNvPr>
          <p:cNvGrpSpPr/>
          <p:nvPr/>
        </p:nvGrpSpPr>
        <p:grpSpPr>
          <a:xfrm>
            <a:off x="1260407" y="1159460"/>
            <a:ext cx="2552029" cy="613689"/>
            <a:chOff x="442912" y="1828799"/>
            <a:chExt cx="1995600" cy="1872900"/>
          </a:xfrm>
          <a:solidFill>
            <a:schemeClr val="accent3">
              <a:lumMod val="75000"/>
            </a:schemeClr>
          </a:solidFill>
        </p:grpSpPr>
        <p:sp>
          <p:nvSpPr>
            <p:cNvPr id="6" name="Google Shape;17936;p2451">
              <a:extLst>
                <a:ext uri="{FF2B5EF4-FFF2-40B4-BE49-F238E27FC236}">
                  <a16:creationId xmlns:a16="http://schemas.microsoft.com/office/drawing/2014/main" id="{8EF0FCCF-D20B-BFE9-91A9-94E9F630F04E}"/>
                </a:ext>
              </a:extLst>
            </p:cNvPr>
            <p:cNvSpPr/>
            <p:nvPr/>
          </p:nvSpPr>
          <p:spPr>
            <a:xfrm>
              <a:off x="442912" y="1828799"/>
              <a:ext cx="1995600" cy="1872900"/>
            </a:xfrm>
            <a:prstGeom prst="rect">
              <a:avLst/>
            </a:prstGeom>
            <a:grpFill/>
            <a:ln>
              <a:noFill/>
            </a:ln>
          </p:spPr>
          <p:txBody>
            <a:bodyPr spcFirstLastPara="1" wrap="square" lIns="0" tIns="0" rIns="0" bIns="0" anchor="ctr" anchorCtr="0">
              <a:noAutofit/>
            </a:bodyPr>
            <a:lstStyle/>
            <a:p>
              <a:pPr algn="ctr"/>
              <a:endParaRPr sz="1050">
                <a:solidFill>
                  <a:schemeClr val="lt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7" name="Google Shape;17937;p2451">
              <a:extLst>
                <a:ext uri="{FF2B5EF4-FFF2-40B4-BE49-F238E27FC236}">
                  <a16:creationId xmlns:a16="http://schemas.microsoft.com/office/drawing/2014/main" id="{A3614945-4EA2-6AC1-E110-896291B333B3}"/>
                </a:ext>
              </a:extLst>
            </p:cNvPr>
            <p:cNvSpPr txBox="1"/>
            <p:nvPr/>
          </p:nvSpPr>
          <p:spPr>
            <a:xfrm>
              <a:off x="626850" y="2011695"/>
              <a:ext cx="1627500" cy="1508700"/>
            </a:xfrm>
            <a:prstGeom prst="rect">
              <a:avLst/>
            </a:prstGeom>
            <a:grpFill/>
            <a:ln>
              <a:noFill/>
            </a:ln>
          </p:spPr>
          <p:txBody>
            <a:bodyPr spcFirstLastPara="1" wrap="square" lIns="0" tIns="0" rIns="0" bIns="0" anchor="t" anchorCtr="0">
              <a:noAutofit/>
            </a:bodyPr>
            <a:lstStyle/>
            <a:p>
              <a:pPr>
                <a:lnSpc>
                  <a:spcPct val="85000"/>
                </a:lnSpc>
              </a:pPr>
              <a:r>
                <a:rPr lang="en-GB" sz="1600" b="1" dirty="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rPr>
                <a:t>1</a:t>
              </a:r>
            </a:p>
            <a:p>
              <a:r>
                <a:rPr lang="en-US" sz="1050" b="1" dirty="0" err="1">
                  <a:solidFill>
                    <a:schemeClr val="bg1"/>
                  </a:solidFill>
                  <a:latin typeface="Calibri" pitchFamily="34" charset="0"/>
                  <a:ea typeface="Calibri" pitchFamily="34" charset="-122"/>
                  <a:cs typeface="Calibri" pitchFamily="34" charset="-120"/>
                </a:rPr>
                <a:t>IndiaAI</a:t>
              </a:r>
              <a:r>
                <a:rPr lang="en-US" sz="1050" b="1" dirty="0">
                  <a:solidFill>
                    <a:schemeClr val="bg1"/>
                  </a:solidFill>
                  <a:latin typeface="Calibri" pitchFamily="34" charset="0"/>
                  <a:ea typeface="Calibri" pitchFamily="34" charset="-122"/>
                  <a:cs typeface="Calibri" pitchFamily="34" charset="-120"/>
                </a:rPr>
                <a:t> Mission Partnership</a:t>
              </a:r>
              <a:endParaRPr lang="en-US" sz="1050" dirty="0">
                <a:solidFill>
                  <a:schemeClr val="bg1"/>
                </a:solidFill>
              </a:endParaRPr>
            </a:p>
          </p:txBody>
        </p:sp>
      </p:grpSp>
      <p:grpSp>
        <p:nvGrpSpPr>
          <p:cNvPr id="8" name="Google Shape;17941;p2451">
            <a:extLst>
              <a:ext uri="{FF2B5EF4-FFF2-40B4-BE49-F238E27FC236}">
                <a16:creationId xmlns:a16="http://schemas.microsoft.com/office/drawing/2014/main" id="{08B64AB5-DF93-AFE2-6BAD-78F03BE436EA}"/>
              </a:ext>
            </a:extLst>
          </p:cNvPr>
          <p:cNvGrpSpPr/>
          <p:nvPr/>
        </p:nvGrpSpPr>
        <p:grpSpPr>
          <a:xfrm>
            <a:off x="6523522" y="1159460"/>
            <a:ext cx="2552029" cy="613689"/>
            <a:chOff x="442912" y="1828799"/>
            <a:chExt cx="1995600" cy="1872900"/>
          </a:xfrm>
          <a:solidFill>
            <a:srgbClr val="92D050"/>
          </a:solidFill>
        </p:grpSpPr>
        <p:sp>
          <p:nvSpPr>
            <p:cNvPr id="9" name="Google Shape;17942;p2451">
              <a:extLst>
                <a:ext uri="{FF2B5EF4-FFF2-40B4-BE49-F238E27FC236}">
                  <a16:creationId xmlns:a16="http://schemas.microsoft.com/office/drawing/2014/main" id="{BE87C5AC-4D60-2E31-2041-3B7A9A7F6C98}"/>
                </a:ext>
              </a:extLst>
            </p:cNvPr>
            <p:cNvSpPr/>
            <p:nvPr/>
          </p:nvSpPr>
          <p:spPr>
            <a:xfrm>
              <a:off x="442912" y="1828799"/>
              <a:ext cx="1995600" cy="1872900"/>
            </a:xfrm>
            <a:prstGeom prst="rect">
              <a:avLst/>
            </a:prstGeom>
            <a:grpFill/>
            <a:ln>
              <a:noFill/>
            </a:ln>
          </p:spPr>
          <p:txBody>
            <a:bodyPr spcFirstLastPara="1" wrap="square" lIns="0" tIns="0" rIns="0" bIns="0" anchor="ctr" anchorCtr="0">
              <a:noAutofit/>
            </a:bodyPr>
            <a:lstStyle/>
            <a:p>
              <a:pPr algn="ctr"/>
              <a:endParaRPr sz="105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p:txBody>
        </p:sp>
        <p:sp>
          <p:nvSpPr>
            <p:cNvPr id="10" name="Google Shape;17943;p2451">
              <a:extLst>
                <a:ext uri="{FF2B5EF4-FFF2-40B4-BE49-F238E27FC236}">
                  <a16:creationId xmlns:a16="http://schemas.microsoft.com/office/drawing/2014/main" id="{BA19C961-C989-B7FB-B156-A600A44C84A2}"/>
                </a:ext>
              </a:extLst>
            </p:cNvPr>
            <p:cNvSpPr txBox="1"/>
            <p:nvPr/>
          </p:nvSpPr>
          <p:spPr>
            <a:xfrm>
              <a:off x="626835" y="2011693"/>
              <a:ext cx="1627500" cy="1322100"/>
            </a:xfrm>
            <a:prstGeom prst="rect">
              <a:avLst/>
            </a:prstGeom>
            <a:grpFill/>
            <a:ln>
              <a:noFill/>
            </a:ln>
          </p:spPr>
          <p:txBody>
            <a:bodyPr spcFirstLastPara="1" wrap="square" lIns="0" tIns="0" rIns="0" bIns="0" anchor="t" anchorCtr="0">
              <a:noAutofit/>
            </a:bodyPr>
            <a:lstStyle/>
            <a:p>
              <a:pPr>
                <a:lnSpc>
                  <a:spcPct val="85000"/>
                </a:lnSpc>
              </a:pPr>
              <a:r>
                <a:rPr lang="en-GB" sz="1600" b="1" dirty="0">
                  <a:latin typeface="Calibri" panose="020F0502020204030204" pitchFamily="34" charset="0"/>
                  <a:ea typeface="Calibri" panose="020F0502020204030204" pitchFamily="34" charset="0"/>
                  <a:cs typeface="Calibri" panose="020F0502020204030204" pitchFamily="34" charset="0"/>
                  <a:sym typeface="Helvetica Neue"/>
                </a:rPr>
                <a:t>3</a:t>
              </a:r>
              <a:endParaRPr sz="1600" b="1" dirty="0">
                <a:latin typeface="Calibri" panose="020F0502020204030204" pitchFamily="34" charset="0"/>
                <a:ea typeface="Calibri" panose="020F0502020204030204" pitchFamily="34" charset="0"/>
                <a:cs typeface="Calibri" panose="020F0502020204030204" pitchFamily="34" charset="0"/>
                <a:sym typeface="Helvetica Neue"/>
              </a:endParaRPr>
            </a:p>
            <a:p>
              <a:r>
                <a:rPr lang="en-US" sz="1050" b="1" dirty="0">
                  <a:solidFill>
                    <a:srgbClr val="1B4332"/>
                  </a:solidFill>
                  <a:latin typeface="Calibri" pitchFamily="34" charset="0"/>
                  <a:ea typeface="Calibri" pitchFamily="34" charset="-122"/>
                  <a:cs typeface="Calibri" pitchFamily="34" charset="-120"/>
                </a:rPr>
                <a:t>Startup Ecosystem (Inception)</a:t>
              </a:r>
              <a:endParaRPr lang="en-US" sz="1050" dirty="0"/>
            </a:p>
          </p:txBody>
        </p:sp>
      </p:grpSp>
      <p:grpSp>
        <p:nvGrpSpPr>
          <p:cNvPr id="11" name="Google Shape;17945;p2451">
            <a:extLst>
              <a:ext uri="{FF2B5EF4-FFF2-40B4-BE49-F238E27FC236}">
                <a16:creationId xmlns:a16="http://schemas.microsoft.com/office/drawing/2014/main" id="{99F3A92D-0BAB-D7BF-E705-114AB3BD238F}"/>
              </a:ext>
            </a:extLst>
          </p:cNvPr>
          <p:cNvGrpSpPr/>
          <p:nvPr/>
        </p:nvGrpSpPr>
        <p:grpSpPr>
          <a:xfrm>
            <a:off x="9128437" y="1159462"/>
            <a:ext cx="2552029" cy="613689"/>
            <a:chOff x="442912" y="1828800"/>
            <a:chExt cx="1995600" cy="1872900"/>
          </a:xfrm>
          <a:solidFill>
            <a:schemeClr val="accent6">
              <a:lumMod val="20000"/>
              <a:lumOff val="80000"/>
            </a:schemeClr>
          </a:solidFill>
        </p:grpSpPr>
        <p:sp>
          <p:nvSpPr>
            <p:cNvPr id="12" name="Google Shape;17946;p2451">
              <a:extLst>
                <a:ext uri="{FF2B5EF4-FFF2-40B4-BE49-F238E27FC236}">
                  <a16:creationId xmlns:a16="http://schemas.microsoft.com/office/drawing/2014/main" id="{AF97B149-BA91-1F29-6DB0-245224260085}"/>
                </a:ext>
              </a:extLst>
            </p:cNvPr>
            <p:cNvSpPr/>
            <p:nvPr/>
          </p:nvSpPr>
          <p:spPr>
            <a:xfrm>
              <a:off x="442912" y="1828800"/>
              <a:ext cx="1995600" cy="1872900"/>
            </a:xfrm>
            <a:prstGeom prst="rect">
              <a:avLst/>
            </a:prstGeom>
            <a:grpFill/>
            <a:ln>
              <a:noFill/>
            </a:ln>
          </p:spPr>
          <p:txBody>
            <a:bodyPr spcFirstLastPara="1" wrap="square" lIns="0" tIns="0" rIns="0" bIns="0" anchor="ctr" anchorCtr="0">
              <a:noAutofit/>
            </a:bodyPr>
            <a:lstStyle/>
            <a:p>
              <a:endParaRPr sz="105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p:txBody>
        </p:sp>
        <p:sp>
          <p:nvSpPr>
            <p:cNvPr id="13" name="Google Shape;17947;p2451">
              <a:extLst>
                <a:ext uri="{FF2B5EF4-FFF2-40B4-BE49-F238E27FC236}">
                  <a16:creationId xmlns:a16="http://schemas.microsoft.com/office/drawing/2014/main" id="{C037E2B5-7FB9-CC75-27DF-88219D7ED846}"/>
                </a:ext>
              </a:extLst>
            </p:cNvPr>
            <p:cNvSpPr txBox="1"/>
            <p:nvPr/>
          </p:nvSpPr>
          <p:spPr>
            <a:xfrm>
              <a:off x="626839" y="2011681"/>
              <a:ext cx="1719459" cy="704030"/>
            </a:xfrm>
            <a:prstGeom prst="rect">
              <a:avLst/>
            </a:prstGeom>
            <a:grpFill/>
            <a:ln>
              <a:noFill/>
            </a:ln>
          </p:spPr>
          <p:txBody>
            <a:bodyPr spcFirstLastPara="1" wrap="square" lIns="0" tIns="0" rIns="0" bIns="0" anchor="t" anchorCtr="0">
              <a:noAutofit/>
            </a:bodyPr>
            <a:lstStyle/>
            <a:p>
              <a:pPr>
                <a:lnSpc>
                  <a:spcPct val="85000"/>
                </a:lnSpc>
              </a:pPr>
              <a:r>
                <a:rPr lang="en-GB" sz="1600" b="1">
                  <a:latin typeface="Calibri" panose="020F0502020204030204" pitchFamily="34" charset="0"/>
                  <a:ea typeface="Calibri" panose="020F0502020204030204" pitchFamily="34" charset="0"/>
                  <a:cs typeface="Calibri" panose="020F0502020204030204" pitchFamily="34" charset="0"/>
                  <a:sym typeface="Helvetica Neue"/>
                </a:rPr>
                <a:t>4</a:t>
              </a:r>
              <a:endParaRPr sz="1600" b="1">
                <a:latin typeface="Calibri" panose="020F0502020204030204" pitchFamily="34" charset="0"/>
                <a:ea typeface="Calibri" panose="020F0502020204030204" pitchFamily="34" charset="0"/>
                <a:cs typeface="Calibri" panose="020F0502020204030204" pitchFamily="34" charset="0"/>
                <a:sym typeface="Helvetica Neue"/>
              </a:endParaRPr>
            </a:p>
            <a:p>
              <a:r>
                <a:rPr lang="en-US" sz="1050" b="1">
                  <a:solidFill>
                    <a:srgbClr val="1B4332"/>
                  </a:solidFill>
                  <a:latin typeface="Calibri" pitchFamily="34" charset="0"/>
                  <a:ea typeface="Calibri" pitchFamily="34" charset="-122"/>
                  <a:cs typeface="Calibri" pitchFamily="34" charset="-120"/>
                </a:rPr>
                <a:t>Early-Stage &amp; Deep-Tech Programs</a:t>
              </a:r>
              <a:endParaRPr lang="en-US" sz="1050"/>
            </a:p>
          </p:txBody>
        </p:sp>
      </p:grpSp>
      <p:grpSp>
        <p:nvGrpSpPr>
          <p:cNvPr id="14" name="Google Shape;17954;p2451">
            <a:extLst>
              <a:ext uri="{FF2B5EF4-FFF2-40B4-BE49-F238E27FC236}">
                <a16:creationId xmlns:a16="http://schemas.microsoft.com/office/drawing/2014/main" id="{277F4C43-D1AB-A30A-2DE9-E03FC6E02407}"/>
              </a:ext>
            </a:extLst>
          </p:cNvPr>
          <p:cNvGrpSpPr/>
          <p:nvPr/>
        </p:nvGrpSpPr>
        <p:grpSpPr>
          <a:xfrm>
            <a:off x="3926394" y="1163693"/>
            <a:ext cx="2552029" cy="613689"/>
            <a:chOff x="442912" y="1828800"/>
            <a:chExt cx="1995600" cy="1872900"/>
          </a:xfrm>
          <a:solidFill>
            <a:schemeClr val="accent6"/>
          </a:solidFill>
        </p:grpSpPr>
        <p:sp>
          <p:nvSpPr>
            <p:cNvPr id="15" name="Google Shape;17955;p2451">
              <a:extLst>
                <a:ext uri="{FF2B5EF4-FFF2-40B4-BE49-F238E27FC236}">
                  <a16:creationId xmlns:a16="http://schemas.microsoft.com/office/drawing/2014/main" id="{9772FE2F-2593-79DF-2D01-D9695E06CEF0}"/>
                </a:ext>
              </a:extLst>
            </p:cNvPr>
            <p:cNvSpPr/>
            <p:nvPr/>
          </p:nvSpPr>
          <p:spPr>
            <a:xfrm>
              <a:off x="442912" y="1828800"/>
              <a:ext cx="1995600" cy="1872900"/>
            </a:xfrm>
            <a:prstGeom prst="rect">
              <a:avLst/>
            </a:prstGeom>
            <a:grpFill/>
            <a:ln>
              <a:noFill/>
            </a:ln>
          </p:spPr>
          <p:txBody>
            <a:bodyPr spcFirstLastPara="1" wrap="square" lIns="0" tIns="0" rIns="0" bIns="0" anchor="ctr" anchorCtr="0">
              <a:noAutofit/>
            </a:bodyPr>
            <a:lstStyle/>
            <a:p>
              <a:pPr algn="ctr"/>
              <a:endParaRPr sz="105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p:txBody>
        </p:sp>
        <p:sp>
          <p:nvSpPr>
            <p:cNvPr id="16" name="Google Shape;17956;p2451">
              <a:extLst>
                <a:ext uri="{FF2B5EF4-FFF2-40B4-BE49-F238E27FC236}">
                  <a16:creationId xmlns:a16="http://schemas.microsoft.com/office/drawing/2014/main" id="{1E554436-CDA3-C5E3-EC90-35D03B85BB80}"/>
                </a:ext>
              </a:extLst>
            </p:cNvPr>
            <p:cNvSpPr txBox="1"/>
            <p:nvPr/>
          </p:nvSpPr>
          <p:spPr>
            <a:xfrm>
              <a:off x="626838" y="2011680"/>
              <a:ext cx="1716707" cy="606727"/>
            </a:xfrm>
            <a:prstGeom prst="rect">
              <a:avLst/>
            </a:prstGeom>
            <a:grpFill/>
            <a:ln>
              <a:noFill/>
            </a:ln>
          </p:spPr>
          <p:txBody>
            <a:bodyPr spcFirstLastPara="1" wrap="square" lIns="0" tIns="0" rIns="0" bIns="0" anchor="t" anchorCtr="0">
              <a:noAutofit/>
            </a:bodyPr>
            <a:lstStyle/>
            <a:p>
              <a:pPr>
                <a:lnSpc>
                  <a:spcPct val="85000"/>
                </a:lnSpc>
              </a:pPr>
              <a:r>
                <a:rPr lang="en-GB" sz="1600" b="1" dirty="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rPr>
                <a:t>2</a:t>
              </a:r>
              <a:endParaRPr sz="1600" b="1" dirty="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a:p>
              <a:r>
                <a:rPr lang="en-US" sz="1050" b="1" dirty="0" err="1">
                  <a:solidFill>
                    <a:schemeClr val="bg1"/>
                  </a:solidFill>
                  <a:latin typeface="Calibri" pitchFamily="34" charset="0"/>
                  <a:ea typeface="Calibri" pitchFamily="34" charset="-122"/>
                  <a:cs typeface="Calibri" pitchFamily="34" charset="-120"/>
                </a:rPr>
                <a:t>Anusandhan</a:t>
              </a:r>
              <a:r>
                <a:rPr lang="en-US" sz="1050" b="1" dirty="0">
                  <a:solidFill>
                    <a:schemeClr val="bg1"/>
                  </a:solidFill>
                  <a:latin typeface="Calibri" pitchFamily="34" charset="0"/>
                  <a:ea typeface="Calibri" pitchFamily="34" charset="-122"/>
                  <a:cs typeface="Calibri" pitchFamily="34" charset="-120"/>
                </a:rPr>
                <a:t> National Research </a:t>
              </a:r>
              <a:endParaRPr lang="en-US" sz="1050" dirty="0">
                <a:solidFill>
                  <a:schemeClr val="bg1"/>
                </a:solidFill>
              </a:endParaRPr>
            </a:p>
          </p:txBody>
        </p:sp>
      </p:grpSp>
      <p:sp>
        <p:nvSpPr>
          <p:cNvPr id="17" name="Google Shape;17940;p2451">
            <a:extLst>
              <a:ext uri="{FF2B5EF4-FFF2-40B4-BE49-F238E27FC236}">
                <a16:creationId xmlns:a16="http://schemas.microsoft.com/office/drawing/2014/main" id="{5B3761E3-118B-BAE2-64EA-6F3E2BC34919}"/>
              </a:ext>
            </a:extLst>
          </p:cNvPr>
          <p:cNvSpPr txBox="1">
            <a:spLocks/>
          </p:cNvSpPr>
          <p:nvPr/>
        </p:nvSpPr>
        <p:spPr>
          <a:xfrm>
            <a:off x="1260404" y="1685330"/>
            <a:ext cx="2552032" cy="1421891"/>
          </a:xfrm>
          <a:prstGeom prst="rect">
            <a:avLst/>
          </a:prstGeom>
          <a:solidFill>
            <a:schemeClr val="bg1"/>
          </a:solidFill>
          <a:ln w="3175">
            <a:solidFill>
              <a:schemeClr val="bg1">
                <a:lumMod val="95000"/>
              </a:schemeClr>
            </a:solidFill>
          </a:ln>
        </p:spPr>
        <p:txBody>
          <a:bodyPr spcFirstLastPara="1" vert="horz" wrap="square" lIns="0" tIns="0" rIns="0" bIns="0" rtlCol="0" anchor="ctr" anchorCtr="0">
            <a:noAutofit/>
          </a:bodyPr>
          <a:lstStyle>
            <a:lvl1pPr marL="342900" lvl="0" indent="-238125" algn="l" defTabSz="914400" rtl="0" eaLnBrk="1" latinLnBrk="0" hangingPunct="1">
              <a:lnSpc>
                <a:spcPct val="100000"/>
              </a:lnSpc>
              <a:spcBef>
                <a:spcPts val="0"/>
              </a:spcBef>
              <a:spcAft>
                <a:spcPts val="0"/>
              </a:spcAft>
              <a:buClr>
                <a:schemeClr val="dk1"/>
              </a:buClr>
              <a:buSzPts val="1400"/>
              <a:buFont typeface="Arial" pitchFamily="34" charset="0"/>
              <a:buChar char="•"/>
              <a:defRPr sz="1050" kern="1200">
                <a:solidFill>
                  <a:schemeClr val="accent1"/>
                </a:solidFill>
                <a:latin typeface="+mn-lt"/>
                <a:ea typeface="+mn-ea"/>
                <a:cs typeface="+mn-cs"/>
              </a:defRPr>
            </a:lvl1pPr>
            <a:lvl2pPr marL="685800" lvl="1"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2pPr>
            <a:lvl3pPr marL="1028700" lvl="2"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3pPr>
            <a:lvl4pPr marL="1371600" lvl="3"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4pPr>
            <a:lvl5pPr marL="1714500" lvl="4"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5pPr>
            <a:lvl6pPr marL="2057400" lvl="5"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6pPr>
            <a:lvl7pPr marL="2400300" lvl="6"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7pPr>
            <a:lvl8pPr marL="2743200" lvl="7"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8pPr>
            <a:lvl9pPr marL="3086100" lvl="8" indent="-238125" algn="l" defTabSz="914400" rtl="0" eaLnBrk="1" latinLnBrk="0" hangingPunct="1">
              <a:lnSpc>
                <a:spcPct val="100000"/>
              </a:lnSpc>
              <a:spcBef>
                <a:spcPts val="450"/>
              </a:spcBef>
              <a:spcAft>
                <a:spcPts val="450"/>
              </a:spcAft>
              <a:buClr>
                <a:schemeClr val="dk1"/>
              </a:buClr>
              <a:buSzPts val="1400"/>
              <a:buFont typeface="Arial" pitchFamily="34" charset="0"/>
              <a:buChar char="•"/>
              <a:defRPr sz="1050" kern="1200">
                <a:solidFill>
                  <a:schemeClr val="tx1"/>
                </a:solidFill>
                <a:latin typeface="+mn-lt"/>
                <a:ea typeface="+mn-ea"/>
                <a:cs typeface="+mn-cs"/>
              </a:defRPr>
            </a:lvl9pPr>
          </a:lstStyle>
          <a:p>
            <a:pPr marL="0" indent="0">
              <a:buNone/>
            </a:pPr>
            <a:r>
              <a:rPr lang="en-US">
                <a:solidFill>
                  <a:srgbClr val="1F2937"/>
                </a:solidFill>
                <a:latin typeface="Calibri" pitchFamily="34" charset="0"/>
                <a:ea typeface="Calibri" pitchFamily="34" charset="-122"/>
                <a:cs typeface="Calibri" pitchFamily="34" charset="-120"/>
              </a:rPr>
              <a:t>Infrastructure and frontier model development support alongside Indian cloud/data-</a:t>
            </a:r>
            <a:r>
              <a:rPr lang="en-US" err="1">
                <a:solidFill>
                  <a:srgbClr val="1F2937"/>
                </a:solidFill>
                <a:latin typeface="Calibri" pitchFamily="34" charset="0"/>
                <a:ea typeface="Calibri" pitchFamily="34" charset="-122"/>
                <a:cs typeface="Calibri" pitchFamily="34" charset="-120"/>
              </a:rPr>
              <a:t>centre</a:t>
            </a:r>
            <a:r>
              <a:rPr lang="en-US">
                <a:solidFill>
                  <a:srgbClr val="1F2937"/>
                </a:solidFill>
                <a:latin typeface="Calibri" pitchFamily="34" charset="0"/>
                <a:ea typeface="Calibri" pitchFamily="34" charset="-122"/>
                <a:cs typeface="Calibri" pitchFamily="34" charset="-120"/>
              </a:rPr>
              <a:t> leaders, enabling sovereign foundation-model training.</a:t>
            </a:r>
          </a:p>
        </p:txBody>
      </p:sp>
      <p:grpSp>
        <p:nvGrpSpPr>
          <p:cNvPr id="21" name="Google Shape;17935;p2451">
            <a:extLst>
              <a:ext uri="{FF2B5EF4-FFF2-40B4-BE49-F238E27FC236}">
                <a16:creationId xmlns:a16="http://schemas.microsoft.com/office/drawing/2014/main" id="{3FC65073-1067-093F-779A-3174231FBFB6}"/>
              </a:ext>
            </a:extLst>
          </p:cNvPr>
          <p:cNvGrpSpPr/>
          <p:nvPr/>
        </p:nvGrpSpPr>
        <p:grpSpPr>
          <a:xfrm rot="16200000">
            <a:off x="-144972" y="1876402"/>
            <a:ext cx="1887198" cy="461777"/>
            <a:chOff x="442912" y="1828799"/>
            <a:chExt cx="1995600" cy="1872900"/>
          </a:xfrm>
          <a:solidFill>
            <a:schemeClr val="bg1">
              <a:lumMod val="65000"/>
            </a:schemeClr>
          </a:solidFill>
        </p:grpSpPr>
        <p:sp>
          <p:nvSpPr>
            <p:cNvPr id="22" name="Google Shape;17936;p2451">
              <a:extLst>
                <a:ext uri="{FF2B5EF4-FFF2-40B4-BE49-F238E27FC236}">
                  <a16:creationId xmlns:a16="http://schemas.microsoft.com/office/drawing/2014/main" id="{B874163B-6EEC-088B-2118-545FCC250489}"/>
                </a:ext>
              </a:extLst>
            </p:cNvPr>
            <p:cNvSpPr/>
            <p:nvPr/>
          </p:nvSpPr>
          <p:spPr>
            <a:xfrm>
              <a:off x="442912" y="1828799"/>
              <a:ext cx="1995600" cy="1872900"/>
            </a:xfrm>
            <a:prstGeom prst="rect">
              <a:avLst/>
            </a:prstGeom>
            <a:grpFill/>
            <a:ln>
              <a:noFill/>
            </a:ln>
          </p:spPr>
          <p:txBody>
            <a:bodyPr spcFirstLastPara="1" wrap="square" lIns="0" tIns="0" rIns="0" bIns="0" anchor="ctr" anchorCtr="0">
              <a:noAutofit/>
            </a:bodyPr>
            <a:lstStyle/>
            <a:p>
              <a:pPr algn="ctr"/>
              <a:endParaRPr sz="1000">
                <a:solidFill>
                  <a:schemeClr val="lt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23" name="Google Shape;17937;p2451">
              <a:extLst>
                <a:ext uri="{FF2B5EF4-FFF2-40B4-BE49-F238E27FC236}">
                  <a16:creationId xmlns:a16="http://schemas.microsoft.com/office/drawing/2014/main" id="{CF5027CB-1ACA-1838-B4D2-6E02EDC7C63C}"/>
                </a:ext>
              </a:extLst>
            </p:cNvPr>
            <p:cNvSpPr txBox="1"/>
            <p:nvPr/>
          </p:nvSpPr>
          <p:spPr>
            <a:xfrm>
              <a:off x="620169" y="2011699"/>
              <a:ext cx="1634183" cy="1508701"/>
            </a:xfrm>
            <a:prstGeom prst="rect">
              <a:avLst/>
            </a:prstGeom>
            <a:grpFill/>
            <a:ln>
              <a:noFill/>
            </a:ln>
          </p:spPr>
          <p:txBody>
            <a:bodyPr spcFirstLastPara="1" wrap="square" lIns="0" tIns="0" rIns="0" bIns="0" anchor="ctr" anchorCtr="0">
              <a:noAutofit/>
            </a:bodyPr>
            <a:lstStyle/>
            <a:p>
              <a:pPr algn="ctr">
                <a:lnSpc>
                  <a:spcPct val="85000"/>
                </a:lnSpc>
              </a:pPr>
              <a:r>
                <a:rPr lang="en-US" sz="100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rPr>
                <a:t>Collaboration Activities</a:t>
              </a:r>
              <a:endParaRPr sz="100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p:txBody>
        </p:sp>
      </p:grpSp>
      <p:sp>
        <p:nvSpPr>
          <p:cNvPr id="24" name="Google Shape;17940;p2451">
            <a:extLst>
              <a:ext uri="{FF2B5EF4-FFF2-40B4-BE49-F238E27FC236}">
                <a16:creationId xmlns:a16="http://schemas.microsoft.com/office/drawing/2014/main" id="{477640DF-A873-44E1-8880-DB4E939B9E57}"/>
              </a:ext>
            </a:extLst>
          </p:cNvPr>
          <p:cNvSpPr txBox="1">
            <a:spLocks/>
          </p:cNvSpPr>
          <p:nvPr/>
        </p:nvSpPr>
        <p:spPr>
          <a:xfrm>
            <a:off x="3934074" y="1701968"/>
            <a:ext cx="2540971" cy="1402852"/>
          </a:xfrm>
          <a:prstGeom prst="rect">
            <a:avLst/>
          </a:prstGeom>
          <a:solidFill>
            <a:schemeClr val="bg1"/>
          </a:solidFill>
          <a:ln w="3175">
            <a:solidFill>
              <a:schemeClr val="bg1">
                <a:lumMod val="95000"/>
              </a:schemeClr>
            </a:solidFill>
          </a:ln>
        </p:spPr>
        <p:txBody>
          <a:bodyPr spcFirstLastPara="1" vert="horz" wrap="square" lIns="0" tIns="0" rIns="0" bIns="0" rtlCol="0" anchor="ctr" anchorCtr="0">
            <a:noAutofit/>
          </a:bodyPr>
          <a:lstStyle>
            <a:lvl1pPr marL="342900" lvl="0" indent="-238125" algn="l" defTabSz="914400" rtl="0" eaLnBrk="1" latinLnBrk="0" hangingPunct="1">
              <a:lnSpc>
                <a:spcPct val="100000"/>
              </a:lnSpc>
              <a:spcBef>
                <a:spcPts val="0"/>
              </a:spcBef>
              <a:spcAft>
                <a:spcPts val="0"/>
              </a:spcAft>
              <a:buClr>
                <a:schemeClr val="dk1"/>
              </a:buClr>
              <a:buSzPts val="1400"/>
              <a:buFont typeface="Arial" pitchFamily="34" charset="0"/>
              <a:buChar char="•"/>
              <a:defRPr sz="1050" kern="1200">
                <a:solidFill>
                  <a:schemeClr val="accent1"/>
                </a:solidFill>
                <a:latin typeface="+mn-lt"/>
                <a:ea typeface="+mn-ea"/>
                <a:cs typeface="+mn-cs"/>
              </a:defRPr>
            </a:lvl1pPr>
            <a:lvl2pPr marL="685800" lvl="1"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2pPr>
            <a:lvl3pPr marL="1028700" lvl="2"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3pPr>
            <a:lvl4pPr marL="1371600" lvl="3"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4pPr>
            <a:lvl5pPr marL="1714500" lvl="4"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5pPr>
            <a:lvl6pPr marL="2057400" lvl="5"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6pPr>
            <a:lvl7pPr marL="2400300" lvl="6"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7pPr>
            <a:lvl8pPr marL="2743200" lvl="7"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8pPr>
            <a:lvl9pPr marL="3086100" lvl="8" indent="-238125" algn="l" defTabSz="914400" rtl="0" eaLnBrk="1" latinLnBrk="0" hangingPunct="1">
              <a:lnSpc>
                <a:spcPct val="100000"/>
              </a:lnSpc>
              <a:spcBef>
                <a:spcPts val="450"/>
              </a:spcBef>
              <a:spcAft>
                <a:spcPts val="450"/>
              </a:spcAft>
              <a:buClr>
                <a:schemeClr val="dk1"/>
              </a:buClr>
              <a:buSzPts val="1400"/>
              <a:buFont typeface="Arial" pitchFamily="34" charset="0"/>
              <a:buChar char="•"/>
              <a:defRPr sz="1050" kern="1200">
                <a:solidFill>
                  <a:schemeClr val="tx1"/>
                </a:solidFill>
                <a:latin typeface="+mn-lt"/>
                <a:ea typeface="+mn-ea"/>
                <a:cs typeface="+mn-cs"/>
              </a:defRPr>
            </a:lvl9pPr>
          </a:lstStyle>
          <a:p>
            <a:pPr marL="0" indent="0">
              <a:buNone/>
            </a:pPr>
            <a:r>
              <a:rPr lang="en-US">
                <a:solidFill>
                  <a:srgbClr val="1F2937"/>
                </a:solidFill>
                <a:latin typeface="Calibri" pitchFamily="34" charset="0"/>
                <a:ea typeface="Calibri" pitchFamily="34" charset="-122"/>
                <a:cs typeface="Calibri" pitchFamily="34" charset="-120"/>
              </a:rPr>
              <a:t>Access to NVIDIA AI software plus mentorship, workshops and bootcamps for schools and universities; plans for an AI university in India.</a:t>
            </a:r>
            <a:endParaRPr lang="en-US"/>
          </a:p>
        </p:txBody>
      </p:sp>
      <p:sp>
        <p:nvSpPr>
          <p:cNvPr id="25" name="Google Shape;17940;p2451">
            <a:extLst>
              <a:ext uri="{FF2B5EF4-FFF2-40B4-BE49-F238E27FC236}">
                <a16:creationId xmlns:a16="http://schemas.microsoft.com/office/drawing/2014/main" id="{6D413C9E-A087-AA83-6316-657A225A02E0}"/>
              </a:ext>
            </a:extLst>
          </p:cNvPr>
          <p:cNvSpPr txBox="1">
            <a:spLocks/>
          </p:cNvSpPr>
          <p:nvPr/>
        </p:nvSpPr>
        <p:spPr>
          <a:xfrm>
            <a:off x="6523520" y="1688837"/>
            <a:ext cx="2552030" cy="1417870"/>
          </a:xfrm>
          <a:prstGeom prst="rect">
            <a:avLst/>
          </a:prstGeom>
          <a:solidFill>
            <a:schemeClr val="bg1"/>
          </a:solidFill>
          <a:ln w="3175">
            <a:solidFill>
              <a:schemeClr val="bg1">
                <a:lumMod val="95000"/>
              </a:schemeClr>
            </a:solidFill>
          </a:ln>
        </p:spPr>
        <p:txBody>
          <a:bodyPr spcFirstLastPara="1" vert="horz" wrap="square" lIns="0" tIns="0" rIns="0" bIns="0" rtlCol="0" anchor="ctr" anchorCtr="0">
            <a:noAutofit/>
          </a:bodyPr>
          <a:lstStyle>
            <a:lvl1pPr marL="342900" lvl="0" indent="-238125" algn="l" defTabSz="914400" rtl="0" eaLnBrk="1" latinLnBrk="0" hangingPunct="1">
              <a:lnSpc>
                <a:spcPct val="100000"/>
              </a:lnSpc>
              <a:spcBef>
                <a:spcPts val="0"/>
              </a:spcBef>
              <a:spcAft>
                <a:spcPts val="0"/>
              </a:spcAft>
              <a:buClr>
                <a:schemeClr val="dk1"/>
              </a:buClr>
              <a:buSzPts val="1400"/>
              <a:buFont typeface="Arial" pitchFamily="34" charset="0"/>
              <a:buChar char="•"/>
              <a:defRPr sz="1050" kern="1200">
                <a:solidFill>
                  <a:schemeClr val="accent1"/>
                </a:solidFill>
                <a:latin typeface="+mn-lt"/>
                <a:ea typeface="+mn-ea"/>
                <a:cs typeface="+mn-cs"/>
              </a:defRPr>
            </a:lvl1pPr>
            <a:lvl2pPr marL="685800" lvl="1"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2pPr>
            <a:lvl3pPr marL="1028700" lvl="2"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3pPr>
            <a:lvl4pPr marL="1371600" lvl="3"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4pPr>
            <a:lvl5pPr marL="1714500" lvl="4"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5pPr>
            <a:lvl6pPr marL="2057400" lvl="5"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6pPr>
            <a:lvl7pPr marL="2400300" lvl="6"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7pPr>
            <a:lvl8pPr marL="2743200" lvl="7"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8pPr>
            <a:lvl9pPr marL="3086100" lvl="8" indent="-238125" algn="l" defTabSz="914400" rtl="0" eaLnBrk="1" latinLnBrk="0" hangingPunct="1">
              <a:lnSpc>
                <a:spcPct val="100000"/>
              </a:lnSpc>
              <a:spcBef>
                <a:spcPts val="450"/>
              </a:spcBef>
              <a:spcAft>
                <a:spcPts val="450"/>
              </a:spcAft>
              <a:buClr>
                <a:schemeClr val="dk1"/>
              </a:buClr>
              <a:buSzPts val="1400"/>
              <a:buFont typeface="Arial" pitchFamily="34" charset="0"/>
              <a:buChar char="•"/>
              <a:defRPr sz="1050" kern="1200">
                <a:solidFill>
                  <a:schemeClr val="tx1"/>
                </a:solidFill>
                <a:latin typeface="+mn-lt"/>
                <a:ea typeface="+mn-ea"/>
                <a:cs typeface="+mn-cs"/>
              </a:defRPr>
            </a:lvl9pPr>
          </a:lstStyle>
          <a:p>
            <a:pPr marL="0" indent="0">
              <a:buNone/>
            </a:pPr>
            <a:r>
              <a:rPr lang="en-US">
                <a:solidFill>
                  <a:srgbClr val="1F2937"/>
                </a:solidFill>
                <a:latin typeface="Calibri" pitchFamily="34" charset="0"/>
                <a:ea typeface="Calibri" pitchFamily="34" charset="-122"/>
                <a:cs typeface="Calibri" pitchFamily="34" charset="-120"/>
              </a:rPr>
              <a:t>$4,000+ Indian AI startups supported; partnerships with Peak XV, Accel, Z47, Elevation Capital &amp; Nexus to identify and fund new ventures.</a:t>
            </a:r>
            <a:endParaRPr lang="en-US"/>
          </a:p>
        </p:txBody>
      </p:sp>
      <p:sp>
        <p:nvSpPr>
          <p:cNvPr id="26" name="Google Shape;17940;p2451">
            <a:extLst>
              <a:ext uri="{FF2B5EF4-FFF2-40B4-BE49-F238E27FC236}">
                <a16:creationId xmlns:a16="http://schemas.microsoft.com/office/drawing/2014/main" id="{3E5BCF50-578D-316E-E222-4B14CF7F55A0}"/>
              </a:ext>
            </a:extLst>
          </p:cNvPr>
          <p:cNvSpPr txBox="1">
            <a:spLocks/>
          </p:cNvSpPr>
          <p:nvPr/>
        </p:nvSpPr>
        <p:spPr>
          <a:xfrm>
            <a:off x="9139197" y="1695945"/>
            <a:ext cx="2540969" cy="1417870"/>
          </a:xfrm>
          <a:prstGeom prst="rect">
            <a:avLst/>
          </a:prstGeom>
          <a:solidFill>
            <a:schemeClr val="bg1"/>
          </a:solidFill>
          <a:ln w="3175">
            <a:solidFill>
              <a:schemeClr val="bg1">
                <a:lumMod val="95000"/>
              </a:schemeClr>
            </a:solidFill>
          </a:ln>
        </p:spPr>
        <p:txBody>
          <a:bodyPr spcFirstLastPara="1" vert="horz" wrap="square" lIns="0" tIns="0" rIns="0" bIns="0" rtlCol="0" anchor="ctr" anchorCtr="0">
            <a:noAutofit/>
          </a:bodyPr>
          <a:lstStyle>
            <a:lvl1pPr marL="342900" lvl="0" indent="-238125" algn="l" defTabSz="914400" rtl="0" eaLnBrk="1" latinLnBrk="0" hangingPunct="1">
              <a:lnSpc>
                <a:spcPct val="100000"/>
              </a:lnSpc>
              <a:spcBef>
                <a:spcPts val="0"/>
              </a:spcBef>
              <a:spcAft>
                <a:spcPts val="0"/>
              </a:spcAft>
              <a:buClr>
                <a:schemeClr val="dk1"/>
              </a:buClr>
              <a:buSzPts val="1400"/>
              <a:buFont typeface="Arial" pitchFamily="34" charset="0"/>
              <a:buChar char="•"/>
              <a:defRPr sz="1050" kern="1200">
                <a:solidFill>
                  <a:schemeClr val="accent1"/>
                </a:solidFill>
                <a:latin typeface="+mn-lt"/>
                <a:ea typeface="+mn-ea"/>
                <a:cs typeface="+mn-cs"/>
              </a:defRPr>
            </a:lvl1pPr>
            <a:lvl2pPr marL="685800" lvl="1"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2pPr>
            <a:lvl3pPr marL="1028700" lvl="2"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3pPr>
            <a:lvl4pPr marL="1371600" lvl="3"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4pPr>
            <a:lvl5pPr marL="1714500" lvl="4"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5pPr>
            <a:lvl6pPr marL="2057400" lvl="5"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6pPr>
            <a:lvl7pPr marL="2400300" lvl="6"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7pPr>
            <a:lvl8pPr marL="2743200" lvl="7"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8pPr>
            <a:lvl9pPr marL="3086100" lvl="8" indent="-238125" algn="l" defTabSz="914400" rtl="0" eaLnBrk="1" latinLnBrk="0" hangingPunct="1">
              <a:lnSpc>
                <a:spcPct val="100000"/>
              </a:lnSpc>
              <a:spcBef>
                <a:spcPts val="450"/>
              </a:spcBef>
              <a:spcAft>
                <a:spcPts val="450"/>
              </a:spcAft>
              <a:buClr>
                <a:schemeClr val="dk1"/>
              </a:buClr>
              <a:buSzPts val="1400"/>
              <a:buFont typeface="Arial" pitchFamily="34" charset="0"/>
              <a:buChar char="•"/>
              <a:defRPr sz="1050" kern="1200">
                <a:solidFill>
                  <a:schemeClr val="tx1"/>
                </a:solidFill>
                <a:latin typeface="+mn-lt"/>
                <a:ea typeface="+mn-ea"/>
                <a:cs typeface="+mn-cs"/>
              </a:defRPr>
            </a:lvl9pPr>
          </a:lstStyle>
          <a:p>
            <a:pPr marL="0" indent="0">
              <a:buNone/>
            </a:pPr>
            <a:r>
              <a:rPr lang="en-US">
                <a:solidFill>
                  <a:srgbClr val="1F2937"/>
                </a:solidFill>
                <a:latin typeface="Calibri" pitchFamily="34" charset="0"/>
                <a:ea typeface="Calibri" pitchFamily="34" charset="-122"/>
                <a:cs typeface="Calibri" pitchFamily="34" charset="-120"/>
              </a:rPr>
              <a:t>India Deep Tech Alliance, AI Grants India (10,000+ founders) and Activate - reaching founders even pre-incorporation.</a:t>
            </a:r>
            <a:endParaRPr lang="en-US"/>
          </a:p>
        </p:txBody>
      </p:sp>
      <p:graphicFrame>
        <p:nvGraphicFramePr>
          <p:cNvPr id="18" name="Table 0">
            <a:extLst>
              <a:ext uri="{FF2B5EF4-FFF2-40B4-BE49-F238E27FC236}">
                <a16:creationId xmlns:a16="http://schemas.microsoft.com/office/drawing/2014/main" id="{C4056A9E-62D2-582E-4874-2BD785E4917B}"/>
              </a:ext>
            </a:extLst>
          </p:cNvPr>
          <p:cNvGraphicFramePr>
            <a:graphicFrameLocks noGrp="1"/>
          </p:cNvGraphicFramePr>
          <p:nvPr>
            <p:extLst>
              <p:ext uri="{D42A27DB-BD31-4B8C-83A1-F6EECF244321}">
                <p14:modId xmlns:p14="http://schemas.microsoft.com/office/powerpoint/2010/main" val="75205057"/>
              </p:ext>
            </p:extLst>
          </p:nvPr>
        </p:nvGraphicFramePr>
        <p:xfrm>
          <a:off x="641165" y="3291231"/>
          <a:ext cx="11039301" cy="1437640"/>
        </p:xfrm>
        <a:graphic>
          <a:graphicData uri="http://schemas.openxmlformats.org/drawingml/2006/table">
            <a:tbl>
              <a:tblPr/>
              <a:tblGrid>
                <a:gridCol w="3369137">
                  <a:extLst>
                    <a:ext uri="{9D8B030D-6E8A-4147-A177-3AD203B41FA5}">
                      <a16:colId xmlns:a16="http://schemas.microsoft.com/office/drawing/2014/main" val="20000"/>
                    </a:ext>
                  </a:extLst>
                </a:gridCol>
                <a:gridCol w="2795668">
                  <a:extLst>
                    <a:ext uri="{9D8B030D-6E8A-4147-A177-3AD203B41FA5}">
                      <a16:colId xmlns:a16="http://schemas.microsoft.com/office/drawing/2014/main" val="20001"/>
                    </a:ext>
                  </a:extLst>
                </a:gridCol>
                <a:gridCol w="4874496">
                  <a:extLst>
                    <a:ext uri="{9D8B030D-6E8A-4147-A177-3AD203B41FA5}">
                      <a16:colId xmlns:a16="http://schemas.microsoft.com/office/drawing/2014/main" val="20002"/>
                    </a:ext>
                  </a:extLst>
                </a:gridCol>
              </a:tblGrid>
              <a:tr h="0">
                <a:tc>
                  <a:txBody>
                    <a:bodyPr/>
                    <a:lstStyle/>
                    <a:p>
                      <a:pPr marL="0" indent="0">
                        <a:buNone/>
                      </a:pPr>
                      <a:r>
                        <a:rPr lang="en-US" sz="1100" b="1" dirty="0">
                          <a:solidFill>
                            <a:srgbClr val="FFFFFF"/>
                          </a:solidFill>
                        </a:rPr>
                        <a:t>Use Case</a:t>
                      </a:r>
                      <a:endParaRPr lang="en-US" sz="1100" dirty="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3"/>
                    </a:solidFill>
                  </a:tcPr>
                </a:tc>
                <a:tc>
                  <a:txBody>
                    <a:bodyPr/>
                    <a:lstStyle/>
                    <a:p>
                      <a:pPr marL="0" indent="0">
                        <a:buNone/>
                      </a:pPr>
                      <a:r>
                        <a:rPr lang="en-US" sz="1100" b="1">
                          <a:solidFill>
                            <a:srgbClr val="FFFFFF"/>
                          </a:solidFill>
                        </a:rPr>
                        <a:t>Sector / Department</a:t>
                      </a:r>
                      <a:endParaRPr lang="en-US" sz="110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3"/>
                    </a:solidFill>
                  </a:tcPr>
                </a:tc>
                <a:tc>
                  <a:txBody>
                    <a:bodyPr/>
                    <a:lstStyle/>
                    <a:p>
                      <a:pPr marL="0" indent="0">
                        <a:buNone/>
                      </a:pPr>
                      <a:r>
                        <a:rPr lang="en-US" sz="1100" b="1">
                          <a:solidFill>
                            <a:srgbClr val="FFFFFF"/>
                          </a:solidFill>
                        </a:rPr>
                        <a:t>Outcome / Scale</a:t>
                      </a:r>
                      <a:endParaRPr lang="en-US" sz="110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3"/>
                    </a:solidFill>
                  </a:tcPr>
                </a:tc>
                <a:extLst>
                  <a:ext uri="{0D108BD9-81ED-4DB2-BD59-A6C34878D82A}">
                    <a16:rowId xmlns:a16="http://schemas.microsoft.com/office/drawing/2014/main" val="10000"/>
                  </a:ext>
                </a:extLst>
              </a:tr>
              <a:tr h="179770">
                <a:tc>
                  <a:txBody>
                    <a:bodyPr/>
                    <a:lstStyle/>
                    <a:p>
                      <a:pPr marL="0" indent="0">
                        <a:buNone/>
                      </a:pPr>
                      <a:r>
                        <a:rPr lang="en-US" sz="1000" b="1" kern="1200" dirty="0">
                          <a:solidFill>
                            <a:srgbClr val="222A28"/>
                          </a:solidFill>
                          <a:latin typeface="+mn-lt"/>
                          <a:ea typeface="+mn-ea"/>
                          <a:cs typeface="+mn-cs"/>
                        </a:rPr>
                        <a:t>AI based Agriculture advisory</a:t>
                      </a:r>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US" sz="950" i="0" dirty="0" err="1">
                          <a:solidFill>
                            <a:srgbClr val="5B6670"/>
                          </a:solidFill>
                        </a:rPr>
                        <a:t>GoI</a:t>
                      </a:r>
                      <a:endParaRPr lang="en-US" sz="950" i="0" dirty="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IN" sz="1000"/>
                        <a:t>Crop intelligence, AI-based advisory systems using NVIDIA stack</a:t>
                      </a:r>
                      <a:endParaRPr lang="en-US" sz="95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3"/>
                  </a:ext>
                </a:extLst>
              </a:tr>
              <a:tr h="186774">
                <a:tc>
                  <a:txBody>
                    <a:bodyPr/>
                    <a:lstStyle/>
                    <a:p>
                      <a:pPr marL="0" indent="0">
                        <a:buNone/>
                      </a:pPr>
                      <a:r>
                        <a:rPr lang="en-US" sz="1000" b="1" kern="1200">
                          <a:solidFill>
                            <a:srgbClr val="222A28"/>
                          </a:solidFill>
                          <a:latin typeface="+mn-lt"/>
                          <a:ea typeface="+mn-ea"/>
                          <a:cs typeface="+mn-cs"/>
                        </a:rPr>
                        <a:t>A</a:t>
                      </a:r>
                      <a:r>
                        <a:rPr lang="en-IN" sz="1000" b="1" kern="1200">
                          <a:solidFill>
                            <a:srgbClr val="222A28"/>
                          </a:solidFill>
                          <a:latin typeface="+mn-lt"/>
                          <a:ea typeface="+mn-ea"/>
                          <a:cs typeface="+mn-cs"/>
                        </a:rPr>
                        <a:t>I enabled monitoring</a:t>
                      </a:r>
                      <a:endParaRPr lang="en-US" sz="1000" b="1" kern="1200">
                        <a:solidFill>
                          <a:srgbClr val="222A28"/>
                        </a:solidFill>
                        <a:latin typeface="+mn-lt"/>
                        <a:ea typeface="+mn-ea"/>
                        <a:cs typeface="+mn-cs"/>
                      </a:endParaRPr>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lgn="l" defTabSz="914400" rtl="0" eaLnBrk="1" latinLnBrk="0" hangingPunct="1">
                        <a:buNone/>
                      </a:pPr>
                      <a:r>
                        <a:rPr lang="en-IN" sz="950" i="0" kern="1200" dirty="0">
                          <a:solidFill>
                            <a:srgbClr val="5B6670"/>
                          </a:solidFill>
                          <a:latin typeface="+mn-lt"/>
                          <a:ea typeface="+mn-ea"/>
                          <a:cs typeface="+mn-cs"/>
                        </a:rPr>
                        <a:t>Smart Cities</a:t>
                      </a:r>
                      <a:endParaRPr lang="en-US" sz="950" i="0" kern="1200" dirty="0">
                        <a:solidFill>
                          <a:srgbClr val="5B6670"/>
                        </a:solidFill>
                        <a:latin typeface="+mn-lt"/>
                        <a:ea typeface="+mn-ea"/>
                        <a:cs typeface="+mn-cs"/>
                      </a:endParaRPr>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IN" sz="1000"/>
                        <a:t>Computer vision, traffic analytics, public safety analytics</a:t>
                      </a:r>
                      <a:endParaRPr lang="en-US" sz="95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186774">
                <a:tc>
                  <a:txBody>
                    <a:bodyPr/>
                    <a:lstStyle/>
                    <a:p>
                      <a:pPr marL="0" indent="0">
                        <a:buNone/>
                      </a:pPr>
                      <a:r>
                        <a:rPr lang="en-US" sz="1000" b="1" kern="1200" dirty="0">
                          <a:solidFill>
                            <a:srgbClr val="222A28"/>
                          </a:solidFill>
                          <a:latin typeface="+mn-lt"/>
                          <a:ea typeface="+mn-ea"/>
                          <a:cs typeface="+mn-cs"/>
                        </a:rPr>
                        <a:t>AI enabled diagnostics</a:t>
                      </a:r>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US" sz="950" i="0" dirty="0" err="1">
                          <a:solidFill>
                            <a:srgbClr val="5B6670"/>
                          </a:solidFill>
                        </a:rPr>
                        <a:t>GoI</a:t>
                      </a:r>
                      <a:r>
                        <a:rPr lang="en-US" sz="950" i="0" dirty="0">
                          <a:solidFill>
                            <a:srgbClr val="5B6670"/>
                          </a:solidFill>
                        </a:rPr>
                        <a:t> - Healthcare</a:t>
                      </a:r>
                      <a:endParaRPr lang="en-US" sz="950" i="0" dirty="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IN" sz="1000"/>
                        <a:t>Medical imaging AI, diagnostics, clinical decision-support research</a:t>
                      </a:r>
                      <a:endParaRPr lang="en-US" sz="95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5"/>
                  </a:ext>
                </a:extLst>
              </a:tr>
              <a:tr h="186774">
                <a:tc>
                  <a:txBody>
                    <a:bodyPr/>
                    <a:lstStyle/>
                    <a:p>
                      <a:pPr marL="0" indent="0">
                        <a:buNone/>
                      </a:pPr>
                      <a:r>
                        <a:rPr lang="en-US" sz="1000" b="1" kern="1200">
                          <a:solidFill>
                            <a:srgbClr val="222A28"/>
                          </a:solidFill>
                          <a:latin typeface="+mn-lt"/>
                          <a:ea typeface="+mn-ea"/>
                          <a:cs typeface="+mn-cs"/>
                        </a:rPr>
                        <a:t>Gen AI enabled language initiatives</a:t>
                      </a:r>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US" sz="950" i="0" dirty="0" err="1">
                          <a:solidFill>
                            <a:srgbClr val="5B6670"/>
                          </a:solidFill>
                        </a:rPr>
                        <a:t>GoI</a:t>
                      </a:r>
                      <a:endParaRPr lang="en-US" sz="950" i="0" dirty="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IN" sz="1000" dirty="0"/>
                        <a:t>Indian language AI, multilingual assistants, speech and translation models using NVIDIA </a:t>
                      </a:r>
                      <a:r>
                        <a:rPr lang="en-IN" sz="1000" dirty="0" err="1"/>
                        <a:t>NeMo</a:t>
                      </a:r>
                      <a:r>
                        <a:rPr lang="en-IN" sz="1000" dirty="0"/>
                        <a:t>, NIM, GPU infrastructure</a:t>
                      </a:r>
                      <a:endParaRPr lang="en-US" sz="950" dirty="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866867235"/>
                  </a:ext>
                </a:extLst>
              </a:tr>
            </a:tbl>
          </a:graphicData>
        </a:graphic>
      </p:graphicFrame>
      <p:sp>
        <p:nvSpPr>
          <p:cNvPr id="40" name="Text 28">
            <a:extLst>
              <a:ext uri="{FF2B5EF4-FFF2-40B4-BE49-F238E27FC236}">
                <a16:creationId xmlns:a16="http://schemas.microsoft.com/office/drawing/2014/main" id="{13FB3753-2F6F-4F6D-B79D-F964A70950E4}"/>
              </a:ext>
            </a:extLst>
          </p:cNvPr>
          <p:cNvSpPr/>
          <p:nvPr/>
        </p:nvSpPr>
        <p:spPr>
          <a:xfrm>
            <a:off x="457200" y="4892040"/>
            <a:ext cx="5486400" cy="274320"/>
          </a:xfrm>
          <a:prstGeom prst="rect">
            <a:avLst/>
          </a:prstGeom>
          <a:noFill/>
          <a:ln/>
        </p:spPr>
        <p:txBody>
          <a:bodyPr wrap="square" lIns="0" tIns="0" rIns="0" bIns="0" rtlCol="0" anchor="ctr"/>
          <a:lstStyle/>
          <a:p>
            <a:pPr marL="0" indent="0">
              <a:buNone/>
            </a:pPr>
            <a:r>
              <a:rPr lang="en-US" sz="1050" b="1" kern="0" spc="150">
                <a:solidFill>
                  <a:srgbClr val="5B6670"/>
                </a:solidFill>
                <a:latin typeface="Calibri" pitchFamily="34" charset="0"/>
                <a:ea typeface="Calibri" pitchFamily="34" charset="-122"/>
                <a:cs typeface="Calibri" pitchFamily="34" charset="-120"/>
              </a:rPr>
              <a:t>STRATEGIC PILLARS</a:t>
            </a:r>
            <a:endParaRPr lang="en-US" sz="1050"/>
          </a:p>
        </p:txBody>
      </p:sp>
      <p:sp>
        <p:nvSpPr>
          <p:cNvPr id="41" name="Shape 29">
            <a:extLst>
              <a:ext uri="{FF2B5EF4-FFF2-40B4-BE49-F238E27FC236}">
                <a16:creationId xmlns:a16="http://schemas.microsoft.com/office/drawing/2014/main" id="{52956D89-E1BD-F30E-9293-7FA711AF97DB}"/>
              </a:ext>
            </a:extLst>
          </p:cNvPr>
          <p:cNvSpPr/>
          <p:nvPr/>
        </p:nvSpPr>
        <p:spPr>
          <a:xfrm>
            <a:off x="457200" y="5193792"/>
            <a:ext cx="11274552" cy="0"/>
          </a:xfrm>
          <a:prstGeom prst="line">
            <a:avLst/>
          </a:prstGeom>
          <a:noFill/>
          <a:ln w="9525">
            <a:solidFill>
              <a:srgbClr val="C7CCC9"/>
            </a:solidFill>
            <a:prstDash val="solid"/>
          </a:ln>
        </p:spPr>
        <p:txBody>
          <a:bodyPr/>
          <a:lstStyle/>
          <a:p>
            <a:endParaRPr lang="en-IN"/>
          </a:p>
        </p:txBody>
      </p:sp>
      <p:sp>
        <p:nvSpPr>
          <p:cNvPr id="42" name="Shape 30">
            <a:extLst>
              <a:ext uri="{FF2B5EF4-FFF2-40B4-BE49-F238E27FC236}">
                <a16:creationId xmlns:a16="http://schemas.microsoft.com/office/drawing/2014/main" id="{410BAF20-B95B-AA94-1AF5-A4B7740FE99A}"/>
              </a:ext>
            </a:extLst>
          </p:cNvPr>
          <p:cNvSpPr/>
          <p:nvPr/>
        </p:nvSpPr>
        <p:spPr>
          <a:xfrm>
            <a:off x="457200" y="5394960"/>
            <a:ext cx="457200" cy="457200"/>
          </a:xfrm>
          <a:prstGeom prst="ellipse">
            <a:avLst/>
          </a:prstGeom>
          <a:solidFill>
            <a:schemeClr val="bg1">
              <a:lumMod val="85000"/>
            </a:schemeClr>
          </a:solidFill>
          <a:ln/>
        </p:spPr>
        <p:txBody>
          <a:bodyPr/>
          <a:lstStyle/>
          <a:p>
            <a:endParaRPr lang="en-IN"/>
          </a:p>
        </p:txBody>
      </p:sp>
      <p:pic>
        <p:nvPicPr>
          <p:cNvPr id="43" name="Image 1" descr="preencoded.png">
            <a:extLst>
              <a:ext uri="{FF2B5EF4-FFF2-40B4-BE49-F238E27FC236}">
                <a16:creationId xmlns:a16="http://schemas.microsoft.com/office/drawing/2014/main" id="{F9879305-ADEF-8192-2F87-A597B560489B}"/>
              </a:ext>
            </a:extLst>
          </p:cNvPr>
          <p:cNvPicPr>
            <a:picLocks noChangeAspect="1"/>
          </p:cNvPicPr>
          <p:nvPr/>
        </p:nvPicPr>
        <p:blipFill>
          <a:blip r:embed="rId2"/>
          <a:stretch>
            <a:fillRect/>
          </a:stretch>
        </p:blipFill>
        <p:spPr>
          <a:xfrm>
            <a:off x="576072" y="5513832"/>
            <a:ext cx="219456" cy="219456"/>
          </a:xfrm>
          <a:prstGeom prst="rect">
            <a:avLst/>
          </a:prstGeom>
        </p:spPr>
      </p:pic>
      <p:sp>
        <p:nvSpPr>
          <p:cNvPr id="44" name="Text 31">
            <a:extLst>
              <a:ext uri="{FF2B5EF4-FFF2-40B4-BE49-F238E27FC236}">
                <a16:creationId xmlns:a16="http://schemas.microsoft.com/office/drawing/2014/main" id="{00C3513C-8782-DD54-1E8E-16C748498108}"/>
              </a:ext>
            </a:extLst>
          </p:cNvPr>
          <p:cNvSpPr/>
          <p:nvPr/>
        </p:nvSpPr>
        <p:spPr>
          <a:xfrm>
            <a:off x="1024128" y="5376672"/>
            <a:ext cx="3072384" cy="274320"/>
          </a:xfrm>
          <a:prstGeom prst="rect">
            <a:avLst/>
          </a:prstGeom>
          <a:noFill/>
          <a:ln/>
        </p:spPr>
        <p:txBody>
          <a:bodyPr wrap="square" lIns="0" tIns="0" rIns="0" bIns="0" rtlCol="0" anchor="ctr"/>
          <a:lstStyle/>
          <a:p>
            <a:pPr marL="0" indent="0">
              <a:buNone/>
            </a:pPr>
            <a:r>
              <a:rPr lang="en-US" sz="1150" b="1">
                <a:solidFill>
                  <a:srgbClr val="1B4332"/>
                </a:solidFill>
                <a:latin typeface="Calibri" pitchFamily="34" charset="0"/>
                <a:ea typeface="Calibri" pitchFamily="34" charset="-122"/>
                <a:cs typeface="Calibri" pitchFamily="34" charset="-120"/>
              </a:rPr>
              <a:t>Sovereign Compute Infrastructure</a:t>
            </a:r>
            <a:endParaRPr lang="en-US" sz="1150"/>
          </a:p>
        </p:txBody>
      </p:sp>
      <p:sp>
        <p:nvSpPr>
          <p:cNvPr id="54" name="Text 32">
            <a:extLst>
              <a:ext uri="{FF2B5EF4-FFF2-40B4-BE49-F238E27FC236}">
                <a16:creationId xmlns:a16="http://schemas.microsoft.com/office/drawing/2014/main" id="{136DA910-0E25-F12A-7B83-B8339BA6A7BD}"/>
              </a:ext>
            </a:extLst>
          </p:cNvPr>
          <p:cNvSpPr/>
          <p:nvPr/>
        </p:nvSpPr>
        <p:spPr>
          <a:xfrm>
            <a:off x="1024128" y="5650992"/>
            <a:ext cx="3072384" cy="640080"/>
          </a:xfrm>
          <a:prstGeom prst="rect">
            <a:avLst/>
          </a:prstGeom>
          <a:noFill/>
          <a:ln/>
        </p:spPr>
        <p:txBody>
          <a:bodyPr wrap="square" lIns="0" tIns="0" rIns="0" bIns="0" rtlCol="0" anchor="t"/>
          <a:lstStyle/>
          <a:p>
            <a:pPr marL="0" indent="0">
              <a:buNone/>
            </a:pPr>
            <a:r>
              <a:rPr lang="en-US" sz="930">
                <a:solidFill>
                  <a:srgbClr val="222A28"/>
                </a:solidFill>
                <a:latin typeface="Calibri" pitchFamily="34" charset="0"/>
                <a:ea typeface="Calibri" pitchFamily="34" charset="-122"/>
                <a:cs typeface="Calibri" pitchFamily="34" charset="-120"/>
              </a:rPr>
              <a:t>Tens of thousands of Blackwell/H100 GPUs hosted via Yotta, E2E Networks, Netweb.</a:t>
            </a:r>
            <a:endParaRPr lang="en-US" sz="930"/>
          </a:p>
        </p:txBody>
      </p:sp>
      <p:sp>
        <p:nvSpPr>
          <p:cNvPr id="55" name="Shape 33">
            <a:extLst>
              <a:ext uri="{FF2B5EF4-FFF2-40B4-BE49-F238E27FC236}">
                <a16:creationId xmlns:a16="http://schemas.microsoft.com/office/drawing/2014/main" id="{01A61151-37AE-2AE5-6304-D2B6242272E7}"/>
              </a:ext>
            </a:extLst>
          </p:cNvPr>
          <p:cNvSpPr/>
          <p:nvPr/>
        </p:nvSpPr>
        <p:spPr>
          <a:xfrm>
            <a:off x="4215384" y="5394960"/>
            <a:ext cx="457200" cy="457200"/>
          </a:xfrm>
          <a:prstGeom prst="ellipse">
            <a:avLst/>
          </a:prstGeom>
          <a:solidFill>
            <a:schemeClr val="bg1">
              <a:lumMod val="85000"/>
            </a:schemeClr>
          </a:solidFill>
          <a:ln/>
        </p:spPr>
        <p:txBody>
          <a:bodyPr/>
          <a:lstStyle/>
          <a:p>
            <a:endParaRPr lang="en-IN"/>
          </a:p>
        </p:txBody>
      </p:sp>
      <p:pic>
        <p:nvPicPr>
          <p:cNvPr id="56" name="Image 2" descr="preencoded.png">
            <a:extLst>
              <a:ext uri="{FF2B5EF4-FFF2-40B4-BE49-F238E27FC236}">
                <a16:creationId xmlns:a16="http://schemas.microsoft.com/office/drawing/2014/main" id="{22320D41-2C57-F635-6E7E-3B611563BBE9}"/>
              </a:ext>
            </a:extLst>
          </p:cNvPr>
          <p:cNvPicPr>
            <a:picLocks noChangeAspect="1"/>
          </p:cNvPicPr>
          <p:nvPr/>
        </p:nvPicPr>
        <p:blipFill>
          <a:blip r:embed="rId3"/>
          <a:stretch>
            <a:fillRect/>
          </a:stretch>
        </p:blipFill>
        <p:spPr>
          <a:xfrm>
            <a:off x="4334256" y="5513832"/>
            <a:ext cx="219456" cy="219456"/>
          </a:xfrm>
          <a:prstGeom prst="rect">
            <a:avLst/>
          </a:prstGeom>
        </p:spPr>
      </p:pic>
      <p:sp>
        <p:nvSpPr>
          <p:cNvPr id="57" name="Text 34">
            <a:extLst>
              <a:ext uri="{FF2B5EF4-FFF2-40B4-BE49-F238E27FC236}">
                <a16:creationId xmlns:a16="http://schemas.microsoft.com/office/drawing/2014/main" id="{84EB1079-D942-FDDD-4EA8-622F78D78DA0}"/>
              </a:ext>
            </a:extLst>
          </p:cNvPr>
          <p:cNvSpPr/>
          <p:nvPr/>
        </p:nvSpPr>
        <p:spPr>
          <a:xfrm>
            <a:off x="4782312" y="5376672"/>
            <a:ext cx="3072384" cy="274320"/>
          </a:xfrm>
          <a:prstGeom prst="rect">
            <a:avLst/>
          </a:prstGeom>
          <a:noFill/>
          <a:ln/>
        </p:spPr>
        <p:txBody>
          <a:bodyPr wrap="square" lIns="0" tIns="0" rIns="0" bIns="0" rtlCol="0" anchor="ctr"/>
          <a:lstStyle/>
          <a:p>
            <a:pPr marL="0" indent="0">
              <a:buNone/>
            </a:pPr>
            <a:r>
              <a:rPr lang="en-US" sz="1150" b="1">
                <a:solidFill>
                  <a:srgbClr val="1B4332"/>
                </a:solidFill>
                <a:latin typeface="Calibri" pitchFamily="34" charset="0"/>
                <a:ea typeface="Calibri" pitchFamily="34" charset="-122"/>
                <a:cs typeface="Calibri" pitchFamily="34" charset="-120"/>
              </a:rPr>
              <a:t>National Research Partnership</a:t>
            </a:r>
            <a:endParaRPr lang="en-US" sz="1150"/>
          </a:p>
        </p:txBody>
      </p:sp>
      <p:sp>
        <p:nvSpPr>
          <p:cNvPr id="58" name="Text 35">
            <a:extLst>
              <a:ext uri="{FF2B5EF4-FFF2-40B4-BE49-F238E27FC236}">
                <a16:creationId xmlns:a16="http://schemas.microsoft.com/office/drawing/2014/main" id="{F991FAE8-13DE-8ADF-3A13-BD96179F838A}"/>
              </a:ext>
            </a:extLst>
          </p:cNvPr>
          <p:cNvSpPr/>
          <p:nvPr/>
        </p:nvSpPr>
        <p:spPr>
          <a:xfrm>
            <a:off x="4782312" y="5650992"/>
            <a:ext cx="3072384" cy="640080"/>
          </a:xfrm>
          <a:prstGeom prst="rect">
            <a:avLst/>
          </a:prstGeom>
          <a:noFill/>
          <a:ln/>
        </p:spPr>
        <p:txBody>
          <a:bodyPr wrap="square" lIns="0" tIns="0" rIns="0" bIns="0" rtlCol="0" anchor="t"/>
          <a:lstStyle/>
          <a:p>
            <a:pPr marL="0" indent="0">
              <a:buNone/>
            </a:pPr>
            <a:r>
              <a:rPr lang="en-US" sz="930">
                <a:solidFill>
                  <a:srgbClr val="222A28"/>
                </a:solidFill>
                <a:latin typeface="Calibri" pitchFamily="34" charset="0"/>
                <a:ea typeface="Calibri" pitchFamily="34" charset="-122"/>
                <a:cs typeface="Calibri" pitchFamily="34" charset="-120"/>
              </a:rPr>
              <a:t>Anusandhan National Research Foundation collaboration for schools &amp; universities; AI university planned.</a:t>
            </a:r>
            <a:endParaRPr lang="en-US" sz="930"/>
          </a:p>
        </p:txBody>
      </p:sp>
      <p:sp>
        <p:nvSpPr>
          <p:cNvPr id="59" name="Shape 36">
            <a:extLst>
              <a:ext uri="{FF2B5EF4-FFF2-40B4-BE49-F238E27FC236}">
                <a16:creationId xmlns:a16="http://schemas.microsoft.com/office/drawing/2014/main" id="{9849AA2D-1B18-69D8-D9C8-E9671DB9041C}"/>
              </a:ext>
            </a:extLst>
          </p:cNvPr>
          <p:cNvSpPr/>
          <p:nvPr/>
        </p:nvSpPr>
        <p:spPr>
          <a:xfrm>
            <a:off x="7973568" y="5394960"/>
            <a:ext cx="457200" cy="457200"/>
          </a:xfrm>
          <a:prstGeom prst="ellipse">
            <a:avLst/>
          </a:prstGeom>
          <a:solidFill>
            <a:schemeClr val="bg1">
              <a:lumMod val="85000"/>
            </a:schemeClr>
          </a:solidFill>
          <a:ln/>
        </p:spPr>
        <p:txBody>
          <a:bodyPr/>
          <a:lstStyle/>
          <a:p>
            <a:endParaRPr lang="en-IN"/>
          </a:p>
        </p:txBody>
      </p:sp>
      <p:pic>
        <p:nvPicPr>
          <p:cNvPr id="60" name="Image 3" descr="preencoded.png">
            <a:extLst>
              <a:ext uri="{FF2B5EF4-FFF2-40B4-BE49-F238E27FC236}">
                <a16:creationId xmlns:a16="http://schemas.microsoft.com/office/drawing/2014/main" id="{720E9787-F9D9-7E33-3A7D-45E80C8D8F3F}"/>
              </a:ext>
            </a:extLst>
          </p:cNvPr>
          <p:cNvPicPr>
            <a:picLocks noChangeAspect="1"/>
          </p:cNvPicPr>
          <p:nvPr/>
        </p:nvPicPr>
        <p:blipFill>
          <a:blip r:embed="rId4"/>
          <a:stretch>
            <a:fillRect/>
          </a:stretch>
        </p:blipFill>
        <p:spPr>
          <a:xfrm>
            <a:off x="8092440" y="5513832"/>
            <a:ext cx="219456" cy="219456"/>
          </a:xfrm>
          <a:prstGeom prst="rect">
            <a:avLst/>
          </a:prstGeom>
        </p:spPr>
      </p:pic>
      <p:sp>
        <p:nvSpPr>
          <p:cNvPr id="61" name="Text 37">
            <a:extLst>
              <a:ext uri="{FF2B5EF4-FFF2-40B4-BE49-F238E27FC236}">
                <a16:creationId xmlns:a16="http://schemas.microsoft.com/office/drawing/2014/main" id="{BF1392D4-9530-A9F6-EECE-0A54FC986FD5}"/>
              </a:ext>
            </a:extLst>
          </p:cNvPr>
          <p:cNvSpPr/>
          <p:nvPr/>
        </p:nvSpPr>
        <p:spPr>
          <a:xfrm>
            <a:off x="8540496" y="5376672"/>
            <a:ext cx="3072384" cy="274320"/>
          </a:xfrm>
          <a:prstGeom prst="rect">
            <a:avLst/>
          </a:prstGeom>
          <a:noFill/>
          <a:ln/>
        </p:spPr>
        <p:txBody>
          <a:bodyPr wrap="square" lIns="0" tIns="0" rIns="0" bIns="0" rtlCol="0" anchor="ctr"/>
          <a:lstStyle/>
          <a:p>
            <a:pPr marL="0" indent="0">
              <a:buNone/>
            </a:pPr>
            <a:r>
              <a:rPr lang="en-US" sz="1150" b="1">
                <a:solidFill>
                  <a:srgbClr val="1B4332"/>
                </a:solidFill>
                <a:latin typeface="Calibri" pitchFamily="34" charset="0"/>
                <a:ea typeface="Calibri" pitchFamily="34" charset="-122"/>
                <a:cs typeface="Calibri" pitchFamily="34" charset="-120"/>
              </a:rPr>
              <a:t>Startup &amp; Founder Ecosystem</a:t>
            </a:r>
            <a:endParaRPr lang="en-US" sz="1150"/>
          </a:p>
        </p:txBody>
      </p:sp>
      <p:sp>
        <p:nvSpPr>
          <p:cNvPr id="62" name="Text 38">
            <a:extLst>
              <a:ext uri="{FF2B5EF4-FFF2-40B4-BE49-F238E27FC236}">
                <a16:creationId xmlns:a16="http://schemas.microsoft.com/office/drawing/2014/main" id="{D5B401FC-EA84-79A9-A801-A7F9488D200C}"/>
              </a:ext>
            </a:extLst>
          </p:cNvPr>
          <p:cNvSpPr/>
          <p:nvPr/>
        </p:nvSpPr>
        <p:spPr>
          <a:xfrm>
            <a:off x="8540496" y="5650992"/>
            <a:ext cx="3072384" cy="640080"/>
          </a:xfrm>
          <a:prstGeom prst="rect">
            <a:avLst/>
          </a:prstGeom>
          <a:noFill/>
          <a:ln/>
        </p:spPr>
        <p:txBody>
          <a:bodyPr wrap="square" lIns="0" tIns="0" rIns="0" bIns="0" rtlCol="0" anchor="t"/>
          <a:lstStyle/>
          <a:p>
            <a:pPr marL="0" indent="0">
              <a:buNone/>
            </a:pPr>
            <a:r>
              <a:rPr lang="en-US" sz="930">
                <a:solidFill>
                  <a:srgbClr val="222A28"/>
                </a:solidFill>
                <a:latin typeface="Calibri" pitchFamily="34" charset="0"/>
                <a:ea typeface="Calibri" pitchFamily="34" charset="-122"/>
                <a:cs typeface="Calibri" pitchFamily="34" charset="-120"/>
              </a:rPr>
              <a:t>Inception, India Deep Tech Alliance, AI Grants India &amp; Activate reach founders pre-incorporation.</a:t>
            </a:r>
            <a:endParaRPr lang="en-US" sz="930"/>
          </a:p>
        </p:txBody>
      </p:sp>
    </p:spTree>
    <p:extLst>
      <p:ext uri="{BB962C8B-B14F-4D97-AF65-F5344CB8AC3E}">
        <p14:creationId xmlns:p14="http://schemas.microsoft.com/office/powerpoint/2010/main" val="23885430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60A23-C9B1-A38E-419D-3801E9770E3B}"/>
            </a:ext>
          </a:extLst>
        </p:cNvPr>
        <p:cNvGrpSpPr/>
        <p:nvPr/>
      </p:nvGrpSpPr>
      <p:grpSpPr>
        <a:xfrm>
          <a:off x="0" y="0"/>
          <a:ext cx="0" cy="0"/>
          <a:chOff x="0" y="0"/>
          <a:chExt cx="0" cy="0"/>
        </a:xfrm>
      </p:grpSpPr>
      <p:sp>
        <p:nvSpPr>
          <p:cNvPr id="3" name="Text 3">
            <a:extLst>
              <a:ext uri="{FF2B5EF4-FFF2-40B4-BE49-F238E27FC236}">
                <a16:creationId xmlns:a16="http://schemas.microsoft.com/office/drawing/2014/main" id="{DB8EAB70-68A1-FE56-B5FB-A8457D2DDA64}"/>
              </a:ext>
            </a:extLst>
          </p:cNvPr>
          <p:cNvSpPr/>
          <p:nvPr/>
        </p:nvSpPr>
        <p:spPr>
          <a:xfrm>
            <a:off x="495157" y="353683"/>
            <a:ext cx="10360152"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err="1">
                <a:ln>
                  <a:noFill/>
                </a:ln>
                <a:solidFill>
                  <a:prstClr val="black"/>
                </a:solidFill>
                <a:effectLst/>
                <a:uLnTx/>
                <a:uFillTx/>
                <a:latin typeface="Cambria"/>
                <a:ea typeface="Cambria"/>
                <a:cs typeface="+mn-cs"/>
              </a:rPr>
              <a:t>BharatGen</a:t>
            </a:r>
            <a:r>
              <a:rPr kumimoji="0" lang="en-US" sz="2200" b="1" i="0" u="none" strike="noStrike" kern="1200" cap="none" spc="0" normalizeH="0" baseline="0" noProof="0" dirty="0">
                <a:ln>
                  <a:noFill/>
                </a:ln>
                <a:solidFill>
                  <a:prstClr val="black"/>
                </a:solidFill>
                <a:effectLst/>
                <a:uLnTx/>
                <a:uFillTx/>
                <a:latin typeface="Cambria"/>
                <a:ea typeface="Cambria"/>
                <a:cs typeface="+mn-cs"/>
              </a:rPr>
              <a:t> – Work with Indian Government </a:t>
            </a:r>
            <a:endParaRPr kumimoji="0" lang="en-US" sz="2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cxnSp>
        <p:nvCxnSpPr>
          <p:cNvPr id="4" name="Google Shape;17933;p2451">
            <a:extLst>
              <a:ext uri="{FF2B5EF4-FFF2-40B4-BE49-F238E27FC236}">
                <a16:creationId xmlns:a16="http://schemas.microsoft.com/office/drawing/2014/main" id="{3CB8A8B7-FDB3-FF5F-81E6-58FE9655E4DE}"/>
              </a:ext>
            </a:extLst>
          </p:cNvPr>
          <p:cNvCxnSpPr>
            <a:cxnSpLocks/>
          </p:cNvCxnSpPr>
          <p:nvPr/>
        </p:nvCxnSpPr>
        <p:spPr>
          <a:xfrm>
            <a:off x="2585348" y="1422421"/>
            <a:ext cx="8575442" cy="1"/>
          </a:xfrm>
          <a:prstGeom prst="straightConnector1">
            <a:avLst/>
          </a:prstGeom>
          <a:noFill/>
          <a:ln w="152400" cap="flat" cmpd="sng">
            <a:solidFill>
              <a:srgbClr val="999999"/>
            </a:solidFill>
            <a:prstDash val="solid"/>
            <a:round/>
            <a:headEnd type="none" w="med" len="med"/>
            <a:tailEnd type="none" w="med" len="med"/>
          </a:ln>
        </p:spPr>
      </p:cxnSp>
      <p:grpSp>
        <p:nvGrpSpPr>
          <p:cNvPr id="5" name="Google Shape;17935;p2451">
            <a:extLst>
              <a:ext uri="{FF2B5EF4-FFF2-40B4-BE49-F238E27FC236}">
                <a16:creationId xmlns:a16="http://schemas.microsoft.com/office/drawing/2014/main" id="{293C80BE-8E72-E282-A548-41FB5BA32532}"/>
              </a:ext>
            </a:extLst>
          </p:cNvPr>
          <p:cNvGrpSpPr/>
          <p:nvPr/>
        </p:nvGrpSpPr>
        <p:grpSpPr>
          <a:xfrm>
            <a:off x="1260407" y="1235767"/>
            <a:ext cx="2552029" cy="461074"/>
            <a:chOff x="442912" y="1828799"/>
            <a:chExt cx="1995600" cy="1872900"/>
          </a:xfrm>
          <a:solidFill>
            <a:schemeClr val="accent3">
              <a:lumMod val="75000"/>
            </a:schemeClr>
          </a:solidFill>
        </p:grpSpPr>
        <p:sp>
          <p:nvSpPr>
            <p:cNvPr id="6" name="Google Shape;17936;p2451">
              <a:extLst>
                <a:ext uri="{FF2B5EF4-FFF2-40B4-BE49-F238E27FC236}">
                  <a16:creationId xmlns:a16="http://schemas.microsoft.com/office/drawing/2014/main" id="{D28CA365-1469-0222-9280-CD24C8FDBD92}"/>
                </a:ext>
              </a:extLst>
            </p:cNvPr>
            <p:cNvSpPr/>
            <p:nvPr/>
          </p:nvSpPr>
          <p:spPr>
            <a:xfrm>
              <a:off x="442912" y="1828799"/>
              <a:ext cx="1995600" cy="1872900"/>
            </a:xfrm>
            <a:prstGeom prst="rect">
              <a:avLst/>
            </a:prstGeom>
            <a:grp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050" b="0" i="0" u="none" strike="noStrike" kern="120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7" name="Google Shape;17937;p2451">
              <a:extLst>
                <a:ext uri="{FF2B5EF4-FFF2-40B4-BE49-F238E27FC236}">
                  <a16:creationId xmlns:a16="http://schemas.microsoft.com/office/drawing/2014/main" id="{8551E424-7B93-5BEE-88B0-DAA1A6F341C0}"/>
                </a:ext>
              </a:extLst>
            </p:cNvPr>
            <p:cNvSpPr txBox="1"/>
            <p:nvPr/>
          </p:nvSpPr>
          <p:spPr>
            <a:xfrm>
              <a:off x="626850" y="2011695"/>
              <a:ext cx="1627500" cy="1508700"/>
            </a:xfrm>
            <a:prstGeom prst="rect">
              <a:avLst/>
            </a:prstGeom>
            <a:grpFill/>
            <a:ln>
              <a:noFill/>
            </a:ln>
          </p:spPr>
          <p:txBody>
            <a:bodyPr spcFirstLastPara="1" wrap="square" lIns="0" tIns="0" rIns="0" bIns="0" anchor="t" anchorCtr="0">
              <a:noAutofit/>
            </a:bodyPr>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n-GB" sz="1600" b="1"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sym typeface="Helvetica Neue"/>
                </a:rPr>
                <a:t>1</a:t>
              </a:r>
              <a:endParaRPr kumimoji="0" sz="1600" b="1"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sym typeface="Helvetica Neue"/>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err="1">
                  <a:ln>
                    <a:noFill/>
                  </a:ln>
                  <a:solidFill>
                    <a:prstClr val="white"/>
                  </a:solidFill>
                  <a:effectLst/>
                  <a:uLnTx/>
                  <a:uFillTx/>
                  <a:latin typeface="Calibri" pitchFamily="34" charset="0"/>
                  <a:ea typeface="Calibri" pitchFamily="34" charset="-122"/>
                  <a:cs typeface="Calibri" pitchFamily="34" charset="-120"/>
                </a:rPr>
                <a:t>IndiaAI</a:t>
              </a:r>
              <a:r>
                <a:rPr kumimoji="0" lang="en-US" sz="1050" b="1" i="0" u="none" strike="noStrike" kern="1200" cap="none" spc="0" normalizeH="0" baseline="0" noProof="0" dirty="0">
                  <a:ln>
                    <a:noFill/>
                  </a:ln>
                  <a:solidFill>
                    <a:prstClr val="white"/>
                  </a:solidFill>
                  <a:effectLst/>
                  <a:uLnTx/>
                  <a:uFillTx/>
                  <a:latin typeface="Calibri" pitchFamily="34" charset="0"/>
                  <a:ea typeface="Calibri" pitchFamily="34" charset="-122"/>
                  <a:cs typeface="Calibri" pitchFamily="34" charset="-120"/>
                </a:rPr>
                <a:t> Mission &amp; </a:t>
              </a:r>
              <a:r>
                <a:rPr kumimoji="0" lang="en-US" sz="1050" b="1" i="0" u="none" strike="noStrike" kern="1200" cap="none" spc="0" normalizeH="0" baseline="0" noProof="0" dirty="0" err="1">
                  <a:ln>
                    <a:noFill/>
                  </a:ln>
                  <a:solidFill>
                    <a:prstClr val="white"/>
                  </a:solidFill>
                  <a:effectLst/>
                  <a:uLnTx/>
                  <a:uFillTx/>
                  <a:latin typeface="Calibri" pitchFamily="34" charset="0"/>
                  <a:ea typeface="Calibri" pitchFamily="34" charset="-122"/>
                  <a:cs typeface="Calibri" pitchFamily="34" charset="-120"/>
                </a:rPr>
                <a:t>MeitY</a:t>
              </a:r>
              <a:endParaRPr kumimoji="0" lang="en-US" sz="105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grpSp>
        <p:nvGrpSpPr>
          <p:cNvPr id="8" name="Google Shape;17941;p2451">
            <a:extLst>
              <a:ext uri="{FF2B5EF4-FFF2-40B4-BE49-F238E27FC236}">
                <a16:creationId xmlns:a16="http://schemas.microsoft.com/office/drawing/2014/main" id="{5261DF13-F21F-22FA-B682-9246C219259B}"/>
              </a:ext>
            </a:extLst>
          </p:cNvPr>
          <p:cNvGrpSpPr/>
          <p:nvPr/>
        </p:nvGrpSpPr>
        <p:grpSpPr>
          <a:xfrm>
            <a:off x="6523522" y="1159460"/>
            <a:ext cx="2552029" cy="613689"/>
            <a:chOff x="442912" y="1828799"/>
            <a:chExt cx="1995600" cy="1872900"/>
          </a:xfrm>
          <a:solidFill>
            <a:srgbClr val="92D050"/>
          </a:solidFill>
        </p:grpSpPr>
        <p:sp>
          <p:nvSpPr>
            <p:cNvPr id="9" name="Google Shape;17942;p2451">
              <a:extLst>
                <a:ext uri="{FF2B5EF4-FFF2-40B4-BE49-F238E27FC236}">
                  <a16:creationId xmlns:a16="http://schemas.microsoft.com/office/drawing/2014/main" id="{DABC87CE-E463-DB07-8877-0376D03FB3A2}"/>
                </a:ext>
              </a:extLst>
            </p:cNvPr>
            <p:cNvSpPr/>
            <p:nvPr/>
          </p:nvSpPr>
          <p:spPr>
            <a:xfrm>
              <a:off x="442912" y="1828799"/>
              <a:ext cx="1995600" cy="1872900"/>
            </a:xfrm>
            <a:prstGeom prst="rect">
              <a:avLst/>
            </a:prstGeom>
            <a:grp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050" b="0" i="0" u="none" strike="noStrike" kern="120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sym typeface="Helvetica Neue"/>
              </a:endParaRPr>
            </a:p>
          </p:txBody>
        </p:sp>
        <p:sp>
          <p:nvSpPr>
            <p:cNvPr id="10" name="Google Shape;17943;p2451">
              <a:extLst>
                <a:ext uri="{FF2B5EF4-FFF2-40B4-BE49-F238E27FC236}">
                  <a16:creationId xmlns:a16="http://schemas.microsoft.com/office/drawing/2014/main" id="{0CD03D52-4996-ADD0-4D26-CE6CC9A8E3D2}"/>
                </a:ext>
              </a:extLst>
            </p:cNvPr>
            <p:cNvSpPr txBox="1"/>
            <p:nvPr/>
          </p:nvSpPr>
          <p:spPr>
            <a:xfrm>
              <a:off x="626835" y="2011693"/>
              <a:ext cx="1627500" cy="1322100"/>
            </a:xfrm>
            <a:prstGeom prst="rect">
              <a:avLst/>
            </a:prstGeom>
            <a:grpFill/>
            <a:ln>
              <a:noFill/>
            </a:ln>
          </p:spPr>
          <p:txBody>
            <a:bodyPr spcFirstLastPara="1" wrap="square" lIns="0" tIns="0" rIns="0" bIns="0" anchor="t" anchorCtr="0">
              <a:noAutofit/>
            </a:bodyPr>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n-GB" sz="16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Helvetica Neue"/>
                </a:rPr>
                <a:t>3</a:t>
              </a:r>
              <a:endParaRPr kumimoji="0" sz="16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Helvetica Neue"/>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1B4332"/>
                  </a:solidFill>
                  <a:effectLst/>
                  <a:uLnTx/>
                  <a:uFillTx/>
                  <a:latin typeface="Calibri" pitchFamily="34" charset="0"/>
                  <a:ea typeface="Calibri" pitchFamily="34" charset="-122"/>
                  <a:cs typeface="Calibri" pitchFamily="34" charset="-120"/>
                </a:rPr>
                <a:t>AI-powered telemedicine services</a:t>
              </a:r>
              <a:endPar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grpSp>
      <p:grpSp>
        <p:nvGrpSpPr>
          <p:cNvPr id="11" name="Google Shape;17945;p2451">
            <a:extLst>
              <a:ext uri="{FF2B5EF4-FFF2-40B4-BE49-F238E27FC236}">
                <a16:creationId xmlns:a16="http://schemas.microsoft.com/office/drawing/2014/main" id="{5555C501-01CE-D837-9778-DF3B369720A3}"/>
              </a:ext>
            </a:extLst>
          </p:cNvPr>
          <p:cNvGrpSpPr/>
          <p:nvPr/>
        </p:nvGrpSpPr>
        <p:grpSpPr>
          <a:xfrm>
            <a:off x="9128437" y="1159462"/>
            <a:ext cx="2552029" cy="613689"/>
            <a:chOff x="442912" y="1828800"/>
            <a:chExt cx="1995600" cy="1872900"/>
          </a:xfrm>
          <a:solidFill>
            <a:schemeClr val="accent6">
              <a:lumMod val="20000"/>
              <a:lumOff val="80000"/>
            </a:schemeClr>
          </a:solidFill>
        </p:grpSpPr>
        <p:sp>
          <p:nvSpPr>
            <p:cNvPr id="12" name="Google Shape;17946;p2451">
              <a:extLst>
                <a:ext uri="{FF2B5EF4-FFF2-40B4-BE49-F238E27FC236}">
                  <a16:creationId xmlns:a16="http://schemas.microsoft.com/office/drawing/2014/main" id="{E567DBBB-7EAE-BF07-F88C-A90EBAB5E2AD}"/>
                </a:ext>
              </a:extLst>
            </p:cNvPr>
            <p:cNvSpPr/>
            <p:nvPr/>
          </p:nvSpPr>
          <p:spPr>
            <a:xfrm>
              <a:off x="442912" y="1828800"/>
              <a:ext cx="1995600" cy="1872900"/>
            </a:xfrm>
            <a:prstGeom prst="rect">
              <a:avLst/>
            </a:prstGeom>
            <a:grp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50" b="0" i="0" u="none" strike="noStrike" kern="120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sym typeface="Helvetica Neue"/>
              </a:endParaRPr>
            </a:p>
          </p:txBody>
        </p:sp>
        <p:sp>
          <p:nvSpPr>
            <p:cNvPr id="13" name="Google Shape;17947;p2451">
              <a:extLst>
                <a:ext uri="{FF2B5EF4-FFF2-40B4-BE49-F238E27FC236}">
                  <a16:creationId xmlns:a16="http://schemas.microsoft.com/office/drawing/2014/main" id="{85C428C9-EB70-F285-47B2-CA7D805FFF02}"/>
                </a:ext>
              </a:extLst>
            </p:cNvPr>
            <p:cNvSpPr txBox="1"/>
            <p:nvPr/>
          </p:nvSpPr>
          <p:spPr>
            <a:xfrm>
              <a:off x="626839" y="2011681"/>
              <a:ext cx="1719459" cy="704030"/>
            </a:xfrm>
            <a:prstGeom prst="rect">
              <a:avLst/>
            </a:prstGeom>
            <a:grpFill/>
            <a:ln>
              <a:noFill/>
            </a:ln>
          </p:spPr>
          <p:txBody>
            <a:bodyPr spcFirstLastPara="1" wrap="square" lIns="0" tIns="0" rIns="0" bIns="0" anchor="t" anchorCtr="0">
              <a:noAutofit/>
            </a:bodyPr>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n-GB" sz="16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Helvetica Neue"/>
                </a:rPr>
                <a:t>4</a:t>
              </a:r>
              <a:endParaRPr kumimoji="0" sz="16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Helvetica Neue"/>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1B4332"/>
                  </a:solidFill>
                  <a:effectLst/>
                  <a:uLnTx/>
                  <a:uFillTx/>
                  <a:latin typeface="Calibri" pitchFamily="34" charset="0"/>
                  <a:ea typeface="Calibri" pitchFamily="34" charset="-122"/>
                  <a:cs typeface="Calibri" pitchFamily="34" charset="-120"/>
                </a:rPr>
                <a:t>Bharat Data Sagar Initiative</a:t>
              </a:r>
              <a:endPar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grpSp>
      <p:grpSp>
        <p:nvGrpSpPr>
          <p:cNvPr id="14" name="Google Shape;17954;p2451">
            <a:extLst>
              <a:ext uri="{FF2B5EF4-FFF2-40B4-BE49-F238E27FC236}">
                <a16:creationId xmlns:a16="http://schemas.microsoft.com/office/drawing/2014/main" id="{1385EBE2-226B-78BC-CE90-5FE305795124}"/>
              </a:ext>
            </a:extLst>
          </p:cNvPr>
          <p:cNvGrpSpPr/>
          <p:nvPr/>
        </p:nvGrpSpPr>
        <p:grpSpPr>
          <a:xfrm>
            <a:off x="3926394" y="1163693"/>
            <a:ext cx="2552029" cy="613689"/>
            <a:chOff x="442912" y="1828800"/>
            <a:chExt cx="1995600" cy="1872900"/>
          </a:xfrm>
          <a:solidFill>
            <a:schemeClr val="accent6"/>
          </a:solidFill>
        </p:grpSpPr>
        <p:sp>
          <p:nvSpPr>
            <p:cNvPr id="15" name="Google Shape;17955;p2451">
              <a:extLst>
                <a:ext uri="{FF2B5EF4-FFF2-40B4-BE49-F238E27FC236}">
                  <a16:creationId xmlns:a16="http://schemas.microsoft.com/office/drawing/2014/main" id="{E9A73F9C-72F8-EA33-702C-D55EAE079A23}"/>
                </a:ext>
              </a:extLst>
            </p:cNvPr>
            <p:cNvSpPr/>
            <p:nvPr/>
          </p:nvSpPr>
          <p:spPr>
            <a:xfrm>
              <a:off x="442912" y="1828800"/>
              <a:ext cx="1995600" cy="1872900"/>
            </a:xfrm>
            <a:prstGeom prst="rect">
              <a:avLst/>
            </a:prstGeom>
            <a:grp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050" b="0" i="0" u="none" strike="noStrike" kern="120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sym typeface="Helvetica Neue"/>
              </a:endParaRPr>
            </a:p>
          </p:txBody>
        </p:sp>
        <p:sp>
          <p:nvSpPr>
            <p:cNvPr id="16" name="Google Shape;17956;p2451">
              <a:extLst>
                <a:ext uri="{FF2B5EF4-FFF2-40B4-BE49-F238E27FC236}">
                  <a16:creationId xmlns:a16="http://schemas.microsoft.com/office/drawing/2014/main" id="{F4EB59C3-FBF6-B985-5FA4-09E9CE730F17}"/>
                </a:ext>
              </a:extLst>
            </p:cNvPr>
            <p:cNvSpPr txBox="1"/>
            <p:nvPr/>
          </p:nvSpPr>
          <p:spPr>
            <a:xfrm>
              <a:off x="626839" y="2011679"/>
              <a:ext cx="1627500" cy="687300"/>
            </a:xfrm>
            <a:prstGeom prst="rect">
              <a:avLst/>
            </a:prstGeom>
            <a:grpFill/>
            <a:ln>
              <a:noFill/>
            </a:ln>
          </p:spPr>
          <p:txBody>
            <a:bodyPr spcFirstLastPara="1" wrap="square" lIns="0" tIns="0" rIns="0" bIns="0" anchor="t" anchorCtr="0">
              <a:noAutofit/>
            </a:bodyPr>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n-GB" sz="1600" b="1"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sym typeface="Helvetica Neue"/>
                </a:rPr>
                <a:t>2</a:t>
              </a:r>
              <a:endParaRPr kumimoji="0" sz="1600" b="1"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sym typeface="Helvetica Neue"/>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1B4332"/>
                  </a:solidFill>
                  <a:effectLst/>
                  <a:uLnTx/>
                  <a:uFillTx/>
                  <a:latin typeface="Calibri" pitchFamily="34" charset="0"/>
                  <a:ea typeface="Calibri" pitchFamily="34" charset="-122"/>
                  <a:cs typeface="Calibri" pitchFamily="34" charset="-120"/>
                </a:rPr>
                <a:t>BHASHINI Collaboration</a:t>
              </a:r>
              <a:endPar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grpSp>
      <p:sp>
        <p:nvSpPr>
          <p:cNvPr id="17" name="Google Shape;17940;p2451">
            <a:extLst>
              <a:ext uri="{FF2B5EF4-FFF2-40B4-BE49-F238E27FC236}">
                <a16:creationId xmlns:a16="http://schemas.microsoft.com/office/drawing/2014/main" id="{E506A6C4-F73E-CC02-2858-91685E54DA8F}"/>
              </a:ext>
            </a:extLst>
          </p:cNvPr>
          <p:cNvSpPr txBox="1">
            <a:spLocks/>
          </p:cNvSpPr>
          <p:nvPr/>
        </p:nvSpPr>
        <p:spPr>
          <a:xfrm>
            <a:off x="1260404" y="1685330"/>
            <a:ext cx="2552032" cy="970936"/>
          </a:xfrm>
          <a:prstGeom prst="rect">
            <a:avLst/>
          </a:prstGeom>
          <a:solidFill>
            <a:schemeClr val="bg1"/>
          </a:solidFill>
          <a:ln w="3175">
            <a:solidFill>
              <a:schemeClr val="bg1">
                <a:lumMod val="95000"/>
              </a:schemeClr>
            </a:solidFill>
          </a:ln>
        </p:spPr>
        <p:txBody>
          <a:bodyPr spcFirstLastPara="1" vert="horz" wrap="square" lIns="0" tIns="0" rIns="0" bIns="0" rtlCol="0" anchor="ctr" anchorCtr="0">
            <a:noAutofit/>
          </a:bodyPr>
          <a:lstStyle>
            <a:lvl1pPr marL="342900" lvl="0" indent="-238125" algn="l" defTabSz="914400" rtl="0" eaLnBrk="1" latinLnBrk="0" hangingPunct="1">
              <a:lnSpc>
                <a:spcPct val="100000"/>
              </a:lnSpc>
              <a:spcBef>
                <a:spcPts val="0"/>
              </a:spcBef>
              <a:spcAft>
                <a:spcPts val="0"/>
              </a:spcAft>
              <a:buClr>
                <a:schemeClr val="dk1"/>
              </a:buClr>
              <a:buSzPts val="1400"/>
              <a:buFont typeface="Arial" pitchFamily="34" charset="0"/>
              <a:buChar char="•"/>
              <a:defRPr sz="1050" kern="1200">
                <a:solidFill>
                  <a:schemeClr val="accent1"/>
                </a:solidFill>
                <a:latin typeface="+mn-lt"/>
                <a:ea typeface="+mn-ea"/>
                <a:cs typeface="+mn-cs"/>
              </a:defRPr>
            </a:lvl1pPr>
            <a:lvl2pPr marL="685800" lvl="1"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2pPr>
            <a:lvl3pPr marL="1028700" lvl="2"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3pPr>
            <a:lvl4pPr marL="1371600" lvl="3"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4pPr>
            <a:lvl5pPr marL="1714500" lvl="4"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5pPr>
            <a:lvl6pPr marL="2057400" lvl="5"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6pPr>
            <a:lvl7pPr marL="2400300" lvl="6"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7pPr>
            <a:lvl8pPr marL="2743200" lvl="7"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8pPr>
            <a:lvl9pPr marL="3086100" lvl="8" indent="-238125" algn="l" defTabSz="914400" rtl="0" eaLnBrk="1" latinLnBrk="0" hangingPunct="1">
              <a:lnSpc>
                <a:spcPct val="100000"/>
              </a:lnSpc>
              <a:spcBef>
                <a:spcPts val="450"/>
              </a:spcBef>
              <a:spcAft>
                <a:spcPts val="450"/>
              </a:spcAft>
              <a:buClr>
                <a:schemeClr val="dk1"/>
              </a:buClr>
              <a:buSzPts val="1400"/>
              <a:buFont typeface="Arial" pitchFamily="34" charset="0"/>
              <a:buChar char="•"/>
              <a:defRPr sz="105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
                <a:prstClr val="black"/>
              </a:buClr>
              <a:buSzPts val="1400"/>
              <a:buFont typeface="Arial" pitchFamily="34" charset="0"/>
              <a:buNone/>
              <a:tabLst/>
              <a:defRPr/>
            </a:pPr>
            <a:r>
              <a:rPr kumimoji="0" lang="en-US" sz="1050" b="0" i="0" u="none" strike="noStrike" kern="1200" cap="none" spc="0" normalizeH="0" baseline="0" noProof="0" dirty="0">
                <a:ln>
                  <a:noFill/>
                </a:ln>
                <a:solidFill>
                  <a:srgbClr val="1F2937"/>
                </a:solidFill>
                <a:effectLst/>
                <a:uLnTx/>
                <a:uFillTx/>
                <a:latin typeface="Calibri" pitchFamily="34" charset="0"/>
                <a:ea typeface="Calibri" pitchFamily="34" charset="-122"/>
                <a:cs typeface="Calibri" pitchFamily="34" charset="-120"/>
              </a:rPr>
              <a:t>Supported under the </a:t>
            </a:r>
            <a:r>
              <a:rPr kumimoji="0" lang="en-US" sz="1050" b="0" i="0" u="none" strike="noStrike" kern="1200" cap="none" spc="0" normalizeH="0" baseline="0" noProof="0" dirty="0" err="1">
                <a:ln>
                  <a:noFill/>
                </a:ln>
                <a:solidFill>
                  <a:srgbClr val="1F2937"/>
                </a:solidFill>
                <a:effectLst/>
                <a:uLnTx/>
                <a:uFillTx/>
                <a:latin typeface="Calibri" pitchFamily="34" charset="0"/>
                <a:ea typeface="Calibri" pitchFamily="34" charset="-122"/>
                <a:cs typeface="Calibri" pitchFamily="34" charset="-120"/>
              </a:rPr>
              <a:t>IndiaAI</a:t>
            </a:r>
            <a:r>
              <a:rPr kumimoji="0" lang="en-US" sz="1050" b="0" i="0" u="none" strike="noStrike" kern="1200" cap="none" spc="0" normalizeH="0" baseline="0" noProof="0" dirty="0">
                <a:ln>
                  <a:noFill/>
                </a:ln>
                <a:solidFill>
                  <a:srgbClr val="1F2937"/>
                </a:solidFill>
                <a:effectLst/>
                <a:uLnTx/>
                <a:uFillTx/>
                <a:latin typeface="Calibri" pitchFamily="34" charset="0"/>
                <a:ea typeface="Calibri" pitchFamily="34" charset="-122"/>
                <a:cs typeface="Calibri" pitchFamily="34" charset="-120"/>
              </a:rPr>
              <a:t> Mission and </a:t>
            </a:r>
            <a:r>
              <a:rPr kumimoji="0" lang="en-US" sz="1050" b="0" i="0" u="none" strike="noStrike" kern="1200" cap="none" spc="0" normalizeH="0" baseline="0" noProof="0" dirty="0" err="1">
                <a:ln>
                  <a:noFill/>
                </a:ln>
                <a:solidFill>
                  <a:srgbClr val="1F2937"/>
                </a:solidFill>
                <a:effectLst/>
                <a:uLnTx/>
                <a:uFillTx/>
                <a:latin typeface="Calibri" pitchFamily="34" charset="0"/>
                <a:ea typeface="Calibri" pitchFamily="34" charset="-122"/>
                <a:cs typeface="Calibri" pitchFamily="34" charset="-120"/>
              </a:rPr>
              <a:t>MeitY</a:t>
            </a:r>
            <a:r>
              <a:rPr kumimoji="0" lang="en-US" sz="1050" b="0" i="0" u="none" strike="noStrike" kern="1200" cap="none" spc="0" normalizeH="0" baseline="0" noProof="0" dirty="0">
                <a:ln>
                  <a:noFill/>
                </a:ln>
                <a:solidFill>
                  <a:srgbClr val="1F2937"/>
                </a:solidFill>
                <a:effectLst/>
                <a:uLnTx/>
                <a:uFillTx/>
                <a:latin typeface="Calibri" pitchFamily="34" charset="0"/>
                <a:ea typeface="Calibri" pitchFamily="34" charset="-122"/>
                <a:cs typeface="Calibri" pitchFamily="34" charset="-120"/>
              </a:rPr>
              <a:t>, </a:t>
            </a:r>
            <a:r>
              <a:rPr kumimoji="0" lang="en-US" sz="1050" b="0" i="0" u="none" strike="noStrike" kern="1200" cap="none" spc="0" normalizeH="0" baseline="0" noProof="0" dirty="0" err="1">
                <a:ln>
                  <a:noFill/>
                </a:ln>
                <a:solidFill>
                  <a:srgbClr val="1F2937"/>
                </a:solidFill>
                <a:effectLst/>
                <a:uLnTx/>
                <a:uFillTx/>
                <a:latin typeface="Calibri" pitchFamily="34" charset="0"/>
                <a:ea typeface="Calibri" pitchFamily="34" charset="-122"/>
                <a:cs typeface="Calibri" pitchFamily="34" charset="-120"/>
              </a:rPr>
              <a:t>BharatGen</a:t>
            </a:r>
            <a:r>
              <a:rPr kumimoji="0" lang="en-US" sz="1050" b="0" i="0" u="none" strike="noStrike" kern="1200" cap="none" spc="0" normalizeH="0" baseline="0" noProof="0" dirty="0">
                <a:ln>
                  <a:noFill/>
                </a:ln>
                <a:solidFill>
                  <a:srgbClr val="1F2937"/>
                </a:solidFill>
                <a:effectLst/>
                <a:uLnTx/>
                <a:uFillTx/>
                <a:latin typeface="Calibri" pitchFamily="34" charset="0"/>
                <a:ea typeface="Calibri" pitchFamily="34" charset="-122"/>
                <a:cs typeface="Calibri" pitchFamily="34" charset="-120"/>
              </a:rPr>
              <a:t> is building India's sovereign multilingual AI ecosystem to enable trusted AI adoption across government departments and digital public infrastructure.</a:t>
            </a:r>
            <a:endParaRPr kumimoji="0" lang="en-US" sz="1050" b="0" i="0" u="none" strike="noStrike" kern="1200" cap="none" spc="0" normalizeH="0" baseline="0" noProof="0" dirty="0">
              <a:ln>
                <a:noFill/>
              </a:ln>
              <a:solidFill>
                <a:srgbClr val="156082"/>
              </a:solidFill>
              <a:effectLst/>
              <a:uLnTx/>
              <a:uFillTx/>
              <a:latin typeface="Aptos" panose="02110004020202020204"/>
              <a:ea typeface="+mn-ea"/>
              <a:cs typeface="+mn-cs"/>
            </a:endParaRPr>
          </a:p>
        </p:txBody>
      </p:sp>
      <p:grpSp>
        <p:nvGrpSpPr>
          <p:cNvPr id="21" name="Google Shape;17935;p2451">
            <a:extLst>
              <a:ext uri="{FF2B5EF4-FFF2-40B4-BE49-F238E27FC236}">
                <a16:creationId xmlns:a16="http://schemas.microsoft.com/office/drawing/2014/main" id="{AF3B9445-22C9-3368-1CEC-D1E3AF4A1B4C}"/>
              </a:ext>
            </a:extLst>
          </p:cNvPr>
          <p:cNvGrpSpPr/>
          <p:nvPr/>
        </p:nvGrpSpPr>
        <p:grpSpPr>
          <a:xfrm rot="16200000">
            <a:off x="41944" y="1689488"/>
            <a:ext cx="1513370" cy="461777"/>
            <a:chOff x="442912" y="1828799"/>
            <a:chExt cx="1995600" cy="1872900"/>
          </a:xfrm>
          <a:solidFill>
            <a:schemeClr val="bg1">
              <a:lumMod val="65000"/>
            </a:schemeClr>
          </a:solidFill>
        </p:grpSpPr>
        <p:sp>
          <p:nvSpPr>
            <p:cNvPr id="22" name="Google Shape;17936;p2451">
              <a:extLst>
                <a:ext uri="{FF2B5EF4-FFF2-40B4-BE49-F238E27FC236}">
                  <a16:creationId xmlns:a16="http://schemas.microsoft.com/office/drawing/2014/main" id="{68E7E25F-AEA4-2F77-6CA4-EF97E73DF1DA}"/>
                </a:ext>
              </a:extLst>
            </p:cNvPr>
            <p:cNvSpPr/>
            <p:nvPr/>
          </p:nvSpPr>
          <p:spPr>
            <a:xfrm>
              <a:off x="442912" y="1828799"/>
              <a:ext cx="1995600" cy="1872900"/>
            </a:xfrm>
            <a:prstGeom prst="rect">
              <a:avLst/>
            </a:prstGeom>
            <a:grp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23" name="Google Shape;17937;p2451">
              <a:extLst>
                <a:ext uri="{FF2B5EF4-FFF2-40B4-BE49-F238E27FC236}">
                  <a16:creationId xmlns:a16="http://schemas.microsoft.com/office/drawing/2014/main" id="{EACDF3B5-E2C8-019D-1F22-2D051C0DC24A}"/>
                </a:ext>
              </a:extLst>
            </p:cNvPr>
            <p:cNvSpPr txBox="1"/>
            <p:nvPr/>
          </p:nvSpPr>
          <p:spPr>
            <a:xfrm>
              <a:off x="620169" y="2011699"/>
              <a:ext cx="1634183" cy="1508701"/>
            </a:xfrm>
            <a:prstGeom prst="rect">
              <a:avLst/>
            </a:prstGeom>
            <a:grpFill/>
            <a:ln>
              <a:noFill/>
            </a:ln>
          </p:spPr>
          <p:txBody>
            <a:bodyPr spcFirstLastPara="1" wrap="square" lIns="0" tIns="0" rIns="0" bIns="0" anchor="ctr" anchorCtr="0">
              <a:noAutofit/>
            </a:bodyP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sym typeface="Helvetica Neue"/>
                </a:rPr>
                <a:t>Collaboration Activities</a:t>
              </a:r>
              <a:endParaRPr kumimoji="0" sz="1000" b="0" i="0" u="none" strike="noStrike" kern="120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sym typeface="Helvetica Neue"/>
              </a:endParaRPr>
            </a:p>
          </p:txBody>
        </p:sp>
      </p:grpSp>
      <p:sp>
        <p:nvSpPr>
          <p:cNvPr id="24" name="Google Shape;17940;p2451">
            <a:extLst>
              <a:ext uri="{FF2B5EF4-FFF2-40B4-BE49-F238E27FC236}">
                <a16:creationId xmlns:a16="http://schemas.microsoft.com/office/drawing/2014/main" id="{721A8B17-8B15-5CAC-02E9-71C26E4491BE}"/>
              </a:ext>
            </a:extLst>
          </p:cNvPr>
          <p:cNvSpPr txBox="1">
            <a:spLocks/>
          </p:cNvSpPr>
          <p:nvPr/>
        </p:nvSpPr>
        <p:spPr>
          <a:xfrm>
            <a:off x="3934074" y="1701967"/>
            <a:ext cx="2540971" cy="957935"/>
          </a:xfrm>
          <a:prstGeom prst="rect">
            <a:avLst/>
          </a:prstGeom>
          <a:solidFill>
            <a:schemeClr val="bg1"/>
          </a:solidFill>
          <a:ln w="3175">
            <a:solidFill>
              <a:schemeClr val="bg1">
                <a:lumMod val="95000"/>
              </a:schemeClr>
            </a:solidFill>
          </a:ln>
        </p:spPr>
        <p:txBody>
          <a:bodyPr spcFirstLastPara="1" vert="horz" wrap="square" lIns="0" tIns="0" rIns="0" bIns="0" rtlCol="0" anchor="ctr" anchorCtr="0">
            <a:noAutofit/>
          </a:bodyPr>
          <a:lstStyle>
            <a:lvl1pPr marL="342900" lvl="0" indent="-238125" algn="l" defTabSz="914400" rtl="0" eaLnBrk="1" latinLnBrk="0" hangingPunct="1">
              <a:lnSpc>
                <a:spcPct val="100000"/>
              </a:lnSpc>
              <a:spcBef>
                <a:spcPts val="0"/>
              </a:spcBef>
              <a:spcAft>
                <a:spcPts val="0"/>
              </a:spcAft>
              <a:buClr>
                <a:schemeClr val="dk1"/>
              </a:buClr>
              <a:buSzPts val="1400"/>
              <a:buFont typeface="Arial" pitchFamily="34" charset="0"/>
              <a:buChar char="•"/>
              <a:defRPr sz="1050" kern="1200">
                <a:solidFill>
                  <a:schemeClr val="accent1"/>
                </a:solidFill>
                <a:latin typeface="+mn-lt"/>
                <a:ea typeface="+mn-ea"/>
                <a:cs typeface="+mn-cs"/>
              </a:defRPr>
            </a:lvl1pPr>
            <a:lvl2pPr marL="685800" lvl="1"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2pPr>
            <a:lvl3pPr marL="1028700" lvl="2"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3pPr>
            <a:lvl4pPr marL="1371600" lvl="3"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4pPr>
            <a:lvl5pPr marL="1714500" lvl="4"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5pPr>
            <a:lvl6pPr marL="2057400" lvl="5"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6pPr>
            <a:lvl7pPr marL="2400300" lvl="6"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7pPr>
            <a:lvl8pPr marL="2743200" lvl="7"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8pPr>
            <a:lvl9pPr marL="3086100" lvl="8" indent="-238125" algn="l" defTabSz="914400" rtl="0" eaLnBrk="1" latinLnBrk="0" hangingPunct="1">
              <a:lnSpc>
                <a:spcPct val="100000"/>
              </a:lnSpc>
              <a:spcBef>
                <a:spcPts val="450"/>
              </a:spcBef>
              <a:spcAft>
                <a:spcPts val="450"/>
              </a:spcAft>
              <a:buClr>
                <a:schemeClr val="dk1"/>
              </a:buClr>
              <a:buSzPts val="1400"/>
              <a:buFont typeface="Arial" pitchFamily="34" charset="0"/>
              <a:buChar char="•"/>
              <a:defRPr sz="105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
                <a:prstClr val="black"/>
              </a:buClr>
              <a:buSzPts val="1400"/>
              <a:buFont typeface="Arial" pitchFamily="34" charset="0"/>
              <a:buNone/>
              <a:tabLst/>
              <a:defRPr/>
            </a:pPr>
            <a:r>
              <a:rPr kumimoji="0" lang="en-US" sz="1050" b="0" i="0" u="none" strike="noStrike" kern="1200" cap="none" spc="0" normalizeH="0" baseline="0" noProof="0" dirty="0">
                <a:ln>
                  <a:noFill/>
                </a:ln>
                <a:solidFill>
                  <a:srgbClr val="1F2937"/>
                </a:solidFill>
                <a:effectLst/>
                <a:uLnTx/>
                <a:uFillTx/>
                <a:latin typeface="Calibri" pitchFamily="34" charset="0"/>
                <a:ea typeface="Calibri" pitchFamily="34" charset="-122"/>
                <a:cs typeface="Calibri" pitchFamily="34" charset="-120"/>
              </a:rPr>
              <a:t>Partners with BHASHINI to develop multilingual AI models across 22+ Indian languages, enabling real-time translation, speech technologies, and accessible citizen-centric digital services.</a:t>
            </a:r>
            <a:endParaRPr kumimoji="0" lang="en-US" sz="1050" b="0" i="0" u="none" strike="noStrike" kern="1200" cap="none" spc="0" normalizeH="0" baseline="0" noProof="0" dirty="0">
              <a:ln>
                <a:noFill/>
              </a:ln>
              <a:solidFill>
                <a:srgbClr val="156082"/>
              </a:solidFill>
              <a:effectLst/>
              <a:uLnTx/>
              <a:uFillTx/>
              <a:latin typeface="Aptos" panose="02110004020202020204"/>
              <a:ea typeface="+mn-ea"/>
              <a:cs typeface="+mn-cs"/>
            </a:endParaRPr>
          </a:p>
        </p:txBody>
      </p:sp>
      <p:sp>
        <p:nvSpPr>
          <p:cNvPr id="25" name="Google Shape;17940;p2451">
            <a:extLst>
              <a:ext uri="{FF2B5EF4-FFF2-40B4-BE49-F238E27FC236}">
                <a16:creationId xmlns:a16="http://schemas.microsoft.com/office/drawing/2014/main" id="{402EB734-7562-4AFB-E4B9-0091133DFB1A}"/>
              </a:ext>
            </a:extLst>
          </p:cNvPr>
          <p:cNvSpPr txBox="1">
            <a:spLocks/>
          </p:cNvSpPr>
          <p:nvPr/>
        </p:nvSpPr>
        <p:spPr>
          <a:xfrm>
            <a:off x="6523520" y="1688836"/>
            <a:ext cx="2552030" cy="968191"/>
          </a:xfrm>
          <a:prstGeom prst="rect">
            <a:avLst/>
          </a:prstGeom>
          <a:solidFill>
            <a:schemeClr val="bg1"/>
          </a:solidFill>
          <a:ln w="3175">
            <a:solidFill>
              <a:schemeClr val="bg1">
                <a:lumMod val="95000"/>
              </a:schemeClr>
            </a:solidFill>
          </a:ln>
        </p:spPr>
        <p:txBody>
          <a:bodyPr spcFirstLastPara="1" vert="horz" wrap="square" lIns="0" tIns="0" rIns="0" bIns="0" rtlCol="0" anchor="ctr" anchorCtr="0">
            <a:noAutofit/>
          </a:bodyPr>
          <a:lstStyle>
            <a:lvl1pPr marL="342900" lvl="0" indent="-238125" algn="l" defTabSz="914400" rtl="0" eaLnBrk="1" latinLnBrk="0" hangingPunct="1">
              <a:lnSpc>
                <a:spcPct val="100000"/>
              </a:lnSpc>
              <a:spcBef>
                <a:spcPts val="0"/>
              </a:spcBef>
              <a:spcAft>
                <a:spcPts val="0"/>
              </a:spcAft>
              <a:buClr>
                <a:schemeClr val="dk1"/>
              </a:buClr>
              <a:buSzPts val="1400"/>
              <a:buFont typeface="Arial" pitchFamily="34" charset="0"/>
              <a:buChar char="•"/>
              <a:defRPr sz="1050" kern="1200">
                <a:solidFill>
                  <a:schemeClr val="accent1"/>
                </a:solidFill>
                <a:latin typeface="+mn-lt"/>
                <a:ea typeface="+mn-ea"/>
                <a:cs typeface="+mn-cs"/>
              </a:defRPr>
            </a:lvl1pPr>
            <a:lvl2pPr marL="685800" lvl="1"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2pPr>
            <a:lvl3pPr marL="1028700" lvl="2"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3pPr>
            <a:lvl4pPr marL="1371600" lvl="3"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4pPr>
            <a:lvl5pPr marL="1714500" lvl="4"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5pPr>
            <a:lvl6pPr marL="2057400" lvl="5"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6pPr>
            <a:lvl7pPr marL="2400300" lvl="6"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7pPr>
            <a:lvl8pPr marL="2743200" lvl="7"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8pPr>
            <a:lvl9pPr marL="3086100" lvl="8" indent="-238125" algn="l" defTabSz="914400" rtl="0" eaLnBrk="1" latinLnBrk="0" hangingPunct="1">
              <a:lnSpc>
                <a:spcPct val="100000"/>
              </a:lnSpc>
              <a:spcBef>
                <a:spcPts val="450"/>
              </a:spcBef>
              <a:spcAft>
                <a:spcPts val="450"/>
              </a:spcAft>
              <a:buClr>
                <a:schemeClr val="dk1"/>
              </a:buClr>
              <a:buSzPts val="1400"/>
              <a:buFont typeface="Arial" pitchFamily="34" charset="0"/>
              <a:buChar char="•"/>
              <a:defRPr sz="105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
                <a:prstClr val="black"/>
              </a:buClr>
              <a:buSzPts val="1400"/>
              <a:buFont typeface="Arial" pitchFamily="34" charset="0"/>
              <a:buNone/>
              <a:tabLst/>
              <a:defRPr/>
            </a:pPr>
            <a:r>
              <a:rPr kumimoji="0" lang="en-US" sz="1050" b="0" i="0" u="none" strike="noStrike" kern="1200" cap="none" spc="0" normalizeH="0" baseline="0" noProof="0" dirty="0" err="1">
                <a:ln>
                  <a:noFill/>
                </a:ln>
                <a:solidFill>
                  <a:srgbClr val="1F2937"/>
                </a:solidFill>
                <a:effectLst/>
                <a:uLnTx/>
                <a:uFillTx/>
                <a:latin typeface="Calibri" pitchFamily="34" charset="0"/>
                <a:ea typeface="Calibri" pitchFamily="34" charset="-122"/>
                <a:cs typeface="Calibri" pitchFamily="34" charset="-120"/>
              </a:rPr>
              <a:t>aAn</a:t>
            </a:r>
            <a:r>
              <a:rPr kumimoji="0" lang="en-US" sz="1050" b="0" i="0" u="none" strike="noStrike" kern="1200" cap="none" spc="0" normalizeH="0" baseline="0" noProof="0" dirty="0">
                <a:ln>
                  <a:noFill/>
                </a:ln>
                <a:solidFill>
                  <a:srgbClr val="1F2937"/>
                </a:solidFill>
                <a:effectLst/>
                <a:uLnTx/>
                <a:uFillTx/>
                <a:latin typeface="Calibri" pitchFamily="34" charset="0"/>
                <a:ea typeface="Calibri" pitchFamily="34" charset="-122"/>
                <a:cs typeface="Calibri" pitchFamily="34" charset="-120"/>
              </a:rPr>
              <a:t> AI doctor communicates with patients in their native language and connects remote regions with specialist healthcare networks. The government cited this as a working deployment example during the </a:t>
            </a:r>
            <a:r>
              <a:rPr kumimoji="0" lang="en-US" sz="1050" b="0" i="0" u="none" strike="noStrike" kern="1200" cap="none" spc="0" normalizeH="0" baseline="0" noProof="0" dirty="0" err="1">
                <a:ln>
                  <a:noFill/>
                </a:ln>
                <a:solidFill>
                  <a:srgbClr val="1F2937"/>
                </a:solidFill>
                <a:effectLst/>
                <a:uLnTx/>
                <a:uFillTx/>
                <a:latin typeface="Calibri" pitchFamily="34" charset="0"/>
                <a:ea typeface="Calibri" pitchFamily="34" charset="-122"/>
                <a:cs typeface="Calibri" pitchFamily="34" charset="-120"/>
              </a:rPr>
              <a:t>BharatGen</a:t>
            </a:r>
            <a:r>
              <a:rPr kumimoji="0" lang="en-US" sz="1050" b="0" i="0" u="none" strike="noStrike" kern="1200" cap="none" spc="0" normalizeH="0" baseline="0" noProof="0" dirty="0">
                <a:ln>
                  <a:noFill/>
                </a:ln>
                <a:solidFill>
                  <a:srgbClr val="1F2937"/>
                </a:solidFill>
                <a:effectLst/>
                <a:uLnTx/>
                <a:uFillTx/>
                <a:latin typeface="Calibri" pitchFamily="34" charset="0"/>
                <a:ea typeface="Calibri" pitchFamily="34" charset="-122"/>
                <a:cs typeface="Calibri" pitchFamily="34" charset="-120"/>
              </a:rPr>
              <a:t> launch.</a:t>
            </a:r>
            <a:endParaRPr kumimoji="0" lang="en-US" sz="1050" b="0" i="0" u="none" strike="noStrike" kern="1200" cap="none" spc="0" normalizeH="0" baseline="0" noProof="0" dirty="0">
              <a:ln>
                <a:noFill/>
              </a:ln>
              <a:solidFill>
                <a:srgbClr val="156082"/>
              </a:solidFill>
              <a:effectLst/>
              <a:uLnTx/>
              <a:uFillTx/>
              <a:latin typeface="Aptos" panose="02110004020202020204"/>
              <a:ea typeface="+mn-ea"/>
              <a:cs typeface="+mn-cs"/>
            </a:endParaRPr>
          </a:p>
        </p:txBody>
      </p:sp>
      <p:sp>
        <p:nvSpPr>
          <p:cNvPr id="26" name="Google Shape;17940;p2451">
            <a:extLst>
              <a:ext uri="{FF2B5EF4-FFF2-40B4-BE49-F238E27FC236}">
                <a16:creationId xmlns:a16="http://schemas.microsoft.com/office/drawing/2014/main" id="{1EDEA4C0-BD34-CC88-CD8F-93A7F76B3D11}"/>
              </a:ext>
            </a:extLst>
          </p:cNvPr>
          <p:cNvSpPr txBox="1">
            <a:spLocks/>
          </p:cNvSpPr>
          <p:nvPr/>
        </p:nvSpPr>
        <p:spPr>
          <a:xfrm>
            <a:off x="9139197" y="1695944"/>
            <a:ext cx="2540969" cy="968191"/>
          </a:xfrm>
          <a:prstGeom prst="rect">
            <a:avLst/>
          </a:prstGeom>
          <a:solidFill>
            <a:schemeClr val="bg1"/>
          </a:solidFill>
          <a:ln w="3175">
            <a:solidFill>
              <a:schemeClr val="bg1">
                <a:lumMod val="95000"/>
              </a:schemeClr>
            </a:solidFill>
          </a:ln>
        </p:spPr>
        <p:txBody>
          <a:bodyPr spcFirstLastPara="1" vert="horz" wrap="square" lIns="0" tIns="0" rIns="0" bIns="0" rtlCol="0" anchor="ctr" anchorCtr="0">
            <a:noAutofit/>
          </a:bodyPr>
          <a:lstStyle>
            <a:lvl1pPr marL="342900" lvl="0" indent="-238125" algn="l" defTabSz="914400" rtl="0" eaLnBrk="1" latinLnBrk="0" hangingPunct="1">
              <a:lnSpc>
                <a:spcPct val="100000"/>
              </a:lnSpc>
              <a:spcBef>
                <a:spcPts val="0"/>
              </a:spcBef>
              <a:spcAft>
                <a:spcPts val="0"/>
              </a:spcAft>
              <a:buClr>
                <a:schemeClr val="dk1"/>
              </a:buClr>
              <a:buSzPts val="1400"/>
              <a:buFont typeface="Arial" pitchFamily="34" charset="0"/>
              <a:buChar char="•"/>
              <a:defRPr sz="1050" kern="1200">
                <a:solidFill>
                  <a:schemeClr val="accent1"/>
                </a:solidFill>
                <a:latin typeface="+mn-lt"/>
                <a:ea typeface="+mn-ea"/>
                <a:cs typeface="+mn-cs"/>
              </a:defRPr>
            </a:lvl1pPr>
            <a:lvl2pPr marL="685800" lvl="1"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2pPr>
            <a:lvl3pPr marL="1028700" lvl="2"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3pPr>
            <a:lvl4pPr marL="1371600" lvl="3"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4pPr>
            <a:lvl5pPr marL="1714500" lvl="4"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5pPr>
            <a:lvl6pPr marL="2057400" lvl="5"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6pPr>
            <a:lvl7pPr marL="2400300" lvl="6"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7pPr>
            <a:lvl8pPr marL="2743200" lvl="7"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8pPr>
            <a:lvl9pPr marL="3086100" lvl="8" indent="-238125" algn="l" defTabSz="914400" rtl="0" eaLnBrk="1" latinLnBrk="0" hangingPunct="1">
              <a:lnSpc>
                <a:spcPct val="100000"/>
              </a:lnSpc>
              <a:spcBef>
                <a:spcPts val="450"/>
              </a:spcBef>
              <a:spcAft>
                <a:spcPts val="450"/>
              </a:spcAft>
              <a:buClr>
                <a:schemeClr val="dk1"/>
              </a:buClr>
              <a:buSzPts val="1400"/>
              <a:buFont typeface="Arial" pitchFamily="34" charset="0"/>
              <a:buChar char="•"/>
              <a:defRPr sz="105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
                <a:prstClr val="black"/>
              </a:buClr>
              <a:buSzPts val="1400"/>
              <a:buFont typeface="Arial" pitchFamily="34" charset="0"/>
              <a:buNone/>
              <a:tabLst/>
              <a:defRPr/>
            </a:pPr>
            <a:r>
              <a:rPr kumimoji="0" lang="en-US" sz="1050" b="0" i="0" u="none" strike="noStrike" kern="1200" cap="none" spc="0" normalizeH="0" baseline="0" noProof="0" dirty="0">
                <a:ln>
                  <a:noFill/>
                </a:ln>
                <a:solidFill>
                  <a:srgbClr val="1F2937"/>
                </a:solidFill>
                <a:effectLst/>
                <a:uLnTx/>
                <a:uFillTx/>
                <a:latin typeface="Calibri" pitchFamily="34" charset="0"/>
                <a:ea typeface="Calibri" pitchFamily="34" charset="-122"/>
                <a:cs typeface="Calibri" pitchFamily="34" charset="-120"/>
              </a:rPr>
              <a:t>Collaborates with government agencies and academic institutions to build India-centric datasets encompassing regional languages, dialects, and cultural diversity, enabling inclusive and representative</a:t>
            </a:r>
            <a:endParaRPr kumimoji="0" lang="en-US" sz="1050" b="0" i="0" u="none" strike="noStrike" kern="1200" cap="none" spc="0" normalizeH="0" baseline="0" noProof="0" dirty="0">
              <a:ln>
                <a:noFill/>
              </a:ln>
              <a:solidFill>
                <a:srgbClr val="156082"/>
              </a:solidFill>
              <a:effectLst/>
              <a:uLnTx/>
              <a:uFillTx/>
              <a:latin typeface="Aptos" panose="02110004020202020204"/>
              <a:ea typeface="+mn-ea"/>
              <a:cs typeface="+mn-cs"/>
            </a:endParaRPr>
          </a:p>
        </p:txBody>
      </p:sp>
      <p:graphicFrame>
        <p:nvGraphicFramePr>
          <p:cNvPr id="30" name="Table 0">
            <a:extLst>
              <a:ext uri="{FF2B5EF4-FFF2-40B4-BE49-F238E27FC236}">
                <a16:creationId xmlns:a16="http://schemas.microsoft.com/office/drawing/2014/main" id="{3B9224B0-147C-F8DB-E940-0FEEB5288AA6}"/>
              </a:ext>
            </a:extLst>
          </p:cNvPr>
          <p:cNvGraphicFramePr>
            <a:graphicFrameLocks noGrp="1"/>
          </p:cNvGraphicFramePr>
          <p:nvPr>
            <p:extLst>
              <p:ext uri="{D42A27DB-BD31-4B8C-83A1-F6EECF244321}">
                <p14:modId xmlns:p14="http://schemas.microsoft.com/office/powerpoint/2010/main" val="1862718990"/>
              </p:ext>
            </p:extLst>
          </p:nvPr>
        </p:nvGraphicFramePr>
        <p:xfrm>
          <a:off x="567741" y="2837265"/>
          <a:ext cx="10994800" cy="1780356"/>
        </p:xfrm>
        <a:graphic>
          <a:graphicData uri="http://schemas.openxmlformats.org/drawingml/2006/table">
            <a:tbl>
              <a:tblPr/>
              <a:tblGrid>
                <a:gridCol w="3355556">
                  <a:extLst>
                    <a:ext uri="{9D8B030D-6E8A-4147-A177-3AD203B41FA5}">
                      <a16:colId xmlns:a16="http://schemas.microsoft.com/office/drawing/2014/main" val="20000"/>
                    </a:ext>
                  </a:extLst>
                </a:gridCol>
                <a:gridCol w="2784398">
                  <a:extLst>
                    <a:ext uri="{9D8B030D-6E8A-4147-A177-3AD203B41FA5}">
                      <a16:colId xmlns:a16="http://schemas.microsoft.com/office/drawing/2014/main" val="20001"/>
                    </a:ext>
                  </a:extLst>
                </a:gridCol>
                <a:gridCol w="4854846">
                  <a:extLst>
                    <a:ext uri="{9D8B030D-6E8A-4147-A177-3AD203B41FA5}">
                      <a16:colId xmlns:a16="http://schemas.microsoft.com/office/drawing/2014/main" val="20002"/>
                    </a:ext>
                  </a:extLst>
                </a:gridCol>
              </a:tblGrid>
              <a:tr h="339430">
                <a:tc>
                  <a:txBody>
                    <a:bodyPr/>
                    <a:lstStyle/>
                    <a:p>
                      <a:pPr marL="0" indent="0">
                        <a:buNone/>
                      </a:pPr>
                      <a:r>
                        <a:rPr lang="en-US" sz="1100" b="1">
                          <a:solidFill>
                            <a:srgbClr val="FFFFFF"/>
                          </a:solidFill>
                        </a:rPr>
                        <a:t>Use Case</a:t>
                      </a:r>
                      <a:endParaRPr lang="en-US" sz="110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3"/>
                    </a:solidFill>
                  </a:tcPr>
                </a:tc>
                <a:tc>
                  <a:txBody>
                    <a:bodyPr/>
                    <a:lstStyle/>
                    <a:p>
                      <a:pPr marL="0" indent="0">
                        <a:buNone/>
                      </a:pPr>
                      <a:r>
                        <a:rPr lang="en-US" sz="1100" b="1">
                          <a:solidFill>
                            <a:srgbClr val="FFFFFF"/>
                          </a:solidFill>
                        </a:rPr>
                        <a:t>Sector / Department</a:t>
                      </a:r>
                      <a:endParaRPr lang="en-US" sz="110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3"/>
                    </a:solidFill>
                  </a:tcPr>
                </a:tc>
                <a:tc>
                  <a:txBody>
                    <a:bodyPr/>
                    <a:lstStyle/>
                    <a:p>
                      <a:pPr marL="0" indent="0">
                        <a:buNone/>
                      </a:pPr>
                      <a:r>
                        <a:rPr lang="en-US" sz="1100" b="1">
                          <a:solidFill>
                            <a:srgbClr val="FFFFFF"/>
                          </a:solidFill>
                        </a:rPr>
                        <a:t>Outcome </a:t>
                      </a:r>
                      <a:endParaRPr lang="en-US" sz="110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3"/>
                    </a:solidFill>
                  </a:tcPr>
                </a:tc>
                <a:extLst>
                  <a:ext uri="{0D108BD9-81ED-4DB2-BD59-A6C34878D82A}">
                    <a16:rowId xmlns:a16="http://schemas.microsoft.com/office/drawing/2014/main" val="10000"/>
                  </a:ext>
                </a:extLst>
              </a:tr>
              <a:tr h="320217">
                <a:tc>
                  <a:txBody>
                    <a:bodyPr/>
                    <a:lstStyle/>
                    <a:p>
                      <a:pPr marL="0" indent="0">
                        <a:buNone/>
                      </a:pPr>
                      <a:r>
                        <a:rPr lang="en-US" sz="1000" b="1" dirty="0">
                          <a:solidFill>
                            <a:srgbClr val="222A28"/>
                          </a:solidFill>
                        </a:rPr>
                        <a:t>Multilingual Citizen Assistant</a:t>
                      </a:r>
                      <a:endParaRPr lang="en-US" sz="1000" dirty="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US" sz="950" i="0" dirty="0" err="1">
                          <a:solidFill>
                            <a:srgbClr val="5B6670"/>
                          </a:solidFill>
                        </a:rPr>
                        <a:t>MeitY</a:t>
                      </a:r>
                      <a:r>
                        <a:rPr lang="en-US" sz="950" i="0" dirty="0">
                          <a:solidFill>
                            <a:srgbClr val="5B6670"/>
                          </a:solidFill>
                        </a:rPr>
                        <a:t>, BHASHINI, Government Service Portals</a:t>
                      </a:r>
                      <a:endParaRPr lang="en-US" sz="950" i="0" dirty="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US" sz="950" dirty="0">
                          <a:solidFill>
                            <a:srgbClr val="222A28"/>
                          </a:solidFill>
                        </a:rPr>
                        <a:t>AI assistants enabling citizen services in 22+ Indian languages.</a:t>
                      </a:r>
                      <a:endParaRPr lang="en-US" sz="950" dirty="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493135">
                <a:tc>
                  <a:txBody>
                    <a:bodyPr/>
                    <a:lstStyle/>
                    <a:p>
                      <a:pPr marL="0" indent="0">
                        <a:buNone/>
                      </a:pPr>
                      <a:r>
                        <a:rPr lang="en-US" sz="1000" b="1" dirty="0">
                          <a:solidFill>
                            <a:srgbClr val="222A28"/>
                          </a:solidFill>
                        </a:rPr>
                        <a:t>Krishi Sathi (Agriculture Advisor)</a:t>
                      </a:r>
                      <a:endParaRPr lang="en-US" sz="1000" dirty="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lgn="l" defTabSz="914400" rtl="0" eaLnBrk="1" latinLnBrk="0" hangingPunct="1">
                        <a:buNone/>
                      </a:pPr>
                      <a:r>
                        <a:rPr lang="en-US" sz="950" i="0" kern="1200" dirty="0">
                          <a:solidFill>
                            <a:srgbClr val="5B6670"/>
                          </a:solidFill>
                          <a:latin typeface="+mn-lt"/>
                          <a:ea typeface="+mn-ea"/>
                          <a:cs typeface="+mn-cs"/>
                        </a:rPr>
                        <a:t>Agriculture Departments &amp; Rural Development Agencies</a:t>
                      </a:r>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50" kern="1200" dirty="0">
                          <a:solidFill>
                            <a:srgbClr val="222A28"/>
                          </a:solidFill>
                          <a:latin typeface="+mn-lt"/>
                          <a:ea typeface="+mn-ea"/>
                          <a:cs typeface="+mn-cs"/>
                        </a:rPr>
                        <a:t>Provides farmers with localized crop advisory, voice-based interactions, and data-driven recommendations in regional languages.</a:t>
                      </a:r>
                      <a:endParaRPr lang="en-US" sz="950" dirty="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5"/>
                  </a:ext>
                </a:extLst>
              </a:tr>
              <a:tr h="627574">
                <a:tc>
                  <a:txBody>
                    <a:bodyPr/>
                    <a:lstStyle/>
                    <a:p>
                      <a:pPr marL="0" indent="0">
                        <a:buNone/>
                      </a:pPr>
                      <a:r>
                        <a:rPr lang="en-US" sz="1000" b="1" dirty="0">
                          <a:solidFill>
                            <a:srgbClr val="222A28"/>
                          </a:solidFill>
                        </a:rPr>
                        <a:t>Document Intelligence &amp; e-Governance AI</a:t>
                      </a:r>
                      <a:endParaRPr lang="en-US" sz="1000" dirty="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US" sz="950" i="0" kern="1200" dirty="0">
                          <a:solidFill>
                            <a:srgbClr val="5B6670"/>
                          </a:solidFill>
                          <a:latin typeface="+mn-lt"/>
                          <a:ea typeface="+mn-ea"/>
                          <a:cs typeface="+mn-cs"/>
                        </a:rPr>
                        <a:t>Central &amp; State Government Departments</a:t>
                      </a:r>
                      <a:endParaRPr lang="en-US" sz="950" i="0" dirty="0"/>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buNone/>
                      </a:pPr>
                      <a:r>
                        <a:rPr lang="en-US" sz="950" dirty="0"/>
                        <a:t>Automates document understanding, translation, summarization, and information retrieval for faster government workflows and service delivery.</a:t>
                      </a:r>
                    </a:p>
                  </a:txBody>
                  <a:tcPr marL="76200" marR="76200" marT="50800" marB="50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265924037"/>
                  </a:ext>
                </a:extLst>
              </a:tr>
            </a:tbl>
          </a:graphicData>
        </a:graphic>
      </p:graphicFrame>
      <p:sp>
        <p:nvSpPr>
          <p:cNvPr id="31" name="Text 28">
            <a:extLst>
              <a:ext uri="{FF2B5EF4-FFF2-40B4-BE49-F238E27FC236}">
                <a16:creationId xmlns:a16="http://schemas.microsoft.com/office/drawing/2014/main" id="{CC916256-3736-1B49-516E-D223CF2A9066}"/>
              </a:ext>
            </a:extLst>
          </p:cNvPr>
          <p:cNvSpPr/>
          <p:nvPr/>
        </p:nvSpPr>
        <p:spPr>
          <a:xfrm>
            <a:off x="457200" y="4892040"/>
            <a:ext cx="5486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150" normalizeH="0" baseline="0" noProof="0">
                <a:ln>
                  <a:noFill/>
                </a:ln>
                <a:solidFill>
                  <a:srgbClr val="5B6670"/>
                </a:solidFill>
                <a:effectLst/>
                <a:uLnTx/>
                <a:uFillTx/>
                <a:latin typeface="Calibri" pitchFamily="34" charset="0"/>
                <a:ea typeface="Calibri" pitchFamily="34" charset="-122"/>
                <a:cs typeface="Calibri" pitchFamily="34" charset="-120"/>
              </a:rPr>
              <a:t>STRATEGIC PILLARS</a:t>
            </a:r>
            <a:endParaRPr kumimoji="0" lang="en-US" sz="105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2" name="Shape 29">
            <a:extLst>
              <a:ext uri="{FF2B5EF4-FFF2-40B4-BE49-F238E27FC236}">
                <a16:creationId xmlns:a16="http://schemas.microsoft.com/office/drawing/2014/main" id="{008D9773-8A0C-A2D7-C53F-6B2C4A2F91DE}"/>
              </a:ext>
            </a:extLst>
          </p:cNvPr>
          <p:cNvSpPr/>
          <p:nvPr/>
        </p:nvSpPr>
        <p:spPr>
          <a:xfrm>
            <a:off x="457200" y="5193792"/>
            <a:ext cx="11274552" cy="0"/>
          </a:xfrm>
          <a:prstGeom prst="line">
            <a:avLst/>
          </a:prstGeom>
          <a:noFill/>
          <a:ln w="9525">
            <a:solidFill>
              <a:srgbClr val="C7CCC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3" name="Shape 30">
            <a:extLst>
              <a:ext uri="{FF2B5EF4-FFF2-40B4-BE49-F238E27FC236}">
                <a16:creationId xmlns:a16="http://schemas.microsoft.com/office/drawing/2014/main" id="{F92E1316-7747-6218-3325-92F62C47D86D}"/>
              </a:ext>
            </a:extLst>
          </p:cNvPr>
          <p:cNvSpPr/>
          <p:nvPr/>
        </p:nvSpPr>
        <p:spPr>
          <a:xfrm>
            <a:off x="457200" y="5394960"/>
            <a:ext cx="457200" cy="457200"/>
          </a:xfrm>
          <a:prstGeom prst="ellipse">
            <a:avLst/>
          </a:prstGeom>
          <a:solidFill>
            <a:schemeClr val="bg1">
              <a:lumMod val="85000"/>
            </a:scheme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pic>
        <p:nvPicPr>
          <p:cNvPr id="34" name="Image 1" descr="preencoded.png">
            <a:extLst>
              <a:ext uri="{FF2B5EF4-FFF2-40B4-BE49-F238E27FC236}">
                <a16:creationId xmlns:a16="http://schemas.microsoft.com/office/drawing/2014/main" id="{4590806F-5225-5D9C-4AFD-768CAF588F69}"/>
              </a:ext>
            </a:extLst>
          </p:cNvPr>
          <p:cNvPicPr>
            <a:picLocks noChangeAspect="1"/>
          </p:cNvPicPr>
          <p:nvPr/>
        </p:nvPicPr>
        <p:blipFill>
          <a:blip r:embed="rId2"/>
          <a:stretch>
            <a:fillRect/>
          </a:stretch>
        </p:blipFill>
        <p:spPr>
          <a:xfrm>
            <a:off x="576072" y="5513832"/>
            <a:ext cx="219456" cy="219456"/>
          </a:xfrm>
          <a:prstGeom prst="rect">
            <a:avLst/>
          </a:prstGeom>
        </p:spPr>
      </p:pic>
      <p:sp>
        <p:nvSpPr>
          <p:cNvPr id="35" name="Text 31">
            <a:extLst>
              <a:ext uri="{FF2B5EF4-FFF2-40B4-BE49-F238E27FC236}">
                <a16:creationId xmlns:a16="http://schemas.microsoft.com/office/drawing/2014/main" id="{D8410EE0-B1A1-60B2-3494-AA7DFB1DFEAA}"/>
              </a:ext>
            </a:extLst>
          </p:cNvPr>
          <p:cNvSpPr/>
          <p:nvPr/>
        </p:nvSpPr>
        <p:spPr>
          <a:xfrm>
            <a:off x="1024128" y="5376672"/>
            <a:ext cx="3072384"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B4332"/>
                </a:solidFill>
                <a:effectLst/>
                <a:uLnTx/>
                <a:uFillTx/>
                <a:latin typeface="Calibri" pitchFamily="34" charset="0"/>
                <a:ea typeface="Calibri" pitchFamily="34" charset="-122"/>
                <a:cs typeface="Calibri" pitchFamily="34" charset="-120"/>
              </a:rPr>
              <a:t>Bharat Data Sagar</a:t>
            </a:r>
            <a:endParaRPr kumimoji="0" lang="en-US" sz="115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36" name="Text 32">
            <a:extLst>
              <a:ext uri="{FF2B5EF4-FFF2-40B4-BE49-F238E27FC236}">
                <a16:creationId xmlns:a16="http://schemas.microsoft.com/office/drawing/2014/main" id="{C48DEBE9-F289-85A4-A3FE-CDC476E8D71C}"/>
              </a:ext>
            </a:extLst>
          </p:cNvPr>
          <p:cNvSpPr/>
          <p:nvPr/>
        </p:nvSpPr>
        <p:spPr>
          <a:xfrm>
            <a:off x="1024128" y="5650992"/>
            <a:ext cx="3072384" cy="6400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30" b="0" i="0" u="none" strike="noStrike" kern="1200" cap="none" spc="0" normalizeH="0" baseline="0" noProof="0" dirty="0">
                <a:ln>
                  <a:noFill/>
                </a:ln>
                <a:solidFill>
                  <a:srgbClr val="222A28"/>
                </a:solidFill>
                <a:effectLst/>
                <a:uLnTx/>
                <a:uFillTx/>
                <a:latin typeface="Calibri" pitchFamily="34" charset="0"/>
                <a:ea typeface="Calibri" pitchFamily="34" charset="-122"/>
                <a:cs typeface="Calibri" pitchFamily="34" charset="-120"/>
              </a:rPr>
              <a:t>India-centric datasets covering language, culture, heritage, and governance data.</a:t>
            </a:r>
            <a:endParaRPr kumimoji="0" lang="en-US" sz="93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37" name="Shape 33">
            <a:extLst>
              <a:ext uri="{FF2B5EF4-FFF2-40B4-BE49-F238E27FC236}">
                <a16:creationId xmlns:a16="http://schemas.microsoft.com/office/drawing/2014/main" id="{4B5B1B8E-C5D4-70D1-229C-E0206C953C75}"/>
              </a:ext>
            </a:extLst>
          </p:cNvPr>
          <p:cNvSpPr/>
          <p:nvPr/>
        </p:nvSpPr>
        <p:spPr>
          <a:xfrm>
            <a:off x="4215384" y="5394960"/>
            <a:ext cx="457200" cy="457200"/>
          </a:xfrm>
          <a:prstGeom prst="ellipse">
            <a:avLst/>
          </a:prstGeom>
          <a:solidFill>
            <a:schemeClr val="bg1">
              <a:lumMod val="85000"/>
            </a:scheme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9" name="Text 34">
            <a:extLst>
              <a:ext uri="{FF2B5EF4-FFF2-40B4-BE49-F238E27FC236}">
                <a16:creationId xmlns:a16="http://schemas.microsoft.com/office/drawing/2014/main" id="{1D01C03A-D1F4-98C9-2E4F-7E0A4857F7BC}"/>
              </a:ext>
            </a:extLst>
          </p:cNvPr>
          <p:cNvSpPr/>
          <p:nvPr/>
        </p:nvSpPr>
        <p:spPr>
          <a:xfrm>
            <a:off x="4782312" y="5376672"/>
            <a:ext cx="3072384"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B4332"/>
                </a:solidFill>
                <a:effectLst/>
                <a:uLnTx/>
                <a:uFillTx/>
                <a:latin typeface="Calibri" pitchFamily="34" charset="0"/>
                <a:ea typeface="Calibri" pitchFamily="34" charset="-122"/>
                <a:cs typeface="Calibri" pitchFamily="34" charset="-120"/>
              </a:rPr>
              <a:t>Multilingual Foundation Models</a:t>
            </a:r>
            <a:endParaRPr kumimoji="0" lang="en-US" sz="115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40" name="Text 35">
            <a:extLst>
              <a:ext uri="{FF2B5EF4-FFF2-40B4-BE49-F238E27FC236}">
                <a16:creationId xmlns:a16="http://schemas.microsoft.com/office/drawing/2014/main" id="{07A49C88-A2D4-B437-E390-19100191919E}"/>
              </a:ext>
            </a:extLst>
          </p:cNvPr>
          <p:cNvSpPr/>
          <p:nvPr/>
        </p:nvSpPr>
        <p:spPr>
          <a:xfrm>
            <a:off x="4782312" y="5650992"/>
            <a:ext cx="3072384" cy="6400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30" b="0" i="0" u="none" strike="noStrike" kern="1200" cap="none" spc="0" normalizeH="0" baseline="0" noProof="0" dirty="0">
                <a:ln>
                  <a:noFill/>
                </a:ln>
                <a:solidFill>
                  <a:srgbClr val="222A28"/>
                </a:solidFill>
                <a:effectLst/>
                <a:uLnTx/>
                <a:uFillTx/>
                <a:latin typeface="Calibri" pitchFamily="34" charset="0"/>
                <a:ea typeface="Calibri" pitchFamily="34" charset="-122"/>
                <a:cs typeface="Calibri" pitchFamily="34" charset="-120"/>
              </a:rPr>
              <a:t>AI models supporting 22+ Indian languages. Text generation, translation, and reasoning in Indian contexts.</a:t>
            </a:r>
            <a:endParaRPr kumimoji="0" lang="en-US" sz="93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41" name="Shape 36">
            <a:extLst>
              <a:ext uri="{FF2B5EF4-FFF2-40B4-BE49-F238E27FC236}">
                <a16:creationId xmlns:a16="http://schemas.microsoft.com/office/drawing/2014/main" id="{1680B209-0828-933B-BD65-D26A71E33D84}"/>
              </a:ext>
            </a:extLst>
          </p:cNvPr>
          <p:cNvSpPr/>
          <p:nvPr/>
        </p:nvSpPr>
        <p:spPr>
          <a:xfrm>
            <a:off x="7973568" y="5394960"/>
            <a:ext cx="457200" cy="457200"/>
          </a:xfrm>
          <a:prstGeom prst="ellipse">
            <a:avLst/>
          </a:prstGeom>
          <a:solidFill>
            <a:schemeClr val="bg1">
              <a:lumMod val="85000"/>
            </a:scheme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3" name="Text 37">
            <a:extLst>
              <a:ext uri="{FF2B5EF4-FFF2-40B4-BE49-F238E27FC236}">
                <a16:creationId xmlns:a16="http://schemas.microsoft.com/office/drawing/2014/main" id="{227B6F11-232D-7BBF-7D9F-6BDC0D6BEE29}"/>
              </a:ext>
            </a:extLst>
          </p:cNvPr>
          <p:cNvSpPr/>
          <p:nvPr/>
        </p:nvSpPr>
        <p:spPr>
          <a:xfrm>
            <a:off x="8540496" y="5376672"/>
            <a:ext cx="3072384"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B4332"/>
                </a:solidFill>
                <a:effectLst/>
                <a:uLnTx/>
                <a:uFillTx/>
                <a:latin typeface="Calibri" pitchFamily="34" charset="0"/>
                <a:ea typeface="Calibri" pitchFamily="34" charset="-122"/>
                <a:cs typeface="Calibri" pitchFamily="34" charset="-120"/>
              </a:rPr>
              <a:t>Public-Private-Academia-Government Model</a:t>
            </a:r>
            <a:endParaRPr kumimoji="0" lang="en-US" sz="115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44" name="Text 38">
            <a:extLst>
              <a:ext uri="{FF2B5EF4-FFF2-40B4-BE49-F238E27FC236}">
                <a16:creationId xmlns:a16="http://schemas.microsoft.com/office/drawing/2014/main" id="{A30FAB49-8122-BD8C-0B32-84339D813075}"/>
              </a:ext>
            </a:extLst>
          </p:cNvPr>
          <p:cNvSpPr/>
          <p:nvPr/>
        </p:nvSpPr>
        <p:spPr>
          <a:xfrm>
            <a:off x="8540496" y="5650992"/>
            <a:ext cx="3072384" cy="6400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30" b="0" i="0" u="none" strike="noStrike" kern="1200" cap="none" spc="0" normalizeH="0" baseline="0" noProof="0" dirty="0" err="1">
                <a:ln>
                  <a:noFill/>
                </a:ln>
                <a:solidFill>
                  <a:srgbClr val="222A28"/>
                </a:solidFill>
                <a:effectLst/>
                <a:uLnTx/>
                <a:uFillTx/>
                <a:latin typeface="Calibri" pitchFamily="34" charset="0"/>
                <a:ea typeface="Calibri" pitchFamily="34" charset="-122"/>
                <a:cs typeface="Calibri" pitchFamily="34" charset="-120"/>
              </a:rPr>
              <a:t>BharatGen</a:t>
            </a:r>
            <a:r>
              <a:rPr kumimoji="0" lang="en-US" sz="930" b="0" i="0" u="none" strike="noStrike" kern="1200" cap="none" spc="0" normalizeH="0" baseline="0" noProof="0" dirty="0">
                <a:ln>
                  <a:noFill/>
                </a:ln>
                <a:solidFill>
                  <a:srgbClr val="222A28"/>
                </a:solidFill>
                <a:effectLst/>
                <a:uLnTx/>
                <a:uFillTx/>
                <a:latin typeface="Calibri" pitchFamily="34" charset="0"/>
                <a:ea typeface="Calibri" pitchFamily="34" charset="-122"/>
                <a:cs typeface="Calibri" pitchFamily="34" charset="-120"/>
              </a:rPr>
              <a:t> follows a Public-Private-Academia Partnership (PPAP/PPP) model, bringing together: Government ministries IITs, IIITs, and IIMs ,Industry, </a:t>
            </a:r>
            <a:r>
              <a:rPr kumimoji="0" lang="en-US" sz="930" b="0" i="0" u="none" strike="noStrike" kern="1200" cap="none" spc="0" normalizeH="0" baseline="0" noProof="0" dirty="0" err="1">
                <a:ln>
                  <a:noFill/>
                </a:ln>
                <a:solidFill>
                  <a:srgbClr val="222A28"/>
                </a:solidFill>
                <a:effectLst/>
                <a:uLnTx/>
                <a:uFillTx/>
                <a:latin typeface="Calibri" pitchFamily="34" charset="0"/>
                <a:ea typeface="Calibri" pitchFamily="34" charset="-122"/>
                <a:cs typeface="Calibri" pitchFamily="34" charset="-120"/>
              </a:rPr>
              <a:t>partners,Startups</a:t>
            </a:r>
            <a:endParaRPr kumimoji="0" lang="en-US" sz="93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pic>
        <p:nvPicPr>
          <p:cNvPr id="2" name="Image 2" descr="preencoded.png">
            <a:extLst>
              <a:ext uri="{FF2B5EF4-FFF2-40B4-BE49-F238E27FC236}">
                <a16:creationId xmlns:a16="http://schemas.microsoft.com/office/drawing/2014/main" id="{BE6A63D9-7D46-E5FA-BCBB-1C0DE7708B62}"/>
              </a:ext>
            </a:extLst>
          </p:cNvPr>
          <p:cNvPicPr>
            <a:picLocks noChangeAspect="1"/>
          </p:cNvPicPr>
          <p:nvPr/>
        </p:nvPicPr>
        <p:blipFill>
          <a:blip r:embed="rId3"/>
          <a:stretch>
            <a:fillRect/>
          </a:stretch>
        </p:blipFill>
        <p:spPr>
          <a:xfrm>
            <a:off x="4334256" y="5513832"/>
            <a:ext cx="219456" cy="219456"/>
          </a:xfrm>
          <a:prstGeom prst="rect">
            <a:avLst/>
          </a:prstGeom>
        </p:spPr>
      </p:pic>
      <p:pic>
        <p:nvPicPr>
          <p:cNvPr id="27" name="Image 2" descr="preencoded.png">
            <a:extLst>
              <a:ext uri="{FF2B5EF4-FFF2-40B4-BE49-F238E27FC236}">
                <a16:creationId xmlns:a16="http://schemas.microsoft.com/office/drawing/2014/main" id="{97FBDCD3-D525-4BFE-FA51-F7AD22DC7E95}"/>
              </a:ext>
            </a:extLst>
          </p:cNvPr>
          <p:cNvPicPr>
            <a:picLocks noChangeAspect="1"/>
          </p:cNvPicPr>
          <p:nvPr/>
        </p:nvPicPr>
        <p:blipFill>
          <a:blip r:embed="rId4"/>
          <a:stretch>
            <a:fillRect/>
          </a:stretch>
        </p:blipFill>
        <p:spPr>
          <a:xfrm>
            <a:off x="8098536" y="5501640"/>
            <a:ext cx="219456" cy="219456"/>
          </a:xfrm>
          <a:prstGeom prst="rect">
            <a:avLst/>
          </a:prstGeom>
        </p:spPr>
      </p:pic>
    </p:spTree>
    <p:extLst>
      <p:ext uri="{BB962C8B-B14F-4D97-AF65-F5344CB8AC3E}">
        <p14:creationId xmlns:p14="http://schemas.microsoft.com/office/powerpoint/2010/main" val="16083211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FE0BD-A70C-C258-0718-EFD8C7734B49}"/>
            </a:ext>
          </a:extLst>
        </p:cNvPr>
        <p:cNvGrpSpPr/>
        <p:nvPr/>
      </p:nvGrpSpPr>
      <p:grpSpPr>
        <a:xfrm>
          <a:off x="0" y="0"/>
          <a:ext cx="0" cy="0"/>
          <a:chOff x="0" y="0"/>
          <a:chExt cx="0" cy="0"/>
        </a:xfrm>
      </p:grpSpPr>
      <p:sp>
        <p:nvSpPr>
          <p:cNvPr id="3" name="Text 3">
            <a:extLst>
              <a:ext uri="{FF2B5EF4-FFF2-40B4-BE49-F238E27FC236}">
                <a16:creationId xmlns:a16="http://schemas.microsoft.com/office/drawing/2014/main" id="{8056B493-388A-C8D3-EBCD-4F4E1FFEA3EF}"/>
              </a:ext>
            </a:extLst>
          </p:cNvPr>
          <p:cNvSpPr/>
          <p:nvPr/>
        </p:nvSpPr>
        <p:spPr>
          <a:xfrm>
            <a:off x="495157" y="353683"/>
            <a:ext cx="10360152"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err="1">
                <a:ln>
                  <a:noFill/>
                </a:ln>
                <a:solidFill>
                  <a:prstClr val="black"/>
                </a:solidFill>
                <a:effectLst/>
                <a:uLnTx/>
                <a:uFillTx/>
                <a:latin typeface="Cambria"/>
                <a:ea typeface="Cambria"/>
                <a:cs typeface="+mn-cs"/>
              </a:rPr>
              <a:t>Hanooman</a:t>
            </a:r>
            <a:r>
              <a:rPr kumimoji="0" lang="en-US" sz="2200" b="1" i="0" u="none" strike="noStrike" kern="1200" cap="none" spc="0" normalizeH="0" baseline="0" noProof="0" dirty="0">
                <a:ln>
                  <a:noFill/>
                </a:ln>
                <a:solidFill>
                  <a:prstClr val="black"/>
                </a:solidFill>
                <a:effectLst/>
                <a:uLnTx/>
                <a:uFillTx/>
                <a:latin typeface="Cambria"/>
                <a:ea typeface="Cambria"/>
                <a:cs typeface="+mn-cs"/>
              </a:rPr>
              <a:t> AI – Work with Indian Government </a:t>
            </a:r>
            <a:endParaRPr kumimoji="0" lang="en-US" sz="2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cxnSp>
        <p:nvCxnSpPr>
          <p:cNvPr id="4" name="Google Shape;17933;p2451">
            <a:extLst>
              <a:ext uri="{FF2B5EF4-FFF2-40B4-BE49-F238E27FC236}">
                <a16:creationId xmlns:a16="http://schemas.microsoft.com/office/drawing/2014/main" id="{390976E6-5408-2C4A-DFA2-479AAB5E6329}"/>
              </a:ext>
            </a:extLst>
          </p:cNvPr>
          <p:cNvCxnSpPr>
            <a:cxnSpLocks/>
          </p:cNvCxnSpPr>
          <p:nvPr/>
        </p:nvCxnSpPr>
        <p:spPr>
          <a:xfrm>
            <a:off x="2585348" y="1422421"/>
            <a:ext cx="8575442" cy="1"/>
          </a:xfrm>
          <a:prstGeom prst="straightConnector1">
            <a:avLst/>
          </a:prstGeom>
          <a:noFill/>
          <a:ln w="152400" cap="flat" cmpd="sng">
            <a:solidFill>
              <a:srgbClr val="999999"/>
            </a:solidFill>
            <a:prstDash val="solid"/>
            <a:round/>
            <a:headEnd type="none" w="med" len="med"/>
            <a:tailEnd type="none" w="med" len="med"/>
          </a:ln>
        </p:spPr>
      </p:cxnSp>
      <p:grpSp>
        <p:nvGrpSpPr>
          <p:cNvPr id="5" name="Google Shape;17935;p2451">
            <a:extLst>
              <a:ext uri="{FF2B5EF4-FFF2-40B4-BE49-F238E27FC236}">
                <a16:creationId xmlns:a16="http://schemas.microsoft.com/office/drawing/2014/main" id="{3BFF4C52-58EB-AF10-8687-8889A7A32428}"/>
              </a:ext>
            </a:extLst>
          </p:cNvPr>
          <p:cNvGrpSpPr/>
          <p:nvPr/>
        </p:nvGrpSpPr>
        <p:grpSpPr>
          <a:xfrm>
            <a:off x="1260407" y="1235767"/>
            <a:ext cx="2552029" cy="461074"/>
            <a:chOff x="442912" y="1828799"/>
            <a:chExt cx="1995600" cy="1872900"/>
          </a:xfrm>
          <a:solidFill>
            <a:schemeClr val="accent3">
              <a:lumMod val="75000"/>
            </a:schemeClr>
          </a:solidFill>
        </p:grpSpPr>
        <p:sp>
          <p:nvSpPr>
            <p:cNvPr id="6" name="Google Shape;17936;p2451">
              <a:extLst>
                <a:ext uri="{FF2B5EF4-FFF2-40B4-BE49-F238E27FC236}">
                  <a16:creationId xmlns:a16="http://schemas.microsoft.com/office/drawing/2014/main" id="{DAA38CE2-F5E1-A3C2-0516-7D40292025FF}"/>
                </a:ext>
              </a:extLst>
            </p:cNvPr>
            <p:cNvSpPr/>
            <p:nvPr/>
          </p:nvSpPr>
          <p:spPr>
            <a:xfrm>
              <a:off x="442912" y="1828799"/>
              <a:ext cx="1995600" cy="1872900"/>
            </a:xfrm>
            <a:prstGeom prst="rect">
              <a:avLst/>
            </a:prstGeom>
            <a:grp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050" b="0" i="0" u="none" strike="noStrike" kern="120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7" name="Google Shape;17937;p2451">
              <a:extLst>
                <a:ext uri="{FF2B5EF4-FFF2-40B4-BE49-F238E27FC236}">
                  <a16:creationId xmlns:a16="http://schemas.microsoft.com/office/drawing/2014/main" id="{34C4B037-C79A-0596-47D5-ED426CEF8DF6}"/>
                </a:ext>
              </a:extLst>
            </p:cNvPr>
            <p:cNvSpPr txBox="1"/>
            <p:nvPr/>
          </p:nvSpPr>
          <p:spPr>
            <a:xfrm>
              <a:off x="626850" y="2011695"/>
              <a:ext cx="1627500" cy="1508700"/>
            </a:xfrm>
            <a:prstGeom prst="rect">
              <a:avLst/>
            </a:prstGeom>
            <a:grpFill/>
            <a:ln>
              <a:noFill/>
            </a:ln>
          </p:spPr>
          <p:txBody>
            <a:bodyPr spcFirstLastPara="1" wrap="square" lIns="0" tIns="0" rIns="0" bIns="0" anchor="t" anchorCtr="0">
              <a:noAutofit/>
            </a:bodyPr>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n-GB" sz="1600" b="1"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sym typeface="Helvetica Neue"/>
                </a:rPr>
                <a:t>1</a:t>
              </a:r>
              <a:endParaRPr kumimoji="0" sz="1600" b="1"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sym typeface="Helvetica Neue"/>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err="1">
                  <a:ln>
                    <a:noFill/>
                  </a:ln>
                  <a:solidFill>
                    <a:prstClr val="white"/>
                  </a:solidFill>
                  <a:effectLst/>
                  <a:uLnTx/>
                  <a:uFillTx/>
                  <a:latin typeface="Calibri" pitchFamily="34" charset="0"/>
                  <a:ea typeface="Calibri" pitchFamily="34" charset="-122"/>
                  <a:cs typeface="Calibri" pitchFamily="34" charset="-120"/>
                </a:rPr>
                <a:t>IndiaAI</a:t>
              </a:r>
              <a:r>
                <a:rPr kumimoji="0" lang="en-US" sz="1050" b="1" i="0" u="none" strike="noStrike" kern="1200" cap="none" spc="0" normalizeH="0" baseline="0" noProof="0" dirty="0">
                  <a:ln>
                    <a:noFill/>
                  </a:ln>
                  <a:solidFill>
                    <a:prstClr val="white"/>
                  </a:solidFill>
                  <a:effectLst/>
                  <a:uLnTx/>
                  <a:uFillTx/>
                  <a:latin typeface="Calibri" pitchFamily="34" charset="0"/>
                  <a:ea typeface="Calibri" pitchFamily="34" charset="-122"/>
                  <a:cs typeface="Calibri" pitchFamily="34" charset="-120"/>
                </a:rPr>
                <a:t> Mission &amp; </a:t>
              </a:r>
              <a:r>
                <a:rPr kumimoji="0" lang="en-US" sz="1050" b="1" i="0" u="none" strike="noStrike" kern="1200" cap="none" spc="0" normalizeH="0" baseline="0" noProof="0" dirty="0" err="1">
                  <a:ln>
                    <a:noFill/>
                  </a:ln>
                  <a:solidFill>
                    <a:prstClr val="white"/>
                  </a:solidFill>
                  <a:effectLst/>
                  <a:uLnTx/>
                  <a:uFillTx/>
                  <a:latin typeface="Calibri" pitchFamily="34" charset="0"/>
                  <a:ea typeface="Calibri" pitchFamily="34" charset="-122"/>
                  <a:cs typeface="Calibri" pitchFamily="34" charset="-120"/>
                </a:rPr>
                <a:t>MeitY</a:t>
              </a:r>
              <a:endParaRPr kumimoji="0" lang="en-US" sz="105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grpSp>
        <p:nvGrpSpPr>
          <p:cNvPr id="8" name="Google Shape;17941;p2451">
            <a:extLst>
              <a:ext uri="{FF2B5EF4-FFF2-40B4-BE49-F238E27FC236}">
                <a16:creationId xmlns:a16="http://schemas.microsoft.com/office/drawing/2014/main" id="{6709AA68-2C53-5094-B41E-D3DF3674D7B4}"/>
              </a:ext>
            </a:extLst>
          </p:cNvPr>
          <p:cNvGrpSpPr/>
          <p:nvPr/>
        </p:nvGrpSpPr>
        <p:grpSpPr>
          <a:xfrm>
            <a:off x="6523522" y="1159460"/>
            <a:ext cx="2552029" cy="613689"/>
            <a:chOff x="442912" y="1828799"/>
            <a:chExt cx="1995600" cy="1872900"/>
          </a:xfrm>
          <a:solidFill>
            <a:srgbClr val="92D050"/>
          </a:solidFill>
        </p:grpSpPr>
        <p:sp>
          <p:nvSpPr>
            <p:cNvPr id="9" name="Google Shape;17942;p2451">
              <a:extLst>
                <a:ext uri="{FF2B5EF4-FFF2-40B4-BE49-F238E27FC236}">
                  <a16:creationId xmlns:a16="http://schemas.microsoft.com/office/drawing/2014/main" id="{137C196F-32D6-F653-4D68-EED2FA5FE9ED}"/>
                </a:ext>
              </a:extLst>
            </p:cNvPr>
            <p:cNvSpPr/>
            <p:nvPr/>
          </p:nvSpPr>
          <p:spPr>
            <a:xfrm>
              <a:off x="442912" y="1828799"/>
              <a:ext cx="1995600" cy="1872900"/>
            </a:xfrm>
            <a:prstGeom prst="rect">
              <a:avLst/>
            </a:prstGeom>
            <a:grp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050" b="0" i="0" u="none" strike="noStrike" kern="120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sym typeface="Helvetica Neue"/>
              </a:endParaRPr>
            </a:p>
          </p:txBody>
        </p:sp>
        <p:sp>
          <p:nvSpPr>
            <p:cNvPr id="10" name="Google Shape;17943;p2451">
              <a:extLst>
                <a:ext uri="{FF2B5EF4-FFF2-40B4-BE49-F238E27FC236}">
                  <a16:creationId xmlns:a16="http://schemas.microsoft.com/office/drawing/2014/main" id="{31A963D2-74BA-76C8-9CA3-3677680891AC}"/>
                </a:ext>
              </a:extLst>
            </p:cNvPr>
            <p:cNvSpPr txBox="1"/>
            <p:nvPr/>
          </p:nvSpPr>
          <p:spPr>
            <a:xfrm>
              <a:off x="626835" y="2011693"/>
              <a:ext cx="1627500" cy="1322100"/>
            </a:xfrm>
            <a:prstGeom prst="rect">
              <a:avLst/>
            </a:prstGeom>
            <a:grpFill/>
            <a:ln>
              <a:noFill/>
            </a:ln>
          </p:spPr>
          <p:txBody>
            <a:bodyPr spcFirstLastPara="1" wrap="square" lIns="0" tIns="0" rIns="0" bIns="0" anchor="t" anchorCtr="0">
              <a:noAutofit/>
            </a:bodyPr>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n-GB" sz="16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Helvetica Neue"/>
                </a:rPr>
                <a:t>3</a:t>
              </a:r>
              <a:endParaRPr kumimoji="0" sz="16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Helvetica Neue"/>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50" b="1" dirty="0">
                  <a:solidFill>
                    <a:srgbClr val="1B4332"/>
                  </a:solidFill>
                  <a:latin typeface="Calibri" pitchFamily="34" charset="0"/>
                  <a:ea typeface="Calibri" pitchFamily="34" charset="-122"/>
                  <a:cs typeface="Calibri" pitchFamily="34" charset="-120"/>
                </a:rPr>
                <a:t>Healthcare AI</a:t>
              </a:r>
              <a:endPar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grpSp>
      <p:grpSp>
        <p:nvGrpSpPr>
          <p:cNvPr id="11" name="Google Shape;17945;p2451">
            <a:extLst>
              <a:ext uri="{FF2B5EF4-FFF2-40B4-BE49-F238E27FC236}">
                <a16:creationId xmlns:a16="http://schemas.microsoft.com/office/drawing/2014/main" id="{60CB1C92-8B03-828B-E7AD-62B3AC1F8F96}"/>
              </a:ext>
            </a:extLst>
          </p:cNvPr>
          <p:cNvGrpSpPr/>
          <p:nvPr/>
        </p:nvGrpSpPr>
        <p:grpSpPr>
          <a:xfrm>
            <a:off x="9128437" y="1159462"/>
            <a:ext cx="2552029" cy="613689"/>
            <a:chOff x="442912" y="1828800"/>
            <a:chExt cx="1995600" cy="1872900"/>
          </a:xfrm>
          <a:solidFill>
            <a:schemeClr val="accent6">
              <a:lumMod val="20000"/>
              <a:lumOff val="80000"/>
            </a:schemeClr>
          </a:solidFill>
        </p:grpSpPr>
        <p:sp>
          <p:nvSpPr>
            <p:cNvPr id="12" name="Google Shape;17946;p2451">
              <a:extLst>
                <a:ext uri="{FF2B5EF4-FFF2-40B4-BE49-F238E27FC236}">
                  <a16:creationId xmlns:a16="http://schemas.microsoft.com/office/drawing/2014/main" id="{17497057-42F3-0F6F-6588-B05A3CABE510}"/>
                </a:ext>
              </a:extLst>
            </p:cNvPr>
            <p:cNvSpPr/>
            <p:nvPr/>
          </p:nvSpPr>
          <p:spPr>
            <a:xfrm>
              <a:off x="442912" y="1828800"/>
              <a:ext cx="1995600" cy="1872900"/>
            </a:xfrm>
            <a:prstGeom prst="rect">
              <a:avLst/>
            </a:prstGeom>
            <a:grp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50" b="0" i="0" u="none" strike="noStrike" kern="120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sym typeface="Helvetica Neue"/>
              </a:endParaRPr>
            </a:p>
          </p:txBody>
        </p:sp>
        <p:sp>
          <p:nvSpPr>
            <p:cNvPr id="13" name="Google Shape;17947;p2451">
              <a:extLst>
                <a:ext uri="{FF2B5EF4-FFF2-40B4-BE49-F238E27FC236}">
                  <a16:creationId xmlns:a16="http://schemas.microsoft.com/office/drawing/2014/main" id="{73DDE6DD-4D91-BF31-8469-7042D24667C0}"/>
                </a:ext>
              </a:extLst>
            </p:cNvPr>
            <p:cNvSpPr txBox="1"/>
            <p:nvPr/>
          </p:nvSpPr>
          <p:spPr>
            <a:xfrm>
              <a:off x="626839" y="2011681"/>
              <a:ext cx="1719459" cy="704030"/>
            </a:xfrm>
            <a:prstGeom prst="rect">
              <a:avLst/>
            </a:prstGeom>
            <a:grpFill/>
            <a:ln>
              <a:noFill/>
            </a:ln>
          </p:spPr>
          <p:txBody>
            <a:bodyPr spcFirstLastPara="1" wrap="square" lIns="0" tIns="0" rIns="0" bIns="0" anchor="t" anchorCtr="0">
              <a:noAutofit/>
            </a:bodyPr>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n-GB" sz="16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Helvetica Neue"/>
                </a:rPr>
                <a:t>4</a:t>
              </a:r>
              <a:endParaRPr kumimoji="0" sz="16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Helvetica Neue"/>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err="1">
                  <a:ln>
                    <a:noFill/>
                  </a:ln>
                  <a:solidFill>
                    <a:srgbClr val="1B4332"/>
                  </a:solidFill>
                  <a:effectLst/>
                  <a:uLnTx/>
                  <a:uFillTx/>
                  <a:latin typeface="Calibri" pitchFamily="34" charset="0"/>
                  <a:ea typeface="Calibri" pitchFamily="34" charset="-122"/>
                  <a:cs typeface="Calibri" pitchFamily="34" charset="-120"/>
                </a:rPr>
                <a:t>Pr</a:t>
              </a:r>
              <a:r>
                <a:rPr lang="en-US" sz="1050" b="1" dirty="0" err="1">
                  <a:solidFill>
                    <a:srgbClr val="1B4332"/>
                  </a:solidFill>
                  <a:latin typeface="Calibri" pitchFamily="34" charset="0"/>
                  <a:ea typeface="Calibri" pitchFamily="34" charset="-122"/>
                  <a:cs typeface="Calibri" pitchFamily="34" charset="-120"/>
                </a:rPr>
                <a:t>ivate</a:t>
              </a:r>
              <a:r>
                <a:rPr lang="en-US" sz="1050" b="1" dirty="0">
                  <a:solidFill>
                    <a:srgbClr val="1B4332"/>
                  </a:solidFill>
                  <a:latin typeface="Calibri" pitchFamily="34" charset="0"/>
                  <a:ea typeface="Calibri" pitchFamily="34" charset="-122"/>
                  <a:cs typeface="Calibri" pitchFamily="34" charset="-120"/>
                </a:rPr>
                <a:t> Partnerships</a:t>
              </a:r>
              <a:endPar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grpSp>
      <p:grpSp>
        <p:nvGrpSpPr>
          <p:cNvPr id="14" name="Google Shape;17954;p2451">
            <a:extLst>
              <a:ext uri="{FF2B5EF4-FFF2-40B4-BE49-F238E27FC236}">
                <a16:creationId xmlns:a16="http://schemas.microsoft.com/office/drawing/2014/main" id="{A2F41157-56F4-887F-FDC6-179B11EA7CEA}"/>
              </a:ext>
            </a:extLst>
          </p:cNvPr>
          <p:cNvGrpSpPr/>
          <p:nvPr/>
        </p:nvGrpSpPr>
        <p:grpSpPr>
          <a:xfrm>
            <a:off x="3926394" y="1163693"/>
            <a:ext cx="2552029" cy="613689"/>
            <a:chOff x="442912" y="1828800"/>
            <a:chExt cx="1995600" cy="1872900"/>
          </a:xfrm>
          <a:solidFill>
            <a:schemeClr val="accent6"/>
          </a:solidFill>
        </p:grpSpPr>
        <p:sp>
          <p:nvSpPr>
            <p:cNvPr id="15" name="Google Shape;17955;p2451">
              <a:extLst>
                <a:ext uri="{FF2B5EF4-FFF2-40B4-BE49-F238E27FC236}">
                  <a16:creationId xmlns:a16="http://schemas.microsoft.com/office/drawing/2014/main" id="{5E5BB043-2CB7-E4EC-4DDD-C11BE9650CA5}"/>
                </a:ext>
              </a:extLst>
            </p:cNvPr>
            <p:cNvSpPr/>
            <p:nvPr/>
          </p:nvSpPr>
          <p:spPr>
            <a:xfrm>
              <a:off x="442912" y="1828800"/>
              <a:ext cx="1995600" cy="1872900"/>
            </a:xfrm>
            <a:prstGeom prst="rect">
              <a:avLst/>
            </a:prstGeom>
            <a:grp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050" b="0" i="0" u="none" strike="noStrike" kern="120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sym typeface="Helvetica Neue"/>
              </a:endParaRPr>
            </a:p>
          </p:txBody>
        </p:sp>
        <p:sp>
          <p:nvSpPr>
            <p:cNvPr id="16" name="Google Shape;17956;p2451">
              <a:extLst>
                <a:ext uri="{FF2B5EF4-FFF2-40B4-BE49-F238E27FC236}">
                  <a16:creationId xmlns:a16="http://schemas.microsoft.com/office/drawing/2014/main" id="{F9702622-F295-F8E1-827F-17B68EEA78D5}"/>
                </a:ext>
              </a:extLst>
            </p:cNvPr>
            <p:cNvSpPr txBox="1"/>
            <p:nvPr/>
          </p:nvSpPr>
          <p:spPr>
            <a:xfrm>
              <a:off x="626839" y="2011679"/>
              <a:ext cx="1627500" cy="687300"/>
            </a:xfrm>
            <a:prstGeom prst="rect">
              <a:avLst/>
            </a:prstGeom>
            <a:grpFill/>
            <a:ln>
              <a:noFill/>
            </a:ln>
          </p:spPr>
          <p:txBody>
            <a:bodyPr spcFirstLastPara="1" wrap="square" lIns="0" tIns="0" rIns="0" bIns="0" anchor="t" anchorCtr="0">
              <a:noAutofit/>
            </a:bodyPr>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n-GB" sz="1600" b="1"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sym typeface="Helvetica Neue"/>
                </a:rPr>
                <a:t>2</a:t>
              </a:r>
              <a:endParaRPr kumimoji="0" sz="1600" b="1"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sym typeface="Helvetica Neue"/>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50" b="1" dirty="0">
                  <a:solidFill>
                    <a:srgbClr val="1B4332"/>
                  </a:solidFill>
                  <a:latin typeface="Calibri" pitchFamily="34" charset="0"/>
                  <a:ea typeface="Calibri" pitchFamily="34" charset="-122"/>
                  <a:cs typeface="Calibri" pitchFamily="34" charset="-120"/>
                </a:rPr>
                <a:t>AI Innovation Partnerships</a:t>
              </a:r>
              <a:endPar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grpSp>
      <p:sp>
        <p:nvSpPr>
          <p:cNvPr id="17" name="Google Shape;17940;p2451">
            <a:extLst>
              <a:ext uri="{FF2B5EF4-FFF2-40B4-BE49-F238E27FC236}">
                <a16:creationId xmlns:a16="http://schemas.microsoft.com/office/drawing/2014/main" id="{3F988858-F299-5C00-08F1-B9AD11C8F0CA}"/>
              </a:ext>
            </a:extLst>
          </p:cNvPr>
          <p:cNvSpPr txBox="1">
            <a:spLocks/>
          </p:cNvSpPr>
          <p:nvPr/>
        </p:nvSpPr>
        <p:spPr>
          <a:xfrm>
            <a:off x="1260404" y="1685330"/>
            <a:ext cx="2552032" cy="970936"/>
          </a:xfrm>
          <a:prstGeom prst="rect">
            <a:avLst/>
          </a:prstGeom>
          <a:solidFill>
            <a:schemeClr val="bg1"/>
          </a:solidFill>
          <a:ln w="3175">
            <a:solidFill>
              <a:schemeClr val="bg1">
                <a:lumMod val="95000"/>
              </a:schemeClr>
            </a:solidFill>
          </a:ln>
        </p:spPr>
        <p:txBody>
          <a:bodyPr spcFirstLastPara="1" vert="horz" wrap="square" lIns="0" tIns="0" rIns="0" bIns="0" rtlCol="0" anchor="ctr" anchorCtr="0">
            <a:noAutofit/>
          </a:bodyPr>
          <a:lstStyle>
            <a:lvl1pPr marL="342900" lvl="0" indent="-238125" algn="l" defTabSz="914400" rtl="0" eaLnBrk="1" latinLnBrk="0" hangingPunct="1">
              <a:lnSpc>
                <a:spcPct val="100000"/>
              </a:lnSpc>
              <a:spcBef>
                <a:spcPts val="0"/>
              </a:spcBef>
              <a:spcAft>
                <a:spcPts val="0"/>
              </a:spcAft>
              <a:buClr>
                <a:schemeClr val="dk1"/>
              </a:buClr>
              <a:buSzPts val="1400"/>
              <a:buFont typeface="Arial" pitchFamily="34" charset="0"/>
              <a:buChar char="•"/>
              <a:defRPr sz="1050" kern="1200">
                <a:solidFill>
                  <a:schemeClr val="accent1"/>
                </a:solidFill>
                <a:latin typeface="+mn-lt"/>
                <a:ea typeface="+mn-ea"/>
                <a:cs typeface="+mn-cs"/>
              </a:defRPr>
            </a:lvl1pPr>
            <a:lvl2pPr marL="685800" lvl="1"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2pPr>
            <a:lvl3pPr marL="1028700" lvl="2"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3pPr>
            <a:lvl4pPr marL="1371600" lvl="3"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4pPr>
            <a:lvl5pPr marL="1714500" lvl="4"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5pPr>
            <a:lvl6pPr marL="2057400" lvl="5"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6pPr>
            <a:lvl7pPr marL="2400300" lvl="6"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7pPr>
            <a:lvl8pPr marL="2743200" lvl="7"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8pPr>
            <a:lvl9pPr marL="3086100" lvl="8" indent="-238125" algn="l" defTabSz="914400" rtl="0" eaLnBrk="1" latinLnBrk="0" hangingPunct="1">
              <a:lnSpc>
                <a:spcPct val="100000"/>
              </a:lnSpc>
              <a:spcBef>
                <a:spcPts val="450"/>
              </a:spcBef>
              <a:spcAft>
                <a:spcPts val="450"/>
              </a:spcAft>
              <a:buClr>
                <a:schemeClr val="dk1"/>
              </a:buClr>
              <a:buSzPts val="1400"/>
              <a:buFont typeface="Arial" pitchFamily="34" charset="0"/>
              <a:buChar char="•"/>
              <a:defRPr sz="105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
                <a:prstClr val="black"/>
              </a:buClr>
              <a:buSzPts val="1400"/>
              <a:buFont typeface="Arial" pitchFamily="34" charset="0"/>
              <a:buNone/>
              <a:tabLst/>
              <a:defRPr/>
            </a:pPr>
            <a:r>
              <a:rPr kumimoji="0" lang="en-US" sz="1050" b="0" i="0" u="none" strike="noStrike" kern="1200" cap="none" spc="0" normalizeH="0" baseline="0" noProof="0" dirty="0">
                <a:ln>
                  <a:noFill/>
                </a:ln>
                <a:solidFill>
                  <a:srgbClr val="1F2937"/>
                </a:solidFill>
                <a:effectLst/>
                <a:uLnTx/>
                <a:uFillTx/>
                <a:latin typeface="Calibri" pitchFamily="34" charset="0"/>
                <a:ea typeface="Calibri" pitchFamily="34" charset="-122"/>
                <a:cs typeface="Calibri" pitchFamily="34" charset="-120"/>
              </a:rPr>
              <a:t>Supported by </a:t>
            </a:r>
            <a:r>
              <a:rPr kumimoji="0" lang="en-US" sz="1050" b="0" i="0" u="none" strike="noStrike" kern="1200" cap="none" spc="0" normalizeH="0" baseline="0" noProof="0" dirty="0" err="1">
                <a:ln>
                  <a:noFill/>
                </a:ln>
                <a:solidFill>
                  <a:srgbClr val="1F2937"/>
                </a:solidFill>
                <a:effectLst/>
                <a:uLnTx/>
                <a:uFillTx/>
                <a:latin typeface="Calibri" pitchFamily="34" charset="0"/>
                <a:ea typeface="Calibri" pitchFamily="34" charset="-122"/>
                <a:cs typeface="Calibri" pitchFamily="34" charset="-120"/>
              </a:rPr>
              <a:t>Yotta</a:t>
            </a:r>
            <a:r>
              <a:rPr kumimoji="0" lang="en-US" sz="1050" b="0" i="0" u="none" strike="noStrike" kern="1200" cap="none" spc="0" normalizeH="0" baseline="0" noProof="0" dirty="0">
                <a:ln>
                  <a:noFill/>
                </a:ln>
                <a:solidFill>
                  <a:srgbClr val="1F2937"/>
                </a:solidFill>
                <a:effectLst/>
                <a:uLnTx/>
                <a:uFillTx/>
                <a:latin typeface="Calibri" pitchFamily="34" charset="0"/>
                <a:ea typeface="Calibri" pitchFamily="34" charset="-122"/>
                <a:cs typeface="Calibri" pitchFamily="34" charset="-120"/>
              </a:rPr>
              <a:t> under </a:t>
            </a:r>
            <a:r>
              <a:rPr kumimoji="0" lang="en-US" sz="1050" b="0" i="0" u="none" strike="noStrike" kern="1200" cap="none" spc="0" normalizeH="0" baseline="0" noProof="0" dirty="0" err="1">
                <a:ln>
                  <a:noFill/>
                </a:ln>
                <a:solidFill>
                  <a:srgbClr val="1F2937"/>
                </a:solidFill>
                <a:effectLst/>
                <a:uLnTx/>
                <a:uFillTx/>
                <a:latin typeface="Calibri" pitchFamily="34" charset="0"/>
                <a:ea typeface="Calibri" pitchFamily="34" charset="-122"/>
                <a:cs typeface="Calibri" pitchFamily="34" charset="-120"/>
              </a:rPr>
              <a:t>IndiaAI</a:t>
            </a:r>
            <a:r>
              <a:rPr kumimoji="0" lang="en-US" sz="1050" b="0" i="0" u="none" strike="noStrike" kern="1200" cap="none" spc="0" normalizeH="0" baseline="0" noProof="0" dirty="0">
                <a:ln>
                  <a:noFill/>
                </a:ln>
                <a:solidFill>
                  <a:srgbClr val="1F2937"/>
                </a:solidFill>
                <a:effectLst/>
                <a:uLnTx/>
                <a:uFillTx/>
                <a:latin typeface="Calibri" pitchFamily="34" charset="0"/>
                <a:ea typeface="Calibri" pitchFamily="34" charset="-122"/>
                <a:cs typeface="Calibri" pitchFamily="34" charset="-120"/>
              </a:rPr>
              <a:t> Mission, </a:t>
            </a:r>
            <a:r>
              <a:rPr kumimoji="0" lang="en-US" sz="1050" b="0" i="0" u="none" strike="noStrike" kern="1200" cap="none" spc="0" normalizeH="0" baseline="0" noProof="0" dirty="0" err="1">
                <a:ln>
                  <a:noFill/>
                </a:ln>
                <a:solidFill>
                  <a:srgbClr val="1F2937"/>
                </a:solidFill>
                <a:effectLst/>
                <a:uLnTx/>
                <a:uFillTx/>
                <a:latin typeface="Calibri" pitchFamily="34" charset="0"/>
                <a:ea typeface="Calibri" pitchFamily="34" charset="-122"/>
                <a:cs typeface="Calibri" pitchFamily="34" charset="-120"/>
              </a:rPr>
              <a:t>Hanooman’s</a:t>
            </a:r>
            <a:r>
              <a:rPr kumimoji="0" lang="en-US" sz="1050" b="0" i="0" u="none" strike="noStrike" kern="1200" cap="none" spc="0" normalizeH="0" baseline="0" noProof="0" dirty="0">
                <a:ln>
                  <a:noFill/>
                </a:ln>
                <a:solidFill>
                  <a:srgbClr val="1F2937"/>
                </a:solidFill>
                <a:effectLst/>
                <a:uLnTx/>
                <a:uFillTx/>
                <a:latin typeface="Calibri" pitchFamily="34" charset="0"/>
                <a:ea typeface="Calibri" pitchFamily="34" charset="-122"/>
                <a:cs typeface="Calibri" pitchFamily="34" charset="-120"/>
              </a:rPr>
              <a:t> Everest 1.0 is supported for its multilingual AI system developed by SML,  which supports 35 Indian languages, with plans to expand to 90 </a:t>
            </a:r>
            <a:endParaRPr kumimoji="0" lang="en-US" sz="1050" b="0" i="0" u="none" strike="noStrike" kern="1200" cap="none" spc="0" normalizeH="0" baseline="0" noProof="0" dirty="0">
              <a:ln>
                <a:noFill/>
              </a:ln>
              <a:solidFill>
                <a:srgbClr val="156082"/>
              </a:solidFill>
              <a:effectLst/>
              <a:uLnTx/>
              <a:uFillTx/>
              <a:latin typeface="Aptos" panose="02110004020202020204"/>
              <a:ea typeface="+mn-ea"/>
              <a:cs typeface="+mn-cs"/>
            </a:endParaRPr>
          </a:p>
        </p:txBody>
      </p:sp>
      <p:grpSp>
        <p:nvGrpSpPr>
          <p:cNvPr id="21" name="Google Shape;17935;p2451">
            <a:extLst>
              <a:ext uri="{FF2B5EF4-FFF2-40B4-BE49-F238E27FC236}">
                <a16:creationId xmlns:a16="http://schemas.microsoft.com/office/drawing/2014/main" id="{1CED3BB2-6E92-F4C4-4B65-A2868A299D65}"/>
              </a:ext>
            </a:extLst>
          </p:cNvPr>
          <p:cNvGrpSpPr/>
          <p:nvPr/>
        </p:nvGrpSpPr>
        <p:grpSpPr>
          <a:xfrm rot="16200000">
            <a:off x="41944" y="1689488"/>
            <a:ext cx="1513370" cy="461777"/>
            <a:chOff x="442912" y="1828799"/>
            <a:chExt cx="1995600" cy="1872900"/>
          </a:xfrm>
          <a:solidFill>
            <a:schemeClr val="bg1">
              <a:lumMod val="65000"/>
            </a:schemeClr>
          </a:solidFill>
        </p:grpSpPr>
        <p:sp>
          <p:nvSpPr>
            <p:cNvPr id="22" name="Google Shape;17936;p2451">
              <a:extLst>
                <a:ext uri="{FF2B5EF4-FFF2-40B4-BE49-F238E27FC236}">
                  <a16:creationId xmlns:a16="http://schemas.microsoft.com/office/drawing/2014/main" id="{FC691273-7C4E-3FA7-63AD-B99A71456391}"/>
                </a:ext>
              </a:extLst>
            </p:cNvPr>
            <p:cNvSpPr/>
            <p:nvPr/>
          </p:nvSpPr>
          <p:spPr>
            <a:xfrm>
              <a:off x="442912" y="1828799"/>
              <a:ext cx="1995600" cy="1872900"/>
            </a:xfrm>
            <a:prstGeom prst="rect">
              <a:avLst/>
            </a:prstGeom>
            <a:grp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23" name="Google Shape;17937;p2451">
              <a:extLst>
                <a:ext uri="{FF2B5EF4-FFF2-40B4-BE49-F238E27FC236}">
                  <a16:creationId xmlns:a16="http://schemas.microsoft.com/office/drawing/2014/main" id="{BB1398E4-C145-B3C1-A969-DA8F338BDEE4}"/>
                </a:ext>
              </a:extLst>
            </p:cNvPr>
            <p:cNvSpPr txBox="1"/>
            <p:nvPr/>
          </p:nvSpPr>
          <p:spPr>
            <a:xfrm>
              <a:off x="620169" y="2011699"/>
              <a:ext cx="1634183" cy="1508701"/>
            </a:xfrm>
            <a:prstGeom prst="rect">
              <a:avLst/>
            </a:prstGeom>
            <a:grpFill/>
            <a:ln>
              <a:noFill/>
            </a:ln>
          </p:spPr>
          <p:txBody>
            <a:bodyPr spcFirstLastPara="1" wrap="square" lIns="0" tIns="0" rIns="0" bIns="0" anchor="ctr" anchorCtr="0">
              <a:noAutofit/>
            </a:bodyP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sym typeface="Helvetica Neue"/>
                </a:rPr>
                <a:t>Collaboration Activities</a:t>
              </a:r>
              <a:endParaRPr kumimoji="0" sz="1000" b="0" i="0" u="none" strike="noStrike" kern="120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sym typeface="Helvetica Neue"/>
              </a:endParaRPr>
            </a:p>
          </p:txBody>
        </p:sp>
      </p:grpSp>
      <p:sp>
        <p:nvSpPr>
          <p:cNvPr id="24" name="Google Shape;17940;p2451">
            <a:extLst>
              <a:ext uri="{FF2B5EF4-FFF2-40B4-BE49-F238E27FC236}">
                <a16:creationId xmlns:a16="http://schemas.microsoft.com/office/drawing/2014/main" id="{C3F5AAAD-F094-5D58-039B-404A56FC0044}"/>
              </a:ext>
            </a:extLst>
          </p:cNvPr>
          <p:cNvSpPr txBox="1">
            <a:spLocks/>
          </p:cNvSpPr>
          <p:nvPr/>
        </p:nvSpPr>
        <p:spPr>
          <a:xfrm>
            <a:off x="3934074" y="1701967"/>
            <a:ext cx="2540971" cy="957935"/>
          </a:xfrm>
          <a:prstGeom prst="rect">
            <a:avLst/>
          </a:prstGeom>
          <a:solidFill>
            <a:schemeClr val="bg1"/>
          </a:solidFill>
          <a:ln w="3175">
            <a:solidFill>
              <a:schemeClr val="bg1">
                <a:lumMod val="95000"/>
              </a:schemeClr>
            </a:solidFill>
          </a:ln>
        </p:spPr>
        <p:txBody>
          <a:bodyPr spcFirstLastPara="1" vert="horz" wrap="square" lIns="0" tIns="0" rIns="0" bIns="0" rtlCol="0" anchor="ctr" anchorCtr="0">
            <a:noAutofit/>
          </a:bodyPr>
          <a:lstStyle>
            <a:lvl1pPr marL="342900" lvl="0" indent="-238125" algn="l" defTabSz="914400" rtl="0" eaLnBrk="1" latinLnBrk="0" hangingPunct="1">
              <a:lnSpc>
                <a:spcPct val="100000"/>
              </a:lnSpc>
              <a:spcBef>
                <a:spcPts val="0"/>
              </a:spcBef>
              <a:spcAft>
                <a:spcPts val="0"/>
              </a:spcAft>
              <a:buClr>
                <a:schemeClr val="dk1"/>
              </a:buClr>
              <a:buSzPts val="1400"/>
              <a:buFont typeface="Arial" pitchFamily="34" charset="0"/>
              <a:buChar char="•"/>
              <a:defRPr sz="1050" kern="1200">
                <a:solidFill>
                  <a:schemeClr val="accent1"/>
                </a:solidFill>
                <a:latin typeface="+mn-lt"/>
                <a:ea typeface="+mn-ea"/>
                <a:cs typeface="+mn-cs"/>
              </a:defRPr>
            </a:lvl1pPr>
            <a:lvl2pPr marL="685800" lvl="1"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2pPr>
            <a:lvl3pPr marL="1028700" lvl="2"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3pPr>
            <a:lvl4pPr marL="1371600" lvl="3"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4pPr>
            <a:lvl5pPr marL="1714500" lvl="4"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5pPr>
            <a:lvl6pPr marL="2057400" lvl="5"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6pPr>
            <a:lvl7pPr marL="2400300" lvl="6"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7pPr>
            <a:lvl8pPr marL="2743200" lvl="7"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8pPr>
            <a:lvl9pPr marL="3086100" lvl="8" indent="-238125" algn="l" defTabSz="914400" rtl="0" eaLnBrk="1" latinLnBrk="0" hangingPunct="1">
              <a:lnSpc>
                <a:spcPct val="100000"/>
              </a:lnSpc>
              <a:spcBef>
                <a:spcPts val="450"/>
              </a:spcBef>
              <a:spcAft>
                <a:spcPts val="450"/>
              </a:spcAft>
              <a:buClr>
                <a:schemeClr val="dk1"/>
              </a:buClr>
              <a:buSzPts val="1400"/>
              <a:buFont typeface="Arial" pitchFamily="34" charset="0"/>
              <a:buChar char="•"/>
              <a:defRPr sz="1050" kern="1200">
                <a:solidFill>
                  <a:schemeClr val="tx1"/>
                </a:solidFill>
                <a:latin typeface="+mn-lt"/>
                <a:ea typeface="+mn-ea"/>
                <a:cs typeface="+mn-cs"/>
              </a:defRPr>
            </a:lvl9pPr>
          </a:lstStyle>
          <a:p>
            <a:pPr marL="0" indent="0">
              <a:buClr>
                <a:prstClr val="black"/>
              </a:buClr>
              <a:buNone/>
              <a:defRPr/>
            </a:pPr>
            <a:r>
              <a:rPr lang="en-IN" dirty="0">
                <a:solidFill>
                  <a:srgbClr val="1F2937"/>
                </a:solidFill>
                <a:latin typeface="Calibri" pitchFamily="34" charset="0"/>
                <a:ea typeface="Calibri" pitchFamily="34" charset="-122"/>
                <a:cs typeface="Calibri" pitchFamily="34" charset="-120"/>
              </a:rPr>
              <a:t>Collaborates with NASSCOM to strengthen India's AI ecosystem through startup incubation, AI research, fintech innovation, and skilling initiatives across higher education institutions.</a:t>
            </a:r>
            <a:endParaRPr lang="en-US" dirty="0">
              <a:solidFill>
                <a:srgbClr val="1F2937"/>
              </a:solidFill>
              <a:latin typeface="Calibri" pitchFamily="34" charset="0"/>
              <a:ea typeface="Calibri" pitchFamily="34" charset="-122"/>
              <a:cs typeface="Calibri" pitchFamily="34" charset="-120"/>
            </a:endParaRPr>
          </a:p>
        </p:txBody>
      </p:sp>
      <p:sp>
        <p:nvSpPr>
          <p:cNvPr id="25" name="Google Shape;17940;p2451">
            <a:extLst>
              <a:ext uri="{FF2B5EF4-FFF2-40B4-BE49-F238E27FC236}">
                <a16:creationId xmlns:a16="http://schemas.microsoft.com/office/drawing/2014/main" id="{6AC594D6-BA63-D7E4-1EC0-3E612F38CCA8}"/>
              </a:ext>
            </a:extLst>
          </p:cNvPr>
          <p:cNvSpPr txBox="1">
            <a:spLocks/>
          </p:cNvSpPr>
          <p:nvPr/>
        </p:nvSpPr>
        <p:spPr>
          <a:xfrm>
            <a:off x="6523520" y="1688836"/>
            <a:ext cx="2552030" cy="968191"/>
          </a:xfrm>
          <a:prstGeom prst="rect">
            <a:avLst/>
          </a:prstGeom>
          <a:solidFill>
            <a:schemeClr val="bg1"/>
          </a:solidFill>
          <a:ln w="3175">
            <a:solidFill>
              <a:schemeClr val="bg1">
                <a:lumMod val="95000"/>
              </a:schemeClr>
            </a:solidFill>
          </a:ln>
        </p:spPr>
        <p:txBody>
          <a:bodyPr spcFirstLastPara="1" vert="horz" wrap="square" lIns="0" tIns="0" rIns="0" bIns="0" rtlCol="0" anchor="ctr" anchorCtr="0">
            <a:noAutofit/>
          </a:bodyPr>
          <a:lstStyle>
            <a:lvl1pPr marL="342900" lvl="0" indent="-238125" algn="l" defTabSz="914400" rtl="0" eaLnBrk="1" latinLnBrk="0" hangingPunct="1">
              <a:lnSpc>
                <a:spcPct val="100000"/>
              </a:lnSpc>
              <a:spcBef>
                <a:spcPts val="0"/>
              </a:spcBef>
              <a:spcAft>
                <a:spcPts val="0"/>
              </a:spcAft>
              <a:buClr>
                <a:schemeClr val="dk1"/>
              </a:buClr>
              <a:buSzPts val="1400"/>
              <a:buFont typeface="Arial" pitchFamily="34" charset="0"/>
              <a:buChar char="•"/>
              <a:defRPr sz="1050" kern="1200">
                <a:solidFill>
                  <a:schemeClr val="accent1"/>
                </a:solidFill>
                <a:latin typeface="+mn-lt"/>
                <a:ea typeface="+mn-ea"/>
                <a:cs typeface="+mn-cs"/>
              </a:defRPr>
            </a:lvl1pPr>
            <a:lvl2pPr marL="685800" lvl="1"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2pPr>
            <a:lvl3pPr marL="1028700" lvl="2"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3pPr>
            <a:lvl4pPr marL="1371600" lvl="3"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4pPr>
            <a:lvl5pPr marL="1714500" lvl="4"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5pPr>
            <a:lvl6pPr marL="2057400" lvl="5"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6pPr>
            <a:lvl7pPr marL="2400300" lvl="6"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7pPr>
            <a:lvl8pPr marL="2743200" lvl="7"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8pPr>
            <a:lvl9pPr marL="3086100" lvl="8" indent="-238125" algn="l" defTabSz="914400" rtl="0" eaLnBrk="1" latinLnBrk="0" hangingPunct="1">
              <a:lnSpc>
                <a:spcPct val="100000"/>
              </a:lnSpc>
              <a:spcBef>
                <a:spcPts val="450"/>
              </a:spcBef>
              <a:spcAft>
                <a:spcPts val="450"/>
              </a:spcAft>
              <a:buClr>
                <a:schemeClr val="dk1"/>
              </a:buClr>
              <a:buSzPts val="1400"/>
              <a:buFont typeface="Arial" pitchFamily="34" charset="0"/>
              <a:buChar char="•"/>
              <a:defRPr sz="1050" kern="1200">
                <a:solidFill>
                  <a:schemeClr val="tx1"/>
                </a:solidFill>
                <a:latin typeface="+mn-lt"/>
                <a:ea typeface="+mn-ea"/>
                <a:cs typeface="+mn-cs"/>
              </a:defRPr>
            </a:lvl9pPr>
          </a:lstStyle>
          <a:p>
            <a:pPr marL="0" marR="0" lvl="0" indent="0" fontAlgn="auto">
              <a:buClr>
                <a:prstClr val="black"/>
              </a:buClr>
              <a:buNone/>
              <a:tabLst/>
              <a:defRPr/>
            </a:pPr>
            <a:r>
              <a:rPr lang="en-US" dirty="0" err="1">
                <a:solidFill>
                  <a:srgbClr val="1F2937"/>
                </a:solidFill>
                <a:latin typeface="Calibri" pitchFamily="34" charset="0"/>
                <a:ea typeface="Calibri" pitchFamily="34" charset="-122"/>
                <a:cs typeface="Calibri" pitchFamily="34" charset="-120"/>
              </a:rPr>
              <a:t>Hanooman</a:t>
            </a:r>
            <a:r>
              <a:rPr lang="en-US" dirty="0">
                <a:solidFill>
                  <a:srgbClr val="1F2937"/>
                </a:solidFill>
                <a:latin typeface="Calibri" pitchFamily="34" charset="0"/>
                <a:ea typeface="Calibri" pitchFamily="34" charset="-122"/>
                <a:cs typeface="Calibri" pitchFamily="34" charset="-120"/>
              </a:rPr>
              <a:t> Healthcare AI in partnership with SML Healthcare develops multilingual generative AI solutions to support clinical decision-making, patient engagement, medical information retrieval, and healthcare workflow automation.</a:t>
            </a:r>
          </a:p>
        </p:txBody>
      </p:sp>
      <p:sp>
        <p:nvSpPr>
          <p:cNvPr id="26" name="Google Shape;17940;p2451">
            <a:extLst>
              <a:ext uri="{FF2B5EF4-FFF2-40B4-BE49-F238E27FC236}">
                <a16:creationId xmlns:a16="http://schemas.microsoft.com/office/drawing/2014/main" id="{4C06C197-7BF7-18FF-2E29-8DB0E82DB4C2}"/>
              </a:ext>
            </a:extLst>
          </p:cNvPr>
          <p:cNvSpPr txBox="1">
            <a:spLocks/>
          </p:cNvSpPr>
          <p:nvPr/>
        </p:nvSpPr>
        <p:spPr>
          <a:xfrm>
            <a:off x="9139197" y="1695944"/>
            <a:ext cx="2540969" cy="968191"/>
          </a:xfrm>
          <a:prstGeom prst="rect">
            <a:avLst/>
          </a:prstGeom>
          <a:solidFill>
            <a:schemeClr val="bg1"/>
          </a:solidFill>
          <a:ln w="3175">
            <a:solidFill>
              <a:schemeClr val="bg1">
                <a:lumMod val="95000"/>
              </a:schemeClr>
            </a:solidFill>
          </a:ln>
        </p:spPr>
        <p:txBody>
          <a:bodyPr spcFirstLastPara="1" vert="horz" wrap="square" lIns="0" tIns="0" rIns="0" bIns="0" rtlCol="0" anchor="ctr" anchorCtr="0">
            <a:noAutofit/>
          </a:bodyPr>
          <a:lstStyle>
            <a:lvl1pPr marL="342900" lvl="0" indent="-238125" algn="l" defTabSz="914400" rtl="0" eaLnBrk="1" latinLnBrk="0" hangingPunct="1">
              <a:lnSpc>
                <a:spcPct val="100000"/>
              </a:lnSpc>
              <a:spcBef>
                <a:spcPts val="0"/>
              </a:spcBef>
              <a:spcAft>
                <a:spcPts val="0"/>
              </a:spcAft>
              <a:buClr>
                <a:schemeClr val="dk1"/>
              </a:buClr>
              <a:buSzPts val="1400"/>
              <a:buFont typeface="Arial" pitchFamily="34" charset="0"/>
              <a:buChar char="•"/>
              <a:defRPr sz="1050" kern="1200">
                <a:solidFill>
                  <a:schemeClr val="accent1"/>
                </a:solidFill>
                <a:latin typeface="+mn-lt"/>
                <a:ea typeface="+mn-ea"/>
                <a:cs typeface="+mn-cs"/>
              </a:defRPr>
            </a:lvl1pPr>
            <a:lvl2pPr marL="685800" lvl="1"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2pPr>
            <a:lvl3pPr marL="1028700" lvl="2"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3pPr>
            <a:lvl4pPr marL="1371600" lvl="3"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4pPr>
            <a:lvl5pPr marL="1714500" lvl="4"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5pPr>
            <a:lvl6pPr marL="2057400" lvl="5"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6pPr>
            <a:lvl7pPr marL="2400300" lvl="6"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7pPr>
            <a:lvl8pPr marL="2743200" lvl="7"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8pPr>
            <a:lvl9pPr marL="3086100" lvl="8" indent="-238125" algn="l" defTabSz="914400" rtl="0" eaLnBrk="1" latinLnBrk="0" hangingPunct="1">
              <a:lnSpc>
                <a:spcPct val="100000"/>
              </a:lnSpc>
              <a:spcBef>
                <a:spcPts val="450"/>
              </a:spcBef>
              <a:spcAft>
                <a:spcPts val="450"/>
              </a:spcAft>
              <a:buClr>
                <a:schemeClr val="dk1"/>
              </a:buClr>
              <a:buSzPts val="1400"/>
              <a:buFont typeface="Arial" pitchFamily="34" charset="0"/>
              <a:buChar char="•"/>
              <a:defRPr sz="105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
                <a:prstClr val="black"/>
              </a:buClr>
              <a:buSzPts val="1400"/>
              <a:buFont typeface="Arial" pitchFamily="34" charset="0"/>
              <a:buNone/>
              <a:tabLst/>
              <a:defRPr/>
            </a:pPr>
            <a:r>
              <a:rPr kumimoji="0" lang="en-US" sz="1050" b="0" i="0" u="none" strike="noStrike" kern="1200" cap="none" spc="0" normalizeH="0" baseline="0" noProof="0" dirty="0">
                <a:ln>
                  <a:noFill/>
                </a:ln>
                <a:solidFill>
                  <a:srgbClr val="1F2937"/>
                </a:solidFill>
                <a:effectLst/>
                <a:uLnTx/>
                <a:uFillTx/>
                <a:latin typeface="Calibri" pitchFamily="34" charset="0"/>
                <a:ea typeface="Calibri" pitchFamily="34" charset="-122"/>
                <a:cs typeface="Calibri" pitchFamily="34" charset="-120"/>
              </a:rPr>
              <a:t>Collaborates with </a:t>
            </a:r>
            <a:r>
              <a:rPr kumimoji="0" lang="en-US" sz="1050" b="0" i="0" u="none" strike="noStrike" kern="1200" cap="none" spc="0" normalizeH="0" baseline="0" noProof="0" dirty="0" err="1">
                <a:ln>
                  <a:noFill/>
                </a:ln>
                <a:solidFill>
                  <a:srgbClr val="1F2937"/>
                </a:solidFill>
                <a:effectLst/>
                <a:uLnTx/>
                <a:uFillTx/>
                <a:latin typeface="Calibri" pitchFamily="34" charset="0"/>
                <a:ea typeface="Calibri" pitchFamily="34" charset="-122"/>
                <a:cs typeface="Calibri" pitchFamily="34" charset="-120"/>
              </a:rPr>
              <a:t>Yotta</a:t>
            </a:r>
            <a:r>
              <a:rPr kumimoji="0" lang="en-US" sz="1050" b="0" i="0" u="none" strike="noStrike" kern="1200" cap="none" spc="0" normalizeH="0" baseline="0" noProof="0" dirty="0">
                <a:ln>
                  <a:noFill/>
                </a:ln>
                <a:solidFill>
                  <a:srgbClr val="1F2937"/>
                </a:solidFill>
                <a:effectLst/>
                <a:uLnTx/>
                <a:uFillTx/>
                <a:latin typeface="Calibri" pitchFamily="34" charset="0"/>
                <a:ea typeface="Calibri" pitchFamily="34" charset="-122"/>
                <a:cs typeface="Calibri" pitchFamily="34" charset="-120"/>
              </a:rPr>
              <a:t>, HP, NASSCOM, and 3AI Holding to strengthen India's AI infrastructure, startup ecosystem, research, and enterprise adoption.</a:t>
            </a:r>
            <a:endParaRPr kumimoji="0" lang="en-US" sz="1050" b="0" i="0" u="none" strike="noStrike" kern="1200" cap="none" spc="0" normalizeH="0" baseline="0" noProof="0" dirty="0">
              <a:ln>
                <a:noFill/>
              </a:ln>
              <a:solidFill>
                <a:srgbClr val="156082"/>
              </a:solidFill>
              <a:effectLst/>
              <a:uLnTx/>
              <a:uFillTx/>
              <a:latin typeface="Aptos" panose="02110004020202020204"/>
              <a:ea typeface="+mn-ea"/>
              <a:cs typeface="+mn-cs"/>
            </a:endParaRPr>
          </a:p>
        </p:txBody>
      </p:sp>
      <p:sp>
        <p:nvSpPr>
          <p:cNvPr id="31" name="Text 28">
            <a:extLst>
              <a:ext uri="{FF2B5EF4-FFF2-40B4-BE49-F238E27FC236}">
                <a16:creationId xmlns:a16="http://schemas.microsoft.com/office/drawing/2014/main" id="{550C0462-1163-C6E0-4EA6-BF9C31C31B3B}"/>
              </a:ext>
            </a:extLst>
          </p:cNvPr>
          <p:cNvSpPr/>
          <p:nvPr/>
        </p:nvSpPr>
        <p:spPr>
          <a:xfrm>
            <a:off x="457200" y="4892040"/>
            <a:ext cx="5486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150" normalizeH="0" baseline="0" noProof="0">
                <a:ln>
                  <a:noFill/>
                </a:ln>
                <a:solidFill>
                  <a:srgbClr val="5B6670"/>
                </a:solidFill>
                <a:effectLst/>
                <a:uLnTx/>
                <a:uFillTx/>
                <a:latin typeface="Calibri" pitchFamily="34" charset="0"/>
                <a:ea typeface="Calibri" pitchFamily="34" charset="-122"/>
                <a:cs typeface="Calibri" pitchFamily="34" charset="-120"/>
              </a:rPr>
              <a:t>STRATEGIC PILLARS</a:t>
            </a:r>
            <a:endParaRPr kumimoji="0" lang="en-US" sz="105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2" name="Shape 29">
            <a:extLst>
              <a:ext uri="{FF2B5EF4-FFF2-40B4-BE49-F238E27FC236}">
                <a16:creationId xmlns:a16="http://schemas.microsoft.com/office/drawing/2014/main" id="{2204842A-2D8B-846A-7846-CA785FBDF0A0}"/>
              </a:ext>
            </a:extLst>
          </p:cNvPr>
          <p:cNvSpPr/>
          <p:nvPr/>
        </p:nvSpPr>
        <p:spPr>
          <a:xfrm>
            <a:off x="457200" y="5193792"/>
            <a:ext cx="11274552" cy="0"/>
          </a:xfrm>
          <a:prstGeom prst="line">
            <a:avLst/>
          </a:prstGeom>
          <a:noFill/>
          <a:ln w="9525">
            <a:solidFill>
              <a:srgbClr val="C7CCC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3" name="Shape 30">
            <a:extLst>
              <a:ext uri="{FF2B5EF4-FFF2-40B4-BE49-F238E27FC236}">
                <a16:creationId xmlns:a16="http://schemas.microsoft.com/office/drawing/2014/main" id="{F1B5C3F6-AD04-5D72-1EF9-D652B49B7955}"/>
              </a:ext>
            </a:extLst>
          </p:cNvPr>
          <p:cNvSpPr/>
          <p:nvPr/>
        </p:nvSpPr>
        <p:spPr>
          <a:xfrm>
            <a:off x="457200" y="5394960"/>
            <a:ext cx="457200" cy="457200"/>
          </a:xfrm>
          <a:prstGeom prst="ellipse">
            <a:avLst/>
          </a:prstGeom>
          <a:solidFill>
            <a:schemeClr val="bg1">
              <a:lumMod val="85000"/>
            </a:scheme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pic>
        <p:nvPicPr>
          <p:cNvPr id="34" name="Image 1" descr="preencoded.png">
            <a:extLst>
              <a:ext uri="{FF2B5EF4-FFF2-40B4-BE49-F238E27FC236}">
                <a16:creationId xmlns:a16="http://schemas.microsoft.com/office/drawing/2014/main" id="{AF279C2B-BA80-C17D-C8C5-45F5115CAFCB}"/>
              </a:ext>
            </a:extLst>
          </p:cNvPr>
          <p:cNvPicPr>
            <a:picLocks noChangeAspect="1"/>
          </p:cNvPicPr>
          <p:nvPr/>
        </p:nvPicPr>
        <p:blipFill>
          <a:blip r:embed="rId3"/>
          <a:stretch>
            <a:fillRect/>
          </a:stretch>
        </p:blipFill>
        <p:spPr>
          <a:xfrm>
            <a:off x="576072" y="5513832"/>
            <a:ext cx="219456" cy="219456"/>
          </a:xfrm>
          <a:prstGeom prst="rect">
            <a:avLst/>
          </a:prstGeom>
        </p:spPr>
      </p:pic>
      <p:sp>
        <p:nvSpPr>
          <p:cNvPr id="35" name="Text 31">
            <a:extLst>
              <a:ext uri="{FF2B5EF4-FFF2-40B4-BE49-F238E27FC236}">
                <a16:creationId xmlns:a16="http://schemas.microsoft.com/office/drawing/2014/main" id="{B9672CC1-3E8D-B162-6D46-F268C8D99758}"/>
              </a:ext>
            </a:extLst>
          </p:cNvPr>
          <p:cNvSpPr/>
          <p:nvPr/>
        </p:nvSpPr>
        <p:spPr>
          <a:xfrm>
            <a:off x="1024128" y="5376672"/>
            <a:ext cx="3072384"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B4332"/>
                </a:solidFill>
                <a:effectLst/>
                <a:uLnTx/>
                <a:uFillTx/>
                <a:latin typeface="Calibri" pitchFamily="34" charset="0"/>
                <a:ea typeface="Calibri" pitchFamily="34" charset="-122"/>
                <a:cs typeface="Calibri" pitchFamily="34" charset="-120"/>
              </a:rPr>
              <a:t>Multilingual Generative AI</a:t>
            </a:r>
            <a:endParaRPr kumimoji="0" lang="en-US" sz="115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36" name="Text 32">
            <a:extLst>
              <a:ext uri="{FF2B5EF4-FFF2-40B4-BE49-F238E27FC236}">
                <a16:creationId xmlns:a16="http://schemas.microsoft.com/office/drawing/2014/main" id="{6D234844-5DE3-EC9F-1903-D84BE2DDF86E}"/>
              </a:ext>
            </a:extLst>
          </p:cNvPr>
          <p:cNvSpPr/>
          <p:nvPr/>
        </p:nvSpPr>
        <p:spPr>
          <a:xfrm>
            <a:off x="1024128" y="5650992"/>
            <a:ext cx="3072384" cy="6400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30" b="0" i="0" u="none" strike="noStrike" kern="1200" cap="none" spc="0" normalizeH="0" baseline="0" noProof="0" dirty="0">
                <a:ln>
                  <a:noFill/>
                </a:ln>
                <a:solidFill>
                  <a:srgbClr val="222A28"/>
                </a:solidFill>
                <a:effectLst/>
                <a:uLnTx/>
                <a:uFillTx/>
                <a:latin typeface="Calibri" pitchFamily="34" charset="0"/>
                <a:ea typeface="Calibri" pitchFamily="34" charset="-122"/>
                <a:cs typeface="Calibri" pitchFamily="34" charset="-120"/>
              </a:rPr>
              <a:t>indigenous generative AI platform supporting 98 global languages and 12 Indian languages, designed to make AI accessible across India's diverse linguistic landscape.</a:t>
            </a:r>
            <a:endParaRPr kumimoji="0" lang="en-US" sz="93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37" name="Shape 33">
            <a:extLst>
              <a:ext uri="{FF2B5EF4-FFF2-40B4-BE49-F238E27FC236}">
                <a16:creationId xmlns:a16="http://schemas.microsoft.com/office/drawing/2014/main" id="{503E9259-CED5-4AA6-EA55-FC28380FEB2B}"/>
              </a:ext>
            </a:extLst>
          </p:cNvPr>
          <p:cNvSpPr/>
          <p:nvPr/>
        </p:nvSpPr>
        <p:spPr>
          <a:xfrm>
            <a:off x="4215384" y="5394960"/>
            <a:ext cx="457200" cy="457200"/>
          </a:xfrm>
          <a:prstGeom prst="ellipse">
            <a:avLst/>
          </a:prstGeom>
          <a:solidFill>
            <a:schemeClr val="bg1">
              <a:lumMod val="85000"/>
            </a:scheme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9" name="Text 34">
            <a:extLst>
              <a:ext uri="{FF2B5EF4-FFF2-40B4-BE49-F238E27FC236}">
                <a16:creationId xmlns:a16="http://schemas.microsoft.com/office/drawing/2014/main" id="{FB71B56C-6BA2-B178-D931-431FA1533202}"/>
              </a:ext>
            </a:extLst>
          </p:cNvPr>
          <p:cNvSpPr/>
          <p:nvPr/>
        </p:nvSpPr>
        <p:spPr>
          <a:xfrm>
            <a:off x="4782312" y="5376672"/>
            <a:ext cx="3072384"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B4332"/>
                </a:solidFill>
                <a:effectLst/>
                <a:uLnTx/>
                <a:uFillTx/>
                <a:latin typeface="Calibri" pitchFamily="34" charset="0"/>
                <a:ea typeface="Calibri" pitchFamily="34" charset="-122"/>
                <a:cs typeface="Calibri" pitchFamily="34" charset="-120"/>
              </a:rPr>
              <a:t>Enterprise AI Platform</a:t>
            </a:r>
            <a:endParaRPr kumimoji="0" lang="en-US" sz="115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40" name="Text 35">
            <a:extLst>
              <a:ext uri="{FF2B5EF4-FFF2-40B4-BE49-F238E27FC236}">
                <a16:creationId xmlns:a16="http://schemas.microsoft.com/office/drawing/2014/main" id="{9D032AB0-F89C-15FE-3E29-99EB353006D6}"/>
              </a:ext>
            </a:extLst>
          </p:cNvPr>
          <p:cNvSpPr/>
          <p:nvPr/>
        </p:nvSpPr>
        <p:spPr>
          <a:xfrm>
            <a:off x="4782312" y="5650992"/>
            <a:ext cx="3072384" cy="6400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30" b="0" i="0" u="none" strike="noStrike" kern="1200" cap="none" spc="0" normalizeH="0" baseline="0" noProof="0" dirty="0">
                <a:ln>
                  <a:noFill/>
                </a:ln>
                <a:solidFill>
                  <a:srgbClr val="222A28"/>
                </a:solidFill>
                <a:effectLst/>
                <a:uLnTx/>
                <a:uFillTx/>
                <a:latin typeface="Calibri" pitchFamily="34" charset="0"/>
                <a:ea typeface="Calibri" pitchFamily="34" charset="-122"/>
                <a:cs typeface="Calibri" pitchFamily="34" charset="-120"/>
              </a:rPr>
              <a:t>Provides a full-stack enterprise AI platform built on its proprietary DISM Architecture, integrating NLP, machine learning, computer vision, and intelligent automation.</a:t>
            </a:r>
            <a:endParaRPr kumimoji="0" lang="en-US" sz="93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41" name="Shape 36">
            <a:extLst>
              <a:ext uri="{FF2B5EF4-FFF2-40B4-BE49-F238E27FC236}">
                <a16:creationId xmlns:a16="http://schemas.microsoft.com/office/drawing/2014/main" id="{90EB5737-356C-9357-4B81-EF306CD36D8C}"/>
              </a:ext>
            </a:extLst>
          </p:cNvPr>
          <p:cNvSpPr/>
          <p:nvPr/>
        </p:nvSpPr>
        <p:spPr>
          <a:xfrm>
            <a:off x="7973568" y="5394960"/>
            <a:ext cx="457200" cy="457200"/>
          </a:xfrm>
          <a:prstGeom prst="ellipse">
            <a:avLst/>
          </a:prstGeom>
          <a:solidFill>
            <a:schemeClr val="bg1">
              <a:lumMod val="85000"/>
            </a:scheme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3" name="Text 37">
            <a:extLst>
              <a:ext uri="{FF2B5EF4-FFF2-40B4-BE49-F238E27FC236}">
                <a16:creationId xmlns:a16="http://schemas.microsoft.com/office/drawing/2014/main" id="{9080BB2E-6256-7B24-0AE7-4A6C6B60A694}"/>
              </a:ext>
            </a:extLst>
          </p:cNvPr>
          <p:cNvSpPr/>
          <p:nvPr/>
        </p:nvSpPr>
        <p:spPr>
          <a:xfrm>
            <a:off x="8540496" y="5376672"/>
            <a:ext cx="3072384"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B4332"/>
                </a:solidFill>
                <a:effectLst/>
                <a:uLnTx/>
                <a:uFillTx/>
                <a:latin typeface="Calibri" pitchFamily="34" charset="0"/>
                <a:ea typeface="Calibri" pitchFamily="34" charset="-122"/>
                <a:cs typeface="Calibri" pitchFamily="34" charset="-120"/>
              </a:rPr>
              <a:t>Sovereign AI</a:t>
            </a:r>
            <a:endParaRPr kumimoji="0" lang="en-US" sz="115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44" name="Text 38">
            <a:extLst>
              <a:ext uri="{FF2B5EF4-FFF2-40B4-BE49-F238E27FC236}">
                <a16:creationId xmlns:a16="http://schemas.microsoft.com/office/drawing/2014/main" id="{35897AA5-376C-2460-4A5D-91F1081D78A8}"/>
              </a:ext>
            </a:extLst>
          </p:cNvPr>
          <p:cNvSpPr/>
          <p:nvPr/>
        </p:nvSpPr>
        <p:spPr>
          <a:xfrm>
            <a:off x="8540496" y="5650992"/>
            <a:ext cx="3072384" cy="6400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3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pic>
        <p:nvPicPr>
          <p:cNvPr id="2" name="Image 2" descr="preencoded.png">
            <a:extLst>
              <a:ext uri="{FF2B5EF4-FFF2-40B4-BE49-F238E27FC236}">
                <a16:creationId xmlns:a16="http://schemas.microsoft.com/office/drawing/2014/main" id="{BFA9D738-6672-3B13-DD31-A1265C0382C6}"/>
              </a:ext>
            </a:extLst>
          </p:cNvPr>
          <p:cNvPicPr>
            <a:picLocks noChangeAspect="1"/>
          </p:cNvPicPr>
          <p:nvPr/>
        </p:nvPicPr>
        <p:blipFill>
          <a:blip r:embed="rId4"/>
          <a:stretch>
            <a:fillRect/>
          </a:stretch>
        </p:blipFill>
        <p:spPr>
          <a:xfrm>
            <a:off x="4334256" y="5513832"/>
            <a:ext cx="219456" cy="219456"/>
          </a:xfrm>
          <a:prstGeom prst="rect">
            <a:avLst/>
          </a:prstGeom>
        </p:spPr>
      </p:pic>
      <p:pic>
        <p:nvPicPr>
          <p:cNvPr id="27" name="Image 2" descr="preencoded.png">
            <a:extLst>
              <a:ext uri="{FF2B5EF4-FFF2-40B4-BE49-F238E27FC236}">
                <a16:creationId xmlns:a16="http://schemas.microsoft.com/office/drawing/2014/main" id="{1D7A8ACB-FC67-7FD2-93AE-8C935091786C}"/>
              </a:ext>
            </a:extLst>
          </p:cNvPr>
          <p:cNvPicPr>
            <a:picLocks noChangeAspect="1"/>
          </p:cNvPicPr>
          <p:nvPr/>
        </p:nvPicPr>
        <p:blipFill>
          <a:blip r:embed="rId5"/>
          <a:stretch>
            <a:fillRect/>
          </a:stretch>
        </p:blipFill>
        <p:spPr>
          <a:xfrm>
            <a:off x="8098536" y="5501640"/>
            <a:ext cx="219456" cy="219456"/>
          </a:xfrm>
          <a:prstGeom prst="rect">
            <a:avLst/>
          </a:prstGeom>
        </p:spPr>
      </p:pic>
      <p:graphicFrame>
        <p:nvGraphicFramePr>
          <p:cNvPr id="18" name="Table 17">
            <a:extLst>
              <a:ext uri="{FF2B5EF4-FFF2-40B4-BE49-F238E27FC236}">
                <a16:creationId xmlns:a16="http://schemas.microsoft.com/office/drawing/2014/main" id="{5735D397-5DD1-E450-DC18-95E32CC757F4}"/>
              </a:ext>
            </a:extLst>
          </p:cNvPr>
          <p:cNvGraphicFramePr>
            <a:graphicFrameLocks noGrp="1"/>
          </p:cNvGraphicFramePr>
          <p:nvPr>
            <p:extLst>
              <p:ext uri="{D42A27DB-BD31-4B8C-83A1-F6EECF244321}">
                <p14:modId xmlns:p14="http://schemas.microsoft.com/office/powerpoint/2010/main" val="3208341720"/>
              </p:ext>
            </p:extLst>
          </p:nvPr>
        </p:nvGraphicFramePr>
        <p:xfrm>
          <a:off x="795528" y="2990620"/>
          <a:ext cx="10817352" cy="883171"/>
        </p:xfrm>
        <a:graphic>
          <a:graphicData uri="http://schemas.openxmlformats.org/drawingml/2006/table">
            <a:tbl>
              <a:tblPr>
                <a:tableStyleId>{073A0DAA-6AF3-43AB-8588-CEC1D06C72B9}</a:tableStyleId>
              </a:tblPr>
              <a:tblGrid>
                <a:gridCol w="2307890">
                  <a:extLst>
                    <a:ext uri="{9D8B030D-6E8A-4147-A177-3AD203B41FA5}">
                      <a16:colId xmlns:a16="http://schemas.microsoft.com/office/drawing/2014/main" val="2059189264"/>
                    </a:ext>
                  </a:extLst>
                </a:gridCol>
                <a:gridCol w="2512291">
                  <a:extLst>
                    <a:ext uri="{9D8B030D-6E8A-4147-A177-3AD203B41FA5}">
                      <a16:colId xmlns:a16="http://schemas.microsoft.com/office/drawing/2014/main" val="2661700637"/>
                    </a:ext>
                  </a:extLst>
                </a:gridCol>
                <a:gridCol w="5997171">
                  <a:extLst>
                    <a:ext uri="{9D8B030D-6E8A-4147-A177-3AD203B41FA5}">
                      <a16:colId xmlns:a16="http://schemas.microsoft.com/office/drawing/2014/main" val="940927214"/>
                    </a:ext>
                  </a:extLst>
                </a:gridCol>
              </a:tblGrid>
              <a:tr h="322122">
                <a:tc>
                  <a:txBody>
                    <a:bodyPr/>
                    <a:lstStyle/>
                    <a:p>
                      <a:pPr>
                        <a:buNone/>
                      </a:pPr>
                      <a:r>
                        <a:rPr lang="en-IN" sz="1000" b="1" dirty="0">
                          <a:solidFill>
                            <a:schemeClr val="bg1"/>
                          </a:solidFill>
                        </a:rPr>
                        <a:t>Use Case / Initiative</a:t>
                      </a:r>
                      <a:endParaRPr lang="en-IN" sz="1000" dirty="0">
                        <a:solidFill>
                          <a:schemeClr val="bg1"/>
                        </a:solidFill>
                      </a:endParaRPr>
                    </a:p>
                  </a:txBody>
                  <a:tcPr marL="53065" marR="53065" marT="26533" marB="26533" anchor="ctr">
                    <a:solidFill>
                      <a:srgbClr val="196B24"/>
                    </a:solidFill>
                  </a:tcPr>
                </a:tc>
                <a:tc>
                  <a:txBody>
                    <a:bodyPr/>
                    <a:lstStyle/>
                    <a:p>
                      <a:pPr>
                        <a:buNone/>
                      </a:pPr>
                      <a:r>
                        <a:rPr lang="en-IN" sz="1000" b="1" dirty="0">
                          <a:solidFill>
                            <a:schemeClr val="bg1"/>
                          </a:solidFill>
                        </a:rPr>
                        <a:t>Sector / Department / Partner</a:t>
                      </a:r>
                      <a:endParaRPr lang="en-IN" sz="1000" dirty="0">
                        <a:solidFill>
                          <a:schemeClr val="bg1"/>
                        </a:solidFill>
                      </a:endParaRPr>
                    </a:p>
                  </a:txBody>
                  <a:tcPr marL="53065" marR="53065" marT="26533" marB="26533" anchor="ctr">
                    <a:solidFill>
                      <a:srgbClr val="196B24"/>
                    </a:solidFill>
                  </a:tcPr>
                </a:tc>
                <a:tc>
                  <a:txBody>
                    <a:bodyPr/>
                    <a:lstStyle/>
                    <a:p>
                      <a:pPr>
                        <a:buNone/>
                      </a:pPr>
                      <a:r>
                        <a:rPr lang="en-IN" sz="1000" b="1" dirty="0">
                          <a:solidFill>
                            <a:schemeClr val="bg1"/>
                          </a:solidFill>
                        </a:rPr>
                        <a:t>Outcome</a:t>
                      </a:r>
                      <a:endParaRPr lang="en-IN" sz="1000" dirty="0">
                        <a:solidFill>
                          <a:schemeClr val="bg1"/>
                        </a:solidFill>
                      </a:endParaRPr>
                    </a:p>
                  </a:txBody>
                  <a:tcPr marL="53065" marR="53065" marT="26533" marB="26533" anchor="ctr">
                    <a:solidFill>
                      <a:srgbClr val="196B24"/>
                    </a:solidFill>
                  </a:tcPr>
                </a:tc>
                <a:extLst>
                  <a:ext uri="{0D108BD9-81ED-4DB2-BD59-A6C34878D82A}">
                    <a16:rowId xmlns:a16="http://schemas.microsoft.com/office/drawing/2014/main" val="3356711947"/>
                  </a:ext>
                </a:extLst>
              </a:tr>
              <a:tr h="561049">
                <a:tc>
                  <a:txBody>
                    <a:bodyPr/>
                    <a:lstStyle/>
                    <a:p>
                      <a:pPr>
                        <a:buNone/>
                      </a:pPr>
                      <a:r>
                        <a:rPr lang="en-IN" sz="1000" b="0" dirty="0" err="1"/>
                        <a:t>Hanooman</a:t>
                      </a:r>
                      <a:r>
                        <a:rPr lang="en-IN" sz="1000" b="0" dirty="0"/>
                        <a:t> Multilingual Generative AI Platform</a:t>
                      </a:r>
                    </a:p>
                  </a:txBody>
                  <a:tcPr marL="53065" marR="53065" marT="26533" marB="26533" anchor="ctr"/>
                </a:tc>
                <a:tc>
                  <a:txBody>
                    <a:bodyPr/>
                    <a:lstStyle/>
                    <a:p>
                      <a:pPr>
                        <a:buNone/>
                      </a:pPr>
                      <a:r>
                        <a:rPr lang="en-IN" sz="950" i="0" kern="1200" dirty="0">
                          <a:solidFill>
                            <a:srgbClr val="5B6670"/>
                          </a:solidFill>
                          <a:latin typeface="+mn-lt"/>
                          <a:ea typeface="+mn-ea"/>
                          <a:cs typeface="+mn-cs"/>
                        </a:rPr>
                        <a:t>Government Digital Services (Proposed Public Sector Adoption)</a:t>
                      </a:r>
                    </a:p>
                  </a:txBody>
                  <a:tcPr marL="53065" marR="53065" marT="26533" marB="26533" anchor="ctr"/>
                </a:tc>
                <a:tc>
                  <a:txBody>
                    <a:bodyPr/>
                    <a:lstStyle/>
                    <a:p>
                      <a:pPr>
                        <a:buNone/>
                      </a:pPr>
                      <a:r>
                        <a:rPr lang="en-IN" sz="1000" b="0" dirty="0"/>
                        <a:t>Enables multilingual AI interactions, document translation, and citizen assistance across 12 Indian and 98 global languages.</a:t>
                      </a:r>
                    </a:p>
                  </a:txBody>
                  <a:tcPr marL="53065" marR="53065" marT="26533" marB="26533" anchor="ctr"/>
                </a:tc>
                <a:extLst>
                  <a:ext uri="{0D108BD9-81ED-4DB2-BD59-A6C34878D82A}">
                    <a16:rowId xmlns:a16="http://schemas.microsoft.com/office/drawing/2014/main" val="3171715274"/>
                  </a:ext>
                </a:extLst>
              </a:tr>
            </a:tbl>
          </a:graphicData>
        </a:graphic>
      </p:graphicFrame>
      <p:sp>
        <p:nvSpPr>
          <p:cNvPr id="19" name="Text 35">
            <a:extLst>
              <a:ext uri="{FF2B5EF4-FFF2-40B4-BE49-F238E27FC236}">
                <a16:creationId xmlns:a16="http://schemas.microsoft.com/office/drawing/2014/main" id="{8DA40FC1-01E4-7676-4856-C7771B1C110B}"/>
              </a:ext>
            </a:extLst>
          </p:cNvPr>
          <p:cNvSpPr/>
          <p:nvPr/>
        </p:nvSpPr>
        <p:spPr>
          <a:xfrm>
            <a:off x="8549640" y="5650992"/>
            <a:ext cx="3072384" cy="3111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30" b="0" i="0" u="none" strike="noStrike" kern="1200" cap="none" spc="0" normalizeH="0" baseline="0" noProof="0" dirty="0">
                <a:ln>
                  <a:noFill/>
                </a:ln>
                <a:solidFill>
                  <a:srgbClr val="222A28"/>
                </a:solidFill>
                <a:effectLst/>
                <a:uLnTx/>
                <a:uFillTx/>
                <a:latin typeface="Calibri" pitchFamily="34" charset="0"/>
                <a:ea typeface="Calibri" pitchFamily="34" charset="-122"/>
                <a:cs typeface="Calibri" pitchFamily="34" charset="-120"/>
              </a:rPr>
              <a:t>Emphasizes data sovereignty, ensuring AI models and data remain within India.</a:t>
            </a:r>
            <a:endParaRPr kumimoji="0" lang="en-US" sz="93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643429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8763D-F06A-A5DE-9C78-06170E21C20C}"/>
            </a:ext>
          </a:extLst>
        </p:cNvPr>
        <p:cNvGrpSpPr/>
        <p:nvPr/>
      </p:nvGrpSpPr>
      <p:grpSpPr>
        <a:xfrm>
          <a:off x="0" y="0"/>
          <a:ext cx="0" cy="0"/>
          <a:chOff x="0" y="0"/>
          <a:chExt cx="0" cy="0"/>
        </a:xfrm>
      </p:grpSpPr>
      <p:sp>
        <p:nvSpPr>
          <p:cNvPr id="2" name="Text 3">
            <a:extLst>
              <a:ext uri="{FF2B5EF4-FFF2-40B4-BE49-F238E27FC236}">
                <a16:creationId xmlns:a16="http://schemas.microsoft.com/office/drawing/2014/main" id="{B0576FCA-291D-2E98-B696-7865B376916D}"/>
              </a:ext>
            </a:extLst>
          </p:cNvPr>
          <p:cNvSpPr/>
          <p:nvPr/>
        </p:nvSpPr>
        <p:spPr>
          <a:xfrm>
            <a:off x="495157" y="353683"/>
            <a:ext cx="10360152" cy="457200"/>
          </a:xfrm>
          <a:prstGeom prst="rect">
            <a:avLst/>
          </a:prstGeom>
          <a:noFill/>
          <a:ln/>
        </p:spPr>
        <p:txBody>
          <a:bodyPr wrap="square" lIns="0" tIns="0" rIns="0" bIns="0" rtlCol="0" anchor="ctr"/>
          <a:lstStyle/>
          <a:p>
            <a:r>
              <a:rPr lang="en-US" sz="2200" b="1" dirty="0">
                <a:latin typeface="Cambria"/>
                <a:ea typeface="Cambria"/>
              </a:rPr>
              <a:t>Yellow.ai – Work with Indian Government </a:t>
            </a:r>
            <a:endParaRPr lang="en-US" sz="2200" dirty="0"/>
          </a:p>
        </p:txBody>
      </p:sp>
      <p:cxnSp>
        <p:nvCxnSpPr>
          <p:cNvPr id="3" name="Google Shape;17933;p2451">
            <a:extLst>
              <a:ext uri="{FF2B5EF4-FFF2-40B4-BE49-F238E27FC236}">
                <a16:creationId xmlns:a16="http://schemas.microsoft.com/office/drawing/2014/main" id="{A35E324C-59C0-81CF-6F3E-35176C198CAD}"/>
              </a:ext>
            </a:extLst>
          </p:cNvPr>
          <p:cNvCxnSpPr>
            <a:cxnSpLocks/>
          </p:cNvCxnSpPr>
          <p:nvPr/>
        </p:nvCxnSpPr>
        <p:spPr>
          <a:xfrm>
            <a:off x="2585348" y="1422421"/>
            <a:ext cx="8575442" cy="1"/>
          </a:xfrm>
          <a:prstGeom prst="straightConnector1">
            <a:avLst/>
          </a:prstGeom>
          <a:noFill/>
          <a:ln w="152400" cap="flat" cmpd="sng">
            <a:solidFill>
              <a:srgbClr val="999999"/>
            </a:solidFill>
            <a:prstDash val="solid"/>
            <a:round/>
            <a:headEnd type="none" w="med" len="med"/>
            <a:tailEnd type="none" w="med" len="med"/>
          </a:ln>
        </p:spPr>
      </p:cxnSp>
      <p:grpSp>
        <p:nvGrpSpPr>
          <p:cNvPr id="4" name="Google Shape;17935;p2451">
            <a:extLst>
              <a:ext uri="{FF2B5EF4-FFF2-40B4-BE49-F238E27FC236}">
                <a16:creationId xmlns:a16="http://schemas.microsoft.com/office/drawing/2014/main" id="{941C463F-4532-D317-EC30-B665AE3E8DE1}"/>
              </a:ext>
            </a:extLst>
          </p:cNvPr>
          <p:cNvGrpSpPr/>
          <p:nvPr/>
        </p:nvGrpSpPr>
        <p:grpSpPr>
          <a:xfrm>
            <a:off x="1260407" y="1159460"/>
            <a:ext cx="2552029" cy="613689"/>
            <a:chOff x="442912" y="1828799"/>
            <a:chExt cx="1995600" cy="1872900"/>
          </a:xfrm>
          <a:solidFill>
            <a:schemeClr val="accent3">
              <a:lumMod val="75000"/>
            </a:schemeClr>
          </a:solidFill>
        </p:grpSpPr>
        <p:sp>
          <p:nvSpPr>
            <p:cNvPr id="5" name="Google Shape;17936;p2451">
              <a:extLst>
                <a:ext uri="{FF2B5EF4-FFF2-40B4-BE49-F238E27FC236}">
                  <a16:creationId xmlns:a16="http://schemas.microsoft.com/office/drawing/2014/main" id="{6A217864-32B7-557E-6718-C6A4F4CB1CDF}"/>
                </a:ext>
              </a:extLst>
            </p:cNvPr>
            <p:cNvSpPr/>
            <p:nvPr/>
          </p:nvSpPr>
          <p:spPr>
            <a:xfrm>
              <a:off x="442912" y="1828799"/>
              <a:ext cx="1995600" cy="1872900"/>
            </a:xfrm>
            <a:prstGeom prst="rect">
              <a:avLst/>
            </a:prstGeom>
            <a:grpFill/>
            <a:ln>
              <a:noFill/>
            </a:ln>
          </p:spPr>
          <p:txBody>
            <a:bodyPr spcFirstLastPara="1" wrap="square" lIns="0" tIns="0" rIns="0" bIns="0" anchor="ctr" anchorCtr="0">
              <a:noAutofit/>
            </a:bodyPr>
            <a:lstStyle/>
            <a:p>
              <a:pPr algn="ctr"/>
              <a:endParaRPr sz="1050">
                <a:solidFill>
                  <a:schemeClr val="lt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6" name="Google Shape;17937;p2451">
              <a:extLst>
                <a:ext uri="{FF2B5EF4-FFF2-40B4-BE49-F238E27FC236}">
                  <a16:creationId xmlns:a16="http://schemas.microsoft.com/office/drawing/2014/main" id="{38989B0E-5839-200A-9C3B-9EA38D400232}"/>
                </a:ext>
              </a:extLst>
            </p:cNvPr>
            <p:cNvSpPr txBox="1"/>
            <p:nvPr/>
          </p:nvSpPr>
          <p:spPr>
            <a:xfrm>
              <a:off x="626850" y="2011695"/>
              <a:ext cx="1627500" cy="1508700"/>
            </a:xfrm>
            <a:prstGeom prst="rect">
              <a:avLst/>
            </a:prstGeom>
            <a:grpFill/>
            <a:ln>
              <a:noFill/>
            </a:ln>
          </p:spPr>
          <p:txBody>
            <a:bodyPr spcFirstLastPara="1" wrap="square" lIns="0" tIns="0" rIns="0" bIns="0" anchor="t" anchorCtr="0">
              <a:noAutofit/>
            </a:bodyPr>
            <a:lstStyle/>
            <a:p>
              <a:pPr>
                <a:lnSpc>
                  <a:spcPct val="85000"/>
                </a:lnSpc>
              </a:pPr>
              <a:r>
                <a:rPr lang="en-GB" sz="1600" b="1" dirty="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rPr>
                <a:t>1</a:t>
              </a:r>
            </a:p>
            <a:p>
              <a:r>
                <a:rPr lang="en-US" sz="1050" b="1" dirty="0" err="1">
                  <a:solidFill>
                    <a:schemeClr val="bg1"/>
                  </a:solidFill>
                  <a:latin typeface="Calibri" pitchFamily="34" charset="0"/>
                  <a:ea typeface="Calibri" pitchFamily="34" charset="-122"/>
                  <a:cs typeface="Calibri" pitchFamily="34" charset="-120"/>
                </a:rPr>
                <a:t>IndiaAI</a:t>
              </a:r>
              <a:r>
                <a:rPr lang="en-US" sz="1050" b="1" dirty="0">
                  <a:solidFill>
                    <a:schemeClr val="bg1"/>
                  </a:solidFill>
                  <a:latin typeface="Calibri" pitchFamily="34" charset="0"/>
                  <a:ea typeface="Calibri" pitchFamily="34" charset="-122"/>
                  <a:cs typeface="Calibri" pitchFamily="34" charset="-120"/>
                </a:rPr>
                <a:t> Mission Partnership</a:t>
              </a:r>
              <a:endParaRPr lang="en-US" sz="1050" dirty="0">
                <a:solidFill>
                  <a:schemeClr val="bg1"/>
                </a:solidFill>
              </a:endParaRPr>
            </a:p>
          </p:txBody>
        </p:sp>
      </p:grpSp>
      <p:grpSp>
        <p:nvGrpSpPr>
          <p:cNvPr id="7" name="Google Shape;17941;p2451">
            <a:extLst>
              <a:ext uri="{FF2B5EF4-FFF2-40B4-BE49-F238E27FC236}">
                <a16:creationId xmlns:a16="http://schemas.microsoft.com/office/drawing/2014/main" id="{D94B6688-0BF4-9F64-E674-5F7A84B9578A}"/>
              </a:ext>
            </a:extLst>
          </p:cNvPr>
          <p:cNvGrpSpPr/>
          <p:nvPr/>
        </p:nvGrpSpPr>
        <p:grpSpPr>
          <a:xfrm>
            <a:off x="6523522" y="1159460"/>
            <a:ext cx="2552029" cy="613689"/>
            <a:chOff x="442912" y="1828799"/>
            <a:chExt cx="1995600" cy="1872900"/>
          </a:xfrm>
          <a:solidFill>
            <a:srgbClr val="92D050"/>
          </a:solidFill>
        </p:grpSpPr>
        <p:sp>
          <p:nvSpPr>
            <p:cNvPr id="8" name="Google Shape;17942;p2451">
              <a:extLst>
                <a:ext uri="{FF2B5EF4-FFF2-40B4-BE49-F238E27FC236}">
                  <a16:creationId xmlns:a16="http://schemas.microsoft.com/office/drawing/2014/main" id="{D4159AD8-F488-A83D-02B3-5D9B2869C802}"/>
                </a:ext>
              </a:extLst>
            </p:cNvPr>
            <p:cNvSpPr/>
            <p:nvPr/>
          </p:nvSpPr>
          <p:spPr>
            <a:xfrm>
              <a:off x="442912" y="1828799"/>
              <a:ext cx="1995600" cy="1872900"/>
            </a:xfrm>
            <a:prstGeom prst="rect">
              <a:avLst/>
            </a:prstGeom>
            <a:grpFill/>
            <a:ln>
              <a:noFill/>
            </a:ln>
          </p:spPr>
          <p:txBody>
            <a:bodyPr spcFirstLastPara="1" wrap="square" lIns="0" tIns="0" rIns="0" bIns="0" anchor="ctr" anchorCtr="0">
              <a:noAutofit/>
            </a:bodyPr>
            <a:lstStyle/>
            <a:p>
              <a:pPr algn="ctr"/>
              <a:endParaRPr sz="105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p:txBody>
        </p:sp>
        <p:sp>
          <p:nvSpPr>
            <p:cNvPr id="9" name="Google Shape;17943;p2451">
              <a:extLst>
                <a:ext uri="{FF2B5EF4-FFF2-40B4-BE49-F238E27FC236}">
                  <a16:creationId xmlns:a16="http://schemas.microsoft.com/office/drawing/2014/main" id="{1E512859-17A8-6D40-F440-8723EE62C730}"/>
                </a:ext>
              </a:extLst>
            </p:cNvPr>
            <p:cNvSpPr txBox="1"/>
            <p:nvPr/>
          </p:nvSpPr>
          <p:spPr>
            <a:xfrm>
              <a:off x="588931" y="2011689"/>
              <a:ext cx="1798721" cy="1690007"/>
            </a:xfrm>
            <a:prstGeom prst="rect">
              <a:avLst/>
            </a:prstGeom>
            <a:grpFill/>
            <a:ln>
              <a:noFill/>
            </a:ln>
          </p:spPr>
          <p:txBody>
            <a:bodyPr spcFirstLastPara="1" wrap="square" lIns="0" tIns="0" rIns="0" bIns="0" anchor="t" anchorCtr="0">
              <a:noAutofit/>
            </a:bodyPr>
            <a:lstStyle/>
            <a:p>
              <a:pPr>
                <a:lnSpc>
                  <a:spcPct val="85000"/>
                </a:lnSpc>
              </a:pPr>
              <a:r>
                <a:rPr lang="en-GB" sz="1600" b="1" dirty="0">
                  <a:latin typeface="Calibri" panose="020F0502020204030204" pitchFamily="34" charset="0"/>
                  <a:ea typeface="Calibri" panose="020F0502020204030204" pitchFamily="34" charset="0"/>
                  <a:cs typeface="Calibri" panose="020F0502020204030204" pitchFamily="34" charset="0"/>
                  <a:sym typeface="Helvetica Neue"/>
                </a:rPr>
                <a:t>3</a:t>
              </a:r>
              <a:endParaRPr sz="1600" b="1" dirty="0">
                <a:latin typeface="Calibri" panose="020F0502020204030204" pitchFamily="34" charset="0"/>
                <a:ea typeface="Calibri" panose="020F0502020204030204" pitchFamily="34" charset="0"/>
                <a:cs typeface="Calibri" panose="020F0502020204030204" pitchFamily="34" charset="0"/>
                <a:sym typeface="Helvetica Neue"/>
              </a:endParaRPr>
            </a:p>
            <a:p>
              <a:r>
                <a:rPr lang="it-IT" sz="1050" b="1" dirty="0">
                  <a:solidFill>
                    <a:srgbClr val="1B4332"/>
                  </a:solidFill>
                  <a:latin typeface="Calibri" pitchFamily="34" charset="0"/>
                  <a:ea typeface="Calibri" pitchFamily="34" charset="-122"/>
                  <a:cs typeface="Calibri" pitchFamily="34" charset="-120"/>
                </a:rPr>
                <a:t>Enterprise Conversational AI &amp; Agentic AI</a:t>
              </a:r>
              <a:endParaRPr lang="en-US" sz="1050" dirty="0"/>
            </a:p>
          </p:txBody>
        </p:sp>
      </p:grpSp>
      <p:grpSp>
        <p:nvGrpSpPr>
          <p:cNvPr id="10" name="Google Shape;17945;p2451">
            <a:extLst>
              <a:ext uri="{FF2B5EF4-FFF2-40B4-BE49-F238E27FC236}">
                <a16:creationId xmlns:a16="http://schemas.microsoft.com/office/drawing/2014/main" id="{ABF80EA3-6754-37D2-1A3E-A5C8FFE6D978}"/>
              </a:ext>
            </a:extLst>
          </p:cNvPr>
          <p:cNvGrpSpPr/>
          <p:nvPr/>
        </p:nvGrpSpPr>
        <p:grpSpPr>
          <a:xfrm>
            <a:off x="9128437" y="1159462"/>
            <a:ext cx="2552029" cy="613689"/>
            <a:chOff x="442912" y="1828800"/>
            <a:chExt cx="1995600" cy="1872900"/>
          </a:xfrm>
          <a:solidFill>
            <a:schemeClr val="accent6">
              <a:lumMod val="20000"/>
              <a:lumOff val="80000"/>
            </a:schemeClr>
          </a:solidFill>
        </p:grpSpPr>
        <p:sp>
          <p:nvSpPr>
            <p:cNvPr id="11" name="Google Shape;17946;p2451">
              <a:extLst>
                <a:ext uri="{FF2B5EF4-FFF2-40B4-BE49-F238E27FC236}">
                  <a16:creationId xmlns:a16="http://schemas.microsoft.com/office/drawing/2014/main" id="{BF23E0F0-9C20-7F34-FA2E-3FA2102AF126}"/>
                </a:ext>
              </a:extLst>
            </p:cNvPr>
            <p:cNvSpPr/>
            <p:nvPr/>
          </p:nvSpPr>
          <p:spPr>
            <a:xfrm>
              <a:off x="442912" y="1828800"/>
              <a:ext cx="1995600" cy="1872900"/>
            </a:xfrm>
            <a:prstGeom prst="rect">
              <a:avLst/>
            </a:prstGeom>
            <a:grpFill/>
            <a:ln>
              <a:noFill/>
            </a:ln>
          </p:spPr>
          <p:txBody>
            <a:bodyPr spcFirstLastPara="1" wrap="square" lIns="0" tIns="0" rIns="0" bIns="0" anchor="ctr" anchorCtr="0">
              <a:noAutofit/>
            </a:bodyPr>
            <a:lstStyle/>
            <a:p>
              <a:endParaRPr sz="105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p:txBody>
        </p:sp>
        <p:sp>
          <p:nvSpPr>
            <p:cNvPr id="12" name="Google Shape;17947;p2451">
              <a:extLst>
                <a:ext uri="{FF2B5EF4-FFF2-40B4-BE49-F238E27FC236}">
                  <a16:creationId xmlns:a16="http://schemas.microsoft.com/office/drawing/2014/main" id="{4B91E561-F1CA-7C58-F545-393DC3E0C36A}"/>
                </a:ext>
              </a:extLst>
            </p:cNvPr>
            <p:cNvSpPr txBox="1"/>
            <p:nvPr/>
          </p:nvSpPr>
          <p:spPr>
            <a:xfrm>
              <a:off x="626839" y="2011681"/>
              <a:ext cx="1719459" cy="704030"/>
            </a:xfrm>
            <a:prstGeom prst="rect">
              <a:avLst/>
            </a:prstGeom>
            <a:grpFill/>
            <a:ln>
              <a:noFill/>
            </a:ln>
          </p:spPr>
          <p:txBody>
            <a:bodyPr spcFirstLastPara="1" wrap="square" lIns="0" tIns="0" rIns="0" bIns="0" anchor="t" anchorCtr="0">
              <a:noAutofit/>
            </a:bodyPr>
            <a:lstStyle/>
            <a:p>
              <a:pPr>
                <a:lnSpc>
                  <a:spcPct val="85000"/>
                </a:lnSpc>
              </a:pPr>
              <a:r>
                <a:rPr lang="en-GB" sz="1600" b="1" dirty="0">
                  <a:latin typeface="Calibri" panose="020F0502020204030204" pitchFamily="34" charset="0"/>
                  <a:ea typeface="Calibri" panose="020F0502020204030204" pitchFamily="34" charset="0"/>
                  <a:cs typeface="Calibri" panose="020F0502020204030204" pitchFamily="34" charset="0"/>
                  <a:sym typeface="Helvetica Neue"/>
                </a:rPr>
                <a:t>4</a:t>
              </a:r>
            </a:p>
            <a:p>
              <a:r>
                <a:rPr lang="en-US" sz="900" b="1" dirty="0">
                  <a:solidFill>
                    <a:schemeClr val="accent6">
                      <a:lumMod val="50000"/>
                    </a:schemeClr>
                  </a:solidFill>
                  <a:latin typeface="Calibri" panose="020F0502020204030204" pitchFamily="34" charset="0"/>
                  <a:ea typeface="Calibri" panose="020F0502020204030204" pitchFamily="34" charset="0"/>
                  <a:cs typeface="Calibri" panose="020F0502020204030204" pitchFamily="34" charset="0"/>
                </a:rPr>
                <a:t>Multilingual Voice AI &amp; Enterprise Transformation</a:t>
              </a:r>
            </a:p>
          </p:txBody>
        </p:sp>
      </p:grpSp>
      <p:grpSp>
        <p:nvGrpSpPr>
          <p:cNvPr id="13" name="Google Shape;17954;p2451">
            <a:extLst>
              <a:ext uri="{FF2B5EF4-FFF2-40B4-BE49-F238E27FC236}">
                <a16:creationId xmlns:a16="http://schemas.microsoft.com/office/drawing/2014/main" id="{4ABAC7D9-3482-493D-02DA-27E15C6BB263}"/>
              </a:ext>
            </a:extLst>
          </p:cNvPr>
          <p:cNvGrpSpPr/>
          <p:nvPr/>
        </p:nvGrpSpPr>
        <p:grpSpPr>
          <a:xfrm>
            <a:off x="3926394" y="1163693"/>
            <a:ext cx="2552029" cy="613689"/>
            <a:chOff x="442912" y="1828800"/>
            <a:chExt cx="1995600" cy="1872900"/>
          </a:xfrm>
          <a:solidFill>
            <a:schemeClr val="accent6"/>
          </a:solidFill>
        </p:grpSpPr>
        <p:sp>
          <p:nvSpPr>
            <p:cNvPr id="14" name="Google Shape;17955;p2451">
              <a:extLst>
                <a:ext uri="{FF2B5EF4-FFF2-40B4-BE49-F238E27FC236}">
                  <a16:creationId xmlns:a16="http://schemas.microsoft.com/office/drawing/2014/main" id="{B2F93C99-4DCF-C5AD-3981-1E5B85866D23}"/>
                </a:ext>
              </a:extLst>
            </p:cNvPr>
            <p:cNvSpPr/>
            <p:nvPr/>
          </p:nvSpPr>
          <p:spPr>
            <a:xfrm>
              <a:off x="442912" y="1828800"/>
              <a:ext cx="1995600" cy="1872900"/>
            </a:xfrm>
            <a:prstGeom prst="rect">
              <a:avLst/>
            </a:prstGeom>
            <a:grpFill/>
            <a:ln>
              <a:noFill/>
            </a:ln>
          </p:spPr>
          <p:txBody>
            <a:bodyPr spcFirstLastPara="1" wrap="square" lIns="0" tIns="0" rIns="0" bIns="0" anchor="ctr" anchorCtr="0">
              <a:noAutofit/>
            </a:bodyPr>
            <a:lstStyle/>
            <a:p>
              <a:pPr algn="ctr"/>
              <a:endParaRPr sz="105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p:txBody>
        </p:sp>
        <p:sp>
          <p:nvSpPr>
            <p:cNvPr id="15" name="Google Shape;17956;p2451">
              <a:extLst>
                <a:ext uri="{FF2B5EF4-FFF2-40B4-BE49-F238E27FC236}">
                  <a16:creationId xmlns:a16="http://schemas.microsoft.com/office/drawing/2014/main" id="{5030D5A1-2A12-E6BE-F8AE-E1E04CF49A9F}"/>
                </a:ext>
              </a:extLst>
            </p:cNvPr>
            <p:cNvSpPr txBox="1"/>
            <p:nvPr/>
          </p:nvSpPr>
          <p:spPr>
            <a:xfrm>
              <a:off x="626838" y="2011680"/>
              <a:ext cx="1716707" cy="691118"/>
            </a:xfrm>
            <a:prstGeom prst="rect">
              <a:avLst/>
            </a:prstGeom>
            <a:grpFill/>
            <a:ln>
              <a:noFill/>
            </a:ln>
          </p:spPr>
          <p:txBody>
            <a:bodyPr spcFirstLastPara="1" wrap="square" lIns="0" tIns="0" rIns="0" bIns="0" anchor="t" anchorCtr="0">
              <a:noAutofit/>
            </a:bodyPr>
            <a:lstStyle/>
            <a:p>
              <a:pPr>
                <a:lnSpc>
                  <a:spcPct val="85000"/>
                </a:lnSpc>
              </a:pPr>
              <a:r>
                <a:rPr lang="en-GB" sz="1600" b="1" dirty="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rPr>
                <a:t>2</a:t>
              </a:r>
              <a:endParaRPr sz="1600" b="1" dirty="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a:p>
              <a:r>
                <a:rPr lang="en-US" sz="900" b="1" dirty="0">
                  <a:solidFill>
                    <a:schemeClr val="bg1"/>
                  </a:solidFill>
                  <a:latin typeface="Calibri" pitchFamily="34" charset="0"/>
                  <a:ea typeface="Calibri" pitchFamily="34" charset="-122"/>
                  <a:cs typeface="Calibri" pitchFamily="34" charset="-120"/>
                </a:rPr>
                <a:t>Digital Citizen Services &amp; Public Sector Automation</a:t>
              </a:r>
              <a:endParaRPr lang="en-US" sz="900" dirty="0">
                <a:solidFill>
                  <a:schemeClr val="bg1"/>
                </a:solidFill>
              </a:endParaRPr>
            </a:p>
          </p:txBody>
        </p:sp>
      </p:grpSp>
      <p:sp>
        <p:nvSpPr>
          <p:cNvPr id="16" name="Google Shape;17940;p2451">
            <a:extLst>
              <a:ext uri="{FF2B5EF4-FFF2-40B4-BE49-F238E27FC236}">
                <a16:creationId xmlns:a16="http://schemas.microsoft.com/office/drawing/2014/main" id="{0FE0C18D-B92E-26D2-A347-8E66C526E045}"/>
              </a:ext>
            </a:extLst>
          </p:cNvPr>
          <p:cNvSpPr txBox="1">
            <a:spLocks/>
          </p:cNvSpPr>
          <p:nvPr/>
        </p:nvSpPr>
        <p:spPr>
          <a:xfrm>
            <a:off x="1260404" y="1685330"/>
            <a:ext cx="2552032" cy="1421891"/>
          </a:xfrm>
          <a:prstGeom prst="rect">
            <a:avLst/>
          </a:prstGeom>
          <a:solidFill>
            <a:schemeClr val="bg1"/>
          </a:solidFill>
          <a:ln w="3175">
            <a:solidFill>
              <a:schemeClr val="bg1">
                <a:lumMod val="95000"/>
              </a:schemeClr>
            </a:solidFill>
          </a:ln>
        </p:spPr>
        <p:txBody>
          <a:bodyPr spcFirstLastPara="1" vert="horz" wrap="square" lIns="0" tIns="0" rIns="0" bIns="0" rtlCol="0" anchor="ctr" anchorCtr="0">
            <a:noAutofit/>
          </a:bodyPr>
          <a:lstStyle>
            <a:lvl1pPr marL="342900" lvl="0" indent="-238125" algn="l" defTabSz="914400" rtl="0" eaLnBrk="1" latinLnBrk="0" hangingPunct="1">
              <a:lnSpc>
                <a:spcPct val="100000"/>
              </a:lnSpc>
              <a:spcBef>
                <a:spcPts val="0"/>
              </a:spcBef>
              <a:spcAft>
                <a:spcPts val="0"/>
              </a:spcAft>
              <a:buClr>
                <a:schemeClr val="dk1"/>
              </a:buClr>
              <a:buSzPts val="1400"/>
              <a:buFont typeface="Arial" pitchFamily="34" charset="0"/>
              <a:buChar char="•"/>
              <a:defRPr sz="1050" kern="1200">
                <a:solidFill>
                  <a:schemeClr val="accent1"/>
                </a:solidFill>
                <a:latin typeface="+mn-lt"/>
                <a:ea typeface="+mn-ea"/>
                <a:cs typeface="+mn-cs"/>
              </a:defRPr>
            </a:lvl1pPr>
            <a:lvl2pPr marL="685800" lvl="1"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2pPr>
            <a:lvl3pPr marL="1028700" lvl="2"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3pPr>
            <a:lvl4pPr marL="1371600" lvl="3"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4pPr>
            <a:lvl5pPr marL="1714500" lvl="4"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5pPr>
            <a:lvl6pPr marL="2057400" lvl="5"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6pPr>
            <a:lvl7pPr marL="2400300" lvl="6"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7pPr>
            <a:lvl8pPr marL="2743200" lvl="7"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8pPr>
            <a:lvl9pPr marL="3086100" lvl="8" indent="-238125" algn="l" defTabSz="914400" rtl="0" eaLnBrk="1" latinLnBrk="0" hangingPunct="1">
              <a:lnSpc>
                <a:spcPct val="100000"/>
              </a:lnSpc>
              <a:spcBef>
                <a:spcPts val="450"/>
              </a:spcBef>
              <a:spcAft>
                <a:spcPts val="450"/>
              </a:spcAft>
              <a:buClr>
                <a:schemeClr val="dk1"/>
              </a:buClr>
              <a:buSzPts val="1400"/>
              <a:buFont typeface="Arial" pitchFamily="34" charset="0"/>
              <a:buChar char="•"/>
              <a:defRPr sz="1050" kern="1200">
                <a:solidFill>
                  <a:schemeClr val="tx1"/>
                </a:solidFill>
                <a:latin typeface="+mn-lt"/>
                <a:ea typeface="+mn-ea"/>
                <a:cs typeface="+mn-cs"/>
              </a:defRPr>
            </a:lvl9pPr>
          </a:lstStyle>
          <a:p>
            <a:pPr marL="0" indent="0">
              <a:buNone/>
            </a:pPr>
            <a:r>
              <a:rPr lang="en-US" dirty="0">
                <a:solidFill>
                  <a:srgbClr val="1F2937"/>
                </a:solidFill>
                <a:latin typeface="Calibri" pitchFamily="34" charset="0"/>
                <a:ea typeface="Calibri" pitchFamily="34" charset="-122"/>
                <a:cs typeface="Calibri" pitchFamily="34" charset="-120"/>
              </a:rPr>
              <a:t>Participates in the </a:t>
            </a:r>
            <a:r>
              <a:rPr lang="en-US" dirty="0" err="1">
                <a:solidFill>
                  <a:srgbClr val="1F2937"/>
                </a:solidFill>
                <a:latin typeface="Calibri" pitchFamily="34" charset="0"/>
                <a:ea typeface="Calibri" pitchFamily="34" charset="-122"/>
                <a:cs typeface="Calibri" pitchFamily="34" charset="-120"/>
              </a:rPr>
              <a:t>IndiaAI</a:t>
            </a:r>
            <a:r>
              <a:rPr lang="en-US" dirty="0">
                <a:solidFill>
                  <a:srgbClr val="1F2937"/>
                </a:solidFill>
                <a:latin typeface="Calibri" pitchFamily="34" charset="0"/>
                <a:ea typeface="Calibri" pitchFamily="34" charset="-122"/>
                <a:cs typeface="Calibri" pitchFamily="34" charset="-120"/>
              </a:rPr>
              <a:t> Mission ecosystem, supporting India's vision of building indigenous and responsible AI capabilities through enterprise-grade conversational and agentic AI solutions.</a:t>
            </a:r>
          </a:p>
        </p:txBody>
      </p:sp>
      <p:grpSp>
        <p:nvGrpSpPr>
          <p:cNvPr id="17" name="Google Shape;17935;p2451">
            <a:extLst>
              <a:ext uri="{FF2B5EF4-FFF2-40B4-BE49-F238E27FC236}">
                <a16:creationId xmlns:a16="http://schemas.microsoft.com/office/drawing/2014/main" id="{E379283E-8BA4-3B60-C8C2-439EAC23142D}"/>
              </a:ext>
            </a:extLst>
          </p:cNvPr>
          <p:cNvGrpSpPr/>
          <p:nvPr/>
        </p:nvGrpSpPr>
        <p:grpSpPr>
          <a:xfrm rot="16200000">
            <a:off x="-144972" y="1876402"/>
            <a:ext cx="1887198" cy="461777"/>
            <a:chOff x="442912" y="1828799"/>
            <a:chExt cx="1995600" cy="1872900"/>
          </a:xfrm>
          <a:solidFill>
            <a:schemeClr val="bg1">
              <a:lumMod val="65000"/>
            </a:schemeClr>
          </a:solidFill>
        </p:grpSpPr>
        <p:sp>
          <p:nvSpPr>
            <p:cNvPr id="18" name="Google Shape;17936;p2451">
              <a:extLst>
                <a:ext uri="{FF2B5EF4-FFF2-40B4-BE49-F238E27FC236}">
                  <a16:creationId xmlns:a16="http://schemas.microsoft.com/office/drawing/2014/main" id="{2EC06EC5-37C5-23B6-3BCA-025BABDED92A}"/>
                </a:ext>
              </a:extLst>
            </p:cNvPr>
            <p:cNvSpPr/>
            <p:nvPr/>
          </p:nvSpPr>
          <p:spPr>
            <a:xfrm>
              <a:off x="442912" y="1828799"/>
              <a:ext cx="1995600" cy="1872900"/>
            </a:xfrm>
            <a:prstGeom prst="rect">
              <a:avLst/>
            </a:prstGeom>
            <a:grpFill/>
            <a:ln>
              <a:noFill/>
            </a:ln>
          </p:spPr>
          <p:txBody>
            <a:bodyPr spcFirstLastPara="1" wrap="square" lIns="0" tIns="0" rIns="0" bIns="0" anchor="ctr" anchorCtr="0">
              <a:noAutofit/>
            </a:bodyPr>
            <a:lstStyle/>
            <a:p>
              <a:pPr algn="ctr"/>
              <a:endParaRPr sz="1000">
                <a:solidFill>
                  <a:schemeClr val="lt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19" name="Google Shape;17937;p2451">
              <a:extLst>
                <a:ext uri="{FF2B5EF4-FFF2-40B4-BE49-F238E27FC236}">
                  <a16:creationId xmlns:a16="http://schemas.microsoft.com/office/drawing/2014/main" id="{69ED7547-124D-ADCC-63BF-AB89E151ECCF}"/>
                </a:ext>
              </a:extLst>
            </p:cNvPr>
            <p:cNvSpPr txBox="1"/>
            <p:nvPr/>
          </p:nvSpPr>
          <p:spPr>
            <a:xfrm>
              <a:off x="620169" y="2011699"/>
              <a:ext cx="1634183" cy="1508701"/>
            </a:xfrm>
            <a:prstGeom prst="rect">
              <a:avLst/>
            </a:prstGeom>
            <a:grpFill/>
            <a:ln>
              <a:noFill/>
            </a:ln>
          </p:spPr>
          <p:txBody>
            <a:bodyPr spcFirstLastPara="1" wrap="square" lIns="0" tIns="0" rIns="0" bIns="0" anchor="ctr" anchorCtr="0">
              <a:noAutofit/>
            </a:bodyPr>
            <a:lstStyle/>
            <a:p>
              <a:pPr algn="ctr">
                <a:lnSpc>
                  <a:spcPct val="85000"/>
                </a:lnSpc>
              </a:pPr>
              <a:r>
                <a:rPr lang="en-US" sz="100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rPr>
                <a:t>Collaboration Activities</a:t>
              </a:r>
              <a:endParaRPr sz="1000">
                <a:solidFill>
                  <a:schemeClr val="lt1"/>
                </a:solidFill>
                <a:latin typeface="Calibri" panose="020F0502020204030204" pitchFamily="34" charset="0"/>
                <a:ea typeface="Calibri" panose="020F0502020204030204" pitchFamily="34" charset="0"/>
                <a:cs typeface="Calibri" panose="020F0502020204030204" pitchFamily="34" charset="0"/>
                <a:sym typeface="Helvetica Neue"/>
              </a:endParaRPr>
            </a:p>
          </p:txBody>
        </p:sp>
      </p:grpSp>
      <p:sp>
        <p:nvSpPr>
          <p:cNvPr id="20" name="Google Shape;17940;p2451">
            <a:extLst>
              <a:ext uri="{FF2B5EF4-FFF2-40B4-BE49-F238E27FC236}">
                <a16:creationId xmlns:a16="http://schemas.microsoft.com/office/drawing/2014/main" id="{B15A14A9-D060-7323-107D-73C51686260B}"/>
              </a:ext>
            </a:extLst>
          </p:cNvPr>
          <p:cNvSpPr txBox="1">
            <a:spLocks/>
          </p:cNvSpPr>
          <p:nvPr/>
        </p:nvSpPr>
        <p:spPr>
          <a:xfrm>
            <a:off x="3934074" y="1701968"/>
            <a:ext cx="2540971" cy="1402852"/>
          </a:xfrm>
          <a:prstGeom prst="rect">
            <a:avLst/>
          </a:prstGeom>
          <a:solidFill>
            <a:schemeClr val="bg1"/>
          </a:solidFill>
          <a:ln w="3175">
            <a:solidFill>
              <a:schemeClr val="bg1">
                <a:lumMod val="95000"/>
              </a:schemeClr>
            </a:solidFill>
          </a:ln>
        </p:spPr>
        <p:txBody>
          <a:bodyPr spcFirstLastPara="1" vert="horz" wrap="square" lIns="0" tIns="0" rIns="0" bIns="0" rtlCol="0" anchor="ctr" anchorCtr="0">
            <a:noAutofit/>
          </a:bodyPr>
          <a:lstStyle>
            <a:lvl1pPr marL="342900" lvl="0" indent="-238125" algn="l" defTabSz="914400" rtl="0" eaLnBrk="1" latinLnBrk="0" hangingPunct="1">
              <a:lnSpc>
                <a:spcPct val="100000"/>
              </a:lnSpc>
              <a:spcBef>
                <a:spcPts val="0"/>
              </a:spcBef>
              <a:spcAft>
                <a:spcPts val="0"/>
              </a:spcAft>
              <a:buClr>
                <a:schemeClr val="dk1"/>
              </a:buClr>
              <a:buSzPts val="1400"/>
              <a:buFont typeface="Arial" pitchFamily="34" charset="0"/>
              <a:buChar char="•"/>
              <a:defRPr sz="1050" kern="1200">
                <a:solidFill>
                  <a:schemeClr val="accent1"/>
                </a:solidFill>
                <a:latin typeface="+mn-lt"/>
                <a:ea typeface="+mn-ea"/>
                <a:cs typeface="+mn-cs"/>
              </a:defRPr>
            </a:lvl1pPr>
            <a:lvl2pPr marL="685800" lvl="1"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2pPr>
            <a:lvl3pPr marL="1028700" lvl="2"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3pPr>
            <a:lvl4pPr marL="1371600" lvl="3"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4pPr>
            <a:lvl5pPr marL="1714500" lvl="4"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5pPr>
            <a:lvl6pPr marL="2057400" lvl="5"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6pPr>
            <a:lvl7pPr marL="2400300" lvl="6"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7pPr>
            <a:lvl8pPr marL="2743200" lvl="7"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8pPr>
            <a:lvl9pPr marL="3086100" lvl="8" indent="-238125" algn="l" defTabSz="914400" rtl="0" eaLnBrk="1" latinLnBrk="0" hangingPunct="1">
              <a:lnSpc>
                <a:spcPct val="100000"/>
              </a:lnSpc>
              <a:spcBef>
                <a:spcPts val="450"/>
              </a:spcBef>
              <a:spcAft>
                <a:spcPts val="450"/>
              </a:spcAft>
              <a:buClr>
                <a:schemeClr val="dk1"/>
              </a:buClr>
              <a:buSzPts val="1400"/>
              <a:buFont typeface="Arial" pitchFamily="34" charset="0"/>
              <a:buChar char="•"/>
              <a:defRPr sz="1050" kern="1200">
                <a:solidFill>
                  <a:schemeClr val="tx1"/>
                </a:solidFill>
                <a:latin typeface="+mn-lt"/>
                <a:ea typeface="+mn-ea"/>
                <a:cs typeface="+mn-cs"/>
              </a:defRPr>
            </a:lvl9pPr>
          </a:lstStyle>
          <a:p>
            <a:pPr marL="0" indent="0">
              <a:buNone/>
            </a:pPr>
            <a:r>
              <a:rPr lang="en-US" dirty="0">
                <a:solidFill>
                  <a:srgbClr val="1F2937"/>
                </a:solidFill>
                <a:latin typeface="Calibri" pitchFamily="34" charset="0"/>
                <a:ea typeface="Calibri" pitchFamily="34" charset="-122"/>
                <a:cs typeface="Calibri" pitchFamily="34" charset="-120"/>
              </a:rPr>
              <a:t>Collaborates with government departments like BMRCL, DWCD, and MP Electricity Board to deploy multilingual AI assistants for citizen engagement, service discovery, complaint resolution, and public awareness campaigns.</a:t>
            </a:r>
            <a:br>
              <a:rPr lang="en-US" dirty="0">
                <a:solidFill>
                  <a:srgbClr val="1F2937"/>
                </a:solidFill>
                <a:latin typeface="Calibri" pitchFamily="34" charset="0"/>
                <a:ea typeface="Calibri" pitchFamily="34" charset="-122"/>
                <a:cs typeface="Calibri" pitchFamily="34" charset="-120"/>
              </a:rPr>
            </a:br>
            <a:r>
              <a:rPr lang="en-US" dirty="0">
                <a:solidFill>
                  <a:srgbClr val="1F2937"/>
                </a:solidFill>
                <a:latin typeface="Calibri" pitchFamily="34" charset="0"/>
                <a:ea typeface="Calibri" pitchFamily="34" charset="-122"/>
                <a:cs typeface="Calibri" pitchFamily="34" charset="-120"/>
              </a:rPr>
              <a:t>Scale: Supported government-sector deployments serving 2.7M+ citizens and enabling 79M+ AI-powered citizen-service interactions across public-sector organizations.</a:t>
            </a:r>
            <a:endParaRPr lang="en-US" dirty="0"/>
          </a:p>
        </p:txBody>
      </p:sp>
      <p:sp>
        <p:nvSpPr>
          <p:cNvPr id="21" name="Google Shape;17940;p2451">
            <a:extLst>
              <a:ext uri="{FF2B5EF4-FFF2-40B4-BE49-F238E27FC236}">
                <a16:creationId xmlns:a16="http://schemas.microsoft.com/office/drawing/2014/main" id="{9B1A7D05-98F9-5948-9E0F-EAB9721CBEEE}"/>
              </a:ext>
            </a:extLst>
          </p:cNvPr>
          <p:cNvSpPr txBox="1">
            <a:spLocks/>
          </p:cNvSpPr>
          <p:nvPr/>
        </p:nvSpPr>
        <p:spPr>
          <a:xfrm>
            <a:off x="6523520" y="1688837"/>
            <a:ext cx="2552030" cy="1417870"/>
          </a:xfrm>
          <a:prstGeom prst="rect">
            <a:avLst/>
          </a:prstGeom>
          <a:solidFill>
            <a:schemeClr val="bg1"/>
          </a:solidFill>
          <a:ln w="3175">
            <a:solidFill>
              <a:schemeClr val="bg1">
                <a:lumMod val="95000"/>
              </a:schemeClr>
            </a:solidFill>
          </a:ln>
        </p:spPr>
        <p:txBody>
          <a:bodyPr spcFirstLastPara="1" vert="horz" wrap="square" lIns="0" tIns="0" rIns="0" bIns="0" rtlCol="0" anchor="ctr" anchorCtr="0">
            <a:noAutofit/>
          </a:bodyPr>
          <a:lstStyle>
            <a:lvl1pPr marL="342900" lvl="0" indent="-238125" algn="l" defTabSz="914400" rtl="0" eaLnBrk="1" latinLnBrk="0" hangingPunct="1">
              <a:lnSpc>
                <a:spcPct val="100000"/>
              </a:lnSpc>
              <a:spcBef>
                <a:spcPts val="0"/>
              </a:spcBef>
              <a:spcAft>
                <a:spcPts val="0"/>
              </a:spcAft>
              <a:buClr>
                <a:schemeClr val="dk1"/>
              </a:buClr>
              <a:buSzPts val="1400"/>
              <a:buFont typeface="Arial" pitchFamily="34" charset="0"/>
              <a:buChar char="•"/>
              <a:defRPr sz="1050" kern="1200">
                <a:solidFill>
                  <a:schemeClr val="accent1"/>
                </a:solidFill>
                <a:latin typeface="+mn-lt"/>
                <a:ea typeface="+mn-ea"/>
                <a:cs typeface="+mn-cs"/>
              </a:defRPr>
            </a:lvl1pPr>
            <a:lvl2pPr marL="685800" lvl="1"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2pPr>
            <a:lvl3pPr marL="1028700" lvl="2"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3pPr>
            <a:lvl4pPr marL="1371600" lvl="3"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4pPr>
            <a:lvl5pPr marL="1714500" lvl="4"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5pPr>
            <a:lvl6pPr marL="2057400" lvl="5"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6pPr>
            <a:lvl7pPr marL="2400300" lvl="6"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7pPr>
            <a:lvl8pPr marL="2743200" lvl="7"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8pPr>
            <a:lvl9pPr marL="3086100" lvl="8" indent="-238125" algn="l" defTabSz="914400" rtl="0" eaLnBrk="1" latinLnBrk="0" hangingPunct="1">
              <a:lnSpc>
                <a:spcPct val="100000"/>
              </a:lnSpc>
              <a:spcBef>
                <a:spcPts val="450"/>
              </a:spcBef>
              <a:spcAft>
                <a:spcPts val="450"/>
              </a:spcAft>
              <a:buClr>
                <a:schemeClr val="dk1"/>
              </a:buClr>
              <a:buSzPts val="1400"/>
              <a:buFont typeface="Arial" pitchFamily="34" charset="0"/>
              <a:buChar char="•"/>
              <a:defRPr sz="1050" kern="1200">
                <a:solidFill>
                  <a:schemeClr val="tx1"/>
                </a:solidFill>
                <a:latin typeface="+mn-lt"/>
                <a:ea typeface="+mn-ea"/>
                <a:cs typeface="+mn-cs"/>
              </a:defRPr>
            </a:lvl9pPr>
          </a:lstStyle>
          <a:p>
            <a:pPr marL="0" indent="0">
              <a:buNone/>
            </a:pPr>
            <a:r>
              <a:rPr lang="en-IN" dirty="0">
                <a:solidFill>
                  <a:srgbClr val="1F2937"/>
                </a:solidFill>
                <a:latin typeface="Calibri" pitchFamily="34" charset="0"/>
                <a:ea typeface="Calibri" pitchFamily="34" charset="-122"/>
                <a:cs typeface="Calibri" pitchFamily="34" charset="-120"/>
              </a:rPr>
              <a:t>Develops AI-powered chat and voice agents that automate customer support, grievance redressal, and service delivery for enterprises and government organizations for partners like </a:t>
            </a:r>
            <a:r>
              <a:rPr lang="en-IN" dirty="0" err="1">
                <a:solidFill>
                  <a:srgbClr val="1F2937"/>
                </a:solidFill>
                <a:latin typeface="Calibri" pitchFamily="34" charset="0"/>
                <a:ea typeface="Calibri" pitchFamily="34" charset="-122"/>
                <a:cs typeface="Calibri" pitchFamily="34" charset="-120"/>
              </a:rPr>
              <a:t>IndiaAI</a:t>
            </a:r>
            <a:r>
              <a:rPr lang="en-IN" dirty="0">
                <a:solidFill>
                  <a:srgbClr val="1F2937"/>
                </a:solidFill>
                <a:latin typeface="Calibri" pitchFamily="34" charset="0"/>
                <a:ea typeface="Calibri" pitchFamily="34" charset="-122"/>
                <a:cs typeface="Calibri" pitchFamily="34" charset="-120"/>
              </a:rPr>
              <a:t> Mission, BPCL, Enterprise Customers</a:t>
            </a:r>
            <a:endParaRPr lang="en-US" dirty="0">
              <a:solidFill>
                <a:srgbClr val="1F2937"/>
              </a:solidFill>
              <a:latin typeface="Calibri" pitchFamily="34" charset="0"/>
              <a:ea typeface="Calibri" pitchFamily="34" charset="-122"/>
              <a:cs typeface="Calibri" pitchFamily="34" charset="-120"/>
            </a:endParaRPr>
          </a:p>
        </p:txBody>
      </p:sp>
      <p:sp>
        <p:nvSpPr>
          <p:cNvPr id="22" name="Google Shape;17940;p2451">
            <a:extLst>
              <a:ext uri="{FF2B5EF4-FFF2-40B4-BE49-F238E27FC236}">
                <a16:creationId xmlns:a16="http://schemas.microsoft.com/office/drawing/2014/main" id="{77D14700-EFCE-A3AB-4020-1F5F2E79B198}"/>
              </a:ext>
            </a:extLst>
          </p:cNvPr>
          <p:cNvSpPr txBox="1">
            <a:spLocks/>
          </p:cNvSpPr>
          <p:nvPr/>
        </p:nvSpPr>
        <p:spPr>
          <a:xfrm>
            <a:off x="9139197" y="1695945"/>
            <a:ext cx="2540969" cy="1417870"/>
          </a:xfrm>
          <a:prstGeom prst="rect">
            <a:avLst/>
          </a:prstGeom>
          <a:solidFill>
            <a:schemeClr val="bg1"/>
          </a:solidFill>
          <a:ln w="3175">
            <a:solidFill>
              <a:schemeClr val="bg1">
                <a:lumMod val="95000"/>
              </a:schemeClr>
            </a:solidFill>
          </a:ln>
        </p:spPr>
        <p:txBody>
          <a:bodyPr spcFirstLastPara="1" vert="horz" wrap="square" lIns="0" tIns="0" rIns="0" bIns="0" rtlCol="0" anchor="ctr" anchorCtr="0">
            <a:noAutofit/>
          </a:bodyPr>
          <a:lstStyle>
            <a:lvl1pPr marL="342900" lvl="0" indent="-238125" algn="l" defTabSz="914400" rtl="0" eaLnBrk="1" latinLnBrk="0" hangingPunct="1">
              <a:lnSpc>
                <a:spcPct val="100000"/>
              </a:lnSpc>
              <a:spcBef>
                <a:spcPts val="0"/>
              </a:spcBef>
              <a:spcAft>
                <a:spcPts val="0"/>
              </a:spcAft>
              <a:buClr>
                <a:schemeClr val="dk1"/>
              </a:buClr>
              <a:buSzPts val="1400"/>
              <a:buFont typeface="Arial" pitchFamily="34" charset="0"/>
              <a:buChar char="•"/>
              <a:defRPr sz="1050" kern="1200">
                <a:solidFill>
                  <a:schemeClr val="accent1"/>
                </a:solidFill>
                <a:latin typeface="+mn-lt"/>
                <a:ea typeface="+mn-ea"/>
                <a:cs typeface="+mn-cs"/>
              </a:defRPr>
            </a:lvl1pPr>
            <a:lvl2pPr marL="685800" lvl="1"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2pPr>
            <a:lvl3pPr marL="1028700" lvl="2"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3pPr>
            <a:lvl4pPr marL="1371600" lvl="3"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4pPr>
            <a:lvl5pPr marL="1714500" lvl="4" indent="-238125" algn="l" defTabSz="914400" rtl="0" eaLnBrk="1" latinLnBrk="0" hangingPunct="1">
              <a:lnSpc>
                <a:spcPct val="100000"/>
              </a:lnSpc>
              <a:spcBef>
                <a:spcPts val="450"/>
              </a:spcBef>
              <a:spcAft>
                <a:spcPts val="0"/>
              </a:spcAft>
              <a:buClr>
                <a:schemeClr val="dk1"/>
              </a:buClr>
              <a:buSzPts val="1400"/>
              <a:buFont typeface="Wingdings" pitchFamily="2" charset="2"/>
              <a:buChar char="•"/>
              <a:defRPr sz="1050" kern="1200">
                <a:solidFill>
                  <a:schemeClr val="accent1"/>
                </a:solidFill>
                <a:latin typeface="+mn-lt"/>
                <a:ea typeface="+mn-ea"/>
                <a:cs typeface="+mn-cs"/>
              </a:defRPr>
            </a:lvl5pPr>
            <a:lvl6pPr marL="2057400" lvl="5"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6pPr>
            <a:lvl7pPr marL="2400300" lvl="6"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7pPr>
            <a:lvl8pPr marL="2743200" lvl="7" indent="-238125" algn="l" defTabSz="914400" rtl="0" eaLnBrk="1" latinLnBrk="0" hangingPunct="1">
              <a:lnSpc>
                <a:spcPct val="100000"/>
              </a:lnSpc>
              <a:spcBef>
                <a:spcPts val="450"/>
              </a:spcBef>
              <a:spcAft>
                <a:spcPts val="0"/>
              </a:spcAft>
              <a:buClr>
                <a:schemeClr val="dk1"/>
              </a:buClr>
              <a:buSzPts val="1400"/>
              <a:buFont typeface="Arial" pitchFamily="34" charset="0"/>
              <a:buChar char="–"/>
              <a:defRPr sz="1050" kern="1200">
                <a:solidFill>
                  <a:schemeClr val="tx1"/>
                </a:solidFill>
                <a:latin typeface="+mn-lt"/>
                <a:ea typeface="+mn-ea"/>
                <a:cs typeface="+mn-cs"/>
              </a:defRPr>
            </a:lvl8pPr>
            <a:lvl9pPr marL="3086100" lvl="8" indent="-238125" algn="l" defTabSz="914400" rtl="0" eaLnBrk="1" latinLnBrk="0" hangingPunct="1">
              <a:lnSpc>
                <a:spcPct val="100000"/>
              </a:lnSpc>
              <a:spcBef>
                <a:spcPts val="450"/>
              </a:spcBef>
              <a:spcAft>
                <a:spcPts val="450"/>
              </a:spcAft>
              <a:buClr>
                <a:schemeClr val="dk1"/>
              </a:buClr>
              <a:buSzPts val="1400"/>
              <a:buFont typeface="Arial" pitchFamily="34" charset="0"/>
              <a:buChar char="•"/>
              <a:defRPr sz="1050" kern="1200">
                <a:solidFill>
                  <a:schemeClr val="tx1"/>
                </a:solidFill>
                <a:latin typeface="+mn-lt"/>
                <a:ea typeface="+mn-ea"/>
                <a:cs typeface="+mn-cs"/>
              </a:defRPr>
            </a:lvl9pPr>
          </a:lstStyle>
          <a:p>
            <a:pPr marL="0" indent="0">
              <a:buNone/>
            </a:pPr>
            <a:r>
              <a:rPr lang="en-US" dirty="0">
                <a:solidFill>
                  <a:srgbClr val="1F2937"/>
                </a:solidFill>
                <a:latin typeface="Calibri" pitchFamily="34" charset="0"/>
                <a:ea typeface="Calibri" pitchFamily="34" charset="-122"/>
                <a:cs typeface="Calibri" pitchFamily="34" charset="-120"/>
              </a:rPr>
              <a:t>Builds next-generation multilingual voice AI platforms, including Nexus Vox, enabling real-time AI conversations across 500+ languages while helping organizations automate workflows and improve customer experiences in partnership with global enterprises</a:t>
            </a:r>
          </a:p>
        </p:txBody>
      </p:sp>
      <p:sp>
        <p:nvSpPr>
          <p:cNvPr id="24" name="Text 28">
            <a:extLst>
              <a:ext uri="{FF2B5EF4-FFF2-40B4-BE49-F238E27FC236}">
                <a16:creationId xmlns:a16="http://schemas.microsoft.com/office/drawing/2014/main" id="{6FD0F829-8C16-67A5-A560-F8AC176ABACD}"/>
              </a:ext>
            </a:extLst>
          </p:cNvPr>
          <p:cNvSpPr/>
          <p:nvPr/>
        </p:nvSpPr>
        <p:spPr>
          <a:xfrm>
            <a:off x="457200" y="4892040"/>
            <a:ext cx="5486400" cy="274320"/>
          </a:xfrm>
          <a:prstGeom prst="rect">
            <a:avLst/>
          </a:prstGeom>
          <a:noFill/>
          <a:ln/>
        </p:spPr>
        <p:txBody>
          <a:bodyPr wrap="square" lIns="0" tIns="0" rIns="0" bIns="0" rtlCol="0" anchor="ctr"/>
          <a:lstStyle/>
          <a:p>
            <a:pPr marL="0" indent="0">
              <a:buNone/>
            </a:pPr>
            <a:r>
              <a:rPr lang="en-US" sz="1050" b="1" kern="0" spc="150">
                <a:solidFill>
                  <a:srgbClr val="5B6670"/>
                </a:solidFill>
                <a:latin typeface="Calibri" pitchFamily="34" charset="0"/>
                <a:ea typeface="Calibri" pitchFamily="34" charset="-122"/>
                <a:cs typeface="Calibri" pitchFamily="34" charset="-120"/>
              </a:rPr>
              <a:t>STRATEGIC PILLARS</a:t>
            </a:r>
            <a:endParaRPr lang="en-US" sz="1050"/>
          </a:p>
        </p:txBody>
      </p:sp>
      <p:sp>
        <p:nvSpPr>
          <p:cNvPr id="25" name="Shape 29">
            <a:extLst>
              <a:ext uri="{FF2B5EF4-FFF2-40B4-BE49-F238E27FC236}">
                <a16:creationId xmlns:a16="http://schemas.microsoft.com/office/drawing/2014/main" id="{5D4A973B-712D-3742-7282-BAC52A720129}"/>
              </a:ext>
            </a:extLst>
          </p:cNvPr>
          <p:cNvSpPr/>
          <p:nvPr/>
        </p:nvSpPr>
        <p:spPr>
          <a:xfrm>
            <a:off x="457200" y="5193792"/>
            <a:ext cx="11274552" cy="0"/>
          </a:xfrm>
          <a:prstGeom prst="line">
            <a:avLst/>
          </a:prstGeom>
          <a:noFill/>
          <a:ln w="9525">
            <a:solidFill>
              <a:srgbClr val="C7CCC9"/>
            </a:solidFill>
            <a:prstDash val="solid"/>
          </a:ln>
        </p:spPr>
        <p:txBody>
          <a:bodyPr/>
          <a:lstStyle/>
          <a:p>
            <a:endParaRPr lang="en-IN"/>
          </a:p>
        </p:txBody>
      </p:sp>
      <p:sp>
        <p:nvSpPr>
          <p:cNvPr id="26" name="Shape 30">
            <a:extLst>
              <a:ext uri="{FF2B5EF4-FFF2-40B4-BE49-F238E27FC236}">
                <a16:creationId xmlns:a16="http://schemas.microsoft.com/office/drawing/2014/main" id="{59245379-8F4C-BDC5-66ED-85E994CEEA98}"/>
              </a:ext>
            </a:extLst>
          </p:cNvPr>
          <p:cNvSpPr/>
          <p:nvPr/>
        </p:nvSpPr>
        <p:spPr>
          <a:xfrm>
            <a:off x="457200" y="5394960"/>
            <a:ext cx="457200" cy="457200"/>
          </a:xfrm>
          <a:prstGeom prst="ellipse">
            <a:avLst/>
          </a:prstGeom>
          <a:solidFill>
            <a:schemeClr val="bg1">
              <a:lumMod val="85000"/>
            </a:schemeClr>
          </a:solidFill>
          <a:ln/>
        </p:spPr>
        <p:txBody>
          <a:bodyPr/>
          <a:lstStyle/>
          <a:p>
            <a:endParaRPr lang="en-IN"/>
          </a:p>
        </p:txBody>
      </p:sp>
      <p:pic>
        <p:nvPicPr>
          <p:cNvPr id="27" name="Image 1" descr="preencoded.png">
            <a:extLst>
              <a:ext uri="{FF2B5EF4-FFF2-40B4-BE49-F238E27FC236}">
                <a16:creationId xmlns:a16="http://schemas.microsoft.com/office/drawing/2014/main" id="{F74DB5D5-0D50-2031-C72A-48F2B96453DA}"/>
              </a:ext>
            </a:extLst>
          </p:cNvPr>
          <p:cNvPicPr>
            <a:picLocks noChangeAspect="1"/>
          </p:cNvPicPr>
          <p:nvPr/>
        </p:nvPicPr>
        <p:blipFill>
          <a:blip r:embed="rId2"/>
          <a:stretch>
            <a:fillRect/>
          </a:stretch>
        </p:blipFill>
        <p:spPr>
          <a:xfrm>
            <a:off x="576072" y="5513832"/>
            <a:ext cx="219456" cy="219456"/>
          </a:xfrm>
          <a:prstGeom prst="rect">
            <a:avLst/>
          </a:prstGeom>
        </p:spPr>
      </p:pic>
      <p:sp>
        <p:nvSpPr>
          <p:cNvPr id="28" name="Text 31">
            <a:extLst>
              <a:ext uri="{FF2B5EF4-FFF2-40B4-BE49-F238E27FC236}">
                <a16:creationId xmlns:a16="http://schemas.microsoft.com/office/drawing/2014/main" id="{2518D960-1D34-B605-2D26-F52B353761C8}"/>
              </a:ext>
            </a:extLst>
          </p:cNvPr>
          <p:cNvSpPr/>
          <p:nvPr/>
        </p:nvSpPr>
        <p:spPr>
          <a:xfrm>
            <a:off x="1024128" y="5376672"/>
            <a:ext cx="3072384" cy="274320"/>
          </a:xfrm>
          <a:prstGeom prst="rect">
            <a:avLst/>
          </a:prstGeom>
          <a:noFill/>
          <a:ln/>
        </p:spPr>
        <p:txBody>
          <a:bodyPr wrap="square" lIns="0" tIns="0" rIns="0" bIns="0" rtlCol="0" anchor="ctr"/>
          <a:lstStyle/>
          <a:p>
            <a:pPr marL="0" indent="0">
              <a:buNone/>
            </a:pPr>
            <a:r>
              <a:rPr lang="en-US" sz="1150" b="1" dirty="0">
                <a:solidFill>
                  <a:srgbClr val="1B4332"/>
                </a:solidFill>
                <a:latin typeface="Calibri" pitchFamily="34" charset="0"/>
                <a:ea typeface="Calibri" pitchFamily="34" charset="-122"/>
                <a:cs typeface="Calibri" pitchFamily="34" charset="-120"/>
              </a:rPr>
              <a:t>Conversational AI &amp; Autonomous AI Agents</a:t>
            </a:r>
            <a:endParaRPr lang="en-US" sz="1150" dirty="0"/>
          </a:p>
        </p:txBody>
      </p:sp>
      <p:sp>
        <p:nvSpPr>
          <p:cNvPr id="29" name="Text 32">
            <a:extLst>
              <a:ext uri="{FF2B5EF4-FFF2-40B4-BE49-F238E27FC236}">
                <a16:creationId xmlns:a16="http://schemas.microsoft.com/office/drawing/2014/main" id="{02CFDE4E-E770-638C-CBF9-B4341C973F85}"/>
              </a:ext>
            </a:extLst>
          </p:cNvPr>
          <p:cNvSpPr/>
          <p:nvPr/>
        </p:nvSpPr>
        <p:spPr>
          <a:xfrm>
            <a:off x="1024128" y="5650992"/>
            <a:ext cx="3072384" cy="640080"/>
          </a:xfrm>
          <a:prstGeom prst="rect">
            <a:avLst/>
          </a:prstGeom>
          <a:noFill/>
          <a:ln/>
        </p:spPr>
        <p:txBody>
          <a:bodyPr wrap="square" lIns="0" tIns="0" rIns="0" bIns="0" rtlCol="0" anchor="t"/>
          <a:lstStyle/>
          <a:p>
            <a:pPr marL="0" indent="0">
              <a:buNone/>
            </a:pPr>
            <a:r>
              <a:rPr lang="en-US" sz="930" dirty="0">
                <a:solidFill>
                  <a:srgbClr val="222A28"/>
                </a:solidFill>
                <a:latin typeface="Calibri" pitchFamily="34" charset="0"/>
                <a:ea typeface="Calibri" pitchFamily="34" charset="-122"/>
                <a:cs typeface="Calibri" pitchFamily="34" charset="-120"/>
              </a:rPr>
              <a:t>Develops enterprise-grade AI agents that automate customer and citizen interactions across chat and voice channels using generative AI.</a:t>
            </a:r>
            <a:endParaRPr lang="en-US" sz="930" dirty="0"/>
          </a:p>
        </p:txBody>
      </p:sp>
      <p:sp>
        <p:nvSpPr>
          <p:cNvPr id="30" name="Shape 33">
            <a:extLst>
              <a:ext uri="{FF2B5EF4-FFF2-40B4-BE49-F238E27FC236}">
                <a16:creationId xmlns:a16="http://schemas.microsoft.com/office/drawing/2014/main" id="{243C8F04-FD0F-E1EE-2E02-1DFBCA6CC821}"/>
              </a:ext>
            </a:extLst>
          </p:cNvPr>
          <p:cNvSpPr/>
          <p:nvPr/>
        </p:nvSpPr>
        <p:spPr>
          <a:xfrm>
            <a:off x="4215384" y="5394960"/>
            <a:ext cx="457200" cy="457200"/>
          </a:xfrm>
          <a:prstGeom prst="ellipse">
            <a:avLst/>
          </a:prstGeom>
          <a:solidFill>
            <a:schemeClr val="bg1">
              <a:lumMod val="85000"/>
            </a:schemeClr>
          </a:solidFill>
          <a:ln/>
        </p:spPr>
        <p:txBody>
          <a:bodyPr/>
          <a:lstStyle/>
          <a:p>
            <a:endParaRPr lang="en-IN"/>
          </a:p>
        </p:txBody>
      </p:sp>
      <p:sp>
        <p:nvSpPr>
          <p:cNvPr id="32" name="Text 34">
            <a:extLst>
              <a:ext uri="{FF2B5EF4-FFF2-40B4-BE49-F238E27FC236}">
                <a16:creationId xmlns:a16="http://schemas.microsoft.com/office/drawing/2014/main" id="{76B24980-4031-EE63-3FAF-BE37CC8445F5}"/>
              </a:ext>
            </a:extLst>
          </p:cNvPr>
          <p:cNvSpPr/>
          <p:nvPr/>
        </p:nvSpPr>
        <p:spPr>
          <a:xfrm>
            <a:off x="4782312" y="5376672"/>
            <a:ext cx="3072384" cy="274320"/>
          </a:xfrm>
          <a:prstGeom prst="rect">
            <a:avLst/>
          </a:prstGeom>
          <a:noFill/>
          <a:ln/>
        </p:spPr>
        <p:txBody>
          <a:bodyPr wrap="square" lIns="0" tIns="0" rIns="0" bIns="0" rtlCol="0" anchor="ctr"/>
          <a:lstStyle/>
          <a:p>
            <a:pPr marL="0" indent="0">
              <a:buNone/>
            </a:pPr>
            <a:r>
              <a:rPr lang="en-US" sz="1150" b="1" dirty="0">
                <a:solidFill>
                  <a:srgbClr val="1B4332"/>
                </a:solidFill>
                <a:latin typeface="Calibri" pitchFamily="34" charset="0"/>
                <a:ea typeface="Calibri" pitchFamily="34" charset="-122"/>
                <a:cs typeface="Calibri" pitchFamily="34" charset="-120"/>
              </a:rPr>
              <a:t>Omnichannel Customer &amp; Citizen Experience</a:t>
            </a:r>
            <a:endParaRPr lang="en-US" sz="1150" dirty="0"/>
          </a:p>
        </p:txBody>
      </p:sp>
      <p:sp>
        <p:nvSpPr>
          <p:cNvPr id="33" name="Text 35">
            <a:extLst>
              <a:ext uri="{FF2B5EF4-FFF2-40B4-BE49-F238E27FC236}">
                <a16:creationId xmlns:a16="http://schemas.microsoft.com/office/drawing/2014/main" id="{91229291-8F6D-94C6-6931-F270F231AD80}"/>
              </a:ext>
            </a:extLst>
          </p:cNvPr>
          <p:cNvSpPr/>
          <p:nvPr/>
        </p:nvSpPr>
        <p:spPr>
          <a:xfrm>
            <a:off x="4782312" y="5650992"/>
            <a:ext cx="3072384" cy="640080"/>
          </a:xfrm>
          <a:prstGeom prst="rect">
            <a:avLst/>
          </a:prstGeom>
          <a:noFill/>
          <a:ln/>
        </p:spPr>
        <p:txBody>
          <a:bodyPr wrap="square" lIns="0" tIns="0" rIns="0" bIns="0" rtlCol="0" anchor="t"/>
          <a:lstStyle/>
          <a:p>
            <a:pPr marL="0" indent="0">
              <a:buNone/>
            </a:pPr>
            <a:r>
              <a:rPr lang="en-US" sz="930" dirty="0">
                <a:solidFill>
                  <a:srgbClr val="222A28"/>
                </a:solidFill>
                <a:latin typeface="Calibri" pitchFamily="34" charset="0"/>
                <a:ea typeface="Calibri" pitchFamily="34" charset="-122"/>
                <a:cs typeface="Calibri" pitchFamily="34" charset="-120"/>
              </a:rPr>
              <a:t>Delivers seamless AI-powered engagement across WhatsApp, web, mobile apps, IVR, email, and social media for consistent digital service delivery.</a:t>
            </a:r>
            <a:endParaRPr lang="en-US" sz="930" dirty="0"/>
          </a:p>
        </p:txBody>
      </p:sp>
      <p:sp>
        <p:nvSpPr>
          <p:cNvPr id="34" name="Shape 36">
            <a:extLst>
              <a:ext uri="{FF2B5EF4-FFF2-40B4-BE49-F238E27FC236}">
                <a16:creationId xmlns:a16="http://schemas.microsoft.com/office/drawing/2014/main" id="{C1621AC8-2DA9-0F90-04DE-3E9E9A6DBBD8}"/>
              </a:ext>
            </a:extLst>
          </p:cNvPr>
          <p:cNvSpPr/>
          <p:nvPr/>
        </p:nvSpPr>
        <p:spPr>
          <a:xfrm>
            <a:off x="7973568" y="5394960"/>
            <a:ext cx="457200" cy="457200"/>
          </a:xfrm>
          <a:prstGeom prst="ellipse">
            <a:avLst/>
          </a:prstGeom>
          <a:solidFill>
            <a:schemeClr val="bg1">
              <a:lumMod val="85000"/>
            </a:schemeClr>
          </a:solidFill>
          <a:ln/>
        </p:spPr>
        <p:txBody>
          <a:bodyPr/>
          <a:lstStyle/>
          <a:p>
            <a:endParaRPr lang="en-IN"/>
          </a:p>
        </p:txBody>
      </p:sp>
      <p:pic>
        <p:nvPicPr>
          <p:cNvPr id="35" name="Image 3" descr="preencoded.png">
            <a:extLst>
              <a:ext uri="{FF2B5EF4-FFF2-40B4-BE49-F238E27FC236}">
                <a16:creationId xmlns:a16="http://schemas.microsoft.com/office/drawing/2014/main" id="{B4F643FE-6802-2732-8D01-8EB832E6190E}"/>
              </a:ext>
            </a:extLst>
          </p:cNvPr>
          <p:cNvPicPr>
            <a:picLocks noChangeAspect="1"/>
          </p:cNvPicPr>
          <p:nvPr/>
        </p:nvPicPr>
        <p:blipFill>
          <a:blip r:embed="rId3"/>
          <a:stretch>
            <a:fillRect/>
          </a:stretch>
        </p:blipFill>
        <p:spPr>
          <a:xfrm>
            <a:off x="8092440" y="5513832"/>
            <a:ext cx="219456" cy="219456"/>
          </a:xfrm>
          <a:prstGeom prst="rect">
            <a:avLst/>
          </a:prstGeom>
        </p:spPr>
      </p:pic>
      <p:sp>
        <p:nvSpPr>
          <p:cNvPr id="36" name="Text 37">
            <a:extLst>
              <a:ext uri="{FF2B5EF4-FFF2-40B4-BE49-F238E27FC236}">
                <a16:creationId xmlns:a16="http://schemas.microsoft.com/office/drawing/2014/main" id="{D3648948-7D7E-7B74-C5EF-2E520DD12AFF}"/>
              </a:ext>
            </a:extLst>
          </p:cNvPr>
          <p:cNvSpPr/>
          <p:nvPr/>
        </p:nvSpPr>
        <p:spPr>
          <a:xfrm>
            <a:off x="8540496" y="5376672"/>
            <a:ext cx="3072384" cy="274320"/>
          </a:xfrm>
          <a:prstGeom prst="rect">
            <a:avLst/>
          </a:prstGeom>
          <a:noFill/>
          <a:ln/>
        </p:spPr>
        <p:txBody>
          <a:bodyPr wrap="square" lIns="0" tIns="0" rIns="0" bIns="0" rtlCol="0" anchor="ctr"/>
          <a:lstStyle/>
          <a:p>
            <a:pPr marL="0" indent="0">
              <a:buNone/>
            </a:pPr>
            <a:r>
              <a:rPr lang="en-US" sz="1150" b="1" dirty="0">
                <a:solidFill>
                  <a:srgbClr val="1B4332"/>
                </a:solidFill>
                <a:latin typeface="Calibri" pitchFamily="34" charset="0"/>
                <a:ea typeface="Calibri" pitchFamily="34" charset="-122"/>
                <a:cs typeface="Calibri" pitchFamily="34" charset="-120"/>
              </a:rPr>
              <a:t>Multilingual Voice AI &amp; Enterprise Automation</a:t>
            </a:r>
            <a:endParaRPr lang="en-US" sz="1150" dirty="0"/>
          </a:p>
        </p:txBody>
      </p:sp>
      <p:sp>
        <p:nvSpPr>
          <p:cNvPr id="37" name="Text 38">
            <a:extLst>
              <a:ext uri="{FF2B5EF4-FFF2-40B4-BE49-F238E27FC236}">
                <a16:creationId xmlns:a16="http://schemas.microsoft.com/office/drawing/2014/main" id="{23B50BDC-B98B-F93C-94CD-34527B4C0B1F}"/>
              </a:ext>
            </a:extLst>
          </p:cNvPr>
          <p:cNvSpPr/>
          <p:nvPr/>
        </p:nvSpPr>
        <p:spPr>
          <a:xfrm>
            <a:off x="8540496" y="5650992"/>
            <a:ext cx="3072384" cy="640080"/>
          </a:xfrm>
          <a:prstGeom prst="rect">
            <a:avLst/>
          </a:prstGeom>
          <a:noFill/>
          <a:ln/>
        </p:spPr>
        <p:txBody>
          <a:bodyPr wrap="square" lIns="0" tIns="0" rIns="0" bIns="0" rtlCol="0" anchor="t"/>
          <a:lstStyle/>
          <a:p>
            <a:pPr marL="0" indent="0">
              <a:buNone/>
            </a:pPr>
            <a:r>
              <a:rPr lang="en-US" sz="930" dirty="0">
                <a:solidFill>
                  <a:srgbClr val="222A28"/>
                </a:solidFill>
                <a:latin typeface="Calibri" pitchFamily="34" charset="0"/>
                <a:ea typeface="Calibri" pitchFamily="34" charset="-122"/>
                <a:cs typeface="Calibri" pitchFamily="34" charset="-120"/>
              </a:rPr>
              <a:t>Enables real-time multilingual voice and chat automation with advanced speech AI, helping organizations streamline workflows and improve service efficiency.</a:t>
            </a:r>
            <a:endParaRPr lang="en-US" sz="930" dirty="0"/>
          </a:p>
        </p:txBody>
      </p:sp>
      <p:pic>
        <p:nvPicPr>
          <p:cNvPr id="45" name="Image 2" descr="preencoded.png">
            <a:extLst>
              <a:ext uri="{FF2B5EF4-FFF2-40B4-BE49-F238E27FC236}">
                <a16:creationId xmlns:a16="http://schemas.microsoft.com/office/drawing/2014/main" id="{F2BC8AFF-994B-5662-ED41-1E44A264F985}"/>
              </a:ext>
            </a:extLst>
          </p:cNvPr>
          <p:cNvPicPr>
            <a:picLocks noChangeAspect="1"/>
          </p:cNvPicPr>
          <p:nvPr/>
        </p:nvPicPr>
        <p:blipFill>
          <a:blip r:embed="rId4"/>
          <a:stretch>
            <a:fillRect/>
          </a:stretch>
        </p:blipFill>
        <p:spPr>
          <a:xfrm>
            <a:off x="4334256" y="5513832"/>
            <a:ext cx="219456" cy="219456"/>
          </a:xfrm>
          <a:prstGeom prst="rect">
            <a:avLst/>
          </a:prstGeom>
        </p:spPr>
      </p:pic>
      <p:graphicFrame>
        <p:nvGraphicFramePr>
          <p:cNvPr id="23" name="Table 22">
            <a:extLst>
              <a:ext uri="{FF2B5EF4-FFF2-40B4-BE49-F238E27FC236}">
                <a16:creationId xmlns:a16="http://schemas.microsoft.com/office/drawing/2014/main" id="{5CB76AA1-A8F7-691D-9E61-5566A45264E8}"/>
              </a:ext>
            </a:extLst>
          </p:cNvPr>
          <p:cNvGraphicFramePr>
            <a:graphicFrameLocks noGrp="1"/>
          </p:cNvGraphicFramePr>
          <p:nvPr>
            <p:extLst>
              <p:ext uri="{D42A27DB-BD31-4B8C-83A1-F6EECF244321}">
                <p14:modId xmlns:p14="http://schemas.microsoft.com/office/powerpoint/2010/main" val="2685233148"/>
              </p:ext>
            </p:extLst>
          </p:nvPr>
        </p:nvGraphicFramePr>
        <p:xfrm>
          <a:off x="542280" y="3156784"/>
          <a:ext cx="11104392" cy="1584900"/>
        </p:xfrm>
        <a:graphic>
          <a:graphicData uri="http://schemas.openxmlformats.org/drawingml/2006/table">
            <a:tbl>
              <a:tblPr>
                <a:tableStyleId>{073A0DAA-6AF3-43AB-8588-CEC1D06C72B9}</a:tableStyleId>
              </a:tblPr>
              <a:tblGrid>
                <a:gridCol w="2110489">
                  <a:extLst>
                    <a:ext uri="{9D8B030D-6E8A-4147-A177-3AD203B41FA5}">
                      <a16:colId xmlns:a16="http://schemas.microsoft.com/office/drawing/2014/main" val="1580037738"/>
                    </a:ext>
                  </a:extLst>
                </a:gridCol>
                <a:gridCol w="2594113">
                  <a:extLst>
                    <a:ext uri="{9D8B030D-6E8A-4147-A177-3AD203B41FA5}">
                      <a16:colId xmlns:a16="http://schemas.microsoft.com/office/drawing/2014/main" val="467433406"/>
                    </a:ext>
                  </a:extLst>
                </a:gridCol>
                <a:gridCol w="6399790">
                  <a:extLst>
                    <a:ext uri="{9D8B030D-6E8A-4147-A177-3AD203B41FA5}">
                      <a16:colId xmlns:a16="http://schemas.microsoft.com/office/drawing/2014/main" val="2700176864"/>
                    </a:ext>
                  </a:extLst>
                </a:gridCol>
              </a:tblGrid>
              <a:tr h="70509">
                <a:tc>
                  <a:txBody>
                    <a:bodyPr/>
                    <a:lstStyle/>
                    <a:p>
                      <a:pPr>
                        <a:buNone/>
                      </a:pPr>
                      <a:r>
                        <a:rPr lang="en-IN" sz="1000" b="1">
                          <a:solidFill>
                            <a:schemeClr val="bg1"/>
                          </a:solidFill>
                        </a:rPr>
                        <a:t>Use Case / Initiative</a:t>
                      </a:r>
                    </a:p>
                  </a:txBody>
                  <a:tcPr marL="42660" marR="42660" marT="21330" marB="21330" anchor="ctr">
                    <a:solidFill>
                      <a:srgbClr val="196B24"/>
                    </a:solidFill>
                  </a:tcPr>
                </a:tc>
                <a:tc>
                  <a:txBody>
                    <a:bodyPr/>
                    <a:lstStyle/>
                    <a:p>
                      <a:pPr>
                        <a:buNone/>
                      </a:pPr>
                      <a:r>
                        <a:rPr lang="en-IN" sz="1000" b="1">
                          <a:solidFill>
                            <a:schemeClr val="bg1"/>
                          </a:solidFill>
                        </a:rPr>
                        <a:t>Sector / Department / Partner</a:t>
                      </a:r>
                    </a:p>
                  </a:txBody>
                  <a:tcPr marL="42660" marR="42660" marT="21330" marB="21330" anchor="ctr">
                    <a:solidFill>
                      <a:srgbClr val="196B24"/>
                    </a:solidFill>
                  </a:tcPr>
                </a:tc>
                <a:tc>
                  <a:txBody>
                    <a:bodyPr/>
                    <a:lstStyle/>
                    <a:p>
                      <a:pPr>
                        <a:buNone/>
                      </a:pPr>
                      <a:r>
                        <a:rPr lang="en-IN" sz="1000" b="1" dirty="0">
                          <a:solidFill>
                            <a:schemeClr val="bg1"/>
                          </a:solidFill>
                        </a:rPr>
                        <a:t>Outcome</a:t>
                      </a:r>
                    </a:p>
                  </a:txBody>
                  <a:tcPr marL="42660" marR="42660" marT="21330" marB="21330" anchor="ctr">
                    <a:solidFill>
                      <a:srgbClr val="196B24"/>
                    </a:solidFill>
                  </a:tcPr>
                </a:tc>
                <a:extLst>
                  <a:ext uri="{0D108BD9-81ED-4DB2-BD59-A6C34878D82A}">
                    <a16:rowId xmlns:a16="http://schemas.microsoft.com/office/drawing/2014/main" val="1759520019"/>
                  </a:ext>
                </a:extLst>
              </a:tr>
              <a:tr h="125598">
                <a:tc>
                  <a:txBody>
                    <a:bodyPr/>
                    <a:lstStyle/>
                    <a:p>
                      <a:pPr>
                        <a:buNone/>
                      </a:pPr>
                      <a:r>
                        <a:rPr lang="en-IN" sz="1000" b="0"/>
                        <a:t>Namma Metro AI Assistant</a:t>
                      </a:r>
                    </a:p>
                  </a:txBody>
                  <a:tcPr marL="42660" marR="42660" marT="21330" marB="21330" anchor="ctr"/>
                </a:tc>
                <a:tc>
                  <a:txBody>
                    <a:bodyPr/>
                    <a:lstStyle/>
                    <a:p>
                      <a:pPr>
                        <a:buNone/>
                      </a:pPr>
                      <a:r>
                        <a:rPr lang="en-IN" sz="950" i="0" kern="1200" dirty="0">
                          <a:solidFill>
                            <a:srgbClr val="5B6670"/>
                          </a:solidFill>
                          <a:latin typeface="+mn-lt"/>
                          <a:ea typeface="+mn-ea"/>
                          <a:cs typeface="+mn-cs"/>
                        </a:rPr>
                        <a:t>Bangalore Metro Rail Corporation Limited (BMRCL)</a:t>
                      </a:r>
                    </a:p>
                  </a:txBody>
                  <a:tcPr marL="42660" marR="42660" marT="21330" marB="21330" anchor="ctr"/>
                </a:tc>
                <a:tc>
                  <a:txBody>
                    <a:bodyPr/>
                    <a:lstStyle/>
                    <a:p>
                      <a:pPr>
                        <a:buNone/>
                      </a:pPr>
                      <a:r>
                        <a:rPr lang="en-IN" sz="1000" b="0" dirty="0"/>
                        <a:t>Deployed a multilingual AI chatbot on WhatsApp to help commuters recharge metro smart cards, locate stations, check fares, and access metro services.</a:t>
                      </a:r>
                    </a:p>
                  </a:txBody>
                  <a:tcPr marL="42660" marR="42660" marT="21330" marB="21330" anchor="ctr"/>
                </a:tc>
                <a:extLst>
                  <a:ext uri="{0D108BD9-81ED-4DB2-BD59-A6C34878D82A}">
                    <a16:rowId xmlns:a16="http://schemas.microsoft.com/office/drawing/2014/main" val="3458328275"/>
                  </a:ext>
                </a:extLst>
              </a:tr>
              <a:tr h="125598">
                <a:tc>
                  <a:txBody>
                    <a:bodyPr/>
                    <a:lstStyle/>
                    <a:p>
                      <a:pPr>
                        <a:buNone/>
                      </a:pPr>
                      <a:r>
                        <a:rPr lang="en-IN" sz="1000" b="0"/>
                        <a:t>Poshan &amp; Maternal Welfare Campaign</a:t>
                      </a:r>
                    </a:p>
                  </a:txBody>
                  <a:tcPr marL="42660" marR="42660" marT="21330" marB="21330" anchor="ctr"/>
                </a:tc>
                <a:tc>
                  <a:txBody>
                    <a:bodyPr/>
                    <a:lstStyle/>
                    <a:p>
                      <a:pPr>
                        <a:buNone/>
                      </a:pPr>
                      <a:r>
                        <a:rPr lang="en-IN" sz="950" i="0" kern="1200">
                          <a:solidFill>
                            <a:srgbClr val="5B6670"/>
                          </a:solidFill>
                          <a:latin typeface="+mn-lt"/>
                          <a:ea typeface="+mn-ea"/>
                          <a:cs typeface="+mn-cs"/>
                        </a:rPr>
                        <a:t>Government of Maharashtra – Department of Women and Child Development (DWCD)</a:t>
                      </a:r>
                    </a:p>
                  </a:txBody>
                  <a:tcPr marL="42660" marR="42660" marT="21330" marB="21330" anchor="ctr"/>
                </a:tc>
                <a:tc>
                  <a:txBody>
                    <a:bodyPr/>
                    <a:lstStyle/>
                    <a:p>
                      <a:pPr>
                        <a:buNone/>
                      </a:pPr>
                      <a:r>
                        <a:rPr lang="en-IN" sz="1000" b="0" dirty="0"/>
                        <a:t>Delivered over 4.2 million AI-powered informational campaigns on nutrition, maternal health, and welfare schemes for pregnant and lactating mothers across urban and rural Maharashtra.</a:t>
                      </a:r>
                    </a:p>
                  </a:txBody>
                  <a:tcPr marL="42660" marR="42660" marT="21330" marB="21330" anchor="ctr"/>
                </a:tc>
                <a:extLst>
                  <a:ext uri="{0D108BD9-81ED-4DB2-BD59-A6C34878D82A}">
                    <a16:rowId xmlns:a16="http://schemas.microsoft.com/office/drawing/2014/main" val="2487802706"/>
                  </a:ext>
                </a:extLst>
              </a:tr>
              <a:tr h="125598">
                <a:tc>
                  <a:txBody>
                    <a:bodyPr/>
                    <a:lstStyle/>
                    <a:p>
                      <a:pPr>
                        <a:buNone/>
                      </a:pPr>
                      <a:r>
                        <a:rPr lang="en-IN" sz="1000" b="0"/>
                        <a:t>Citizen Support Chatbot</a:t>
                      </a:r>
                    </a:p>
                  </a:txBody>
                  <a:tcPr marL="42660" marR="42660" marT="21330" marB="21330" anchor="ctr"/>
                </a:tc>
                <a:tc>
                  <a:txBody>
                    <a:bodyPr/>
                    <a:lstStyle/>
                    <a:p>
                      <a:pPr>
                        <a:buNone/>
                      </a:pPr>
                      <a:r>
                        <a:rPr lang="en-IN" sz="950" i="0" kern="1200" dirty="0">
                          <a:solidFill>
                            <a:srgbClr val="5B6670"/>
                          </a:solidFill>
                          <a:latin typeface="+mn-lt"/>
                          <a:ea typeface="+mn-ea"/>
                          <a:cs typeface="+mn-cs"/>
                        </a:rPr>
                        <a:t>Madhya Pradesh Electricity Board</a:t>
                      </a:r>
                    </a:p>
                  </a:txBody>
                  <a:tcPr marL="42660" marR="42660" marT="21330" marB="21330" anchor="ctr"/>
                </a:tc>
                <a:tc>
                  <a:txBody>
                    <a:bodyPr/>
                    <a:lstStyle/>
                    <a:p>
                      <a:pPr>
                        <a:buNone/>
                      </a:pPr>
                      <a:r>
                        <a:rPr lang="en-IN" sz="1000" b="0"/>
                        <a:t>Automated customer support for electricity consumers, including bill-related queries, complaint registration, and service requests.</a:t>
                      </a:r>
                    </a:p>
                  </a:txBody>
                  <a:tcPr marL="42660" marR="42660" marT="21330" marB="21330" anchor="ctr"/>
                </a:tc>
                <a:extLst>
                  <a:ext uri="{0D108BD9-81ED-4DB2-BD59-A6C34878D82A}">
                    <a16:rowId xmlns:a16="http://schemas.microsoft.com/office/drawing/2014/main" val="2919976632"/>
                  </a:ext>
                </a:extLst>
              </a:tr>
              <a:tr h="0">
                <a:tc>
                  <a:txBody>
                    <a:bodyPr/>
                    <a:lstStyle/>
                    <a:p>
                      <a:pPr>
                        <a:buNone/>
                      </a:pPr>
                      <a:r>
                        <a:rPr lang="en-IN" sz="1000" b="0"/>
                        <a:t>Customer Service Automation</a:t>
                      </a:r>
                    </a:p>
                  </a:txBody>
                  <a:tcPr marL="42660" marR="42660" marT="21330" marB="21330" anchor="ctr"/>
                </a:tc>
                <a:tc>
                  <a:txBody>
                    <a:bodyPr/>
                    <a:lstStyle/>
                    <a:p>
                      <a:pPr>
                        <a:buNone/>
                      </a:pPr>
                      <a:r>
                        <a:rPr lang="en-IN" sz="950" i="0" kern="1200" dirty="0">
                          <a:solidFill>
                            <a:srgbClr val="5B6670"/>
                          </a:solidFill>
                          <a:latin typeface="+mn-lt"/>
                          <a:ea typeface="+mn-ea"/>
                          <a:cs typeface="+mn-cs"/>
                        </a:rPr>
                        <a:t>Bharat Petroleum Corporation Limited (BPCL)</a:t>
                      </a:r>
                    </a:p>
                  </a:txBody>
                  <a:tcPr marL="42660" marR="42660" marT="21330" marB="21330" anchor="ctr"/>
                </a:tc>
                <a:tc>
                  <a:txBody>
                    <a:bodyPr/>
                    <a:lstStyle/>
                    <a:p>
                      <a:pPr>
                        <a:buNone/>
                      </a:pPr>
                      <a:r>
                        <a:rPr lang="en-IN" sz="1000" b="0" dirty="0"/>
                        <a:t>Enabled AI-powered customer engagement, automated query resolution, and digital service delivery across customer touchpoints.</a:t>
                      </a:r>
                    </a:p>
                  </a:txBody>
                  <a:tcPr marL="42660" marR="42660" marT="21330" marB="21330" anchor="ctr"/>
                </a:tc>
                <a:extLst>
                  <a:ext uri="{0D108BD9-81ED-4DB2-BD59-A6C34878D82A}">
                    <a16:rowId xmlns:a16="http://schemas.microsoft.com/office/drawing/2014/main" val="3469669131"/>
                  </a:ext>
                </a:extLst>
              </a:tr>
            </a:tbl>
          </a:graphicData>
        </a:graphic>
      </p:graphicFrame>
    </p:spTree>
    <p:extLst>
      <p:ext uri="{BB962C8B-B14F-4D97-AF65-F5344CB8AC3E}">
        <p14:creationId xmlns:p14="http://schemas.microsoft.com/office/powerpoint/2010/main" val="21870456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8A474-C941-399E-F74E-73060083718F}"/>
              </a:ext>
            </a:extLst>
          </p:cNvPr>
          <p:cNvSpPr>
            <a:spLocks noGrp="1"/>
          </p:cNvSpPr>
          <p:nvPr>
            <p:ph type="title"/>
          </p:nvPr>
        </p:nvSpPr>
        <p:spPr>
          <a:xfrm>
            <a:off x="0" y="1208154"/>
            <a:ext cx="12192000" cy="1592403"/>
          </a:xfrm>
          <a:solidFill>
            <a:schemeClr val="accent1"/>
          </a:solidFill>
        </p:spPr>
        <p:txBody>
          <a:bodyPr anchor="ctr"/>
          <a:lstStyle/>
          <a:p>
            <a:r>
              <a:rPr lang="en-GB" sz="3200" dirty="0">
                <a:solidFill>
                  <a:schemeClr val="tx1"/>
                </a:solidFill>
                <a:latin typeface="Open Sans" panose="020B0606030504020204" pitchFamily="34" charset="0"/>
              </a:rPr>
              <a:t>	</a:t>
            </a:r>
            <a:r>
              <a:rPr lang="en-US" sz="3200" dirty="0"/>
              <a:t>Thanks</a:t>
            </a:r>
            <a:endParaRPr lang="en-GB" sz="3200" dirty="0">
              <a:solidFill>
                <a:schemeClr val="tx1"/>
              </a:solidFill>
              <a:latin typeface="Open Sans" panose="020B0606030504020204" pitchFamily="34" charset="0"/>
            </a:endParaRPr>
          </a:p>
        </p:txBody>
      </p:sp>
      <p:pic>
        <p:nvPicPr>
          <p:cNvPr id="5" name="object 6">
            <a:extLst>
              <a:ext uri="{FF2B5EF4-FFF2-40B4-BE49-F238E27FC236}">
                <a16:creationId xmlns:a16="http://schemas.microsoft.com/office/drawing/2014/main" id="{950C0B4B-A95A-434A-D3BC-607F4BAEB4FB}"/>
              </a:ext>
            </a:extLst>
          </p:cNvPr>
          <p:cNvPicPr/>
          <p:nvPr/>
        </p:nvPicPr>
        <p:blipFill>
          <a:blip r:embed="rId3" cstate="print">
            <a:duotone>
              <a:schemeClr val="accent1">
                <a:shade val="45000"/>
                <a:satMod val="135000"/>
              </a:schemeClr>
              <a:prstClr val="white"/>
            </a:duotone>
            <a:extLst>
              <a:ext uri="{BEBA8EAE-BF5A-486C-A8C5-ECC9F3942E4B}">
                <a14:imgProps xmlns:a14="http://schemas.microsoft.com/office/drawing/2010/main">
                  <a14:imgLayer r:embed="rId4">
                    <a14:imgEffect>
                      <a14:artisticCrisscrossEtching/>
                    </a14:imgEffect>
                  </a14:imgLayer>
                </a14:imgProps>
              </a:ext>
              <a:ext uri="{28A0092B-C50C-407E-A947-70E740481C1C}">
                <a14:useLocalDpi xmlns:a14="http://schemas.microsoft.com/office/drawing/2010/main"/>
              </a:ext>
            </a:extLst>
          </a:blip>
          <a:stretch>
            <a:fillRect/>
          </a:stretch>
        </p:blipFill>
        <p:spPr>
          <a:xfrm>
            <a:off x="9223940" y="800979"/>
            <a:ext cx="2628032" cy="2628021"/>
          </a:xfrm>
          <a:prstGeom prst="rect">
            <a:avLst/>
          </a:prstGeom>
        </p:spPr>
      </p:pic>
    </p:spTree>
    <p:extLst>
      <p:ext uri="{BB962C8B-B14F-4D97-AF65-F5344CB8AC3E}">
        <p14:creationId xmlns:p14="http://schemas.microsoft.com/office/powerpoint/2010/main" val="3100681168"/>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3_Deloitte Brand Theme">
  <a:themeElements>
    <a:clrScheme name="Custom 3">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Custom 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 Brand Theme" id="{7F8E7B9C-D1E6-4EAB-A888-5889AFAC97F5}" vid="{EE3CB14B-24FA-49D6-9FDE-EB9FB3296A69}"/>
    </a:ext>
  </a:extLst>
</a:theme>
</file>

<file path=ppt/theme/theme3.xml><?xml version="1.0" encoding="utf-8"?>
<a:theme xmlns:a="http://schemas.openxmlformats.org/drawingml/2006/main" name="1_Deloitte Brand Theme">
  <a:themeElements>
    <a:clrScheme name="Deloitte">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eloitte">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 Brand Theme" id="{7F8E7B9C-D1E6-4EAB-A888-5889AFAC97F5}" vid="{EE3CB14B-24FA-49D6-9FDE-EB9FB3296A69}"/>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5E543D64F6A6A469FFCC6C1955047CF" ma:contentTypeVersion="3" ma:contentTypeDescription="Create a new document." ma:contentTypeScope="" ma:versionID="22e913acc49895d7cf52323f1a709099">
  <xsd:schema xmlns:xsd="http://www.w3.org/2001/XMLSchema" xmlns:xs="http://www.w3.org/2001/XMLSchema" xmlns:p="http://schemas.microsoft.com/office/2006/metadata/properties" xmlns:ns2="59b43f5d-7924-4d11-aaf6-10c8337f7e5d" targetNamespace="http://schemas.microsoft.com/office/2006/metadata/properties" ma:root="true" ma:fieldsID="d9016f773bbe3d45764d69d12d64e376" ns2:_="">
    <xsd:import namespace="59b43f5d-7924-4d11-aaf6-10c8337f7e5d"/>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9b43f5d-7924-4d11-aaf6-10c8337f7e5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1705CCA-F751-48C5-A672-5D6411DDC43A}">
  <ds:schemaRefs>
    <ds:schemaRef ds:uri="http://schemas.microsoft.com/sharepoint/v3/contenttype/forms"/>
  </ds:schemaRefs>
</ds:datastoreItem>
</file>

<file path=customXml/itemProps2.xml><?xml version="1.0" encoding="utf-8"?>
<ds:datastoreItem xmlns:ds="http://schemas.openxmlformats.org/officeDocument/2006/customXml" ds:itemID="{ADD66AC7-BE86-4D8A-B5CF-D2E0AECE46C1}">
  <ds:schemaRefs>
    <ds:schemaRef ds:uri="http://purl.org/dc/terms/"/>
    <ds:schemaRef ds:uri="http://schemas.microsoft.com/office/2006/documentManagement/types"/>
    <ds:schemaRef ds:uri="http://schemas.openxmlformats.org/package/2006/metadata/core-properties"/>
    <ds:schemaRef ds:uri="http://schemas.microsoft.com/office/2006/metadata/properties"/>
    <ds:schemaRef ds:uri="http://purl.org/dc/elements/1.1/"/>
    <ds:schemaRef ds:uri="http://www.w3.org/XML/1998/namespace"/>
    <ds:schemaRef ds:uri="http://schemas.microsoft.com/office/infopath/2007/PartnerControls"/>
    <ds:schemaRef ds:uri="59b43f5d-7924-4d11-aaf6-10c8337f7e5d"/>
    <ds:schemaRef ds:uri="http://purl.org/dc/dcmitype/"/>
  </ds:schemaRefs>
</ds:datastoreItem>
</file>

<file path=customXml/itemProps3.xml><?xml version="1.0" encoding="utf-8"?>
<ds:datastoreItem xmlns:ds="http://schemas.openxmlformats.org/officeDocument/2006/customXml" ds:itemID="{26BBC4E6-772B-4989-B541-043460294610}">
  <ds:schemaRefs>
    <ds:schemaRef ds:uri="59b43f5d-7924-4d11-aaf6-10c8337f7e5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ea60d57e-af5b-4752-ac57-3e4f28ca11dc}" enabled="1" method="Standard" siteId="{36da45f1-dd2c-4d1f-af13-5abe46b99921}" removed="0"/>
</clbl:labelList>
</file>

<file path=docProps/app.xml><?xml version="1.0" encoding="utf-8"?>
<Properties xmlns="http://schemas.openxmlformats.org/officeDocument/2006/extended-properties" xmlns:vt="http://schemas.openxmlformats.org/officeDocument/2006/docPropsVTypes">
  <TotalTime>4816</TotalTime>
  <Words>9404</Words>
  <Application>Microsoft Office PowerPoint</Application>
  <PresentationFormat>Widescreen</PresentationFormat>
  <Paragraphs>963</Paragraphs>
  <Slides>35</Slides>
  <Notes>8</Notes>
  <HiddenSlides>0</HiddenSlides>
  <MMClips>0</MMClips>
  <ScaleCrop>false</ScaleCrop>
  <HeadingPairs>
    <vt:vector size="8" baseType="variant">
      <vt:variant>
        <vt:lpstr>Fonts Used</vt:lpstr>
      </vt:variant>
      <vt:variant>
        <vt:i4>9</vt:i4>
      </vt:variant>
      <vt:variant>
        <vt:lpstr>Theme</vt:lpstr>
      </vt:variant>
      <vt:variant>
        <vt:i4>3</vt:i4>
      </vt:variant>
      <vt:variant>
        <vt:lpstr>Embedded OLE Servers</vt:lpstr>
      </vt:variant>
      <vt:variant>
        <vt:i4>1</vt:i4>
      </vt:variant>
      <vt:variant>
        <vt:lpstr>Slide Titles</vt:lpstr>
      </vt:variant>
      <vt:variant>
        <vt:i4>35</vt:i4>
      </vt:variant>
    </vt:vector>
  </HeadingPairs>
  <TitlesOfParts>
    <vt:vector size="48" baseType="lpstr">
      <vt:lpstr>Aptos</vt:lpstr>
      <vt:lpstr>Aptos Display</vt:lpstr>
      <vt:lpstr>Arial</vt:lpstr>
      <vt:lpstr>Calibri</vt:lpstr>
      <vt:lpstr>Calibri Light</vt:lpstr>
      <vt:lpstr>Cambria</vt:lpstr>
      <vt:lpstr>Open Sans</vt:lpstr>
      <vt:lpstr>Verdana</vt:lpstr>
      <vt:lpstr>Wingdings 2</vt:lpstr>
      <vt:lpstr>Office Theme</vt:lpstr>
      <vt:lpstr>3_Deloitte Brand Theme</vt:lpstr>
      <vt:lpstr>1_Deloitte Brand Theme</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vibhagarg@deloitte.com</dc:creator>
  <cp:lastModifiedBy>Garg, Vibha</cp:lastModifiedBy>
  <cp:revision>2</cp:revision>
  <dcterms:created xsi:type="dcterms:W3CDTF">2025-08-30T17:39:10Z</dcterms:created>
  <dcterms:modified xsi:type="dcterms:W3CDTF">2026-08-04T08:08:43Z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0x010100B5E543D64F6A6A469FFCC6C1955047CF</vt:lpwstr>
  </property>
</Properties>
</file>