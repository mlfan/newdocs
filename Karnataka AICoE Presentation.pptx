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85" r:id="rId5"/>
    <p:sldMasterId id="2147483688" r:id="rId6"/>
  </p:sldMasterIdLst>
  <p:notesMasterIdLst>
    <p:notesMasterId r:id="rId36"/>
  </p:notesMasterIdLst>
  <p:sldIdLst>
    <p:sldId id="261" r:id="rId7"/>
    <p:sldId id="267" r:id="rId8"/>
    <p:sldId id="2147483641" r:id="rId9"/>
    <p:sldId id="2147483642" r:id="rId10"/>
    <p:sldId id="284" r:id="rId11"/>
    <p:sldId id="256" r:id="rId12"/>
    <p:sldId id="2147483646" r:id="rId13"/>
    <p:sldId id="268" r:id="rId14"/>
    <p:sldId id="270" r:id="rId15"/>
    <p:sldId id="262" r:id="rId16"/>
    <p:sldId id="322" r:id="rId17"/>
    <p:sldId id="331" r:id="rId18"/>
    <p:sldId id="272" r:id="rId19"/>
    <p:sldId id="259" r:id="rId20"/>
    <p:sldId id="258" r:id="rId21"/>
    <p:sldId id="263" r:id="rId22"/>
    <p:sldId id="333" r:id="rId23"/>
    <p:sldId id="269" r:id="rId24"/>
    <p:sldId id="260" r:id="rId25"/>
    <p:sldId id="271" r:id="rId26"/>
    <p:sldId id="264" r:id="rId27"/>
    <p:sldId id="265" r:id="rId28"/>
    <p:sldId id="273" r:id="rId29"/>
    <p:sldId id="274" r:id="rId30"/>
    <p:sldId id="257" r:id="rId31"/>
    <p:sldId id="2147483647" r:id="rId32"/>
    <p:sldId id="355" r:id="rId33"/>
    <p:sldId id="369" r:id="rId34"/>
    <p:sldId id="293"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DC1BB09-425E-432D-AB12-7DD10DFE4ED6}">
          <p14:sldIdLst>
            <p14:sldId id="261"/>
            <p14:sldId id="267"/>
            <p14:sldId id="2147483641"/>
            <p14:sldId id="2147483642"/>
          </p14:sldIdLst>
        </p14:section>
        <p14:section name="Understanding of the AI- COE Vision" id="{A255D13F-8BD3-4451-AE34-1A18ECFDFE72}">
          <p14:sldIdLst>
            <p14:sldId id="284"/>
            <p14:sldId id="256"/>
            <p14:sldId id="2147483646"/>
            <p14:sldId id="268"/>
            <p14:sldId id="270"/>
            <p14:sldId id="262"/>
            <p14:sldId id="322"/>
            <p14:sldId id="331"/>
            <p14:sldId id="272"/>
            <p14:sldId id="259"/>
            <p14:sldId id="258"/>
            <p14:sldId id="263"/>
            <p14:sldId id="333"/>
            <p14:sldId id="269"/>
            <p14:sldId id="260"/>
            <p14:sldId id="271"/>
            <p14:sldId id="264"/>
            <p14:sldId id="265"/>
            <p14:sldId id="273"/>
            <p14:sldId id="274"/>
            <p14:sldId id="257"/>
            <p14:sldId id="2147483647"/>
            <p14:sldId id="355"/>
            <p14:sldId id="369"/>
            <p14:sldId id="293"/>
          </p14:sldIdLst>
        </p14:section>
      </p14:sectionLst>
    </p:ext>
    <p:ext uri="{EFAFB233-063F-42B5-8137-9DF3F51BA10A}">
      <p15:sldGuideLst xmlns:p15="http://schemas.microsoft.com/office/powerpoint/2012/main">
        <p15:guide id="1" orient="horz" pos="2160" userDrawn="1">
          <p15:clr>
            <a:srgbClr val="A4A3A4"/>
          </p15:clr>
        </p15:guide>
        <p15:guide id="2" pos="26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CEBFF"/>
    <a:srgbClr val="007CB0"/>
    <a:srgbClr val="005D84"/>
    <a:srgbClr val="86DD72"/>
    <a:srgbClr val="93F37B"/>
    <a:srgbClr val="123B5D"/>
    <a:srgbClr val="37C4FF"/>
    <a:srgbClr val="4EA72E"/>
    <a:srgbClr val="C9F9BD"/>
    <a:srgbClr val="00A3A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F4911D-BDAB-46B2-A547-BF680A39FEFA}" v="2" dt="2026-09-28T05:24:34.9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guide orient="horz" pos="2160"/>
        <p:guide pos="2664"/>
      </p:guideLst>
    </p:cSldViewPr>
  </p:slideViewPr>
  <p:notesTextViewPr>
    <p:cViewPr>
      <p:scale>
        <a:sx n="1" d="1"/>
        <a:sy n="1" d="1"/>
      </p:scale>
      <p:origin x="0" y="0"/>
    </p:cViewPr>
  </p:notesTextViewPr>
  <p:sorterViewPr>
    <p:cViewPr>
      <p:scale>
        <a:sx n="80" d="100"/>
        <a:sy n="80" d="100"/>
      </p:scale>
      <p:origin x="0" y="-456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theme" Target="theme/theme1.xml"/><Relationship Id="rId21" Type="http://schemas.openxmlformats.org/officeDocument/2006/relationships/slide" Target="slides/slide15.xml"/><Relationship Id="rId34" Type="http://schemas.openxmlformats.org/officeDocument/2006/relationships/slide" Target="slides/slide28.xml"/><Relationship Id="rId42" Type="http://schemas.microsoft.com/office/2015/10/relationships/revisionInfo" Target="revisionInfo.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notesMaster" Target="notesMasters/notes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ha, Biswajit" userId="4799f252-fb3f-4034-97bb-a0dfefb11811" providerId="ADAL" clId="{32509F62-455B-4C60-B8F5-1F89CFB9DF5A}"/>
    <pc:docChg chg="undo redo custSel addSld delSld modSld sldOrd modMainMaster modSection">
      <pc:chgData name="Saha, Biswajit" userId="4799f252-fb3f-4034-97bb-a0dfefb11811" providerId="ADAL" clId="{32509F62-455B-4C60-B8F5-1F89CFB9DF5A}" dt="2026-09-23T05:29:23.334" v="973" actId="478"/>
      <pc:docMkLst>
        <pc:docMk/>
      </pc:docMkLst>
      <pc:sldChg chg="addSp delSp modSp mod">
        <pc:chgData name="Saha, Biswajit" userId="4799f252-fb3f-4034-97bb-a0dfefb11811" providerId="ADAL" clId="{32509F62-455B-4C60-B8F5-1F89CFB9DF5A}" dt="2026-09-23T02:52:28.434" v="930" actId="2711"/>
        <pc:sldMkLst>
          <pc:docMk/>
          <pc:sldMk cId="202082874" sldId="256"/>
        </pc:sldMkLst>
        <pc:spChg chg="mod">
          <ac:chgData name="Saha, Biswajit" userId="4799f252-fb3f-4034-97bb-a0dfefb11811" providerId="ADAL" clId="{32509F62-455B-4C60-B8F5-1F89CFB9DF5A}" dt="2026-09-22T15:39:17.772" v="562" actId="27636"/>
          <ac:spMkLst>
            <pc:docMk/>
            <pc:sldMk cId="202082874" sldId="256"/>
            <ac:spMk id="13" creationId="{F4F3EA43-3F65-5559-3974-D0121A17BE67}"/>
          </ac:spMkLst>
        </pc:spChg>
        <pc:spChg chg="mod">
          <ac:chgData name="Saha, Biswajit" userId="4799f252-fb3f-4034-97bb-a0dfefb11811" providerId="ADAL" clId="{32509F62-455B-4C60-B8F5-1F89CFB9DF5A}" dt="2026-09-23T02:52:28.434" v="930" actId="2711"/>
          <ac:spMkLst>
            <pc:docMk/>
            <pc:sldMk cId="202082874" sldId="256"/>
            <ac:spMk id="16" creationId="{2936A253-5B43-2536-86D6-1747893376AF}"/>
          </ac:spMkLst>
        </pc:spChg>
        <pc:spChg chg="mod">
          <ac:chgData name="Saha, Biswajit" userId="4799f252-fb3f-4034-97bb-a0dfefb11811" providerId="ADAL" clId="{32509F62-455B-4C60-B8F5-1F89CFB9DF5A}" dt="2026-09-22T15:39:17.722" v="556" actId="27636"/>
          <ac:spMkLst>
            <pc:docMk/>
            <pc:sldMk cId="202082874" sldId="256"/>
            <ac:spMk id="18" creationId="{2C964EBE-8B75-00AD-FA7D-9EE4F29E17FC}"/>
          </ac:spMkLst>
        </pc:spChg>
        <pc:spChg chg="add mod">
          <ac:chgData name="Saha, Biswajit" userId="4799f252-fb3f-4034-97bb-a0dfefb11811" providerId="ADAL" clId="{32509F62-455B-4C60-B8F5-1F89CFB9DF5A}" dt="2026-09-23T02:52:28.434" v="930" actId="2711"/>
          <ac:spMkLst>
            <pc:docMk/>
            <pc:sldMk cId="202082874" sldId="256"/>
            <ac:spMk id="28" creationId="{287FF81E-16BC-8FAE-7FAE-533D024BCC1C}"/>
          </ac:spMkLst>
        </pc:spChg>
        <pc:spChg chg="mod">
          <ac:chgData name="Saha, Biswajit" userId="4799f252-fb3f-4034-97bb-a0dfefb11811" providerId="ADAL" clId="{32509F62-455B-4C60-B8F5-1F89CFB9DF5A}" dt="2026-09-23T02:52:28.434" v="930" actId="2711"/>
          <ac:spMkLst>
            <pc:docMk/>
            <pc:sldMk cId="202082874" sldId="256"/>
            <ac:spMk id="30" creationId="{7A0D9DA7-BB4A-4E66-9463-764798952748}"/>
          </ac:spMkLst>
        </pc:spChg>
        <pc:spChg chg="mod">
          <ac:chgData name="Saha, Biswajit" userId="4799f252-fb3f-4034-97bb-a0dfefb11811" providerId="ADAL" clId="{32509F62-455B-4C60-B8F5-1F89CFB9DF5A}" dt="2026-09-22T15:39:17.746" v="559" actId="27636"/>
          <ac:spMkLst>
            <pc:docMk/>
            <pc:sldMk cId="202082874" sldId="256"/>
            <ac:spMk id="33" creationId="{B8C1BD6F-1EAF-1DA3-7DCF-88FCC17AFCDA}"/>
          </ac:spMkLst>
        </pc:spChg>
        <pc:spChg chg="mod">
          <ac:chgData name="Saha, Biswajit" userId="4799f252-fb3f-4034-97bb-a0dfefb11811" providerId="ADAL" clId="{32509F62-455B-4C60-B8F5-1F89CFB9DF5A}" dt="2026-09-22T15:39:17.730" v="557" actId="27636"/>
          <ac:spMkLst>
            <pc:docMk/>
            <pc:sldMk cId="202082874" sldId="256"/>
            <ac:spMk id="34" creationId="{7B6A1E4D-170B-D158-A615-03CACA975F80}"/>
          </ac:spMkLst>
        </pc:spChg>
        <pc:spChg chg="mod">
          <ac:chgData name="Saha, Biswajit" userId="4799f252-fb3f-4034-97bb-a0dfefb11811" providerId="ADAL" clId="{32509F62-455B-4C60-B8F5-1F89CFB9DF5A}" dt="2026-09-23T02:52:28.434" v="930" actId="2711"/>
          <ac:spMkLst>
            <pc:docMk/>
            <pc:sldMk cId="202082874" sldId="256"/>
            <ac:spMk id="37" creationId="{6C606557-4D11-B54D-E6A6-C322E6659537}"/>
          </ac:spMkLst>
        </pc:spChg>
        <pc:spChg chg="mod">
          <ac:chgData name="Saha, Biswajit" userId="4799f252-fb3f-4034-97bb-a0dfefb11811" providerId="ADAL" clId="{32509F62-455B-4C60-B8F5-1F89CFB9DF5A}" dt="2026-09-22T15:39:17.763" v="561" actId="27636"/>
          <ac:spMkLst>
            <pc:docMk/>
            <pc:sldMk cId="202082874" sldId="256"/>
            <ac:spMk id="38" creationId="{A41D1D7F-8B4A-A039-CC89-597EEA031825}"/>
          </ac:spMkLst>
        </pc:spChg>
        <pc:spChg chg="add mod">
          <ac:chgData name="Saha, Biswajit" userId="4799f252-fb3f-4034-97bb-a0dfefb11811" providerId="ADAL" clId="{32509F62-455B-4C60-B8F5-1F89CFB9DF5A}" dt="2026-09-22T15:39:30.630" v="566" actId="403"/>
          <ac:spMkLst>
            <pc:docMk/>
            <pc:sldMk cId="202082874" sldId="256"/>
            <ac:spMk id="41" creationId="{EF4E831B-7037-53C8-B32E-13694444BC31}"/>
          </ac:spMkLst>
        </pc:spChg>
        <pc:spChg chg="mod">
          <ac:chgData name="Saha, Biswajit" userId="4799f252-fb3f-4034-97bb-a0dfefb11811" providerId="ADAL" clId="{32509F62-455B-4C60-B8F5-1F89CFB9DF5A}" dt="2026-09-22T15:39:17.738" v="558" actId="27636"/>
          <ac:spMkLst>
            <pc:docMk/>
            <pc:sldMk cId="202082874" sldId="256"/>
            <ac:spMk id="44" creationId="{64DFED2F-2ABE-98BF-DB6F-C42162D0EDDB}"/>
          </ac:spMkLst>
        </pc:spChg>
        <pc:spChg chg="mod">
          <ac:chgData name="Saha, Biswajit" userId="4799f252-fb3f-4034-97bb-a0dfefb11811" providerId="ADAL" clId="{32509F62-455B-4C60-B8F5-1F89CFB9DF5A}" dt="2026-09-23T02:52:28.434" v="930" actId="2711"/>
          <ac:spMkLst>
            <pc:docMk/>
            <pc:sldMk cId="202082874" sldId="256"/>
            <ac:spMk id="48" creationId="{798757E5-806D-779B-C9FD-18C2042A6C45}"/>
          </ac:spMkLst>
        </pc:spChg>
        <pc:spChg chg="add mod">
          <ac:chgData name="Saha, Biswajit" userId="4799f252-fb3f-4034-97bb-a0dfefb11811" providerId="ADAL" clId="{32509F62-455B-4C60-B8F5-1F89CFB9DF5A}" dt="2026-09-22T15:39:30.630" v="566" actId="403"/>
          <ac:spMkLst>
            <pc:docMk/>
            <pc:sldMk cId="202082874" sldId="256"/>
            <ac:spMk id="49" creationId="{AABFD896-5590-6F84-0C59-38EB39BD214D}"/>
          </ac:spMkLst>
        </pc:spChg>
        <pc:spChg chg="add mod">
          <ac:chgData name="Saha, Biswajit" userId="4799f252-fb3f-4034-97bb-a0dfefb11811" providerId="ADAL" clId="{32509F62-455B-4C60-B8F5-1F89CFB9DF5A}" dt="2026-09-23T02:52:28.434" v="930" actId="2711"/>
          <ac:spMkLst>
            <pc:docMk/>
            <pc:sldMk cId="202082874" sldId="256"/>
            <ac:spMk id="66" creationId="{A28F4E51-BE4D-C956-F6E4-C1C9779425C4}"/>
          </ac:spMkLst>
        </pc:spChg>
        <pc:spChg chg="mod">
          <ac:chgData name="Saha, Biswajit" userId="4799f252-fb3f-4034-97bb-a0dfefb11811" providerId="ADAL" clId="{32509F62-455B-4C60-B8F5-1F89CFB9DF5A}" dt="2026-09-23T02:52:28.434" v="930" actId="2711"/>
          <ac:spMkLst>
            <pc:docMk/>
            <pc:sldMk cId="202082874" sldId="256"/>
            <ac:spMk id="73" creationId="{B2AFFCF1-F94F-83D4-278C-F45B7C2ED30F}"/>
          </ac:spMkLst>
        </pc:spChg>
        <pc:spChg chg="add mod">
          <ac:chgData name="Saha, Biswajit" userId="4799f252-fb3f-4034-97bb-a0dfefb11811" providerId="ADAL" clId="{32509F62-455B-4C60-B8F5-1F89CFB9DF5A}" dt="2026-09-22T15:39:30.630" v="566" actId="403"/>
          <ac:spMkLst>
            <pc:docMk/>
            <pc:sldMk cId="202082874" sldId="256"/>
            <ac:spMk id="85" creationId="{820E3EED-35FB-C9BE-7AA4-3726E1140D19}"/>
          </ac:spMkLst>
        </pc:spChg>
        <pc:spChg chg="add mod">
          <ac:chgData name="Saha, Biswajit" userId="4799f252-fb3f-4034-97bb-a0dfefb11811" providerId="ADAL" clId="{32509F62-455B-4C60-B8F5-1F89CFB9DF5A}" dt="2026-09-22T15:39:30.630" v="566" actId="403"/>
          <ac:spMkLst>
            <pc:docMk/>
            <pc:sldMk cId="202082874" sldId="256"/>
            <ac:spMk id="89" creationId="{A8E635B7-E47F-25F9-8A79-400F3CE19A1C}"/>
          </ac:spMkLst>
        </pc:spChg>
        <pc:spChg chg="add mod">
          <ac:chgData name="Saha, Biswajit" userId="4799f252-fb3f-4034-97bb-a0dfefb11811" providerId="ADAL" clId="{32509F62-455B-4C60-B8F5-1F89CFB9DF5A}" dt="2026-09-22T15:39:30.630" v="566" actId="403"/>
          <ac:spMkLst>
            <pc:docMk/>
            <pc:sldMk cId="202082874" sldId="256"/>
            <ac:spMk id="90" creationId="{B9FEA980-A671-F608-163C-43AA6A37F551}"/>
          </ac:spMkLst>
        </pc:spChg>
        <pc:spChg chg="mod">
          <ac:chgData name="Saha, Biswajit" userId="4799f252-fb3f-4034-97bb-a0dfefb11811" providerId="ADAL" clId="{32509F62-455B-4C60-B8F5-1F89CFB9DF5A}" dt="2026-09-23T02:52:28.434" v="930" actId="2711"/>
          <ac:spMkLst>
            <pc:docMk/>
            <pc:sldMk cId="202082874" sldId="256"/>
            <ac:spMk id="93" creationId="{577FB915-FFD8-6459-7762-D5FAC20FBD07}"/>
          </ac:spMkLst>
        </pc:spChg>
        <pc:spChg chg="add mod">
          <ac:chgData name="Saha, Biswajit" userId="4799f252-fb3f-4034-97bb-a0dfefb11811" providerId="ADAL" clId="{32509F62-455B-4C60-B8F5-1F89CFB9DF5A}" dt="2026-09-22T15:39:30.630" v="566" actId="403"/>
          <ac:spMkLst>
            <pc:docMk/>
            <pc:sldMk cId="202082874" sldId="256"/>
            <ac:spMk id="98" creationId="{929B5542-2227-171E-9BE7-5F6948951E8B}"/>
          </ac:spMkLst>
        </pc:spChg>
        <pc:spChg chg="mod">
          <ac:chgData name="Saha, Biswajit" userId="4799f252-fb3f-4034-97bb-a0dfefb11811" providerId="ADAL" clId="{32509F62-455B-4C60-B8F5-1F89CFB9DF5A}" dt="2026-09-23T02:52:28.434" v="930" actId="2711"/>
          <ac:spMkLst>
            <pc:docMk/>
            <pc:sldMk cId="202082874" sldId="256"/>
            <ac:spMk id="100" creationId="{2BA78A7A-3363-0179-B8B0-4A999D53BE30}"/>
          </ac:spMkLst>
        </pc:spChg>
        <pc:spChg chg="add mod">
          <ac:chgData name="Saha, Biswajit" userId="4799f252-fb3f-4034-97bb-a0dfefb11811" providerId="ADAL" clId="{32509F62-455B-4C60-B8F5-1F89CFB9DF5A}" dt="2026-09-22T15:39:30.630" v="566" actId="403"/>
          <ac:spMkLst>
            <pc:docMk/>
            <pc:sldMk cId="202082874" sldId="256"/>
            <ac:spMk id="102" creationId="{E3EF029D-2D68-1C35-2EE9-A27A62E28CD2}"/>
          </ac:spMkLst>
        </pc:spChg>
        <pc:spChg chg="add mod">
          <ac:chgData name="Saha, Biswajit" userId="4799f252-fb3f-4034-97bb-a0dfefb11811" providerId="ADAL" clId="{32509F62-455B-4C60-B8F5-1F89CFB9DF5A}" dt="2026-09-22T15:39:30.630" v="566" actId="403"/>
          <ac:spMkLst>
            <pc:docMk/>
            <pc:sldMk cId="202082874" sldId="256"/>
            <ac:spMk id="103" creationId="{CE9260FA-35F4-291B-2B40-2C0761BCDF97}"/>
          </ac:spMkLst>
        </pc:spChg>
        <pc:spChg chg="mod">
          <ac:chgData name="Saha, Biswajit" userId="4799f252-fb3f-4034-97bb-a0dfefb11811" providerId="ADAL" clId="{32509F62-455B-4C60-B8F5-1F89CFB9DF5A}" dt="2026-09-23T02:52:28.434" v="930" actId="2711"/>
          <ac:spMkLst>
            <pc:docMk/>
            <pc:sldMk cId="202082874" sldId="256"/>
            <ac:spMk id="104" creationId="{74E9FE60-CF3E-24EC-7E9F-1E14C3A39770}"/>
          </ac:spMkLst>
        </pc:spChg>
        <pc:spChg chg="mod">
          <ac:chgData name="Saha, Biswajit" userId="4799f252-fb3f-4034-97bb-a0dfefb11811" providerId="ADAL" clId="{32509F62-455B-4C60-B8F5-1F89CFB9DF5A}" dt="2026-09-22T15:39:26.901" v="565" actId="27636"/>
          <ac:spMkLst>
            <pc:docMk/>
            <pc:sldMk cId="202082874" sldId="256"/>
            <ac:spMk id="106" creationId="{16F47D04-57B0-427E-66BC-8FB0D447B00A}"/>
          </ac:spMkLst>
        </pc:spChg>
      </pc:sldChg>
      <pc:sldChg chg="addSp delSp modSp mod">
        <pc:chgData name="Saha, Biswajit" userId="4799f252-fb3f-4034-97bb-a0dfefb11811" providerId="ADAL" clId="{32509F62-455B-4C60-B8F5-1F89CFB9DF5A}" dt="2026-09-23T02:53:29.959" v="943" actId="27636"/>
        <pc:sldMkLst>
          <pc:docMk/>
          <pc:sldMk cId="1209232818" sldId="258"/>
        </pc:sldMkLst>
        <pc:spChg chg="mod">
          <ac:chgData name="Saha, Biswajit" userId="4799f252-fb3f-4034-97bb-a0dfefb11811" providerId="ADAL" clId="{32509F62-455B-4C60-B8F5-1F89CFB9DF5A}" dt="2026-09-23T02:51:03.992" v="918"/>
          <ac:spMkLst>
            <pc:docMk/>
            <pc:sldMk cId="1209232818" sldId="258"/>
            <ac:spMk id="2" creationId="{00728335-835C-078B-1184-AF758AE42736}"/>
          </ac:spMkLst>
        </pc:spChg>
        <pc:spChg chg="mod">
          <ac:chgData name="Saha, Biswajit" userId="4799f252-fb3f-4034-97bb-a0dfefb11811" providerId="ADAL" clId="{32509F62-455B-4C60-B8F5-1F89CFB9DF5A}" dt="2026-09-23T02:53:29.882" v="938" actId="2711"/>
          <ac:spMkLst>
            <pc:docMk/>
            <pc:sldMk cId="1209232818" sldId="258"/>
            <ac:spMk id="6" creationId="{9823BAE0-2106-0B6E-FF86-93847253D5DF}"/>
          </ac:spMkLst>
        </pc:spChg>
        <pc:spChg chg="mod">
          <ac:chgData name="Saha, Biswajit" userId="4799f252-fb3f-4034-97bb-a0dfefb11811" providerId="ADAL" clId="{32509F62-455B-4C60-B8F5-1F89CFB9DF5A}" dt="2026-09-23T02:50:56.894" v="917" actId="1076"/>
          <ac:spMkLst>
            <pc:docMk/>
            <pc:sldMk cId="1209232818" sldId="258"/>
            <ac:spMk id="287" creationId="{A093095D-5890-18FB-C50D-DAAED70BDFDB}"/>
          </ac:spMkLst>
        </pc:spChg>
        <pc:spChg chg="add mod">
          <ac:chgData name="Saha, Biswajit" userId="4799f252-fb3f-4034-97bb-a0dfefb11811" providerId="ADAL" clId="{32509F62-455B-4C60-B8F5-1F89CFB9DF5A}" dt="2026-09-23T02:53:29.882" v="938" actId="2711"/>
          <ac:spMkLst>
            <pc:docMk/>
            <pc:sldMk cId="1209232818" sldId="258"/>
            <ac:spMk id="291" creationId="{9C9C4B4A-200E-B285-DC78-9894E0C0D170}"/>
          </ac:spMkLst>
        </pc:spChg>
        <pc:spChg chg="add mod">
          <ac:chgData name="Saha, Biswajit" userId="4799f252-fb3f-4034-97bb-a0dfefb11811" providerId="ADAL" clId="{32509F62-455B-4C60-B8F5-1F89CFB9DF5A}" dt="2026-09-23T02:53:29.882" v="938" actId="2711"/>
          <ac:spMkLst>
            <pc:docMk/>
            <pc:sldMk cId="1209232818" sldId="258"/>
            <ac:spMk id="294" creationId="{01689CB7-C360-1E39-33F1-255F7CB6C30D}"/>
          </ac:spMkLst>
        </pc:spChg>
        <pc:spChg chg="add mod">
          <ac:chgData name="Saha, Biswajit" userId="4799f252-fb3f-4034-97bb-a0dfefb11811" providerId="ADAL" clId="{32509F62-455B-4C60-B8F5-1F89CFB9DF5A}" dt="2026-09-23T02:53:29.940" v="941" actId="27636"/>
          <ac:spMkLst>
            <pc:docMk/>
            <pc:sldMk cId="1209232818" sldId="258"/>
            <ac:spMk id="297" creationId="{660739C2-2BCB-7FAB-F7EE-8D644F999B62}"/>
          </ac:spMkLst>
        </pc:spChg>
        <pc:spChg chg="add mod">
          <ac:chgData name="Saha, Biswajit" userId="4799f252-fb3f-4034-97bb-a0dfefb11811" providerId="ADAL" clId="{32509F62-455B-4C60-B8F5-1F89CFB9DF5A}" dt="2026-09-23T02:53:29.882" v="938" actId="2711"/>
          <ac:spMkLst>
            <pc:docMk/>
            <pc:sldMk cId="1209232818" sldId="258"/>
            <ac:spMk id="298" creationId="{A206BED0-63E1-F446-7F91-E1D2BAA48CCE}"/>
          </ac:spMkLst>
        </pc:spChg>
        <pc:spChg chg="mod">
          <ac:chgData name="Saha, Biswajit" userId="4799f252-fb3f-4034-97bb-a0dfefb11811" providerId="ADAL" clId="{32509F62-455B-4C60-B8F5-1F89CFB9DF5A}" dt="2026-09-23T02:53:29.923" v="939" actId="27636"/>
          <ac:spMkLst>
            <pc:docMk/>
            <pc:sldMk cId="1209232818" sldId="258"/>
            <ac:spMk id="302" creationId="{82E60D9A-A380-F40D-030C-1CCE9FB932AD}"/>
          </ac:spMkLst>
        </pc:spChg>
        <pc:spChg chg="mod">
          <ac:chgData name="Saha, Biswajit" userId="4799f252-fb3f-4034-97bb-a0dfefb11811" providerId="ADAL" clId="{32509F62-455B-4C60-B8F5-1F89CFB9DF5A}" dt="2026-09-23T02:50:48.165" v="907" actId="27636"/>
          <ac:spMkLst>
            <pc:docMk/>
            <pc:sldMk cId="1209232818" sldId="258"/>
            <ac:spMk id="303" creationId="{756C42F3-1008-B85D-6FE5-21D024A49395}"/>
          </ac:spMkLst>
        </pc:spChg>
        <pc:spChg chg="mod">
          <ac:chgData name="Saha, Biswajit" userId="4799f252-fb3f-4034-97bb-a0dfefb11811" providerId="ADAL" clId="{32509F62-455B-4C60-B8F5-1F89CFB9DF5A}" dt="2026-09-23T02:53:29.948" v="942" actId="27636"/>
          <ac:spMkLst>
            <pc:docMk/>
            <pc:sldMk cId="1209232818" sldId="258"/>
            <ac:spMk id="308" creationId="{EBA3EFD3-1D85-0EB1-7F4E-1000E5B9E3BA}"/>
          </ac:spMkLst>
        </pc:spChg>
        <pc:spChg chg="mod">
          <ac:chgData name="Saha, Biswajit" userId="4799f252-fb3f-4034-97bb-a0dfefb11811" providerId="ADAL" clId="{32509F62-455B-4C60-B8F5-1F89CFB9DF5A}" dt="2026-09-23T02:50:48.211" v="914" actId="27636"/>
          <ac:spMkLst>
            <pc:docMk/>
            <pc:sldMk cId="1209232818" sldId="258"/>
            <ac:spMk id="309" creationId="{4F6FD541-FE7E-4415-B9DE-B7A517CB8E72}"/>
          </ac:spMkLst>
        </pc:spChg>
        <pc:spChg chg="add mod">
          <ac:chgData name="Saha, Biswajit" userId="4799f252-fb3f-4034-97bb-a0dfefb11811" providerId="ADAL" clId="{32509F62-455B-4C60-B8F5-1F89CFB9DF5A}" dt="2026-09-23T02:53:29.882" v="938" actId="2711"/>
          <ac:spMkLst>
            <pc:docMk/>
            <pc:sldMk cId="1209232818" sldId="258"/>
            <ac:spMk id="311" creationId="{C5D25F2E-28EB-FC8C-FF4D-E96E6ADBC754}"/>
          </ac:spMkLst>
        </pc:spChg>
        <pc:spChg chg="mod">
          <ac:chgData name="Saha, Biswajit" userId="4799f252-fb3f-4034-97bb-a0dfefb11811" providerId="ADAL" clId="{32509F62-455B-4C60-B8F5-1F89CFB9DF5A}" dt="2026-09-23T02:53:29.931" v="940" actId="27636"/>
          <ac:spMkLst>
            <pc:docMk/>
            <pc:sldMk cId="1209232818" sldId="258"/>
            <ac:spMk id="314" creationId="{F382CE79-9A91-4A3B-7315-097A0477B0BB}"/>
          </ac:spMkLst>
        </pc:spChg>
        <pc:spChg chg="mod">
          <ac:chgData name="Saha, Biswajit" userId="4799f252-fb3f-4034-97bb-a0dfefb11811" providerId="ADAL" clId="{32509F62-455B-4C60-B8F5-1F89CFB9DF5A}" dt="2026-09-23T02:50:48.193" v="911" actId="27636"/>
          <ac:spMkLst>
            <pc:docMk/>
            <pc:sldMk cId="1209232818" sldId="258"/>
            <ac:spMk id="315" creationId="{C6A9D58D-425D-3C60-FB4A-FDDA527F0890}"/>
          </ac:spMkLst>
        </pc:spChg>
        <pc:spChg chg="mod">
          <ac:chgData name="Saha, Biswajit" userId="4799f252-fb3f-4034-97bb-a0dfefb11811" providerId="ADAL" clId="{32509F62-455B-4C60-B8F5-1F89CFB9DF5A}" dt="2026-09-23T02:50:48.187" v="910" actId="27636"/>
          <ac:spMkLst>
            <pc:docMk/>
            <pc:sldMk cId="1209232818" sldId="258"/>
            <ac:spMk id="320" creationId="{32E4167C-725F-FED4-3A5E-73D1042FB0D7}"/>
          </ac:spMkLst>
        </pc:spChg>
        <pc:spChg chg="add mod">
          <ac:chgData name="Saha, Biswajit" userId="4799f252-fb3f-4034-97bb-a0dfefb11811" providerId="ADAL" clId="{32509F62-455B-4C60-B8F5-1F89CFB9DF5A}" dt="2026-09-23T02:53:29.882" v="938" actId="2711"/>
          <ac:spMkLst>
            <pc:docMk/>
            <pc:sldMk cId="1209232818" sldId="258"/>
            <ac:spMk id="321" creationId="{656C3F26-D9A7-A887-0713-53B3208204A9}"/>
          </ac:spMkLst>
        </pc:spChg>
        <pc:spChg chg="add mod">
          <ac:chgData name="Saha, Biswajit" userId="4799f252-fb3f-4034-97bb-a0dfefb11811" providerId="ADAL" clId="{32509F62-455B-4C60-B8F5-1F89CFB9DF5A}" dt="2026-09-23T02:53:29.882" v="938" actId="2711"/>
          <ac:spMkLst>
            <pc:docMk/>
            <pc:sldMk cId="1209232818" sldId="258"/>
            <ac:spMk id="322" creationId="{FCB6D1B8-9FBB-542D-BD39-BD083E6C8558}"/>
          </ac:spMkLst>
        </pc:spChg>
        <pc:spChg chg="mod">
          <ac:chgData name="Saha, Biswajit" userId="4799f252-fb3f-4034-97bb-a0dfefb11811" providerId="ADAL" clId="{32509F62-455B-4C60-B8F5-1F89CFB9DF5A}" dt="2026-09-23T02:50:48.199" v="912" actId="27636"/>
          <ac:spMkLst>
            <pc:docMk/>
            <pc:sldMk cId="1209232818" sldId="258"/>
            <ac:spMk id="327" creationId="{66C6A744-AB36-A603-035F-4140D107B0BB}"/>
          </ac:spMkLst>
        </pc:spChg>
        <pc:spChg chg="add mod">
          <ac:chgData name="Saha, Biswajit" userId="4799f252-fb3f-4034-97bb-a0dfefb11811" providerId="ADAL" clId="{32509F62-455B-4C60-B8F5-1F89CFB9DF5A}" dt="2026-09-23T02:53:29.882" v="938" actId="2711"/>
          <ac:spMkLst>
            <pc:docMk/>
            <pc:sldMk cId="1209232818" sldId="258"/>
            <ac:spMk id="329" creationId="{853ECD39-FA39-D44C-5ABE-29386365AE5D}"/>
          </ac:spMkLst>
        </pc:spChg>
        <pc:spChg chg="mod">
          <ac:chgData name="Saha, Biswajit" userId="4799f252-fb3f-4034-97bb-a0dfefb11811" providerId="ADAL" clId="{32509F62-455B-4C60-B8F5-1F89CFB9DF5A}" dt="2026-09-23T02:53:29.959" v="943" actId="27636"/>
          <ac:spMkLst>
            <pc:docMk/>
            <pc:sldMk cId="1209232818" sldId="258"/>
            <ac:spMk id="332" creationId="{82FD594D-14B6-5D71-CF9B-6C491BCDE680}"/>
          </ac:spMkLst>
        </pc:spChg>
        <pc:spChg chg="mod">
          <ac:chgData name="Saha, Biswajit" userId="4799f252-fb3f-4034-97bb-a0dfefb11811" providerId="ADAL" clId="{32509F62-455B-4C60-B8F5-1F89CFB9DF5A}" dt="2026-09-23T02:50:48.205" v="913" actId="27636"/>
          <ac:spMkLst>
            <pc:docMk/>
            <pc:sldMk cId="1209232818" sldId="258"/>
            <ac:spMk id="333" creationId="{1112071D-456C-25AD-643D-B4BB4B2C7B43}"/>
          </ac:spMkLst>
        </pc:spChg>
        <pc:spChg chg="add mod">
          <ac:chgData name="Saha, Biswajit" userId="4799f252-fb3f-4034-97bb-a0dfefb11811" providerId="ADAL" clId="{32509F62-455B-4C60-B8F5-1F89CFB9DF5A}" dt="2026-09-23T02:50:48.085" v="903"/>
          <ac:spMkLst>
            <pc:docMk/>
            <pc:sldMk cId="1209232818" sldId="258"/>
            <ac:spMk id="344" creationId="{C6DBC9CC-01E1-BF81-923D-F60E9CB42BA8}"/>
          </ac:spMkLst>
        </pc:spChg>
        <pc:spChg chg="add mod">
          <ac:chgData name="Saha, Biswajit" userId="4799f252-fb3f-4034-97bb-a0dfefb11811" providerId="ADAL" clId="{32509F62-455B-4C60-B8F5-1F89CFB9DF5A}" dt="2026-09-23T02:53:29.882" v="938" actId="2711"/>
          <ac:spMkLst>
            <pc:docMk/>
            <pc:sldMk cId="1209232818" sldId="258"/>
            <ac:spMk id="348" creationId="{C9E55F59-5170-03C1-7522-580C157E79DD}"/>
          </ac:spMkLst>
        </pc:spChg>
      </pc:sldChg>
      <pc:sldChg chg="addSp delSp modSp mod">
        <pc:chgData name="Saha, Biswajit" userId="4799f252-fb3f-4034-97bb-a0dfefb11811" providerId="ADAL" clId="{32509F62-455B-4C60-B8F5-1F89CFB9DF5A}" dt="2026-09-23T02:53:25.631" v="937" actId="2711"/>
        <pc:sldMkLst>
          <pc:docMk/>
          <pc:sldMk cId="63913956" sldId="259"/>
        </pc:sldMkLst>
        <pc:spChg chg="mod">
          <ac:chgData name="Saha, Biswajit" userId="4799f252-fb3f-4034-97bb-a0dfefb11811" providerId="ADAL" clId="{32509F62-455B-4C60-B8F5-1F89CFB9DF5A}" dt="2026-09-23T02:53:25.631" v="937" actId="2711"/>
          <ac:spMkLst>
            <pc:docMk/>
            <pc:sldMk cId="63913956" sldId="259"/>
            <ac:spMk id="2" creationId="{FB628F95-ACF6-A007-E992-6C387AB93E30}"/>
          </ac:spMkLst>
        </pc:spChg>
        <pc:spChg chg="mod">
          <ac:chgData name="Saha, Biswajit" userId="4799f252-fb3f-4034-97bb-a0dfefb11811" providerId="ADAL" clId="{32509F62-455B-4C60-B8F5-1F89CFB9DF5A}" dt="2026-09-22T15:30:35.084" v="540" actId="1037"/>
          <ac:spMkLst>
            <pc:docMk/>
            <pc:sldMk cId="63913956" sldId="259"/>
            <ac:spMk id="49" creationId="{A21EDFCB-CEBD-8740-9546-B2D4BC6B1B3D}"/>
          </ac:spMkLst>
        </pc:spChg>
        <pc:spChg chg="add mod">
          <ac:chgData name="Saha, Biswajit" userId="4799f252-fb3f-4034-97bb-a0dfefb11811" providerId="ADAL" clId="{32509F62-455B-4C60-B8F5-1F89CFB9DF5A}" dt="2026-09-23T02:53:25.631" v="937" actId="2711"/>
          <ac:spMkLst>
            <pc:docMk/>
            <pc:sldMk cId="63913956" sldId="259"/>
            <ac:spMk id="55" creationId="{43C56B72-5E81-275C-E676-32BDD11A286D}"/>
          </ac:spMkLst>
        </pc:spChg>
        <pc:spChg chg="add mod">
          <ac:chgData name="Saha, Biswajit" userId="4799f252-fb3f-4034-97bb-a0dfefb11811" providerId="ADAL" clId="{32509F62-455B-4C60-B8F5-1F89CFB9DF5A}" dt="2026-09-23T02:53:25.631" v="937" actId="2711"/>
          <ac:spMkLst>
            <pc:docMk/>
            <pc:sldMk cId="63913956" sldId="259"/>
            <ac:spMk id="65" creationId="{F2210374-471F-D273-E793-D93C174266EC}"/>
          </ac:spMkLst>
        </pc:spChg>
        <pc:spChg chg="add mod">
          <ac:chgData name="Saha, Biswajit" userId="4799f252-fb3f-4034-97bb-a0dfefb11811" providerId="ADAL" clId="{32509F62-455B-4C60-B8F5-1F89CFB9DF5A}" dt="2026-09-23T02:53:25.631" v="937" actId="2711"/>
          <ac:spMkLst>
            <pc:docMk/>
            <pc:sldMk cId="63913956" sldId="259"/>
            <ac:spMk id="93" creationId="{23A4D434-6A79-1E77-B4C8-B146EC6EF56C}"/>
          </ac:spMkLst>
        </pc:spChg>
        <pc:spChg chg="add mod">
          <ac:chgData name="Saha, Biswajit" userId="4799f252-fb3f-4034-97bb-a0dfefb11811" providerId="ADAL" clId="{32509F62-455B-4C60-B8F5-1F89CFB9DF5A}" dt="2026-09-23T02:53:25.631" v="937" actId="2711"/>
          <ac:spMkLst>
            <pc:docMk/>
            <pc:sldMk cId="63913956" sldId="259"/>
            <ac:spMk id="99" creationId="{D51C80D4-998C-4B4D-199C-206345C9EC77}"/>
          </ac:spMkLst>
        </pc:spChg>
        <pc:spChg chg="add mod">
          <ac:chgData name="Saha, Biswajit" userId="4799f252-fb3f-4034-97bb-a0dfefb11811" providerId="ADAL" clId="{32509F62-455B-4C60-B8F5-1F89CFB9DF5A}" dt="2026-09-22T15:29:13.807" v="493" actId="404"/>
          <ac:spMkLst>
            <pc:docMk/>
            <pc:sldMk cId="63913956" sldId="259"/>
            <ac:spMk id="103" creationId="{D50A4ADE-3370-C58E-656C-8013155F0A43}"/>
          </ac:spMkLst>
        </pc:spChg>
        <pc:spChg chg="add mod">
          <ac:chgData name="Saha, Biswajit" userId="4799f252-fb3f-4034-97bb-a0dfefb11811" providerId="ADAL" clId="{32509F62-455B-4C60-B8F5-1F89CFB9DF5A}" dt="2026-09-23T02:53:25.631" v="937" actId="2711"/>
          <ac:spMkLst>
            <pc:docMk/>
            <pc:sldMk cId="63913956" sldId="259"/>
            <ac:spMk id="111" creationId="{99DB2FC3-E194-3738-D671-6EF5D8B64A86}"/>
          </ac:spMkLst>
        </pc:spChg>
        <pc:spChg chg="add mod">
          <ac:chgData name="Saha, Biswajit" userId="4799f252-fb3f-4034-97bb-a0dfefb11811" providerId="ADAL" clId="{32509F62-455B-4C60-B8F5-1F89CFB9DF5A}" dt="2026-09-23T02:53:25.631" v="937" actId="2711"/>
          <ac:spMkLst>
            <pc:docMk/>
            <pc:sldMk cId="63913956" sldId="259"/>
            <ac:spMk id="112" creationId="{437725D3-AC43-5054-B69C-1C3E97B0CEB0}"/>
          </ac:spMkLst>
        </pc:spChg>
        <pc:spChg chg="add mod">
          <ac:chgData name="Saha, Biswajit" userId="4799f252-fb3f-4034-97bb-a0dfefb11811" providerId="ADAL" clId="{32509F62-455B-4C60-B8F5-1F89CFB9DF5A}" dt="2026-09-23T02:53:25.631" v="937" actId="2711"/>
          <ac:spMkLst>
            <pc:docMk/>
            <pc:sldMk cId="63913956" sldId="259"/>
            <ac:spMk id="115" creationId="{F9E8EA5B-FE4F-3542-6F70-23317B49C499}"/>
          </ac:spMkLst>
        </pc:spChg>
        <pc:spChg chg="add mod">
          <ac:chgData name="Saha, Biswajit" userId="4799f252-fb3f-4034-97bb-a0dfefb11811" providerId="ADAL" clId="{32509F62-455B-4C60-B8F5-1F89CFB9DF5A}" dt="2026-09-23T02:53:25.631" v="937" actId="2711"/>
          <ac:spMkLst>
            <pc:docMk/>
            <pc:sldMk cId="63913956" sldId="259"/>
            <ac:spMk id="124" creationId="{D12FF714-6E9B-1D72-8344-E939D42B3857}"/>
          </ac:spMkLst>
        </pc:spChg>
        <pc:spChg chg="add mod">
          <ac:chgData name="Saha, Biswajit" userId="4799f252-fb3f-4034-97bb-a0dfefb11811" providerId="ADAL" clId="{32509F62-455B-4C60-B8F5-1F89CFB9DF5A}" dt="2026-09-23T02:53:25.631" v="937" actId="2711"/>
          <ac:spMkLst>
            <pc:docMk/>
            <pc:sldMk cId="63913956" sldId="259"/>
            <ac:spMk id="197" creationId="{589844E8-E502-E700-62DB-A0E781399802}"/>
          </ac:spMkLst>
        </pc:spChg>
        <pc:spChg chg="mod">
          <ac:chgData name="Saha, Biswajit" userId="4799f252-fb3f-4034-97bb-a0dfefb11811" providerId="ADAL" clId="{32509F62-455B-4C60-B8F5-1F89CFB9DF5A}" dt="2026-09-22T15:30:19.558" v="535" actId="14100"/>
          <ac:spMkLst>
            <pc:docMk/>
            <pc:sldMk cId="63913956" sldId="259"/>
            <ac:spMk id="199" creationId="{E74B9D88-B0BD-C788-60D0-4EAA700A828D}"/>
          </ac:spMkLst>
        </pc:spChg>
        <pc:spChg chg="mod">
          <ac:chgData name="Saha, Biswajit" userId="4799f252-fb3f-4034-97bb-a0dfefb11811" providerId="ADAL" clId="{32509F62-455B-4C60-B8F5-1F89CFB9DF5A}" dt="2026-09-22T15:30:25.366" v="536" actId="1076"/>
          <ac:spMkLst>
            <pc:docMk/>
            <pc:sldMk cId="63913956" sldId="259"/>
            <ac:spMk id="200" creationId="{F9B0B138-47D6-A2F2-B28D-63FBEB958F01}"/>
          </ac:spMkLst>
        </pc:spChg>
        <pc:spChg chg="mod">
          <ac:chgData name="Saha, Biswajit" userId="4799f252-fb3f-4034-97bb-a0dfefb11811" providerId="ADAL" clId="{32509F62-455B-4C60-B8F5-1F89CFB9DF5A}" dt="2026-09-22T15:29:56.976" v="532" actId="1076"/>
          <ac:spMkLst>
            <pc:docMk/>
            <pc:sldMk cId="63913956" sldId="259"/>
            <ac:spMk id="201" creationId="{27B3BAC1-6905-838C-763F-A257A8DA02D6}"/>
          </ac:spMkLst>
        </pc:spChg>
        <pc:spChg chg="mod">
          <ac:chgData name="Saha, Biswajit" userId="4799f252-fb3f-4034-97bb-a0dfefb11811" providerId="ADAL" clId="{32509F62-455B-4C60-B8F5-1F89CFB9DF5A}" dt="2026-09-22T15:30:04.517" v="534" actId="14100"/>
          <ac:spMkLst>
            <pc:docMk/>
            <pc:sldMk cId="63913956" sldId="259"/>
            <ac:spMk id="202" creationId="{6872605E-AEC4-C4E3-5C01-6621D36DFEB3}"/>
          </ac:spMkLst>
        </pc:spChg>
        <pc:spChg chg="mod">
          <ac:chgData name="Saha, Biswajit" userId="4799f252-fb3f-4034-97bb-a0dfefb11811" providerId="ADAL" clId="{32509F62-455B-4C60-B8F5-1F89CFB9DF5A}" dt="2026-09-22T15:30:00.342" v="533" actId="1076"/>
          <ac:spMkLst>
            <pc:docMk/>
            <pc:sldMk cId="63913956" sldId="259"/>
            <ac:spMk id="203" creationId="{C21480C0-B4DF-7FDC-6C19-0F6C11C2E30D}"/>
          </ac:spMkLst>
        </pc:spChg>
        <pc:spChg chg="mod">
          <ac:chgData name="Saha, Biswajit" userId="4799f252-fb3f-4034-97bb-a0dfefb11811" providerId="ADAL" clId="{32509F62-455B-4C60-B8F5-1F89CFB9DF5A}" dt="2026-09-22T15:29:03.023" v="492" actId="20577"/>
          <ac:spMkLst>
            <pc:docMk/>
            <pc:sldMk cId="63913956" sldId="259"/>
            <ac:spMk id="205" creationId="{27B9C506-1A1C-2E7C-4B7D-48BFF3FC0B98}"/>
          </ac:spMkLst>
        </pc:spChg>
      </pc:sldChg>
      <pc:sldChg chg="addSp modSp add mod">
        <pc:chgData name="Saha, Biswajit" userId="4799f252-fb3f-4034-97bb-a0dfefb11811" providerId="ADAL" clId="{32509F62-455B-4C60-B8F5-1F89CFB9DF5A}" dt="2026-09-23T02:51:46.842" v="924" actId="2711"/>
        <pc:sldMkLst>
          <pc:docMk/>
          <pc:sldMk cId="0" sldId="261"/>
        </pc:sldMkLst>
        <pc:spChg chg="mod">
          <ac:chgData name="Saha, Biswajit" userId="4799f252-fb3f-4034-97bb-a0dfefb11811" providerId="ADAL" clId="{32509F62-455B-4C60-B8F5-1F89CFB9DF5A}" dt="2026-09-23T02:51:46.842" v="924" actId="2711"/>
          <ac:spMkLst>
            <pc:docMk/>
            <pc:sldMk cId="0" sldId="261"/>
            <ac:spMk id="3" creationId="{00000000-0000-0000-0000-000000000000}"/>
          </ac:spMkLst>
        </pc:spChg>
        <pc:spChg chg="mod">
          <ac:chgData name="Saha, Biswajit" userId="4799f252-fb3f-4034-97bb-a0dfefb11811" providerId="ADAL" clId="{32509F62-455B-4C60-B8F5-1F89CFB9DF5A}" dt="2026-09-23T02:51:46.842" v="924" actId="2711"/>
          <ac:spMkLst>
            <pc:docMk/>
            <pc:sldMk cId="0" sldId="261"/>
            <ac:spMk id="4" creationId="{00000000-0000-0000-0000-000000000000}"/>
          </ac:spMkLst>
        </pc:spChg>
        <pc:spChg chg="mod">
          <ac:chgData name="Saha, Biswajit" userId="4799f252-fb3f-4034-97bb-a0dfefb11811" providerId="ADAL" clId="{32509F62-455B-4C60-B8F5-1F89CFB9DF5A}" dt="2026-09-23T02:51:46.842" v="924" actId="2711"/>
          <ac:spMkLst>
            <pc:docMk/>
            <pc:sldMk cId="0" sldId="261"/>
            <ac:spMk id="5" creationId="{00000000-0000-0000-0000-000000000000}"/>
          </ac:spMkLst>
        </pc:spChg>
        <pc:spChg chg="mod">
          <ac:chgData name="Saha, Biswajit" userId="4799f252-fb3f-4034-97bb-a0dfefb11811" providerId="ADAL" clId="{32509F62-455B-4C60-B8F5-1F89CFB9DF5A}" dt="2026-09-23T02:51:46.842" v="924" actId="2711"/>
          <ac:spMkLst>
            <pc:docMk/>
            <pc:sldMk cId="0" sldId="261"/>
            <ac:spMk id="6" creationId="{00000000-0000-0000-0000-000000000000}"/>
          </ac:spMkLst>
        </pc:spChg>
        <pc:spChg chg="mod">
          <ac:chgData name="Saha, Biswajit" userId="4799f252-fb3f-4034-97bb-a0dfefb11811" providerId="ADAL" clId="{32509F62-455B-4C60-B8F5-1F89CFB9DF5A}" dt="2026-09-23T02:51:46.842" v="924" actId="2711"/>
          <ac:spMkLst>
            <pc:docMk/>
            <pc:sldMk cId="0" sldId="261"/>
            <ac:spMk id="7" creationId="{00000000-0000-0000-0000-000000000000}"/>
          </ac:spMkLst>
        </pc:spChg>
        <pc:spChg chg="mod">
          <ac:chgData name="Saha, Biswajit" userId="4799f252-fb3f-4034-97bb-a0dfefb11811" providerId="ADAL" clId="{32509F62-455B-4C60-B8F5-1F89CFB9DF5A}" dt="2026-09-23T02:51:46.842" v="924" actId="2711"/>
          <ac:spMkLst>
            <pc:docMk/>
            <pc:sldMk cId="0" sldId="261"/>
            <ac:spMk id="8" creationId="{00000000-0000-0000-0000-000000000000}"/>
          </ac:spMkLst>
        </pc:spChg>
        <pc:spChg chg="mod">
          <ac:chgData name="Saha, Biswajit" userId="4799f252-fb3f-4034-97bb-a0dfefb11811" providerId="ADAL" clId="{32509F62-455B-4C60-B8F5-1F89CFB9DF5A}" dt="2026-09-23T02:51:46.842" v="924" actId="2711"/>
          <ac:spMkLst>
            <pc:docMk/>
            <pc:sldMk cId="0" sldId="261"/>
            <ac:spMk id="9" creationId="{00000000-0000-0000-0000-000000000000}"/>
          </ac:spMkLst>
        </pc:spChg>
        <pc:spChg chg="mod">
          <ac:chgData name="Saha, Biswajit" userId="4799f252-fb3f-4034-97bb-a0dfefb11811" providerId="ADAL" clId="{32509F62-455B-4C60-B8F5-1F89CFB9DF5A}" dt="2026-09-23T02:51:46.842" v="924" actId="2711"/>
          <ac:spMkLst>
            <pc:docMk/>
            <pc:sldMk cId="0" sldId="261"/>
            <ac:spMk id="10" creationId="{00000000-0000-0000-0000-000000000000}"/>
          </ac:spMkLst>
        </pc:spChg>
        <pc:picChg chg="add mod">
          <ac:chgData name="Saha, Biswajit" userId="4799f252-fb3f-4034-97bb-a0dfefb11811" providerId="ADAL" clId="{32509F62-455B-4C60-B8F5-1F89CFB9DF5A}" dt="2026-09-22T15:10:48.463" v="287" actId="1076"/>
          <ac:picMkLst>
            <pc:docMk/>
            <pc:sldMk cId="0" sldId="261"/>
            <ac:picMk id="12" creationId="{CC27F4C6-08EF-5F56-658A-96D73156E9CA}"/>
          </ac:picMkLst>
        </pc:picChg>
      </pc:sldChg>
      <pc:sldChg chg="addSp delSp modSp mod">
        <pc:chgData name="Saha, Biswajit" userId="4799f252-fb3f-4034-97bb-a0dfefb11811" providerId="ADAL" clId="{32509F62-455B-4C60-B8F5-1F89CFB9DF5A}" dt="2026-09-23T02:53:35.646" v="944" actId="2711"/>
        <pc:sldMkLst>
          <pc:docMk/>
          <pc:sldMk cId="2643576244" sldId="263"/>
        </pc:sldMkLst>
        <pc:spChg chg="mod">
          <ac:chgData name="Saha, Biswajit" userId="4799f252-fb3f-4034-97bb-a0dfefb11811" providerId="ADAL" clId="{32509F62-455B-4C60-B8F5-1F89CFB9DF5A}" dt="2026-09-22T11:49:37.119" v="228"/>
          <ac:spMkLst>
            <pc:docMk/>
            <pc:sldMk cId="2643576244" sldId="263"/>
            <ac:spMk id="2" creationId="{BF413FED-0437-7F33-73CD-CE198FFB87D8}"/>
          </ac:spMkLst>
        </pc:spChg>
        <pc:spChg chg="mod">
          <ac:chgData name="Saha, Biswajit" userId="4799f252-fb3f-4034-97bb-a0dfefb11811" providerId="ADAL" clId="{32509F62-455B-4C60-B8F5-1F89CFB9DF5A}" dt="2026-09-22T15:31:38.050" v="545" actId="403"/>
          <ac:spMkLst>
            <pc:docMk/>
            <pc:sldMk cId="2643576244" sldId="263"/>
            <ac:spMk id="104" creationId="{3361C683-7847-B980-582C-24C0B3027A14}"/>
          </ac:spMkLst>
        </pc:spChg>
        <pc:spChg chg="add mod">
          <ac:chgData name="Saha, Biswajit" userId="4799f252-fb3f-4034-97bb-a0dfefb11811" providerId="ADAL" clId="{32509F62-455B-4C60-B8F5-1F89CFB9DF5A}" dt="2026-09-23T02:53:35.646" v="944" actId="2711"/>
          <ac:spMkLst>
            <pc:docMk/>
            <pc:sldMk cId="2643576244" sldId="263"/>
            <ac:spMk id="107" creationId="{3C9279E9-E213-EC78-E44C-53B6E02F00E3}"/>
          </ac:spMkLst>
        </pc:spChg>
        <pc:spChg chg="add mod">
          <ac:chgData name="Saha, Biswajit" userId="4799f252-fb3f-4034-97bb-a0dfefb11811" providerId="ADAL" clId="{32509F62-455B-4C60-B8F5-1F89CFB9DF5A}" dt="2026-09-23T02:53:35.646" v="944" actId="2711"/>
          <ac:spMkLst>
            <pc:docMk/>
            <pc:sldMk cId="2643576244" sldId="263"/>
            <ac:spMk id="113" creationId="{AC4B2646-ADF3-179E-5392-E170350835C2}"/>
          </ac:spMkLst>
        </pc:spChg>
        <pc:spChg chg="mod">
          <ac:chgData name="Saha, Biswajit" userId="4799f252-fb3f-4034-97bb-a0dfefb11811" providerId="ADAL" clId="{32509F62-455B-4C60-B8F5-1F89CFB9DF5A}" dt="2026-09-22T15:31:38.050" v="545" actId="403"/>
          <ac:spMkLst>
            <pc:docMk/>
            <pc:sldMk cId="2643576244" sldId="263"/>
            <ac:spMk id="116" creationId="{DF652FFF-BBA8-3516-024D-208F80BD20CE}"/>
          </ac:spMkLst>
        </pc:spChg>
        <pc:spChg chg="add mod">
          <ac:chgData name="Saha, Biswajit" userId="4799f252-fb3f-4034-97bb-a0dfefb11811" providerId="ADAL" clId="{32509F62-455B-4C60-B8F5-1F89CFB9DF5A}" dt="2026-09-23T02:53:35.646" v="944" actId="2711"/>
          <ac:spMkLst>
            <pc:docMk/>
            <pc:sldMk cId="2643576244" sldId="263"/>
            <ac:spMk id="120" creationId="{C4E2E74D-5256-0D6B-9693-9013C26B7BC7}"/>
          </ac:spMkLst>
        </pc:spChg>
        <pc:spChg chg="add mod">
          <ac:chgData name="Saha, Biswajit" userId="4799f252-fb3f-4034-97bb-a0dfefb11811" providerId="ADAL" clId="{32509F62-455B-4C60-B8F5-1F89CFB9DF5A}" dt="2026-09-23T02:53:35.646" v="944" actId="2711"/>
          <ac:spMkLst>
            <pc:docMk/>
            <pc:sldMk cId="2643576244" sldId="263"/>
            <ac:spMk id="123" creationId="{A731C813-2AD3-303E-A8C4-86A25DB6BF15}"/>
          </ac:spMkLst>
        </pc:spChg>
        <pc:spChg chg="add mod">
          <ac:chgData name="Saha, Biswajit" userId="4799f252-fb3f-4034-97bb-a0dfefb11811" providerId="ADAL" clId="{32509F62-455B-4C60-B8F5-1F89CFB9DF5A}" dt="2026-09-23T02:53:35.646" v="944" actId="2711"/>
          <ac:spMkLst>
            <pc:docMk/>
            <pc:sldMk cId="2643576244" sldId="263"/>
            <ac:spMk id="125" creationId="{0ACD8575-4C31-5289-D965-9E6A7ED8B7ED}"/>
          </ac:spMkLst>
        </pc:spChg>
        <pc:spChg chg="mod">
          <ac:chgData name="Saha, Biswajit" userId="4799f252-fb3f-4034-97bb-a0dfefb11811" providerId="ADAL" clId="{32509F62-455B-4C60-B8F5-1F89CFB9DF5A}" dt="2026-09-22T15:31:38.050" v="545" actId="403"/>
          <ac:spMkLst>
            <pc:docMk/>
            <pc:sldMk cId="2643576244" sldId="263"/>
            <ac:spMk id="127" creationId="{14EE4344-0D34-EF02-1708-C777D9618231}"/>
          </ac:spMkLst>
        </pc:spChg>
        <pc:spChg chg="mod">
          <ac:chgData name="Saha, Biswajit" userId="4799f252-fb3f-4034-97bb-a0dfefb11811" providerId="ADAL" clId="{32509F62-455B-4C60-B8F5-1F89CFB9DF5A}" dt="2026-09-22T15:31:38.050" v="545" actId="403"/>
          <ac:spMkLst>
            <pc:docMk/>
            <pc:sldMk cId="2643576244" sldId="263"/>
            <ac:spMk id="196" creationId="{49E70EBF-8594-6BFA-CD56-8FF318DD1F72}"/>
          </ac:spMkLst>
        </pc:spChg>
        <pc:spChg chg="mod">
          <ac:chgData name="Saha, Biswajit" userId="4799f252-fb3f-4034-97bb-a0dfefb11811" providerId="ADAL" clId="{32509F62-455B-4C60-B8F5-1F89CFB9DF5A}" dt="2026-09-22T15:31:38.050" v="545" actId="403"/>
          <ac:spMkLst>
            <pc:docMk/>
            <pc:sldMk cId="2643576244" sldId="263"/>
            <ac:spMk id="199" creationId="{33F988A3-9872-319F-D8D0-76698B7CFBA5}"/>
          </ac:spMkLst>
        </pc:spChg>
        <pc:spChg chg="add mod">
          <ac:chgData name="Saha, Biswajit" userId="4799f252-fb3f-4034-97bb-a0dfefb11811" providerId="ADAL" clId="{32509F62-455B-4C60-B8F5-1F89CFB9DF5A}" dt="2026-09-23T02:53:35.646" v="944" actId="2711"/>
          <ac:spMkLst>
            <pc:docMk/>
            <pc:sldMk cId="2643576244" sldId="263"/>
            <ac:spMk id="202" creationId="{30333726-2B62-C86E-E60D-25271CA0BA78}"/>
          </ac:spMkLst>
        </pc:spChg>
        <pc:spChg chg="add mod">
          <ac:chgData name="Saha, Biswajit" userId="4799f252-fb3f-4034-97bb-a0dfefb11811" providerId="ADAL" clId="{32509F62-455B-4C60-B8F5-1F89CFB9DF5A}" dt="2026-09-23T02:53:35.646" v="944" actId="2711"/>
          <ac:spMkLst>
            <pc:docMk/>
            <pc:sldMk cId="2643576244" sldId="263"/>
            <ac:spMk id="203" creationId="{9B461B28-81BA-9718-44F9-AD6001038FFE}"/>
          </ac:spMkLst>
        </pc:spChg>
        <pc:spChg chg="mod">
          <ac:chgData name="Saha, Biswajit" userId="4799f252-fb3f-4034-97bb-a0dfefb11811" providerId="ADAL" clId="{32509F62-455B-4C60-B8F5-1F89CFB9DF5A}" dt="2026-09-22T15:31:38.050" v="545" actId="403"/>
          <ac:spMkLst>
            <pc:docMk/>
            <pc:sldMk cId="2643576244" sldId="263"/>
            <ac:spMk id="204" creationId="{26142C80-3767-3BF3-17F0-9D61C7CF9931}"/>
          </ac:spMkLst>
        </pc:spChg>
        <pc:spChg chg="add mod">
          <ac:chgData name="Saha, Biswajit" userId="4799f252-fb3f-4034-97bb-a0dfefb11811" providerId="ADAL" clId="{32509F62-455B-4C60-B8F5-1F89CFB9DF5A}" dt="2026-09-23T02:53:35.646" v="944" actId="2711"/>
          <ac:spMkLst>
            <pc:docMk/>
            <pc:sldMk cId="2643576244" sldId="263"/>
            <ac:spMk id="212" creationId="{598C8B22-6F96-AE0B-95F5-26FECDD23F19}"/>
          </ac:spMkLst>
        </pc:spChg>
        <pc:spChg chg="add mod">
          <ac:chgData name="Saha, Biswajit" userId="4799f252-fb3f-4034-97bb-a0dfefb11811" providerId="ADAL" clId="{32509F62-455B-4C60-B8F5-1F89CFB9DF5A}" dt="2026-09-23T02:53:35.646" v="944" actId="2711"/>
          <ac:spMkLst>
            <pc:docMk/>
            <pc:sldMk cId="2643576244" sldId="263"/>
            <ac:spMk id="214" creationId="{76CC6A04-F137-80D6-E092-EF0208A9A708}"/>
          </ac:spMkLst>
        </pc:spChg>
        <pc:spChg chg="add mod">
          <ac:chgData name="Saha, Biswajit" userId="4799f252-fb3f-4034-97bb-a0dfefb11811" providerId="ADAL" clId="{32509F62-455B-4C60-B8F5-1F89CFB9DF5A}" dt="2026-09-23T02:53:35.646" v="944" actId="2711"/>
          <ac:spMkLst>
            <pc:docMk/>
            <pc:sldMk cId="2643576244" sldId="263"/>
            <ac:spMk id="222" creationId="{3074ED26-D1C2-65C4-36AE-A77E2B122B7E}"/>
          </ac:spMkLst>
        </pc:spChg>
      </pc:sldChg>
      <pc:sldChg chg="addSp delSp modSp add mod">
        <pc:chgData name="Saha, Biswajit" userId="4799f252-fb3f-4034-97bb-a0dfefb11811" providerId="ADAL" clId="{32509F62-455B-4C60-B8F5-1F89CFB9DF5A}" dt="2026-09-23T02:16:06.501" v="760"/>
        <pc:sldMkLst>
          <pc:docMk/>
          <pc:sldMk cId="2961863377" sldId="264"/>
        </pc:sldMkLst>
        <pc:spChg chg="mod">
          <ac:chgData name="Saha, Biswajit" userId="4799f252-fb3f-4034-97bb-a0dfefb11811" providerId="ADAL" clId="{32509F62-455B-4C60-B8F5-1F89CFB9DF5A}" dt="2026-09-23T02:16:06.501" v="760"/>
          <ac:spMkLst>
            <pc:docMk/>
            <pc:sldMk cId="2961863377" sldId="264"/>
            <ac:spMk id="2" creationId="{63672939-07FD-477F-94A3-A933D3433038}"/>
          </ac:spMkLst>
        </pc:spChg>
        <pc:spChg chg="add mod">
          <ac:chgData name="Saha, Biswajit" userId="4799f252-fb3f-4034-97bb-a0dfefb11811" providerId="ADAL" clId="{32509F62-455B-4C60-B8F5-1F89CFB9DF5A}" dt="2026-09-23T02:12:54.604" v="734" actId="403"/>
          <ac:spMkLst>
            <pc:docMk/>
            <pc:sldMk cId="2961863377" sldId="264"/>
            <ac:spMk id="7" creationId="{9054125F-4BF2-073F-81A9-5FEDBA22B492}"/>
          </ac:spMkLst>
        </pc:spChg>
        <pc:spChg chg="mod">
          <ac:chgData name="Saha, Biswajit" userId="4799f252-fb3f-4034-97bb-a0dfefb11811" providerId="ADAL" clId="{32509F62-455B-4C60-B8F5-1F89CFB9DF5A}" dt="2026-09-23T02:12:39.729" v="727" actId="27636"/>
          <ac:spMkLst>
            <pc:docMk/>
            <pc:sldMk cId="2961863377" sldId="264"/>
            <ac:spMk id="19" creationId="{617BF521-D4DC-3226-491A-DE3C64FE3335}"/>
          </ac:spMkLst>
        </pc:spChg>
        <pc:spChg chg="mod">
          <ac:chgData name="Saha, Biswajit" userId="4799f252-fb3f-4034-97bb-a0dfefb11811" providerId="ADAL" clId="{32509F62-455B-4C60-B8F5-1F89CFB9DF5A}" dt="2026-09-23T02:12:39.761" v="730" actId="27636"/>
          <ac:spMkLst>
            <pc:docMk/>
            <pc:sldMk cId="2961863377" sldId="264"/>
            <ac:spMk id="23" creationId="{965D0491-6692-2EE5-4966-F4812003623C}"/>
          </ac:spMkLst>
        </pc:spChg>
        <pc:spChg chg="add mod">
          <ac:chgData name="Saha, Biswajit" userId="4799f252-fb3f-4034-97bb-a0dfefb11811" providerId="ADAL" clId="{32509F62-455B-4C60-B8F5-1F89CFB9DF5A}" dt="2026-09-23T02:12:54.604" v="734" actId="403"/>
          <ac:spMkLst>
            <pc:docMk/>
            <pc:sldMk cId="2961863377" sldId="264"/>
            <ac:spMk id="31" creationId="{53979756-C5D3-6A09-1365-2DC81A3EE804}"/>
          </ac:spMkLst>
        </pc:spChg>
        <pc:spChg chg="mod">
          <ac:chgData name="Saha, Biswajit" userId="4799f252-fb3f-4034-97bb-a0dfefb11811" providerId="ADAL" clId="{32509F62-455B-4C60-B8F5-1F89CFB9DF5A}" dt="2026-09-23T02:13:28.784" v="736" actId="14100"/>
          <ac:spMkLst>
            <pc:docMk/>
            <pc:sldMk cId="2961863377" sldId="264"/>
            <ac:spMk id="51" creationId="{7D641872-FBF0-B2E7-661D-DB20756D7644}"/>
          </ac:spMkLst>
        </pc:spChg>
        <pc:spChg chg="mod">
          <ac:chgData name="Saha, Biswajit" userId="4799f252-fb3f-4034-97bb-a0dfefb11811" providerId="ADAL" clId="{32509F62-455B-4C60-B8F5-1F89CFB9DF5A}" dt="2026-09-23T02:13:02.863" v="735" actId="403"/>
          <ac:spMkLst>
            <pc:docMk/>
            <pc:sldMk cId="2961863377" sldId="264"/>
            <ac:spMk id="55" creationId="{088A82CD-B9D1-07D4-744C-B5DB3ED1976F}"/>
          </ac:spMkLst>
        </pc:spChg>
        <pc:spChg chg="mod">
          <ac:chgData name="Saha, Biswajit" userId="4799f252-fb3f-4034-97bb-a0dfefb11811" providerId="ADAL" clId="{32509F62-455B-4C60-B8F5-1F89CFB9DF5A}" dt="2026-09-23T02:13:28.784" v="736" actId="14100"/>
          <ac:spMkLst>
            <pc:docMk/>
            <pc:sldMk cId="2961863377" sldId="264"/>
            <ac:spMk id="87" creationId="{3A3A4EC1-D798-A837-4EB0-2217765DED32}"/>
          </ac:spMkLst>
        </pc:spChg>
        <pc:spChg chg="mod">
          <ac:chgData name="Saha, Biswajit" userId="4799f252-fb3f-4034-97bb-a0dfefb11811" providerId="ADAL" clId="{32509F62-455B-4C60-B8F5-1F89CFB9DF5A}" dt="2026-09-23T02:13:28.784" v="736" actId="14100"/>
          <ac:spMkLst>
            <pc:docMk/>
            <pc:sldMk cId="2961863377" sldId="264"/>
            <ac:spMk id="123" creationId="{4E1AC460-CDA1-C64F-1FB4-B27AA47367CC}"/>
          </ac:spMkLst>
        </pc:spChg>
        <pc:spChg chg="add mod">
          <ac:chgData name="Saha, Biswajit" userId="4799f252-fb3f-4034-97bb-a0dfefb11811" providerId="ADAL" clId="{32509F62-455B-4C60-B8F5-1F89CFB9DF5A}" dt="2026-09-23T02:12:54.604" v="734" actId="403"/>
          <ac:spMkLst>
            <pc:docMk/>
            <pc:sldMk cId="2961863377" sldId="264"/>
            <ac:spMk id="131" creationId="{A87F3527-E783-E2B0-0E7B-E59E7438B37F}"/>
          </ac:spMkLst>
        </pc:spChg>
        <pc:spChg chg="mod">
          <ac:chgData name="Saha, Biswajit" userId="4799f252-fb3f-4034-97bb-a0dfefb11811" providerId="ADAL" clId="{32509F62-455B-4C60-B8F5-1F89CFB9DF5A}" dt="2026-09-23T02:12:39.772" v="731" actId="27636"/>
          <ac:spMkLst>
            <pc:docMk/>
            <pc:sldMk cId="2961863377" sldId="264"/>
            <ac:spMk id="137" creationId="{D150605C-07F8-1375-F3CD-D146F1461081}"/>
          </ac:spMkLst>
        </pc:spChg>
        <pc:spChg chg="mod">
          <ac:chgData name="Saha, Biswajit" userId="4799f252-fb3f-4034-97bb-a0dfefb11811" providerId="ADAL" clId="{32509F62-455B-4C60-B8F5-1F89CFB9DF5A}" dt="2026-09-23T02:13:02.863" v="735" actId="403"/>
          <ac:spMkLst>
            <pc:docMk/>
            <pc:sldMk cId="2961863377" sldId="264"/>
            <ac:spMk id="139" creationId="{F31B61EF-FD78-FCD2-1EC9-04BB27ADA298}"/>
          </ac:spMkLst>
        </pc:spChg>
        <pc:spChg chg="mod">
          <ac:chgData name="Saha, Biswajit" userId="4799f252-fb3f-4034-97bb-a0dfefb11811" providerId="ADAL" clId="{32509F62-455B-4C60-B8F5-1F89CFB9DF5A}" dt="2026-09-23T02:13:28.784" v="736" actId="14100"/>
          <ac:spMkLst>
            <pc:docMk/>
            <pc:sldMk cId="2961863377" sldId="264"/>
            <ac:spMk id="153" creationId="{3E028933-5681-C57C-C7C0-667776AAD022}"/>
          </ac:spMkLst>
        </pc:spChg>
        <pc:spChg chg="mod">
          <ac:chgData name="Saha, Biswajit" userId="4799f252-fb3f-4034-97bb-a0dfefb11811" providerId="ADAL" clId="{32509F62-455B-4C60-B8F5-1F89CFB9DF5A}" dt="2026-09-23T02:13:02.863" v="735" actId="403"/>
          <ac:spMkLst>
            <pc:docMk/>
            <pc:sldMk cId="2961863377" sldId="264"/>
            <ac:spMk id="161" creationId="{D9F37E20-1C80-C52B-A560-A0271ED432D3}"/>
          </ac:spMkLst>
        </pc:spChg>
        <pc:spChg chg="add mod">
          <ac:chgData name="Saha, Biswajit" userId="4799f252-fb3f-4034-97bb-a0dfefb11811" providerId="ADAL" clId="{32509F62-455B-4C60-B8F5-1F89CFB9DF5A}" dt="2026-09-23T02:12:54.604" v="734" actId="403"/>
          <ac:spMkLst>
            <pc:docMk/>
            <pc:sldMk cId="2961863377" sldId="264"/>
            <ac:spMk id="165" creationId="{02AF3020-D338-5474-385E-0BA86EE17377}"/>
          </ac:spMkLst>
        </pc:spChg>
        <pc:spChg chg="mod">
          <ac:chgData name="Saha, Biswajit" userId="4799f252-fb3f-4034-97bb-a0dfefb11811" providerId="ADAL" clId="{32509F62-455B-4C60-B8F5-1F89CFB9DF5A}" dt="2026-09-23T02:13:28.784" v="736" actId="14100"/>
          <ac:spMkLst>
            <pc:docMk/>
            <pc:sldMk cId="2961863377" sldId="264"/>
            <ac:spMk id="171" creationId="{5FC35E47-A289-3A6C-898D-AD6655A1E4AF}"/>
          </ac:spMkLst>
        </pc:spChg>
        <pc:spChg chg="mod">
          <ac:chgData name="Saha, Biswajit" userId="4799f252-fb3f-4034-97bb-a0dfefb11811" providerId="ADAL" clId="{32509F62-455B-4C60-B8F5-1F89CFB9DF5A}" dt="2026-09-23T02:12:46.322" v="733" actId="27636"/>
          <ac:spMkLst>
            <pc:docMk/>
            <pc:sldMk cId="2961863377" sldId="264"/>
            <ac:spMk id="175" creationId="{388958D7-84ED-B7A8-83B1-48B814C215D0}"/>
          </ac:spMkLst>
        </pc:spChg>
        <pc:spChg chg="mod">
          <ac:chgData name="Saha, Biswajit" userId="4799f252-fb3f-4034-97bb-a0dfefb11811" providerId="ADAL" clId="{32509F62-455B-4C60-B8F5-1F89CFB9DF5A}" dt="2026-09-23T02:13:02.863" v="735" actId="403"/>
          <ac:spMkLst>
            <pc:docMk/>
            <pc:sldMk cId="2961863377" sldId="264"/>
            <ac:spMk id="185" creationId="{AEF5BB9C-01E2-AEAA-A613-C67D74DD9B43}"/>
          </ac:spMkLst>
        </pc:spChg>
        <pc:spChg chg="mod">
          <ac:chgData name="Saha, Biswajit" userId="4799f252-fb3f-4034-97bb-a0dfefb11811" providerId="ADAL" clId="{32509F62-455B-4C60-B8F5-1F89CFB9DF5A}" dt="2026-09-23T02:13:02.863" v="735" actId="403"/>
          <ac:spMkLst>
            <pc:docMk/>
            <pc:sldMk cId="2961863377" sldId="264"/>
            <ac:spMk id="206" creationId="{AF17BE61-8EC2-1D2D-B4F3-C084DA8F04D3}"/>
          </ac:spMkLst>
        </pc:spChg>
        <pc:spChg chg="mod">
          <ac:chgData name="Saha, Biswajit" userId="4799f252-fb3f-4034-97bb-a0dfefb11811" providerId="ADAL" clId="{32509F62-455B-4C60-B8F5-1F89CFB9DF5A}" dt="2026-09-23T02:13:28.784" v="736" actId="14100"/>
          <ac:spMkLst>
            <pc:docMk/>
            <pc:sldMk cId="2961863377" sldId="264"/>
            <ac:spMk id="216" creationId="{33365A24-F464-A26E-2BBF-737553462E08}"/>
          </ac:spMkLst>
        </pc:spChg>
        <pc:spChg chg="add mod">
          <ac:chgData name="Saha, Biswajit" userId="4799f252-fb3f-4034-97bb-a0dfefb11811" providerId="ADAL" clId="{32509F62-455B-4C60-B8F5-1F89CFB9DF5A}" dt="2026-09-23T02:13:02.863" v="735" actId="403"/>
          <ac:spMkLst>
            <pc:docMk/>
            <pc:sldMk cId="2961863377" sldId="264"/>
            <ac:spMk id="224" creationId="{FE5581CA-9CAF-8367-B8FD-8D1A727C5BFB}"/>
          </ac:spMkLst>
        </pc:spChg>
        <pc:spChg chg="mod">
          <ac:chgData name="Saha, Biswajit" userId="4799f252-fb3f-4034-97bb-a0dfefb11811" providerId="ADAL" clId="{32509F62-455B-4C60-B8F5-1F89CFB9DF5A}" dt="2026-09-23T02:12:39.715" v="726" actId="27636"/>
          <ac:spMkLst>
            <pc:docMk/>
            <pc:sldMk cId="2961863377" sldId="264"/>
            <ac:spMk id="230" creationId="{B7F0A3F1-DA25-1C6C-E157-193C02B60990}"/>
          </ac:spMkLst>
        </pc:spChg>
        <pc:spChg chg="add mod">
          <ac:chgData name="Saha, Biswajit" userId="4799f252-fb3f-4034-97bb-a0dfefb11811" providerId="ADAL" clId="{32509F62-455B-4C60-B8F5-1F89CFB9DF5A}" dt="2026-09-23T02:13:28.784" v="736" actId="14100"/>
          <ac:spMkLst>
            <pc:docMk/>
            <pc:sldMk cId="2961863377" sldId="264"/>
            <ac:spMk id="244" creationId="{C59D2D4F-FBE2-68F1-E02F-06744FA312AC}"/>
          </ac:spMkLst>
        </pc:spChg>
        <pc:spChg chg="mod">
          <ac:chgData name="Saha, Biswajit" userId="4799f252-fb3f-4034-97bb-a0dfefb11811" providerId="ADAL" clId="{32509F62-455B-4C60-B8F5-1F89CFB9DF5A}" dt="2026-09-23T02:13:02.863" v="735" actId="403"/>
          <ac:spMkLst>
            <pc:docMk/>
            <pc:sldMk cId="2961863377" sldId="264"/>
            <ac:spMk id="252" creationId="{B997BB99-9E1C-6205-2755-9D96AF7F68B5}"/>
          </ac:spMkLst>
        </pc:spChg>
        <pc:spChg chg="mod">
          <ac:chgData name="Saha, Biswajit" userId="4799f252-fb3f-4034-97bb-a0dfefb11811" providerId="ADAL" clId="{32509F62-455B-4C60-B8F5-1F89CFB9DF5A}" dt="2026-09-23T02:12:39.738" v="728" actId="27636"/>
          <ac:spMkLst>
            <pc:docMk/>
            <pc:sldMk cId="2961863377" sldId="264"/>
            <ac:spMk id="260" creationId="{DD7A3218-284C-8579-3736-EE290107F4E9}"/>
          </ac:spMkLst>
        </pc:spChg>
        <pc:spChg chg="mod">
          <ac:chgData name="Saha, Biswajit" userId="4799f252-fb3f-4034-97bb-a0dfefb11811" providerId="ADAL" clId="{32509F62-455B-4C60-B8F5-1F89CFB9DF5A}" dt="2026-09-23T02:13:28.784" v="736" actId="14100"/>
          <ac:spMkLst>
            <pc:docMk/>
            <pc:sldMk cId="2961863377" sldId="264"/>
            <ac:spMk id="262" creationId="{43ECBE13-F39A-6771-396D-67F3430BB486}"/>
          </ac:spMkLst>
        </pc:spChg>
        <pc:spChg chg="add mod">
          <ac:chgData name="Saha, Biswajit" userId="4799f252-fb3f-4034-97bb-a0dfefb11811" providerId="ADAL" clId="{32509F62-455B-4C60-B8F5-1F89CFB9DF5A}" dt="2026-09-23T02:12:54.604" v="734" actId="403"/>
          <ac:spMkLst>
            <pc:docMk/>
            <pc:sldMk cId="2961863377" sldId="264"/>
            <ac:spMk id="268" creationId="{F0719A3C-9F99-E6A2-C1FB-D6425AB45F02}"/>
          </ac:spMkLst>
        </pc:spChg>
        <pc:spChg chg="mod">
          <ac:chgData name="Saha, Biswajit" userId="4799f252-fb3f-4034-97bb-a0dfefb11811" providerId="ADAL" clId="{32509F62-455B-4C60-B8F5-1F89CFB9DF5A}" dt="2026-09-23T02:13:28.784" v="736" actId="14100"/>
          <ac:spMkLst>
            <pc:docMk/>
            <pc:sldMk cId="2961863377" sldId="264"/>
            <ac:spMk id="280" creationId="{D84A65A7-44AE-541C-EDAE-1C8C79C7FAB5}"/>
          </ac:spMkLst>
        </pc:spChg>
        <pc:spChg chg="mod">
          <ac:chgData name="Saha, Biswajit" userId="4799f252-fb3f-4034-97bb-a0dfefb11811" providerId="ADAL" clId="{32509F62-455B-4C60-B8F5-1F89CFB9DF5A}" dt="2026-09-23T02:13:28.784" v="736" actId="14100"/>
          <ac:spMkLst>
            <pc:docMk/>
            <pc:sldMk cId="2961863377" sldId="264"/>
            <ac:spMk id="298" creationId="{DF3AD47D-311A-43E1-8CB4-03E747C901C7}"/>
          </ac:spMkLst>
        </pc:spChg>
        <pc:spChg chg="mod">
          <ac:chgData name="Saha, Biswajit" userId="4799f252-fb3f-4034-97bb-a0dfefb11811" providerId="ADAL" clId="{32509F62-455B-4C60-B8F5-1F89CFB9DF5A}" dt="2026-09-23T02:13:02.863" v="735" actId="403"/>
          <ac:spMkLst>
            <pc:docMk/>
            <pc:sldMk cId="2961863377" sldId="264"/>
            <ac:spMk id="306" creationId="{29832ED5-4430-F98F-67E5-02BB86E623B5}"/>
          </ac:spMkLst>
        </pc:spChg>
        <pc:spChg chg="add mod">
          <ac:chgData name="Saha, Biswajit" userId="4799f252-fb3f-4034-97bb-a0dfefb11811" providerId="ADAL" clId="{32509F62-455B-4C60-B8F5-1F89CFB9DF5A}" dt="2026-09-23T02:12:54.604" v="734" actId="403"/>
          <ac:spMkLst>
            <pc:docMk/>
            <pc:sldMk cId="2961863377" sldId="264"/>
            <ac:spMk id="308" creationId="{EFD74932-F2B5-51E6-1145-C87BCD8F9456}"/>
          </ac:spMkLst>
        </pc:spChg>
        <pc:spChg chg="add mod">
          <ac:chgData name="Saha, Biswajit" userId="4799f252-fb3f-4034-97bb-a0dfefb11811" providerId="ADAL" clId="{32509F62-455B-4C60-B8F5-1F89CFB9DF5A}" dt="2026-09-23T02:13:02.863" v="735" actId="403"/>
          <ac:spMkLst>
            <pc:docMk/>
            <pc:sldMk cId="2961863377" sldId="264"/>
            <ac:spMk id="324" creationId="{D8A8436A-A03C-2EEA-EF01-5357671D6E17}"/>
          </ac:spMkLst>
        </pc:spChg>
        <pc:spChg chg="add mod">
          <ac:chgData name="Saha, Biswajit" userId="4799f252-fb3f-4034-97bb-a0dfefb11811" providerId="ADAL" clId="{32509F62-455B-4C60-B8F5-1F89CFB9DF5A}" dt="2026-09-23T02:12:54.604" v="734" actId="403"/>
          <ac:spMkLst>
            <pc:docMk/>
            <pc:sldMk cId="2961863377" sldId="264"/>
            <ac:spMk id="334" creationId="{8E0BAB50-2CBE-1FC1-1B14-1FAAB492D45B}"/>
          </ac:spMkLst>
        </pc:spChg>
      </pc:sldChg>
      <pc:sldChg chg="addSp delSp modSp add mod">
        <pc:chgData name="Saha, Biswajit" userId="4799f252-fb3f-4034-97bb-a0dfefb11811" providerId="ADAL" clId="{32509F62-455B-4C60-B8F5-1F89CFB9DF5A}" dt="2026-09-23T02:16:18.593" v="761"/>
        <pc:sldMkLst>
          <pc:docMk/>
          <pc:sldMk cId="4149489036" sldId="265"/>
        </pc:sldMkLst>
        <pc:spChg chg="mod">
          <ac:chgData name="Saha, Biswajit" userId="4799f252-fb3f-4034-97bb-a0dfefb11811" providerId="ADAL" clId="{32509F62-455B-4C60-B8F5-1F89CFB9DF5A}" dt="2026-09-23T02:16:18.593" v="761"/>
          <ac:spMkLst>
            <pc:docMk/>
            <pc:sldMk cId="4149489036" sldId="265"/>
            <ac:spMk id="2" creationId="{12D3AD88-24C4-89BC-64AA-1AB3BDB1FDA0}"/>
          </ac:spMkLst>
        </pc:spChg>
        <pc:spChg chg="mod">
          <ac:chgData name="Saha, Biswajit" userId="4799f252-fb3f-4034-97bb-a0dfefb11811" providerId="ADAL" clId="{32509F62-455B-4C60-B8F5-1F89CFB9DF5A}" dt="2026-09-23T02:15:43.056" v="753" actId="27636"/>
          <ac:spMkLst>
            <pc:docMk/>
            <pc:sldMk cId="4149489036" sldId="265"/>
            <ac:spMk id="16" creationId="{8CBA9E5D-89EB-8C14-0297-49EDFA80849A}"/>
          </ac:spMkLst>
        </pc:spChg>
        <pc:spChg chg="mod">
          <ac:chgData name="Saha, Biswajit" userId="4799f252-fb3f-4034-97bb-a0dfefb11811" providerId="ADAL" clId="{32509F62-455B-4C60-B8F5-1F89CFB9DF5A}" dt="2026-09-23T02:15:43.044" v="751" actId="27636"/>
          <ac:spMkLst>
            <pc:docMk/>
            <pc:sldMk cId="4149489036" sldId="265"/>
            <ac:spMk id="42" creationId="{A7EB44D0-5370-2725-0415-CB10D6DD68C2}"/>
          </ac:spMkLst>
        </pc:spChg>
        <pc:spChg chg="mod">
          <ac:chgData name="Saha, Biswajit" userId="4799f252-fb3f-4034-97bb-a0dfefb11811" providerId="ADAL" clId="{32509F62-455B-4C60-B8F5-1F89CFB9DF5A}" dt="2026-09-23T02:15:43.050" v="752" actId="27636"/>
          <ac:spMkLst>
            <pc:docMk/>
            <pc:sldMk cId="4149489036" sldId="265"/>
            <ac:spMk id="66" creationId="{12997C50-CD28-A013-B636-019CEBEF140D}"/>
          </ac:spMkLst>
        </pc:spChg>
        <pc:spChg chg="mod">
          <ac:chgData name="Saha, Biswajit" userId="4799f252-fb3f-4034-97bb-a0dfefb11811" providerId="ADAL" clId="{32509F62-455B-4C60-B8F5-1F89CFB9DF5A}" dt="2026-09-23T02:15:43.070" v="755" actId="27636"/>
          <ac:spMkLst>
            <pc:docMk/>
            <pc:sldMk cId="4149489036" sldId="265"/>
            <ac:spMk id="90" creationId="{B7431E3A-8464-0C0B-85E0-1E647F1C89A5}"/>
          </ac:spMkLst>
        </pc:spChg>
        <pc:spChg chg="mod">
          <ac:chgData name="Saha, Biswajit" userId="4799f252-fb3f-4034-97bb-a0dfefb11811" providerId="ADAL" clId="{32509F62-455B-4C60-B8F5-1F89CFB9DF5A}" dt="2026-09-23T02:15:43.022" v="748" actId="27636"/>
          <ac:spMkLst>
            <pc:docMk/>
            <pc:sldMk cId="4149489036" sldId="265"/>
            <ac:spMk id="114" creationId="{795C5184-CBC7-CFD5-E887-42068225FC08}"/>
          </ac:spMkLst>
        </pc:spChg>
        <pc:spChg chg="add mod">
          <ac:chgData name="Saha, Biswajit" userId="4799f252-fb3f-4034-97bb-a0dfefb11811" providerId="ADAL" clId="{32509F62-455B-4C60-B8F5-1F89CFB9DF5A}" dt="2026-09-23T02:15:49.366" v="759" actId="403"/>
          <ac:spMkLst>
            <pc:docMk/>
            <pc:sldMk cId="4149489036" sldId="265"/>
            <ac:spMk id="125" creationId="{442CADE2-2919-C7DB-A116-0807554377D8}"/>
          </ac:spMkLst>
        </pc:spChg>
        <pc:spChg chg="add mod">
          <ac:chgData name="Saha, Biswajit" userId="4799f252-fb3f-4034-97bb-a0dfefb11811" providerId="ADAL" clId="{32509F62-455B-4C60-B8F5-1F89CFB9DF5A}" dt="2026-09-23T02:15:49.366" v="759" actId="403"/>
          <ac:spMkLst>
            <pc:docMk/>
            <pc:sldMk cId="4149489036" sldId="265"/>
            <ac:spMk id="136" creationId="{6914A7DA-3BFC-1CFE-5779-EDA40017D4E1}"/>
          </ac:spMkLst>
        </pc:spChg>
        <pc:spChg chg="mod">
          <ac:chgData name="Saha, Biswajit" userId="4799f252-fb3f-4034-97bb-a0dfefb11811" providerId="ADAL" clId="{32509F62-455B-4C60-B8F5-1F89CFB9DF5A}" dt="2026-09-23T02:15:43.030" v="749" actId="27636"/>
          <ac:spMkLst>
            <pc:docMk/>
            <pc:sldMk cId="4149489036" sldId="265"/>
            <ac:spMk id="144" creationId="{0910B3DC-3C10-D1FC-B6FC-48233EDEDCDC}"/>
          </ac:spMkLst>
        </pc:spChg>
        <pc:spChg chg="add mod">
          <ac:chgData name="Saha, Biswajit" userId="4799f252-fb3f-4034-97bb-a0dfefb11811" providerId="ADAL" clId="{32509F62-455B-4C60-B8F5-1F89CFB9DF5A}" dt="2026-09-23T02:15:49.366" v="759" actId="403"/>
          <ac:spMkLst>
            <pc:docMk/>
            <pc:sldMk cId="4149489036" sldId="265"/>
            <ac:spMk id="152" creationId="{5AF37833-FD69-8495-873C-389503A97EF3}"/>
          </ac:spMkLst>
        </pc:spChg>
        <pc:spChg chg="add mod">
          <ac:chgData name="Saha, Biswajit" userId="4799f252-fb3f-4034-97bb-a0dfefb11811" providerId="ADAL" clId="{32509F62-455B-4C60-B8F5-1F89CFB9DF5A}" dt="2026-09-23T02:15:49.366" v="759" actId="403"/>
          <ac:spMkLst>
            <pc:docMk/>
            <pc:sldMk cId="4149489036" sldId="265"/>
            <ac:spMk id="172" creationId="{1148E31F-AF96-220A-FB89-90CFDEA5BF7A}"/>
          </ac:spMkLst>
        </pc:spChg>
        <pc:spChg chg="mod">
          <ac:chgData name="Saha, Biswajit" userId="4799f252-fb3f-4034-97bb-a0dfefb11811" providerId="ADAL" clId="{32509F62-455B-4C60-B8F5-1F89CFB9DF5A}" dt="2026-09-23T02:15:43.016" v="747" actId="27636"/>
          <ac:spMkLst>
            <pc:docMk/>
            <pc:sldMk cId="4149489036" sldId="265"/>
            <ac:spMk id="180" creationId="{EEE2CCFA-073A-2D99-ED67-3953989DF0FE}"/>
          </ac:spMkLst>
        </pc:spChg>
        <pc:spChg chg="add mod">
          <ac:chgData name="Saha, Biswajit" userId="4799f252-fb3f-4034-97bb-a0dfefb11811" providerId="ADAL" clId="{32509F62-455B-4C60-B8F5-1F89CFB9DF5A}" dt="2026-09-23T02:15:49.366" v="759" actId="403"/>
          <ac:spMkLst>
            <pc:docMk/>
            <pc:sldMk cId="4149489036" sldId="265"/>
            <ac:spMk id="183" creationId="{EAA5D4F7-3431-7AF0-D6A9-1B8F82F14009}"/>
          </ac:spMkLst>
        </pc:spChg>
        <pc:spChg chg="add mod">
          <ac:chgData name="Saha, Biswajit" userId="4799f252-fb3f-4034-97bb-a0dfefb11811" providerId="ADAL" clId="{32509F62-455B-4C60-B8F5-1F89CFB9DF5A}" dt="2026-09-23T02:15:49.366" v="759" actId="403"/>
          <ac:spMkLst>
            <pc:docMk/>
            <pc:sldMk cId="4149489036" sldId="265"/>
            <ac:spMk id="186" creationId="{E752EDD7-ED9C-83B7-8AFE-BD2BA93CFAC1}"/>
          </ac:spMkLst>
        </pc:spChg>
        <pc:spChg chg="mod">
          <ac:chgData name="Saha, Biswajit" userId="4799f252-fb3f-4034-97bb-a0dfefb11811" providerId="ADAL" clId="{32509F62-455B-4C60-B8F5-1F89CFB9DF5A}" dt="2026-09-23T02:15:43.037" v="750" actId="27636"/>
          <ac:spMkLst>
            <pc:docMk/>
            <pc:sldMk cId="4149489036" sldId="265"/>
            <ac:spMk id="191" creationId="{1FA66F91-CA57-627E-1958-077D60947826}"/>
          </ac:spMkLst>
        </pc:spChg>
        <pc:spChg chg="add mod">
          <ac:chgData name="Saha, Biswajit" userId="4799f252-fb3f-4034-97bb-a0dfefb11811" providerId="ADAL" clId="{32509F62-455B-4C60-B8F5-1F89CFB9DF5A}" dt="2026-09-23T02:15:49.366" v="759" actId="403"/>
          <ac:spMkLst>
            <pc:docMk/>
            <pc:sldMk cId="4149489036" sldId="265"/>
            <ac:spMk id="199" creationId="{C6719DAD-B60F-2BAF-15A1-BDED184CEDF5}"/>
          </ac:spMkLst>
        </pc:spChg>
        <pc:spChg chg="mod">
          <ac:chgData name="Saha, Biswajit" userId="4799f252-fb3f-4034-97bb-a0dfefb11811" providerId="ADAL" clId="{32509F62-455B-4C60-B8F5-1F89CFB9DF5A}" dt="2026-09-23T02:15:43.089" v="758" actId="27636"/>
          <ac:spMkLst>
            <pc:docMk/>
            <pc:sldMk cId="4149489036" sldId="265"/>
            <ac:spMk id="227" creationId="{847C9F4C-B53F-3069-D1E3-AD39AFEE21B3}"/>
          </ac:spMkLst>
        </pc:spChg>
        <pc:spChg chg="mod">
          <ac:chgData name="Saha, Biswajit" userId="4799f252-fb3f-4034-97bb-a0dfefb11811" providerId="ADAL" clId="{32509F62-455B-4C60-B8F5-1F89CFB9DF5A}" dt="2026-09-23T02:15:43.076" v="756" actId="27636"/>
          <ac:spMkLst>
            <pc:docMk/>
            <pc:sldMk cId="4149489036" sldId="265"/>
            <ac:spMk id="263" creationId="{5159B547-D00D-7A73-70F7-11556181AA77}"/>
          </ac:spMkLst>
        </pc:spChg>
        <pc:spChg chg="add mod">
          <ac:chgData name="Saha, Biswajit" userId="4799f252-fb3f-4034-97bb-a0dfefb11811" providerId="ADAL" clId="{32509F62-455B-4C60-B8F5-1F89CFB9DF5A}" dt="2026-09-23T02:15:49.366" v="759" actId="403"/>
          <ac:spMkLst>
            <pc:docMk/>
            <pc:sldMk cId="4149489036" sldId="265"/>
            <ac:spMk id="267" creationId="{23FCDF21-4CED-9B7A-CB69-810C45C7DB51}"/>
          </ac:spMkLst>
        </pc:spChg>
        <pc:spChg chg="mod">
          <ac:chgData name="Saha, Biswajit" userId="4799f252-fb3f-4034-97bb-a0dfefb11811" providerId="ADAL" clId="{32509F62-455B-4C60-B8F5-1F89CFB9DF5A}" dt="2026-09-23T02:15:43.063" v="754" actId="27636"/>
          <ac:spMkLst>
            <pc:docMk/>
            <pc:sldMk cId="4149489036" sldId="265"/>
            <ac:spMk id="299" creationId="{B11E4A0D-88B3-CAC3-6E9C-A0E1F813B9F0}"/>
          </ac:spMkLst>
        </pc:spChg>
        <pc:spChg chg="add mod">
          <ac:chgData name="Saha, Biswajit" userId="4799f252-fb3f-4034-97bb-a0dfefb11811" providerId="ADAL" clId="{32509F62-455B-4C60-B8F5-1F89CFB9DF5A}" dt="2026-09-23T02:15:49.366" v="759" actId="403"/>
          <ac:spMkLst>
            <pc:docMk/>
            <pc:sldMk cId="4149489036" sldId="265"/>
            <ac:spMk id="307" creationId="{D95CB667-42FD-7572-DF9A-390E79CD531B}"/>
          </ac:spMkLst>
        </pc:spChg>
        <pc:spChg chg="mod">
          <ac:chgData name="Saha, Biswajit" userId="4799f252-fb3f-4034-97bb-a0dfefb11811" providerId="ADAL" clId="{32509F62-455B-4C60-B8F5-1F89CFB9DF5A}" dt="2026-09-23T02:15:43.083" v="757" actId="27636"/>
          <ac:spMkLst>
            <pc:docMk/>
            <pc:sldMk cId="4149489036" sldId="265"/>
            <ac:spMk id="335" creationId="{980C0F1D-7602-EC8F-1CBF-3D7121478E8F}"/>
          </ac:spMkLst>
        </pc:spChg>
        <pc:spChg chg="add mod">
          <ac:chgData name="Saha, Biswajit" userId="4799f252-fb3f-4034-97bb-a0dfefb11811" providerId="ADAL" clId="{32509F62-455B-4C60-B8F5-1F89CFB9DF5A}" dt="2026-09-23T02:15:49.366" v="759" actId="403"/>
          <ac:spMkLst>
            <pc:docMk/>
            <pc:sldMk cId="4149489036" sldId="265"/>
            <ac:spMk id="340" creationId="{82FCE14A-885D-778E-8439-C2211A6B2118}"/>
          </ac:spMkLst>
        </pc:spChg>
      </pc:sldChg>
      <pc:sldChg chg="delSp modSp add mod">
        <pc:chgData name="Saha, Biswajit" userId="4799f252-fb3f-4034-97bb-a0dfefb11811" providerId="ADAL" clId="{32509F62-455B-4C60-B8F5-1F89CFB9DF5A}" dt="2026-09-23T02:51:55.791" v="926" actId="2711"/>
        <pc:sldMkLst>
          <pc:docMk/>
          <pc:sldMk cId="0" sldId="267"/>
        </pc:sldMkLst>
        <pc:spChg chg="mod">
          <ac:chgData name="Saha, Biswajit" userId="4799f252-fb3f-4034-97bb-a0dfefb11811" providerId="ADAL" clId="{32509F62-455B-4C60-B8F5-1F89CFB9DF5A}" dt="2026-09-22T10:54:31.438" v="9" actId="20577"/>
          <ac:spMkLst>
            <pc:docMk/>
            <pc:sldMk cId="0" sldId="267"/>
            <ac:spMk id="2" creationId="{00000000-0000-0000-0000-000000000000}"/>
          </ac:spMkLst>
        </pc:spChg>
        <pc:spChg chg="mod">
          <ac:chgData name="Saha, Biswajit" userId="4799f252-fb3f-4034-97bb-a0dfefb11811" providerId="ADAL" clId="{32509F62-455B-4C60-B8F5-1F89CFB9DF5A}" dt="2026-09-23T02:51:55.791" v="926" actId="2711"/>
          <ac:spMkLst>
            <pc:docMk/>
            <pc:sldMk cId="0" sldId="267"/>
            <ac:spMk id="4" creationId="{00000000-0000-0000-0000-000000000000}"/>
          </ac:spMkLst>
        </pc:spChg>
        <pc:spChg chg="mod">
          <ac:chgData name="Saha, Biswajit" userId="4799f252-fb3f-4034-97bb-a0dfefb11811" providerId="ADAL" clId="{32509F62-455B-4C60-B8F5-1F89CFB9DF5A}" dt="2026-09-23T02:51:55.791" v="926" actId="2711"/>
          <ac:spMkLst>
            <pc:docMk/>
            <pc:sldMk cId="0" sldId="267"/>
            <ac:spMk id="5" creationId="{00000000-0000-0000-0000-000000000000}"/>
          </ac:spMkLst>
        </pc:spChg>
        <pc:spChg chg="mod">
          <ac:chgData name="Saha, Biswajit" userId="4799f252-fb3f-4034-97bb-a0dfefb11811" providerId="ADAL" clId="{32509F62-455B-4C60-B8F5-1F89CFB9DF5A}" dt="2026-09-23T02:51:55.791" v="926" actId="2711"/>
          <ac:spMkLst>
            <pc:docMk/>
            <pc:sldMk cId="0" sldId="267"/>
            <ac:spMk id="7" creationId="{00000000-0000-0000-0000-000000000000}"/>
          </ac:spMkLst>
        </pc:spChg>
        <pc:spChg chg="mod">
          <ac:chgData name="Saha, Biswajit" userId="4799f252-fb3f-4034-97bb-a0dfefb11811" providerId="ADAL" clId="{32509F62-455B-4C60-B8F5-1F89CFB9DF5A}" dt="2026-09-23T02:51:55.791" v="926" actId="2711"/>
          <ac:spMkLst>
            <pc:docMk/>
            <pc:sldMk cId="0" sldId="267"/>
            <ac:spMk id="8" creationId="{00000000-0000-0000-0000-000000000000}"/>
          </ac:spMkLst>
        </pc:spChg>
        <pc:spChg chg="mod">
          <ac:chgData name="Saha, Biswajit" userId="4799f252-fb3f-4034-97bb-a0dfefb11811" providerId="ADAL" clId="{32509F62-455B-4C60-B8F5-1F89CFB9DF5A}" dt="2026-09-23T02:51:55.791" v="926" actId="2711"/>
          <ac:spMkLst>
            <pc:docMk/>
            <pc:sldMk cId="0" sldId="267"/>
            <ac:spMk id="9" creationId="{00000000-0000-0000-0000-000000000000}"/>
          </ac:spMkLst>
        </pc:spChg>
        <pc:spChg chg="mod">
          <ac:chgData name="Saha, Biswajit" userId="4799f252-fb3f-4034-97bb-a0dfefb11811" providerId="ADAL" clId="{32509F62-455B-4C60-B8F5-1F89CFB9DF5A}" dt="2026-09-23T02:51:55.791" v="926" actId="2711"/>
          <ac:spMkLst>
            <pc:docMk/>
            <pc:sldMk cId="0" sldId="267"/>
            <ac:spMk id="10" creationId="{00000000-0000-0000-0000-000000000000}"/>
          </ac:spMkLst>
        </pc:spChg>
        <pc:spChg chg="mod">
          <ac:chgData name="Saha, Biswajit" userId="4799f252-fb3f-4034-97bb-a0dfefb11811" providerId="ADAL" clId="{32509F62-455B-4C60-B8F5-1F89CFB9DF5A}" dt="2026-09-23T02:51:55.791" v="926" actId="2711"/>
          <ac:spMkLst>
            <pc:docMk/>
            <pc:sldMk cId="0" sldId="267"/>
            <ac:spMk id="11" creationId="{00000000-0000-0000-0000-000000000000}"/>
          </ac:spMkLst>
        </pc:spChg>
        <pc:spChg chg="mod">
          <ac:chgData name="Saha, Biswajit" userId="4799f252-fb3f-4034-97bb-a0dfefb11811" providerId="ADAL" clId="{32509F62-455B-4C60-B8F5-1F89CFB9DF5A}" dt="2026-09-23T02:51:55.791" v="926" actId="2711"/>
          <ac:spMkLst>
            <pc:docMk/>
            <pc:sldMk cId="0" sldId="267"/>
            <ac:spMk id="13" creationId="{00000000-0000-0000-0000-000000000000}"/>
          </ac:spMkLst>
        </pc:spChg>
        <pc:spChg chg="mod">
          <ac:chgData name="Saha, Biswajit" userId="4799f252-fb3f-4034-97bb-a0dfefb11811" providerId="ADAL" clId="{32509F62-455B-4C60-B8F5-1F89CFB9DF5A}" dt="2026-09-23T02:51:55.791" v="926" actId="2711"/>
          <ac:spMkLst>
            <pc:docMk/>
            <pc:sldMk cId="0" sldId="267"/>
            <ac:spMk id="14" creationId="{00000000-0000-0000-0000-000000000000}"/>
          </ac:spMkLst>
        </pc:spChg>
        <pc:spChg chg="mod">
          <ac:chgData name="Saha, Biswajit" userId="4799f252-fb3f-4034-97bb-a0dfefb11811" providerId="ADAL" clId="{32509F62-455B-4C60-B8F5-1F89CFB9DF5A}" dt="2026-09-23T02:51:55.791" v="926" actId="2711"/>
          <ac:spMkLst>
            <pc:docMk/>
            <pc:sldMk cId="0" sldId="267"/>
            <ac:spMk id="15" creationId="{00000000-0000-0000-0000-000000000000}"/>
          </ac:spMkLst>
        </pc:spChg>
      </pc:sldChg>
      <pc:sldChg chg="addSp delSp modSp add mod">
        <pc:chgData name="Saha, Biswajit" userId="4799f252-fb3f-4034-97bb-a0dfefb11811" providerId="ADAL" clId="{32509F62-455B-4C60-B8F5-1F89CFB9DF5A}" dt="2026-09-23T02:52:58.940" v="932" actId="2711"/>
        <pc:sldMkLst>
          <pc:docMk/>
          <pc:sldMk cId="749733523" sldId="268"/>
        </pc:sldMkLst>
        <pc:spChg chg="mod">
          <ac:chgData name="Saha, Biswajit" userId="4799f252-fb3f-4034-97bb-a0dfefb11811" providerId="ADAL" clId="{32509F62-455B-4C60-B8F5-1F89CFB9DF5A}" dt="2026-09-23T02:25:03.384" v="805"/>
          <ac:spMkLst>
            <pc:docMk/>
            <pc:sldMk cId="749733523" sldId="268"/>
            <ac:spMk id="3" creationId="{00000000-0000-0000-0000-000000000000}"/>
          </ac:spMkLst>
        </pc:spChg>
        <pc:spChg chg="mod">
          <ac:chgData name="Saha, Biswajit" userId="4799f252-fb3f-4034-97bb-a0dfefb11811" providerId="ADAL" clId="{32509F62-455B-4C60-B8F5-1F89CFB9DF5A}" dt="2026-09-23T02:52:58.940" v="932" actId="2711"/>
          <ac:spMkLst>
            <pc:docMk/>
            <pc:sldMk cId="749733523" sldId="268"/>
            <ac:spMk id="8" creationId="{950B7A86-1E27-9A92-E62E-D6E47C65320B}"/>
          </ac:spMkLst>
        </pc:spChg>
        <pc:spChg chg="add mod">
          <ac:chgData name="Saha, Biswajit" userId="4799f252-fb3f-4034-97bb-a0dfefb11811" providerId="ADAL" clId="{32509F62-455B-4C60-B8F5-1F89CFB9DF5A}" dt="2026-09-23T02:26:03.187" v="814" actId="1076"/>
          <ac:spMkLst>
            <pc:docMk/>
            <pc:sldMk cId="749733523" sldId="268"/>
            <ac:spMk id="10" creationId="{089A0B47-3150-8561-A025-C65785182E5C}"/>
          </ac:spMkLst>
        </pc:spChg>
        <pc:spChg chg="add">
          <ac:chgData name="Saha, Biswajit" userId="4799f252-fb3f-4034-97bb-a0dfefb11811" providerId="ADAL" clId="{32509F62-455B-4C60-B8F5-1F89CFB9DF5A}" dt="2026-09-23T02:25:15.931" v="807" actId="22"/>
          <ac:spMkLst>
            <pc:docMk/>
            <pc:sldMk cId="749733523" sldId="268"/>
            <ac:spMk id="12" creationId="{CABE28DF-EB5E-77DA-D9EF-4A7774159DA6}"/>
          </ac:spMkLst>
        </pc:spChg>
        <pc:spChg chg="mod">
          <ac:chgData name="Saha, Biswajit" userId="4799f252-fb3f-4034-97bb-a0dfefb11811" providerId="ADAL" clId="{32509F62-455B-4C60-B8F5-1F89CFB9DF5A}" dt="2026-09-23T02:26:03.187" v="814" actId="1076"/>
          <ac:spMkLst>
            <pc:docMk/>
            <pc:sldMk cId="749733523" sldId="268"/>
            <ac:spMk id="14" creationId="{8D8CEB5A-0FA2-CE6A-F741-1DF98587BDF5}"/>
          </ac:spMkLst>
        </pc:spChg>
        <pc:spChg chg="add">
          <ac:chgData name="Saha, Biswajit" userId="4799f252-fb3f-4034-97bb-a0dfefb11811" providerId="ADAL" clId="{32509F62-455B-4C60-B8F5-1F89CFB9DF5A}" dt="2026-09-23T02:25:15.931" v="807" actId="22"/>
          <ac:spMkLst>
            <pc:docMk/>
            <pc:sldMk cId="749733523" sldId="268"/>
            <ac:spMk id="16" creationId="{0F769C31-699B-FF1A-EB42-538452A35758}"/>
          </ac:spMkLst>
        </pc:spChg>
        <pc:spChg chg="mod">
          <ac:chgData name="Saha, Biswajit" userId="4799f252-fb3f-4034-97bb-a0dfefb11811" providerId="ADAL" clId="{32509F62-455B-4C60-B8F5-1F89CFB9DF5A}" dt="2026-09-23T02:26:03.187" v="814" actId="1076"/>
          <ac:spMkLst>
            <pc:docMk/>
            <pc:sldMk cId="749733523" sldId="268"/>
            <ac:spMk id="44" creationId="{CD6957C5-F9DA-0BEE-80D5-35CDA0A42B66}"/>
          </ac:spMkLst>
        </pc:spChg>
        <pc:spChg chg="add mod">
          <ac:chgData name="Saha, Biswajit" userId="4799f252-fb3f-4034-97bb-a0dfefb11811" providerId="ADAL" clId="{32509F62-455B-4C60-B8F5-1F89CFB9DF5A}" dt="2026-09-23T02:52:58.940" v="932" actId="2711"/>
          <ac:spMkLst>
            <pc:docMk/>
            <pc:sldMk cId="749733523" sldId="268"/>
            <ac:spMk id="50" creationId="{2E43E6A1-73DE-4926-51CA-FF9021945D6D}"/>
          </ac:spMkLst>
        </pc:spChg>
        <pc:spChg chg="mod">
          <ac:chgData name="Saha, Biswajit" userId="4799f252-fb3f-4034-97bb-a0dfefb11811" providerId="ADAL" clId="{32509F62-455B-4C60-B8F5-1F89CFB9DF5A}" dt="2026-09-23T02:26:03.187" v="814" actId="1076"/>
          <ac:spMkLst>
            <pc:docMk/>
            <pc:sldMk cId="749733523" sldId="268"/>
            <ac:spMk id="56" creationId="{181E2F36-0F66-6A88-F881-EBD2596D9CDA}"/>
          </ac:spMkLst>
        </pc:spChg>
        <pc:spChg chg="add">
          <ac:chgData name="Saha, Biswajit" userId="4799f252-fb3f-4034-97bb-a0dfefb11811" providerId="ADAL" clId="{32509F62-455B-4C60-B8F5-1F89CFB9DF5A}" dt="2026-09-23T02:25:15.931" v="807" actId="22"/>
          <ac:spMkLst>
            <pc:docMk/>
            <pc:sldMk cId="749733523" sldId="268"/>
            <ac:spMk id="60" creationId="{F982DB2F-9429-2876-597B-87071B05AC5F}"/>
          </ac:spMkLst>
        </pc:spChg>
        <pc:spChg chg="mod">
          <ac:chgData name="Saha, Biswajit" userId="4799f252-fb3f-4034-97bb-a0dfefb11811" providerId="ADAL" clId="{32509F62-455B-4C60-B8F5-1F89CFB9DF5A}" dt="2026-09-23T02:26:03.187" v="814" actId="1076"/>
          <ac:spMkLst>
            <pc:docMk/>
            <pc:sldMk cId="749733523" sldId="268"/>
            <ac:spMk id="66" creationId="{89EEBB18-3908-684D-1B69-5E5043D9CA5F}"/>
          </ac:spMkLst>
        </pc:spChg>
        <pc:spChg chg="mod">
          <ac:chgData name="Saha, Biswajit" userId="4799f252-fb3f-4034-97bb-a0dfefb11811" providerId="ADAL" clId="{32509F62-455B-4C60-B8F5-1F89CFB9DF5A}" dt="2026-09-23T02:52:58.940" v="932" actId="2711"/>
          <ac:spMkLst>
            <pc:docMk/>
            <pc:sldMk cId="749733523" sldId="268"/>
            <ac:spMk id="70" creationId="{3ACAE793-251B-2DE3-3C6E-4025002D130E}"/>
          </ac:spMkLst>
        </pc:spChg>
        <pc:spChg chg="add">
          <ac:chgData name="Saha, Biswajit" userId="4799f252-fb3f-4034-97bb-a0dfefb11811" providerId="ADAL" clId="{32509F62-455B-4C60-B8F5-1F89CFB9DF5A}" dt="2026-09-23T02:25:15.931" v="807" actId="22"/>
          <ac:spMkLst>
            <pc:docMk/>
            <pc:sldMk cId="749733523" sldId="268"/>
            <ac:spMk id="74" creationId="{D751A6B0-2BBA-3657-D337-F55D8E2F93DE}"/>
          </ac:spMkLst>
        </pc:spChg>
        <pc:spChg chg="mod">
          <ac:chgData name="Saha, Biswajit" userId="4799f252-fb3f-4034-97bb-a0dfefb11811" providerId="ADAL" clId="{32509F62-455B-4C60-B8F5-1F89CFB9DF5A}" dt="2026-09-23T02:26:03.187" v="814" actId="1076"/>
          <ac:spMkLst>
            <pc:docMk/>
            <pc:sldMk cId="749733523" sldId="268"/>
            <ac:spMk id="91" creationId="{F1CD1C1E-D4E7-CE79-6999-844F6C09519A}"/>
          </ac:spMkLst>
        </pc:spChg>
        <pc:spChg chg="add mod">
          <ac:chgData name="Saha, Biswajit" userId="4799f252-fb3f-4034-97bb-a0dfefb11811" providerId="ADAL" clId="{32509F62-455B-4C60-B8F5-1F89CFB9DF5A}" dt="2026-09-23T02:52:58.940" v="932" actId="2711"/>
          <ac:spMkLst>
            <pc:docMk/>
            <pc:sldMk cId="749733523" sldId="268"/>
            <ac:spMk id="95" creationId="{2248D79A-EE04-3DC0-5572-3E1175B3B0CD}"/>
          </ac:spMkLst>
        </pc:spChg>
        <pc:spChg chg="mod">
          <ac:chgData name="Saha, Biswajit" userId="4799f252-fb3f-4034-97bb-a0dfefb11811" providerId="ADAL" clId="{32509F62-455B-4C60-B8F5-1F89CFB9DF5A}" dt="2026-09-23T02:26:03.187" v="814" actId="1076"/>
          <ac:spMkLst>
            <pc:docMk/>
            <pc:sldMk cId="749733523" sldId="268"/>
            <ac:spMk id="160" creationId="{30F92C16-B10E-BF6C-A72C-85F0D01BD0A8}"/>
          </ac:spMkLst>
        </pc:spChg>
        <pc:spChg chg="add">
          <ac:chgData name="Saha, Biswajit" userId="4799f252-fb3f-4034-97bb-a0dfefb11811" providerId="ADAL" clId="{32509F62-455B-4C60-B8F5-1F89CFB9DF5A}" dt="2026-09-23T02:25:15.931" v="807" actId="22"/>
          <ac:spMkLst>
            <pc:docMk/>
            <pc:sldMk cId="749733523" sldId="268"/>
            <ac:spMk id="164" creationId="{69811FDB-0D32-AD03-5CD3-B4ECB4EB87DF}"/>
          </ac:spMkLst>
        </pc:spChg>
        <pc:spChg chg="mod">
          <ac:chgData name="Saha, Biswajit" userId="4799f252-fb3f-4034-97bb-a0dfefb11811" providerId="ADAL" clId="{32509F62-455B-4C60-B8F5-1F89CFB9DF5A}" dt="2026-09-23T02:52:58.940" v="932" actId="2711"/>
          <ac:spMkLst>
            <pc:docMk/>
            <pc:sldMk cId="749733523" sldId="268"/>
            <ac:spMk id="170" creationId="{F01F885B-3B30-D07E-46BF-27C7B0449D0D}"/>
          </ac:spMkLst>
        </pc:spChg>
        <pc:spChg chg="mod">
          <ac:chgData name="Saha, Biswajit" userId="4799f252-fb3f-4034-97bb-a0dfefb11811" providerId="ADAL" clId="{32509F62-455B-4C60-B8F5-1F89CFB9DF5A}" dt="2026-09-23T02:26:03.187" v="814" actId="1076"/>
          <ac:spMkLst>
            <pc:docMk/>
            <pc:sldMk cId="749733523" sldId="268"/>
            <ac:spMk id="176" creationId="{730BD2EF-7F5B-4154-9946-182A404EF607}"/>
          </ac:spMkLst>
        </pc:spChg>
        <pc:spChg chg="mod">
          <ac:chgData name="Saha, Biswajit" userId="4799f252-fb3f-4034-97bb-a0dfefb11811" providerId="ADAL" clId="{32509F62-455B-4C60-B8F5-1F89CFB9DF5A}" dt="2026-09-23T02:25:15.953" v="809" actId="27636"/>
          <ac:spMkLst>
            <pc:docMk/>
            <pc:sldMk cId="749733523" sldId="268"/>
            <ac:spMk id="182" creationId="{CF597159-1280-7B63-4DA2-0CE19192EA99}"/>
          </ac:spMkLst>
        </pc:spChg>
        <pc:spChg chg="mod">
          <ac:chgData name="Saha, Biswajit" userId="4799f252-fb3f-4034-97bb-a0dfefb11811" providerId="ADAL" clId="{32509F62-455B-4C60-B8F5-1F89CFB9DF5A}" dt="2026-09-23T02:52:58.940" v="932" actId="2711"/>
          <ac:spMkLst>
            <pc:docMk/>
            <pc:sldMk cId="749733523" sldId="268"/>
            <ac:spMk id="188" creationId="{4BB1162E-B951-D21D-D886-F82B7C3BD856}"/>
          </ac:spMkLst>
        </pc:spChg>
        <pc:spChg chg="mod">
          <ac:chgData name="Saha, Biswajit" userId="4799f252-fb3f-4034-97bb-a0dfefb11811" providerId="ADAL" clId="{32509F62-455B-4C60-B8F5-1F89CFB9DF5A}" dt="2026-09-23T02:52:58.940" v="932" actId="2711"/>
          <ac:spMkLst>
            <pc:docMk/>
            <pc:sldMk cId="749733523" sldId="268"/>
            <ac:spMk id="196" creationId="{B839A2BB-08F5-5783-90E5-72F409DF3099}"/>
          </ac:spMkLst>
        </pc:spChg>
        <pc:spChg chg="mod">
          <ac:chgData name="Saha, Biswajit" userId="4799f252-fb3f-4034-97bb-a0dfefb11811" providerId="ADAL" clId="{32509F62-455B-4C60-B8F5-1F89CFB9DF5A}" dt="2026-09-23T02:52:58.940" v="932" actId="2711"/>
          <ac:spMkLst>
            <pc:docMk/>
            <pc:sldMk cId="749733523" sldId="268"/>
            <ac:spMk id="198" creationId="{B1B78F46-8FE2-5F4D-176A-734D3F3A5B06}"/>
          </ac:spMkLst>
        </pc:spChg>
        <pc:spChg chg="mod">
          <ac:chgData name="Saha, Biswajit" userId="4799f252-fb3f-4034-97bb-a0dfefb11811" providerId="ADAL" clId="{32509F62-455B-4C60-B8F5-1F89CFB9DF5A}" dt="2026-09-23T02:26:03.187" v="814" actId="1076"/>
          <ac:spMkLst>
            <pc:docMk/>
            <pc:sldMk cId="749733523" sldId="268"/>
            <ac:spMk id="206" creationId="{030AC4B8-0649-6D19-AD6D-491CE67A2FAC}"/>
          </ac:spMkLst>
        </pc:spChg>
        <pc:spChg chg="mod">
          <ac:chgData name="Saha, Biswajit" userId="4799f252-fb3f-4034-97bb-a0dfefb11811" providerId="ADAL" clId="{32509F62-455B-4C60-B8F5-1F89CFB9DF5A}" dt="2026-09-23T02:26:03.187" v="814" actId="1076"/>
          <ac:spMkLst>
            <pc:docMk/>
            <pc:sldMk cId="749733523" sldId="268"/>
            <ac:spMk id="212" creationId="{A38B49F5-C993-412C-34CB-F198153B1057}"/>
          </ac:spMkLst>
        </pc:spChg>
        <pc:spChg chg="mod">
          <ac:chgData name="Saha, Biswajit" userId="4799f252-fb3f-4034-97bb-a0dfefb11811" providerId="ADAL" clId="{32509F62-455B-4C60-B8F5-1F89CFB9DF5A}" dt="2026-09-23T02:52:58.940" v="932" actId="2711"/>
          <ac:spMkLst>
            <pc:docMk/>
            <pc:sldMk cId="749733523" sldId="268"/>
            <ac:spMk id="218" creationId="{238A5F41-61C0-DE44-7475-A75EDD0274DC}"/>
          </ac:spMkLst>
        </pc:spChg>
        <pc:spChg chg="add">
          <ac:chgData name="Saha, Biswajit" userId="4799f252-fb3f-4034-97bb-a0dfefb11811" providerId="ADAL" clId="{32509F62-455B-4C60-B8F5-1F89CFB9DF5A}" dt="2026-09-23T02:25:15.931" v="807" actId="22"/>
          <ac:spMkLst>
            <pc:docMk/>
            <pc:sldMk cId="749733523" sldId="268"/>
            <ac:spMk id="220" creationId="{02C77AD2-1544-12B3-22D7-71F2C496C525}"/>
          </ac:spMkLst>
        </pc:spChg>
        <pc:spChg chg="mod">
          <ac:chgData name="Saha, Biswajit" userId="4799f252-fb3f-4034-97bb-a0dfefb11811" providerId="ADAL" clId="{32509F62-455B-4C60-B8F5-1F89CFB9DF5A}" dt="2026-09-23T02:52:58.940" v="932" actId="2711"/>
          <ac:spMkLst>
            <pc:docMk/>
            <pc:sldMk cId="749733523" sldId="268"/>
            <ac:spMk id="226" creationId="{F18A7A47-E801-A69F-0F5E-3116CDE11292}"/>
          </ac:spMkLst>
        </pc:spChg>
        <pc:spChg chg="add">
          <ac:chgData name="Saha, Biswajit" userId="4799f252-fb3f-4034-97bb-a0dfefb11811" providerId="ADAL" clId="{32509F62-455B-4C60-B8F5-1F89CFB9DF5A}" dt="2026-09-23T02:25:15.931" v="807" actId="22"/>
          <ac:spMkLst>
            <pc:docMk/>
            <pc:sldMk cId="749733523" sldId="268"/>
            <ac:spMk id="228" creationId="{DCC43DB3-236C-ABD1-E8C0-C2B1B51A37AB}"/>
          </ac:spMkLst>
        </pc:spChg>
      </pc:sldChg>
      <pc:sldChg chg="addSp delSp modSp mod">
        <pc:chgData name="Saha, Biswajit" userId="4799f252-fb3f-4034-97bb-a0dfefb11811" providerId="ADAL" clId="{32509F62-455B-4C60-B8F5-1F89CFB9DF5A}" dt="2026-09-22T15:52:33.937" v="614"/>
        <pc:sldMkLst>
          <pc:docMk/>
          <pc:sldMk cId="4151187525" sldId="269"/>
        </pc:sldMkLst>
        <pc:spChg chg="add">
          <ac:chgData name="Saha, Biswajit" userId="4799f252-fb3f-4034-97bb-a0dfefb11811" providerId="ADAL" clId="{32509F62-455B-4C60-B8F5-1F89CFB9DF5A}" dt="2026-09-22T15:13:56.715" v="290" actId="22"/>
          <ac:spMkLst>
            <pc:docMk/>
            <pc:sldMk cId="4151187525" sldId="269"/>
            <ac:spMk id="7" creationId="{D4F1BEAB-294D-BD33-6A83-9AFA36E035D5}"/>
          </ac:spMkLst>
        </pc:spChg>
        <pc:spChg chg="mod">
          <ac:chgData name="Saha, Biswajit" userId="4799f252-fb3f-4034-97bb-a0dfefb11811" providerId="ADAL" clId="{32509F62-455B-4C60-B8F5-1F89CFB9DF5A}" dt="2026-09-22T15:14:35.046" v="376" actId="20577"/>
          <ac:spMkLst>
            <pc:docMk/>
            <pc:sldMk cId="4151187525" sldId="269"/>
            <ac:spMk id="13" creationId="{F4C0AC1B-2340-841C-906E-7DF94D13AD6F}"/>
          </ac:spMkLst>
        </pc:spChg>
        <pc:spChg chg="add">
          <ac:chgData name="Saha, Biswajit" userId="4799f252-fb3f-4034-97bb-a0dfefb11811" providerId="ADAL" clId="{32509F62-455B-4C60-B8F5-1F89CFB9DF5A}" dt="2026-09-22T15:13:56.715" v="290" actId="22"/>
          <ac:spMkLst>
            <pc:docMk/>
            <pc:sldMk cId="4151187525" sldId="269"/>
            <ac:spMk id="15" creationId="{BD4CF4C1-FF95-B758-7D04-5D3D805BEA9A}"/>
          </ac:spMkLst>
        </pc:spChg>
        <pc:spChg chg="mod">
          <ac:chgData name="Saha, Biswajit" userId="4799f252-fb3f-4034-97bb-a0dfefb11811" providerId="ADAL" clId="{32509F62-455B-4C60-B8F5-1F89CFB9DF5A}" dt="2026-09-22T15:14:49.943" v="385" actId="20577"/>
          <ac:spMkLst>
            <pc:docMk/>
            <pc:sldMk cId="4151187525" sldId="269"/>
            <ac:spMk id="23" creationId="{672AE0D0-E297-39D8-1ECA-CE84DCDC3F9B}"/>
          </ac:spMkLst>
        </pc:spChg>
        <pc:spChg chg="mod">
          <ac:chgData name="Saha, Biswajit" userId="4799f252-fb3f-4034-97bb-a0dfefb11811" providerId="ADAL" clId="{32509F62-455B-4C60-B8F5-1F89CFB9DF5A}" dt="2026-09-22T15:14:54.874" v="389" actId="20577"/>
          <ac:spMkLst>
            <pc:docMk/>
            <pc:sldMk cId="4151187525" sldId="269"/>
            <ac:spMk id="33" creationId="{5AAE5BAB-0850-0255-7404-7449D6C34B74}"/>
          </ac:spMkLst>
        </pc:spChg>
        <pc:spChg chg="mod">
          <ac:chgData name="Saha, Biswajit" userId="4799f252-fb3f-4034-97bb-a0dfefb11811" providerId="ADAL" clId="{32509F62-455B-4C60-B8F5-1F89CFB9DF5A}" dt="2026-09-22T15:15:00.452" v="391" actId="20577"/>
          <ac:spMkLst>
            <pc:docMk/>
            <pc:sldMk cId="4151187525" sldId="269"/>
            <ac:spMk id="43" creationId="{D345DEA8-1C3A-6645-45C9-ECE9612692DF}"/>
          </ac:spMkLst>
        </pc:spChg>
        <pc:spChg chg="add">
          <ac:chgData name="Saha, Biswajit" userId="4799f252-fb3f-4034-97bb-a0dfefb11811" providerId="ADAL" clId="{32509F62-455B-4C60-B8F5-1F89CFB9DF5A}" dt="2026-09-22T15:13:56.715" v="290" actId="22"/>
          <ac:spMkLst>
            <pc:docMk/>
            <pc:sldMk cId="4151187525" sldId="269"/>
            <ac:spMk id="49" creationId="{2695E175-6230-4820-34F0-E89BECA794A0}"/>
          </ac:spMkLst>
        </pc:spChg>
        <pc:spChg chg="mod">
          <ac:chgData name="Saha, Biswajit" userId="4799f252-fb3f-4034-97bb-a0dfefb11811" providerId="ADAL" clId="{32509F62-455B-4C60-B8F5-1F89CFB9DF5A}" dt="2026-09-22T15:15:14.950" v="404" actId="20577"/>
          <ac:spMkLst>
            <pc:docMk/>
            <pc:sldMk cId="4151187525" sldId="269"/>
            <ac:spMk id="53" creationId="{2DBEF219-1510-B1E6-FB9F-BE6ECEB5BB84}"/>
          </ac:spMkLst>
        </pc:spChg>
        <pc:spChg chg="add">
          <ac:chgData name="Saha, Biswajit" userId="4799f252-fb3f-4034-97bb-a0dfefb11811" providerId="ADAL" clId="{32509F62-455B-4C60-B8F5-1F89CFB9DF5A}" dt="2026-09-22T15:13:56.715" v="290" actId="22"/>
          <ac:spMkLst>
            <pc:docMk/>
            <pc:sldMk cId="4151187525" sldId="269"/>
            <ac:spMk id="59" creationId="{327561F7-07E2-C347-EE05-3438B713280F}"/>
          </ac:spMkLst>
        </pc:spChg>
        <pc:spChg chg="add mod">
          <ac:chgData name="Saha, Biswajit" userId="4799f252-fb3f-4034-97bb-a0dfefb11811" providerId="ADAL" clId="{32509F62-455B-4C60-B8F5-1F89CFB9DF5A}" dt="2026-09-22T15:15:23.548" v="410" actId="20577"/>
          <ac:spMkLst>
            <pc:docMk/>
            <pc:sldMk cId="4151187525" sldId="269"/>
            <ac:spMk id="63" creationId="{A91708D1-7D3A-31C6-B196-508A1AFCEDFD}"/>
          </ac:spMkLst>
        </pc:spChg>
        <pc:spChg chg="add">
          <ac:chgData name="Saha, Biswajit" userId="4799f252-fb3f-4034-97bb-a0dfefb11811" providerId="ADAL" clId="{32509F62-455B-4C60-B8F5-1F89CFB9DF5A}" dt="2026-09-22T15:13:56.715" v="290" actId="22"/>
          <ac:spMkLst>
            <pc:docMk/>
            <pc:sldMk cId="4151187525" sldId="269"/>
            <ac:spMk id="466" creationId="{12B6C7C5-E173-E76B-50E3-9185433DE2AE}"/>
          </ac:spMkLst>
        </pc:spChg>
        <pc:spChg chg="add">
          <ac:chgData name="Saha, Biswajit" userId="4799f252-fb3f-4034-97bb-a0dfefb11811" providerId="ADAL" clId="{32509F62-455B-4C60-B8F5-1F89CFB9DF5A}" dt="2026-09-22T15:13:56.715" v="290" actId="22"/>
          <ac:spMkLst>
            <pc:docMk/>
            <pc:sldMk cId="4151187525" sldId="269"/>
            <ac:spMk id="470" creationId="{F251D62E-1A8C-3E33-78FE-4ABE021C2159}"/>
          </ac:spMkLst>
        </pc:spChg>
        <pc:spChg chg="add">
          <ac:chgData name="Saha, Biswajit" userId="4799f252-fb3f-4034-97bb-a0dfefb11811" providerId="ADAL" clId="{32509F62-455B-4C60-B8F5-1F89CFB9DF5A}" dt="2026-09-22T15:13:56.715" v="290" actId="22"/>
          <ac:spMkLst>
            <pc:docMk/>
            <pc:sldMk cId="4151187525" sldId="269"/>
            <ac:spMk id="478" creationId="{F0045C9E-387A-B05B-D7B0-30885BF51AD2}"/>
          </ac:spMkLst>
        </pc:spChg>
        <pc:spChg chg="add">
          <ac:chgData name="Saha, Biswajit" userId="4799f252-fb3f-4034-97bb-a0dfefb11811" providerId="ADAL" clId="{32509F62-455B-4C60-B8F5-1F89CFB9DF5A}" dt="2026-09-22T15:13:56.715" v="290" actId="22"/>
          <ac:spMkLst>
            <pc:docMk/>
            <pc:sldMk cId="4151187525" sldId="269"/>
            <ac:spMk id="482" creationId="{7EAB5119-B630-B89C-ACA1-890176A892C1}"/>
          </ac:spMkLst>
        </pc:spChg>
        <pc:spChg chg="add">
          <ac:chgData name="Saha, Biswajit" userId="4799f252-fb3f-4034-97bb-a0dfefb11811" providerId="ADAL" clId="{32509F62-455B-4C60-B8F5-1F89CFB9DF5A}" dt="2026-09-22T15:13:56.715" v="290" actId="22"/>
          <ac:spMkLst>
            <pc:docMk/>
            <pc:sldMk cId="4151187525" sldId="269"/>
            <ac:spMk id="523" creationId="{EB2F90C5-C829-551C-089B-C317CB1B86AA}"/>
          </ac:spMkLst>
        </pc:spChg>
        <pc:spChg chg="mod">
          <ac:chgData name="Saha, Biswajit" userId="4799f252-fb3f-4034-97bb-a0dfefb11811" providerId="ADAL" clId="{32509F62-455B-4C60-B8F5-1F89CFB9DF5A}" dt="2026-09-22T15:15:39.727" v="414" actId="20577"/>
          <ac:spMkLst>
            <pc:docMk/>
            <pc:sldMk cId="4151187525" sldId="269"/>
            <ac:spMk id="530" creationId="{AB570CEF-7659-1233-6312-47915376B387}"/>
          </ac:spMkLst>
        </pc:spChg>
        <pc:spChg chg="mod">
          <ac:chgData name="Saha, Biswajit" userId="4799f252-fb3f-4034-97bb-a0dfefb11811" providerId="ADAL" clId="{32509F62-455B-4C60-B8F5-1F89CFB9DF5A}" dt="2026-09-22T15:15:56.887" v="421" actId="20577"/>
          <ac:spMkLst>
            <pc:docMk/>
            <pc:sldMk cId="4151187525" sldId="269"/>
            <ac:spMk id="539" creationId="{C7E54471-189C-0AF7-AF28-B591F6045DF2}"/>
          </ac:spMkLst>
        </pc:spChg>
        <pc:spChg chg="mod">
          <ac:chgData name="Saha, Biswajit" userId="4799f252-fb3f-4034-97bb-a0dfefb11811" providerId="ADAL" clId="{32509F62-455B-4C60-B8F5-1F89CFB9DF5A}" dt="2026-09-22T15:16:00.972" v="423" actId="20577"/>
          <ac:spMkLst>
            <pc:docMk/>
            <pc:sldMk cId="4151187525" sldId="269"/>
            <ac:spMk id="547" creationId="{6C3BBE6C-41A5-A5C3-382B-70298CF0C914}"/>
          </ac:spMkLst>
        </pc:spChg>
        <pc:spChg chg="mod">
          <ac:chgData name="Saha, Biswajit" userId="4799f252-fb3f-4034-97bb-a0dfefb11811" providerId="ADAL" clId="{32509F62-455B-4C60-B8F5-1F89CFB9DF5A}" dt="2026-09-22T15:16:05.745" v="425" actId="20577"/>
          <ac:spMkLst>
            <pc:docMk/>
            <pc:sldMk cId="4151187525" sldId="269"/>
            <ac:spMk id="554" creationId="{F29AAA69-1617-D379-3D7C-6A10A3E7D441}"/>
          </ac:spMkLst>
        </pc:spChg>
        <pc:spChg chg="add">
          <ac:chgData name="Saha, Biswajit" userId="4799f252-fb3f-4034-97bb-a0dfefb11811" providerId="ADAL" clId="{32509F62-455B-4C60-B8F5-1F89CFB9DF5A}" dt="2026-09-22T15:14:01.880" v="291" actId="22"/>
          <ac:spMkLst>
            <pc:docMk/>
            <pc:sldMk cId="4151187525" sldId="269"/>
            <ac:spMk id="565" creationId="{BF4025B8-9C84-0AD9-713F-18BA5E067D06}"/>
          </ac:spMkLst>
        </pc:spChg>
        <pc:spChg chg="mod">
          <ac:chgData name="Saha, Biswajit" userId="4799f252-fb3f-4034-97bb-a0dfefb11811" providerId="ADAL" clId="{32509F62-455B-4C60-B8F5-1F89CFB9DF5A}" dt="2026-09-22T15:52:33.937" v="614"/>
          <ac:spMkLst>
            <pc:docMk/>
            <pc:sldMk cId="4151187525" sldId="269"/>
            <ac:spMk id="570" creationId="{0C8E26B1-C226-D909-C797-3F139F774DC8}"/>
          </ac:spMkLst>
        </pc:spChg>
        <pc:grpChg chg="add mod">
          <ac:chgData name="Saha, Biswajit" userId="4799f252-fb3f-4034-97bb-a0dfefb11811" providerId="ADAL" clId="{32509F62-455B-4C60-B8F5-1F89CFB9DF5A}" dt="2026-09-22T15:52:33.937" v="614"/>
          <ac:grpSpMkLst>
            <pc:docMk/>
            <pc:sldMk cId="4151187525" sldId="269"/>
            <ac:grpSpMk id="566" creationId="{A24906F0-58FA-F469-BF9C-307D7F3707C1}"/>
          </ac:grpSpMkLst>
        </pc:grpChg>
        <pc:cxnChg chg="mod">
          <ac:chgData name="Saha, Biswajit" userId="4799f252-fb3f-4034-97bb-a0dfefb11811" providerId="ADAL" clId="{32509F62-455B-4C60-B8F5-1F89CFB9DF5A}" dt="2026-09-22T15:52:33.937" v="614"/>
          <ac:cxnSpMkLst>
            <pc:docMk/>
            <pc:sldMk cId="4151187525" sldId="269"/>
            <ac:cxnSpMk id="568" creationId="{37B0A13C-4BDE-D768-2316-292B972C037A}"/>
          </ac:cxnSpMkLst>
        </pc:cxnChg>
      </pc:sldChg>
      <pc:sldChg chg="modSp add mod">
        <pc:chgData name="Saha, Biswajit" userId="4799f252-fb3f-4034-97bb-a0dfefb11811" providerId="ADAL" clId="{32509F62-455B-4C60-B8F5-1F89CFB9DF5A}" dt="2026-09-23T02:53:03.595" v="933" actId="2711"/>
        <pc:sldMkLst>
          <pc:docMk/>
          <pc:sldMk cId="123727586" sldId="270"/>
        </pc:sldMkLst>
        <pc:spChg chg="mod">
          <ac:chgData name="Saha, Biswajit" userId="4799f252-fb3f-4034-97bb-a0dfefb11811" providerId="ADAL" clId="{32509F62-455B-4C60-B8F5-1F89CFB9DF5A}" dt="2026-09-23T02:53:03.595" v="933" actId="2711"/>
          <ac:spMkLst>
            <pc:docMk/>
            <pc:sldMk cId="123727586" sldId="270"/>
            <ac:spMk id="26" creationId="{F95272D7-B2EC-9D4B-CB47-AD604CB87C83}"/>
          </ac:spMkLst>
        </pc:spChg>
        <pc:spChg chg="mod">
          <ac:chgData name="Saha, Biswajit" userId="4799f252-fb3f-4034-97bb-a0dfefb11811" providerId="ADAL" clId="{32509F62-455B-4C60-B8F5-1F89CFB9DF5A}" dt="2026-09-23T02:53:03.595" v="933" actId="2711"/>
          <ac:spMkLst>
            <pc:docMk/>
            <pc:sldMk cId="123727586" sldId="270"/>
            <ac:spMk id="44" creationId="{EC7ED929-DD27-EFE5-91D9-654D3C803366}"/>
          </ac:spMkLst>
        </pc:spChg>
        <pc:spChg chg="mod">
          <ac:chgData name="Saha, Biswajit" userId="4799f252-fb3f-4034-97bb-a0dfefb11811" providerId="ADAL" clId="{32509F62-455B-4C60-B8F5-1F89CFB9DF5A}" dt="2026-09-23T02:53:03.595" v="933" actId="2711"/>
          <ac:spMkLst>
            <pc:docMk/>
            <pc:sldMk cId="123727586" sldId="270"/>
            <ac:spMk id="46" creationId="{FE67CCF5-E3C9-0BF4-B872-2F93DEB855BC}"/>
          </ac:spMkLst>
        </pc:spChg>
        <pc:spChg chg="mod">
          <ac:chgData name="Saha, Biswajit" userId="4799f252-fb3f-4034-97bb-a0dfefb11811" providerId="ADAL" clId="{32509F62-455B-4C60-B8F5-1F89CFB9DF5A}" dt="2026-09-23T02:53:03.595" v="933" actId="2711"/>
          <ac:spMkLst>
            <pc:docMk/>
            <pc:sldMk cId="123727586" sldId="270"/>
            <ac:spMk id="47" creationId="{FA2C5339-7539-1284-004F-3C1696AEC8FB}"/>
          </ac:spMkLst>
        </pc:spChg>
        <pc:spChg chg="mod">
          <ac:chgData name="Saha, Biswajit" userId="4799f252-fb3f-4034-97bb-a0dfefb11811" providerId="ADAL" clId="{32509F62-455B-4C60-B8F5-1F89CFB9DF5A}" dt="2026-09-23T02:53:03.595" v="933" actId="2711"/>
          <ac:spMkLst>
            <pc:docMk/>
            <pc:sldMk cId="123727586" sldId="270"/>
            <ac:spMk id="88" creationId="{CD4B056B-5D0B-76F8-5C75-ED03A69928E5}"/>
          </ac:spMkLst>
        </pc:spChg>
        <pc:spChg chg="mod">
          <ac:chgData name="Saha, Biswajit" userId="4799f252-fb3f-4034-97bb-a0dfefb11811" providerId="ADAL" clId="{32509F62-455B-4C60-B8F5-1F89CFB9DF5A}" dt="2026-09-23T02:53:03.595" v="933" actId="2711"/>
          <ac:spMkLst>
            <pc:docMk/>
            <pc:sldMk cId="123727586" sldId="270"/>
            <ac:spMk id="90" creationId="{C9AC3575-5879-35E4-DA64-144442640FCC}"/>
          </ac:spMkLst>
        </pc:spChg>
        <pc:spChg chg="mod">
          <ac:chgData name="Saha, Biswajit" userId="4799f252-fb3f-4034-97bb-a0dfefb11811" providerId="ADAL" clId="{32509F62-455B-4C60-B8F5-1F89CFB9DF5A}" dt="2026-09-23T02:53:03.595" v="933" actId="2711"/>
          <ac:spMkLst>
            <pc:docMk/>
            <pc:sldMk cId="123727586" sldId="270"/>
            <ac:spMk id="103" creationId="{1DE99692-A62E-A35C-61D4-02C26D92AE3B}"/>
          </ac:spMkLst>
        </pc:spChg>
        <pc:spChg chg="mod">
          <ac:chgData name="Saha, Biswajit" userId="4799f252-fb3f-4034-97bb-a0dfefb11811" providerId="ADAL" clId="{32509F62-455B-4C60-B8F5-1F89CFB9DF5A}" dt="2026-09-23T02:53:03.595" v="933" actId="2711"/>
          <ac:spMkLst>
            <pc:docMk/>
            <pc:sldMk cId="123727586" sldId="270"/>
            <ac:spMk id="105" creationId="{80B807B6-E845-B87C-7D23-78C0B0BC7DB7}"/>
          </ac:spMkLst>
        </pc:spChg>
        <pc:spChg chg="mod">
          <ac:chgData name="Saha, Biswajit" userId="4799f252-fb3f-4034-97bb-a0dfefb11811" providerId="ADAL" clId="{32509F62-455B-4C60-B8F5-1F89CFB9DF5A}" dt="2026-09-23T02:53:03.595" v="933" actId="2711"/>
          <ac:spMkLst>
            <pc:docMk/>
            <pc:sldMk cId="123727586" sldId="270"/>
            <ac:spMk id="118" creationId="{CD3A7943-83D7-DCCD-74BF-94A3C6B51164}"/>
          </ac:spMkLst>
        </pc:spChg>
        <pc:spChg chg="mod">
          <ac:chgData name="Saha, Biswajit" userId="4799f252-fb3f-4034-97bb-a0dfefb11811" providerId="ADAL" clId="{32509F62-455B-4C60-B8F5-1F89CFB9DF5A}" dt="2026-09-23T02:53:03.595" v="933" actId="2711"/>
          <ac:spMkLst>
            <pc:docMk/>
            <pc:sldMk cId="123727586" sldId="270"/>
            <ac:spMk id="124" creationId="{A570A2AA-B9B7-2866-DE4D-9D22E65FE9C9}"/>
          </ac:spMkLst>
        </pc:spChg>
      </pc:sldChg>
      <pc:sldChg chg="addSp delSp modSp mod">
        <pc:chgData name="Saha, Biswajit" userId="4799f252-fb3f-4034-97bb-a0dfefb11811" providerId="ADAL" clId="{32509F62-455B-4C60-B8F5-1F89CFB9DF5A}" dt="2026-09-23T02:12:27.131" v="722" actId="1076"/>
        <pc:sldMkLst>
          <pc:docMk/>
          <pc:sldMk cId="910409059" sldId="271"/>
        </pc:sldMkLst>
        <pc:spChg chg="mod">
          <ac:chgData name="Saha, Biswajit" userId="4799f252-fb3f-4034-97bb-a0dfefb11811" providerId="ADAL" clId="{32509F62-455B-4C60-B8F5-1F89CFB9DF5A}" dt="2026-09-22T15:52:36.122" v="615"/>
          <ac:spMkLst>
            <pc:docMk/>
            <pc:sldMk cId="910409059" sldId="271"/>
            <ac:spMk id="6" creationId="{BE056E75-F5BA-45B4-8904-0A93CA602582}"/>
          </ac:spMkLst>
        </pc:spChg>
        <pc:spChg chg="add mod">
          <ac:chgData name="Saha, Biswajit" userId="4799f252-fb3f-4034-97bb-a0dfefb11811" providerId="ADAL" clId="{32509F62-455B-4C60-B8F5-1F89CFB9DF5A}" dt="2026-09-23T01:51:01.876" v="623" actId="403"/>
          <ac:spMkLst>
            <pc:docMk/>
            <pc:sldMk cId="910409059" sldId="271"/>
            <ac:spMk id="8" creationId="{C3AF7623-9EA9-0D44-B2C9-7B88FAF21792}"/>
          </ac:spMkLst>
        </pc:spChg>
        <pc:spChg chg="add mod">
          <ac:chgData name="Saha, Biswajit" userId="4799f252-fb3f-4034-97bb-a0dfefb11811" providerId="ADAL" clId="{32509F62-455B-4C60-B8F5-1F89CFB9DF5A}" dt="2026-09-23T01:51:01.876" v="623" actId="403"/>
          <ac:spMkLst>
            <pc:docMk/>
            <pc:sldMk cId="910409059" sldId="271"/>
            <ac:spMk id="12" creationId="{3F77449E-3360-F346-F0E3-A079C5DB47DB}"/>
          </ac:spMkLst>
        </pc:spChg>
        <pc:spChg chg="add mod">
          <ac:chgData name="Saha, Biswajit" userId="4799f252-fb3f-4034-97bb-a0dfefb11811" providerId="ADAL" clId="{32509F62-455B-4C60-B8F5-1F89CFB9DF5A}" dt="2026-09-23T01:51:01.876" v="623" actId="403"/>
          <ac:spMkLst>
            <pc:docMk/>
            <pc:sldMk cId="910409059" sldId="271"/>
            <ac:spMk id="16" creationId="{CC029B3B-6D80-2A7F-A61C-2AFEEC9ED265}"/>
          </ac:spMkLst>
        </pc:spChg>
        <pc:spChg chg="mod">
          <ac:chgData name="Saha, Biswajit" userId="4799f252-fb3f-4034-97bb-a0dfefb11811" providerId="ADAL" clId="{32509F62-455B-4C60-B8F5-1F89CFB9DF5A}" dt="2026-09-23T02:12:16.724" v="720" actId="1076"/>
          <ac:spMkLst>
            <pc:docMk/>
            <pc:sldMk cId="910409059" sldId="271"/>
            <ac:spMk id="18" creationId="{40B95851-1594-85C5-BB44-8E15ABE221B8}"/>
          </ac:spMkLst>
        </pc:spChg>
        <pc:spChg chg="mod">
          <ac:chgData name="Saha, Biswajit" userId="4799f252-fb3f-4034-97bb-a0dfefb11811" providerId="ADAL" clId="{32509F62-455B-4C60-B8F5-1F89CFB9DF5A}" dt="2026-09-23T01:52:29.471" v="676" actId="403"/>
          <ac:spMkLst>
            <pc:docMk/>
            <pc:sldMk cId="910409059" sldId="271"/>
            <ac:spMk id="20" creationId="{7D214644-32B8-5DF1-8E37-2CE2BD7552A2}"/>
          </ac:spMkLst>
        </pc:spChg>
        <pc:spChg chg="mod">
          <ac:chgData name="Saha, Biswajit" userId="4799f252-fb3f-4034-97bb-a0dfefb11811" providerId="ADAL" clId="{32509F62-455B-4C60-B8F5-1F89CFB9DF5A}" dt="2026-09-23T01:52:20.731" v="674" actId="1035"/>
          <ac:spMkLst>
            <pc:docMk/>
            <pc:sldMk cId="910409059" sldId="271"/>
            <ac:spMk id="22" creationId="{027E315B-2AAF-AD47-12D8-496C35F07223}"/>
          </ac:spMkLst>
        </pc:spChg>
        <pc:spChg chg="mod">
          <ac:chgData name="Saha, Biswajit" userId="4799f252-fb3f-4034-97bb-a0dfefb11811" providerId="ADAL" clId="{32509F62-455B-4C60-B8F5-1F89CFB9DF5A}" dt="2026-09-23T01:52:20.731" v="674" actId="1035"/>
          <ac:spMkLst>
            <pc:docMk/>
            <pc:sldMk cId="910409059" sldId="271"/>
            <ac:spMk id="24" creationId="{8FD61A7E-C56F-5A2F-BD89-349D4D179F81}"/>
          </ac:spMkLst>
        </pc:spChg>
        <pc:spChg chg="mod">
          <ac:chgData name="Saha, Biswajit" userId="4799f252-fb3f-4034-97bb-a0dfefb11811" providerId="ADAL" clId="{32509F62-455B-4C60-B8F5-1F89CFB9DF5A}" dt="2026-09-23T02:12:22.090" v="721" actId="1076"/>
          <ac:spMkLst>
            <pc:docMk/>
            <pc:sldMk cId="910409059" sldId="271"/>
            <ac:spMk id="32" creationId="{46586261-66A8-0AF4-C43A-AE2EB10D37AA}"/>
          </ac:spMkLst>
        </pc:spChg>
        <pc:spChg chg="mod">
          <ac:chgData name="Saha, Biswajit" userId="4799f252-fb3f-4034-97bb-a0dfefb11811" providerId="ADAL" clId="{32509F62-455B-4C60-B8F5-1F89CFB9DF5A}" dt="2026-09-23T01:52:29.471" v="676" actId="403"/>
          <ac:spMkLst>
            <pc:docMk/>
            <pc:sldMk cId="910409059" sldId="271"/>
            <ac:spMk id="34" creationId="{A04CC970-1ABE-464E-9466-FA1F295FD069}"/>
          </ac:spMkLst>
        </pc:spChg>
        <pc:spChg chg="mod">
          <ac:chgData name="Saha, Biswajit" userId="4799f252-fb3f-4034-97bb-a0dfefb11811" providerId="ADAL" clId="{32509F62-455B-4C60-B8F5-1F89CFB9DF5A}" dt="2026-09-23T01:52:20.731" v="674" actId="1035"/>
          <ac:spMkLst>
            <pc:docMk/>
            <pc:sldMk cId="910409059" sldId="271"/>
            <ac:spMk id="36" creationId="{7D27D0EF-04EE-FE1A-E421-D6D21C8302AE}"/>
          </ac:spMkLst>
        </pc:spChg>
        <pc:spChg chg="add mod">
          <ac:chgData name="Saha, Biswajit" userId="4799f252-fb3f-4034-97bb-a0dfefb11811" providerId="ADAL" clId="{32509F62-455B-4C60-B8F5-1F89CFB9DF5A}" dt="2026-09-23T01:52:20.731" v="674" actId="1035"/>
          <ac:spMkLst>
            <pc:docMk/>
            <pc:sldMk cId="910409059" sldId="271"/>
            <ac:spMk id="38" creationId="{9E106B34-BD11-D80B-FECA-6FF435B930EE}"/>
          </ac:spMkLst>
        </pc:spChg>
        <pc:spChg chg="add mod">
          <ac:chgData name="Saha, Biswajit" userId="4799f252-fb3f-4034-97bb-a0dfefb11811" providerId="ADAL" clId="{32509F62-455B-4C60-B8F5-1F89CFB9DF5A}" dt="2026-09-23T01:51:01.876" v="623" actId="403"/>
          <ac:spMkLst>
            <pc:docMk/>
            <pc:sldMk cId="910409059" sldId="271"/>
            <ac:spMk id="40" creationId="{A992E62C-1594-E49F-326D-C8AEBFA8FBB4}"/>
          </ac:spMkLst>
        </pc:spChg>
        <pc:spChg chg="add mod">
          <ac:chgData name="Saha, Biswajit" userId="4799f252-fb3f-4034-97bb-a0dfefb11811" providerId="ADAL" clId="{32509F62-455B-4C60-B8F5-1F89CFB9DF5A}" dt="2026-09-23T01:52:20.731" v="674" actId="1035"/>
          <ac:spMkLst>
            <pc:docMk/>
            <pc:sldMk cId="910409059" sldId="271"/>
            <ac:spMk id="44" creationId="{9215EB16-540B-953A-B6B4-B93D7736F261}"/>
          </ac:spMkLst>
        </pc:spChg>
        <pc:spChg chg="add mod">
          <ac:chgData name="Saha, Biswajit" userId="4799f252-fb3f-4034-97bb-a0dfefb11811" providerId="ADAL" clId="{32509F62-455B-4C60-B8F5-1F89CFB9DF5A}" dt="2026-09-23T02:12:27.131" v="722" actId="1076"/>
          <ac:spMkLst>
            <pc:docMk/>
            <pc:sldMk cId="910409059" sldId="271"/>
            <ac:spMk id="46" creationId="{F3F78C41-8967-81E1-64E0-3F8ACB4F6D74}"/>
          </ac:spMkLst>
        </pc:spChg>
        <pc:spChg chg="add mod">
          <ac:chgData name="Saha, Biswajit" userId="4799f252-fb3f-4034-97bb-a0dfefb11811" providerId="ADAL" clId="{32509F62-455B-4C60-B8F5-1F89CFB9DF5A}" dt="2026-09-23T01:52:29.471" v="676" actId="403"/>
          <ac:spMkLst>
            <pc:docMk/>
            <pc:sldMk cId="910409059" sldId="271"/>
            <ac:spMk id="48" creationId="{7450AA1F-F892-509F-D8C0-405975833094}"/>
          </ac:spMkLst>
        </pc:spChg>
        <pc:spChg chg="add mod">
          <ac:chgData name="Saha, Biswajit" userId="4799f252-fb3f-4034-97bb-a0dfefb11811" providerId="ADAL" clId="{32509F62-455B-4C60-B8F5-1F89CFB9DF5A}" dt="2026-09-23T01:52:20.731" v="674" actId="1035"/>
          <ac:spMkLst>
            <pc:docMk/>
            <pc:sldMk cId="910409059" sldId="271"/>
            <ac:spMk id="50" creationId="{8B50DD1A-1A7A-34DA-8746-BAD9FEFC87EA}"/>
          </ac:spMkLst>
        </pc:spChg>
        <pc:spChg chg="mod">
          <ac:chgData name="Saha, Biswajit" userId="4799f252-fb3f-4034-97bb-a0dfefb11811" providerId="ADAL" clId="{32509F62-455B-4C60-B8F5-1F89CFB9DF5A}" dt="2026-09-23T01:52:29.471" v="676" actId="403"/>
          <ac:spMkLst>
            <pc:docMk/>
            <pc:sldMk cId="910409059" sldId="271"/>
            <ac:spMk id="54" creationId="{26885656-A455-621D-952D-846C5DF2C2ED}"/>
          </ac:spMkLst>
        </pc:spChg>
        <pc:spChg chg="add mod">
          <ac:chgData name="Saha, Biswajit" userId="4799f252-fb3f-4034-97bb-a0dfefb11811" providerId="ADAL" clId="{32509F62-455B-4C60-B8F5-1F89CFB9DF5A}" dt="2026-09-23T01:52:29.471" v="676" actId="403"/>
          <ac:spMkLst>
            <pc:docMk/>
            <pc:sldMk cId="910409059" sldId="271"/>
            <ac:spMk id="56" creationId="{CB4BF09C-905F-1A88-9E5B-95163F98D3BD}"/>
          </ac:spMkLst>
        </pc:spChg>
        <pc:spChg chg="mod">
          <ac:chgData name="Saha, Biswajit" userId="4799f252-fb3f-4034-97bb-a0dfefb11811" providerId="ADAL" clId="{32509F62-455B-4C60-B8F5-1F89CFB9DF5A}" dt="2026-09-23T01:52:39.827" v="704" actId="1035"/>
          <ac:spMkLst>
            <pc:docMk/>
            <pc:sldMk cId="910409059" sldId="271"/>
            <ac:spMk id="58" creationId="{EF3DEC90-6E38-5623-1A85-758397EAF1F2}"/>
          </ac:spMkLst>
        </pc:spChg>
        <pc:spChg chg="mod">
          <ac:chgData name="Saha, Biswajit" userId="4799f252-fb3f-4034-97bb-a0dfefb11811" providerId="ADAL" clId="{32509F62-455B-4C60-B8F5-1F89CFB9DF5A}" dt="2026-09-23T01:52:39.827" v="704" actId="1035"/>
          <ac:spMkLst>
            <pc:docMk/>
            <pc:sldMk cId="910409059" sldId="271"/>
            <ac:spMk id="62" creationId="{855208E9-8AF3-DDC4-41A6-B75B9A160F6E}"/>
          </ac:spMkLst>
        </pc:spChg>
        <pc:spChg chg="mod">
          <ac:chgData name="Saha, Biswajit" userId="4799f252-fb3f-4034-97bb-a0dfefb11811" providerId="ADAL" clId="{32509F62-455B-4C60-B8F5-1F89CFB9DF5A}" dt="2026-09-23T01:52:39.827" v="704" actId="1035"/>
          <ac:spMkLst>
            <pc:docMk/>
            <pc:sldMk cId="910409059" sldId="271"/>
            <ac:spMk id="64" creationId="{28A8333F-D471-C2BD-C030-C2BCFA52E909}"/>
          </ac:spMkLst>
        </pc:spChg>
        <pc:spChg chg="mod">
          <ac:chgData name="Saha, Biswajit" userId="4799f252-fb3f-4034-97bb-a0dfefb11811" providerId="ADAL" clId="{32509F62-455B-4C60-B8F5-1F89CFB9DF5A}" dt="2026-09-23T01:52:48.403" v="718" actId="1036"/>
          <ac:spMkLst>
            <pc:docMk/>
            <pc:sldMk cId="910409059" sldId="271"/>
            <ac:spMk id="66" creationId="{245FA477-C0F3-1215-9F92-B7AF1408AB97}"/>
          </ac:spMkLst>
        </pc:spChg>
        <pc:spChg chg="mod">
          <ac:chgData name="Saha, Biswajit" userId="4799f252-fb3f-4034-97bb-a0dfefb11811" providerId="ADAL" clId="{32509F62-455B-4C60-B8F5-1F89CFB9DF5A}" dt="2026-09-23T01:52:48.403" v="718" actId="1036"/>
          <ac:spMkLst>
            <pc:docMk/>
            <pc:sldMk cId="910409059" sldId="271"/>
            <ac:spMk id="76" creationId="{0220065B-EA12-1769-2855-90EC23CD2CCA}"/>
          </ac:spMkLst>
        </pc:spChg>
        <pc:spChg chg="mod">
          <ac:chgData name="Saha, Biswajit" userId="4799f252-fb3f-4034-97bb-a0dfefb11811" providerId="ADAL" clId="{32509F62-455B-4C60-B8F5-1F89CFB9DF5A}" dt="2026-09-23T01:52:48.403" v="718" actId="1036"/>
          <ac:spMkLst>
            <pc:docMk/>
            <pc:sldMk cId="910409059" sldId="271"/>
            <ac:spMk id="78" creationId="{40B242E5-1989-497F-10A7-22E2655D6E86}"/>
          </ac:spMkLst>
        </pc:spChg>
        <pc:spChg chg="mod">
          <ac:chgData name="Saha, Biswajit" userId="4799f252-fb3f-4034-97bb-a0dfefb11811" providerId="ADAL" clId="{32509F62-455B-4C60-B8F5-1F89CFB9DF5A}" dt="2026-09-23T01:52:48.403" v="718" actId="1036"/>
          <ac:spMkLst>
            <pc:docMk/>
            <pc:sldMk cId="910409059" sldId="271"/>
            <ac:spMk id="80" creationId="{432A3A35-D1F4-BD5B-1EAF-C765BBD46FE1}"/>
          </ac:spMkLst>
        </pc:spChg>
        <pc:spChg chg="mod">
          <ac:chgData name="Saha, Biswajit" userId="4799f252-fb3f-4034-97bb-a0dfefb11811" providerId="ADAL" clId="{32509F62-455B-4C60-B8F5-1F89CFB9DF5A}" dt="2026-09-23T01:51:50.969" v="638" actId="404"/>
          <ac:spMkLst>
            <pc:docMk/>
            <pc:sldMk cId="910409059" sldId="271"/>
            <ac:spMk id="88" creationId="{611957C8-EB8C-A473-9F86-53EB3DE81DE5}"/>
          </ac:spMkLst>
        </pc:spChg>
        <pc:spChg chg="mod">
          <ac:chgData name="Saha, Biswajit" userId="4799f252-fb3f-4034-97bb-a0dfefb11811" providerId="ADAL" clId="{32509F62-455B-4C60-B8F5-1F89CFB9DF5A}" dt="2026-09-23T01:52:48.403" v="718" actId="1036"/>
          <ac:spMkLst>
            <pc:docMk/>
            <pc:sldMk cId="910409059" sldId="271"/>
            <ac:spMk id="90" creationId="{7DC9A5C2-05DA-A6C6-3636-6248C5367414}"/>
          </ac:spMkLst>
        </pc:spChg>
        <pc:spChg chg="mod">
          <ac:chgData name="Saha, Biswajit" userId="4799f252-fb3f-4034-97bb-a0dfefb11811" providerId="ADAL" clId="{32509F62-455B-4C60-B8F5-1F89CFB9DF5A}" dt="2026-09-23T01:52:48.403" v="718" actId="1036"/>
          <ac:spMkLst>
            <pc:docMk/>
            <pc:sldMk cId="910409059" sldId="271"/>
            <ac:spMk id="94" creationId="{1885EFBE-2194-48C6-19CF-17EF8317E3D0}"/>
          </ac:spMkLst>
        </pc:spChg>
        <pc:spChg chg="mod">
          <ac:chgData name="Saha, Biswajit" userId="4799f252-fb3f-4034-97bb-a0dfefb11811" providerId="ADAL" clId="{32509F62-455B-4C60-B8F5-1F89CFB9DF5A}" dt="2026-09-23T01:52:10.188" v="653" actId="255"/>
          <ac:spMkLst>
            <pc:docMk/>
            <pc:sldMk cId="910409059" sldId="271"/>
            <ac:spMk id="102" creationId="{53F84CE0-B83A-DF2F-55A3-BF9D9E721A48}"/>
          </ac:spMkLst>
        </pc:spChg>
        <pc:spChg chg="mod">
          <ac:chgData name="Saha, Biswajit" userId="4799f252-fb3f-4034-97bb-a0dfefb11811" providerId="ADAL" clId="{32509F62-455B-4C60-B8F5-1F89CFB9DF5A}" dt="2026-09-23T01:52:48.403" v="718" actId="1036"/>
          <ac:spMkLst>
            <pc:docMk/>
            <pc:sldMk cId="910409059" sldId="271"/>
            <ac:spMk id="104" creationId="{F66194DF-160D-A81F-4E4F-1DBBC71DD50B}"/>
          </ac:spMkLst>
        </pc:spChg>
        <pc:spChg chg="mod">
          <ac:chgData name="Saha, Biswajit" userId="4799f252-fb3f-4034-97bb-a0dfefb11811" providerId="ADAL" clId="{32509F62-455B-4C60-B8F5-1F89CFB9DF5A}" dt="2026-09-23T01:52:48.403" v="718" actId="1036"/>
          <ac:spMkLst>
            <pc:docMk/>
            <pc:sldMk cId="910409059" sldId="271"/>
            <ac:spMk id="112" creationId="{23002490-1996-735D-1311-749A78B2A4FC}"/>
          </ac:spMkLst>
        </pc:spChg>
        <pc:spChg chg="mod">
          <ac:chgData name="Saha, Biswajit" userId="4799f252-fb3f-4034-97bb-a0dfefb11811" providerId="ADAL" clId="{32509F62-455B-4C60-B8F5-1F89CFB9DF5A}" dt="2026-09-23T01:52:10.188" v="653" actId="255"/>
          <ac:spMkLst>
            <pc:docMk/>
            <pc:sldMk cId="910409059" sldId="271"/>
            <ac:spMk id="114" creationId="{1B3F21E4-948B-BC45-424E-7FD0FA89698A}"/>
          </ac:spMkLst>
        </pc:spChg>
        <pc:spChg chg="mod">
          <ac:chgData name="Saha, Biswajit" userId="4799f252-fb3f-4034-97bb-a0dfefb11811" providerId="ADAL" clId="{32509F62-455B-4C60-B8F5-1F89CFB9DF5A}" dt="2026-09-23T01:52:48.403" v="718" actId="1036"/>
          <ac:spMkLst>
            <pc:docMk/>
            <pc:sldMk cId="910409059" sldId="271"/>
            <ac:spMk id="116" creationId="{9491D7B9-BF4B-F6FC-1E30-761CD157819F}"/>
          </ac:spMkLst>
        </pc:spChg>
        <pc:spChg chg="mod">
          <ac:chgData name="Saha, Biswajit" userId="4799f252-fb3f-4034-97bb-a0dfefb11811" providerId="ADAL" clId="{32509F62-455B-4C60-B8F5-1F89CFB9DF5A}" dt="2026-09-23T01:51:50.969" v="638" actId="404"/>
          <ac:spMkLst>
            <pc:docMk/>
            <pc:sldMk cId="910409059" sldId="271"/>
            <ac:spMk id="124" creationId="{37F3664C-C12D-CDDC-F49A-F41B44D9BC1B}"/>
          </ac:spMkLst>
        </pc:spChg>
        <pc:spChg chg="mod">
          <ac:chgData name="Saha, Biswajit" userId="4799f252-fb3f-4034-97bb-a0dfefb11811" providerId="ADAL" clId="{32509F62-455B-4C60-B8F5-1F89CFB9DF5A}" dt="2026-09-23T01:52:10.188" v="653" actId="255"/>
          <ac:spMkLst>
            <pc:docMk/>
            <pc:sldMk cId="910409059" sldId="271"/>
            <ac:spMk id="126" creationId="{4A9F9873-E5BB-9EF1-3773-A3CC3ADD2798}"/>
          </ac:spMkLst>
        </pc:spChg>
        <pc:spChg chg="mod">
          <ac:chgData name="Saha, Biswajit" userId="4799f252-fb3f-4034-97bb-a0dfefb11811" providerId="ADAL" clId="{32509F62-455B-4C60-B8F5-1F89CFB9DF5A}" dt="2026-09-23T01:52:48.403" v="718" actId="1036"/>
          <ac:spMkLst>
            <pc:docMk/>
            <pc:sldMk cId="910409059" sldId="271"/>
            <ac:spMk id="190" creationId="{7CD5164A-1FA7-7C53-C740-5BFE3933923B}"/>
          </ac:spMkLst>
        </pc:spChg>
        <pc:spChg chg="mod">
          <ac:chgData name="Saha, Biswajit" userId="4799f252-fb3f-4034-97bb-a0dfefb11811" providerId="ADAL" clId="{32509F62-455B-4C60-B8F5-1F89CFB9DF5A}" dt="2026-09-23T01:52:10.188" v="653" actId="255"/>
          <ac:spMkLst>
            <pc:docMk/>
            <pc:sldMk cId="910409059" sldId="271"/>
            <ac:spMk id="192" creationId="{6B246E98-4ACD-0596-C04B-2406FF86076F}"/>
          </ac:spMkLst>
        </pc:spChg>
        <pc:spChg chg="mod">
          <ac:chgData name="Saha, Biswajit" userId="4799f252-fb3f-4034-97bb-a0dfefb11811" providerId="ADAL" clId="{32509F62-455B-4C60-B8F5-1F89CFB9DF5A}" dt="2026-09-23T01:51:32.143" v="632" actId="403"/>
          <ac:spMkLst>
            <pc:docMk/>
            <pc:sldMk cId="910409059" sldId="271"/>
            <ac:spMk id="198" creationId="{87DB7111-77E8-5DEB-494A-32A4CED9803D}"/>
          </ac:spMkLst>
        </pc:spChg>
        <pc:grpChg chg="add mod ord">
          <ac:chgData name="Saha, Biswajit" userId="4799f252-fb3f-4034-97bb-a0dfefb11811" providerId="ADAL" clId="{32509F62-455B-4C60-B8F5-1F89CFB9DF5A}" dt="2026-09-22T15:52:44.300" v="616" actId="167"/>
          <ac:grpSpMkLst>
            <pc:docMk/>
            <pc:sldMk cId="910409059" sldId="271"/>
            <ac:grpSpMk id="3" creationId="{96286E75-373C-2C94-4347-312BF8AA3C7A}"/>
          </ac:grpSpMkLst>
        </pc:grpChg>
        <pc:picChg chg="mod">
          <ac:chgData name="Saha, Biswajit" userId="4799f252-fb3f-4034-97bb-a0dfefb11811" providerId="ADAL" clId="{32509F62-455B-4C60-B8F5-1F89CFB9DF5A}" dt="2026-09-23T01:52:39.827" v="704" actId="1035"/>
          <ac:picMkLst>
            <pc:docMk/>
            <pc:sldMk cId="910409059" sldId="271"/>
            <ac:picMk id="60" creationId="{238FB49A-44F6-AFE3-E93A-DF96A9B1D0BC}"/>
          </ac:picMkLst>
        </pc:picChg>
        <pc:cxnChg chg="mod">
          <ac:chgData name="Saha, Biswajit" userId="4799f252-fb3f-4034-97bb-a0dfefb11811" providerId="ADAL" clId="{32509F62-455B-4C60-B8F5-1F89CFB9DF5A}" dt="2026-09-22T15:52:36.122" v="615"/>
          <ac:cxnSpMkLst>
            <pc:docMk/>
            <pc:sldMk cId="910409059" sldId="271"/>
            <ac:cxnSpMk id="4" creationId="{1251F6A9-A1CE-8572-FDB7-3D0911FD7E34}"/>
          </ac:cxnSpMkLst>
        </pc:cxnChg>
      </pc:sldChg>
      <pc:sldChg chg="addSp delSp modSp add mod">
        <pc:chgData name="Saha, Biswajit" userId="4799f252-fb3f-4034-97bb-a0dfefb11811" providerId="ADAL" clId="{32509F62-455B-4C60-B8F5-1F89CFB9DF5A}" dt="2026-09-23T02:53:20.328" v="936" actId="2711"/>
        <pc:sldMkLst>
          <pc:docMk/>
          <pc:sldMk cId="514740028" sldId="272"/>
        </pc:sldMkLst>
        <pc:spChg chg="add mod">
          <ac:chgData name="Saha, Biswajit" userId="4799f252-fb3f-4034-97bb-a0dfefb11811" providerId="ADAL" clId="{32509F62-455B-4C60-B8F5-1F89CFB9DF5A}" dt="2026-09-23T02:53:20.328" v="936" actId="2711"/>
          <ac:spMkLst>
            <pc:docMk/>
            <pc:sldMk cId="514740028" sldId="272"/>
            <ac:spMk id="7" creationId="{3F281445-3BE1-204B-BF4F-4138A15DFDB3}"/>
          </ac:spMkLst>
        </pc:spChg>
        <pc:spChg chg="add mod">
          <ac:chgData name="Saha, Biswajit" userId="4799f252-fb3f-4034-97bb-a0dfefb11811" providerId="ADAL" clId="{32509F62-455B-4C60-B8F5-1F89CFB9DF5A}" dt="2026-09-23T02:53:20.328" v="936" actId="2711"/>
          <ac:spMkLst>
            <pc:docMk/>
            <pc:sldMk cId="514740028" sldId="272"/>
            <ac:spMk id="10" creationId="{D28814EB-28E0-A383-CF58-A69697017E21}"/>
          </ac:spMkLst>
        </pc:spChg>
        <pc:spChg chg="add mod">
          <ac:chgData name="Saha, Biswajit" userId="4799f252-fb3f-4034-97bb-a0dfefb11811" providerId="ADAL" clId="{32509F62-455B-4C60-B8F5-1F89CFB9DF5A}" dt="2026-09-23T02:53:20.328" v="936" actId="2711"/>
          <ac:spMkLst>
            <pc:docMk/>
            <pc:sldMk cId="514740028" sldId="272"/>
            <ac:spMk id="18" creationId="{1E76F3FB-36BB-2A5B-131A-A60200CC57AB}"/>
          </ac:spMkLst>
        </pc:spChg>
        <pc:spChg chg="mod">
          <ac:chgData name="Saha, Biswajit" userId="4799f252-fb3f-4034-97bb-a0dfefb11811" providerId="ADAL" clId="{32509F62-455B-4C60-B8F5-1F89CFB9DF5A}" dt="2026-09-22T15:24:54.799" v="471" actId="27636"/>
          <ac:spMkLst>
            <pc:docMk/>
            <pc:sldMk cId="514740028" sldId="272"/>
            <ac:spMk id="20" creationId="{1710BBB4-4694-B702-B8A3-F789C631C6EE}"/>
          </ac:spMkLst>
        </pc:spChg>
        <pc:spChg chg="add mod">
          <ac:chgData name="Saha, Biswajit" userId="4799f252-fb3f-4034-97bb-a0dfefb11811" providerId="ADAL" clId="{32509F62-455B-4C60-B8F5-1F89CFB9DF5A}" dt="2026-09-23T02:53:20.328" v="936" actId="2711"/>
          <ac:spMkLst>
            <pc:docMk/>
            <pc:sldMk cId="514740028" sldId="272"/>
            <ac:spMk id="30" creationId="{FFE8479A-3F72-FB95-9621-D0C894A32E31}"/>
          </ac:spMkLst>
        </pc:spChg>
        <pc:spChg chg="mod">
          <ac:chgData name="Saha, Biswajit" userId="4799f252-fb3f-4034-97bb-a0dfefb11811" providerId="ADAL" clId="{32509F62-455B-4C60-B8F5-1F89CFB9DF5A}" dt="2026-09-22T15:52:11.473" v="613" actId="1036"/>
          <ac:spMkLst>
            <pc:docMk/>
            <pc:sldMk cId="514740028" sldId="272"/>
            <ac:spMk id="32" creationId="{E030C9EE-6B5C-77B5-FE2C-DDD1D8904C9D}"/>
          </ac:spMkLst>
        </pc:spChg>
        <pc:spChg chg="mod">
          <ac:chgData name="Saha, Biswajit" userId="4799f252-fb3f-4034-97bb-a0dfefb11811" providerId="ADAL" clId="{32509F62-455B-4C60-B8F5-1F89CFB9DF5A}" dt="2026-09-22T15:24:54.798" v="470" actId="27636"/>
          <ac:spMkLst>
            <pc:docMk/>
            <pc:sldMk cId="514740028" sldId="272"/>
            <ac:spMk id="33" creationId="{FB16560C-464B-BECB-9BEF-F2B48F05DE5D}"/>
          </ac:spMkLst>
        </pc:spChg>
        <pc:spChg chg="add mod">
          <ac:chgData name="Saha, Biswajit" userId="4799f252-fb3f-4034-97bb-a0dfefb11811" providerId="ADAL" clId="{32509F62-455B-4C60-B8F5-1F89CFB9DF5A}" dt="2026-09-23T02:53:20.328" v="936" actId="2711"/>
          <ac:spMkLst>
            <pc:docMk/>
            <pc:sldMk cId="514740028" sldId="272"/>
            <ac:spMk id="35" creationId="{69F2F8A2-4C55-DBD1-E89E-8EEA086217AE}"/>
          </ac:spMkLst>
        </pc:spChg>
        <pc:spChg chg="add mod">
          <ac:chgData name="Saha, Biswajit" userId="4799f252-fb3f-4034-97bb-a0dfefb11811" providerId="ADAL" clId="{32509F62-455B-4C60-B8F5-1F89CFB9DF5A}" dt="2026-09-23T02:53:20.328" v="936" actId="2711"/>
          <ac:spMkLst>
            <pc:docMk/>
            <pc:sldMk cId="514740028" sldId="272"/>
            <ac:spMk id="36" creationId="{CE3A4BED-03C1-F0D7-8600-CBBF34CF1FA9}"/>
          </ac:spMkLst>
        </pc:spChg>
        <pc:spChg chg="add mod">
          <ac:chgData name="Saha, Biswajit" userId="4799f252-fb3f-4034-97bb-a0dfefb11811" providerId="ADAL" clId="{32509F62-455B-4C60-B8F5-1F89CFB9DF5A}" dt="2026-09-23T02:53:20.328" v="936" actId="2711"/>
          <ac:spMkLst>
            <pc:docMk/>
            <pc:sldMk cId="514740028" sldId="272"/>
            <ac:spMk id="39" creationId="{731B5D9E-BB5A-6CAB-9CA9-26D8FEDEA10C}"/>
          </ac:spMkLst>
        </pc:spChg>
        <pc:spChg chg="mod">
          <ac:chgData name="Saha, Biswajit" userId="4799f252-fb3f-4034-97bb-a0dfefb11811" providerId="ADAL" clId="{32509F62-455B-4C60-B8F5-1F89CFB9DF5A}" dt="2026-09-22T15:52:11.473" v="613" actId="1036"/>
          <ac:spMkLst>
            <pc:docMk/>
            <pc:sldMk cId="514740028" sldId="272"/>
            <ac:spMk id="40" creationId="{C864D991-4D6D-C38B-96C4-FB0DC58AF251}"/>
          </ac:spMkLst>
        </pc:spChg>
        <pc:spChg chg="mod">
          <ac:chgData name="Saha, Biswajit" userId="4799f252-fb3f-4034-97bb-a0dfefb11811" providerId="ADAL" clId="{32509F62-455B-4C60-B8F5-1F89CFB9DF5A}" dt="2026-09-22T15:24:54.757" v="469" actId="2710"/>
          <ac:spMkLst>
            <pc:docMk/>
            <pc:sldMk cId="514740028" sldId="272"/>
            <ac:spMk id="41" creationId="{C076BC89-3281-54A3-21F7-4D629BB04528}"/>
          </ac:spMkLst>
        </pc:spChg>
        <pc:spChg chg="add mod">
          <ac:chgData name="Saha, Biswajit" userId="4799f252-fb3f-4034-97bb-a0dfefb11811" providerId="ADAL" clId="{32509F62-455B-4C60-B8F5-1F89CFB9DF5A}" dt="2026-09-23T02:53:20.328" v="936" actId="2711"/>
          <ac:spMkLst>
            <pc:docMk/>
            <pc:sldMk cId="514740028" sldId="272"/>
            <ac:spMk id="43" creationId="{5F7C73BA-496D-01B2-D9DB-3681263ECB12}"/>
          </ac:spMkLst>
        </pc:spChg>
        <pc:spChg chg="add mod">
          <ac:chgData name="Saha, Biswajit" userId="4799f252-fb3f-4034-97bb-a0dfefb11811" providerId="ADAL" clId="{32509F62-455B-4C60-B8F5-1F89CFB9DF5A}" dt="2026-09-23T02:53:20.328" v="936" actId="2711"/>
          <ac:spMkLst>
            <pc:docMk/>
            <pc:sldMk cId="514740028" sldId="272"/>
            <ac:spMk id="52" creationId="{F3F1E210-D858-293B-3B17-E1331E850BF4}"/>
          </ac:spMkLst>
        </pc:spChg>
        <pc:spChg chg="mod">
          <ac:chgData name="Saha, Biswajit" userId="4799f252-fb3f-4034-97bb-a0dfefb11811" providerId="ADAL" clId="{32509F62-455B-4C60-B8F5-1F89CFB9DF5A}" dt="2026-09-22T15:24:30.931" v="465" actId="403"/>
          <ac:spMkLst>
            <pc:docMk/>
            <pc:sldMk cId="514740028" sldId="272"/>
            <ac:spMk id="55" creationId="{23CF9F9A-9948-7F32-35EB-2AEAF931ACE9}"/>
          </ac:spMkLst>
        </pc:spChg>
        <pc:spChg chg="add mod">
          <ac:chgData name="Saha, Biswajit" userId="4799f252-fb3f-4034-97bb-a0dfefb11811" providerId="ADAL" clId="{32509F62-455B-4C60-B8F5-1F89CFB9DF5A}" dt="2026-09-23T02:53:20.328" v="936" actId="2711"/>
          <ac:spMkLst>
            <pc:docMk/>
            <pc:sldMk cId="514740028" sldId="272"/>
            <ac:spMk id="67" creationId="{0367EC4C-6AF1-4BCB-677F-7A779E7D6478}"/>
          </ac:spMkLst>
        </pc:spChg>
        <pc:spChg chg="mod">
          <ac:chgData name="Saha, Biswajit" userId="4799f252-fb3f-4034-97bb-a0dfefb11811" providerId="ADAL" clId="{32509F62-455B-4C60-B8F5-1F89CFB9DF5A}" dt="2026-09-22T15:24:22.333" v="464" actId="27636"/>
          <ac:spMkLst>
            <pc:docMk/>
            <pc:sldMk cId="514740028" sldId="272"/>
            <ac:spMk id="73" creationId="{FAAB941E-ADAB-44B3-63B2-B9923D5463C7}"/>
          </ac:spMkLst>
        </pc:spChg>
      </pc:sldChg>
      <pc:sldChg chg="addSp delSp modSp add mod">
        <pc:chgData name="Saha, Biswajit" userId="4799f252-fb3f-4034-97bb-a0dfefb11811" providerId="ADAL" clId="{32509F62-455B-4C60-B8F5-1F89CFB9DF5A}" dt="2026-09-23T02:54:13.483" v="947" actId="403"/>
        <pc:sldMkLst>
          <pc:docMk/>
          <pc:sldMk cId="1393211232" sldId="273"/>
        </pc:sldMkLst>
        <pc:spChg chg="mod">
          <ac:chgData name="Saha, Biswajit" userId="4799f252-fb3f-4034-97bb-a0dfefb11811" providerId="ADAL" clId="{32509F62-455B-4C60-B8F5-1F89CFB9DF5A}" dt="2026-09-23T02:19:16.712" v="786" actId="14100"/>
          <ac:spMkLst>
            <pc:docMk/>
            <pc:sldMk cId="1393211232" sldId="273"/>
            <ac:spMk id="2" creationId="{BA72B86D-69DE-67A6-B6E7-3D4BD3C1FF54}"/>
          </ac:spMkLst>
        </pc:spChg>
        <pc:spChg chg="add mod">
          <ac:chgData name="Saha, Biswajit" userId="4799f252-fb3f-4034-97bb-a0dfefb11811" providerId="ADAL" clId="{32509F62-455B-4C60-B8F5-1F89CFB9DF5A}" dt="2026-09-23T02:54:13.483" v="947" actId="403"/>
          <ac:spMkLst>
            <pc:docMk/>
            <pc:sldMk cId="1393211232" sldId="273"/>
            <ac:spMk id="219" creationId="{4251CA98-F440-440A-AA59-03E8B4DCBDB7}"/>
          </ac:spMkLst>
        </pc:spChg>
        <pc:spChg chg="mod">
          <ac:chgData name="Saha, Biswajit" userId="4799f252-fb3f-4034-97bb-a0dfefb11811" providerId="ADAL" clId="{32509F62-455B-4C60-B8F5-1F89CFB9DF5A}" dt="2026-09-23T02:18:41.385" v="781" actId="27636"/>
          <ac:spMkLst>
            <pc:docMk/>
            <pc:sldMk cId="1393211232" sldId="273"/>
            <ac:spMk id="227" creationId="{0A5B5D52-F81D-F83F-70E2-8E9AC8E3E876}"/>
          </ac:spMkLst>
        </pc:spChg>
        <pc:spChg chg="add mod">
          <ac:chgData name="Saha, Biswajit" userId="4799f252-fb3f-4034-97bb-a0dfefb11811" providerId="ADAL" clId="{32509F62-455B-4C60-B8F5-1F89CFB9DF5A}" dt="2026-09-23T02:54:13.483" v="947" actId="403"/>
          <ac:spMkLst>
            <pc:docMk/>
            <pc:sldMk cId="1393211232" sldId="273"/>
            <ac:spMk id="235" creationId="{364074CC-06D7-1391-D0BE-C2632E7A46B1}"/>
          </ac:spMkLst>
        </pc:spChg>
        <pc:spChg chg="add mod">
          <ac:chgData name="Saha, Biswajit" userId="4799f252-fb3f-4034-97bb-a0dfefb11811" providerId="ADAL" clId="{32509F62-455B-4C60-B8F5-1F89CFB9DF5A}" dt="2026-09-23T02:54:13.483" v="947" actId="403"/>
          <ac:spMkLst>
            <pc:docMk/>
            <pc:sldMk cId="1393211232" sldId="273"/>
            <ac:spMk id="236" creationId="{281F2BDA-FEB5-9BEE-F8AD-D3145994252C}"/>
          </ac:spMkLst>
        </pc:spChg>
        <pc:spChg chg="mod">
          <ac:chgData name="Saha, Biswajit" userId="4799f252-fb3f-4034-97bb-a0dfefb11811" providerId="ADAL" clId="{32509F62-455B-4C60-B8F5-1F89CFB9DF5A}" dt="2026-09-23T02:18:41.376" v="780" actId="27636"/>
          <ac:spMkLst>
            <pc:docMk/>
            <pc:sldMk cId="1393211232" sldId="273"/>
            <ac:spMk id="245" creationId="{604E73D7-CD00-88AD-F578-6A1A4D7EB3D7}"/>
          </ac:spMkLst>
        </pc:spChg>
        <pc:spChg chg="add mod">
          <ac:chgData name="Saha, Biswajit" userId="4799f252-fb3f-4034-97bb-a0dfefb11811" providerId="ADAL" clId="{32509F62-455B-4C60-B8F5-1F89CFB9DF5A}" dt="2026-09-23T02:54:13.483" v="947" actId="403"/>
          <ac:spMkLst>
            <pc:docMk/>
            <pc:sldMk cId="1393211232" sldId="273"/>
            <ac:spMk id="247" creationId="{30002A81-CA3B-A6BC-D3FC-A86AE711F3EC}"/>
          </ac:spMkLst>
        </pc:spChg>
        <pc:spChg chg="add mod">
          <ac:chgData name="Saha, Biswajit" userId="4799f252-fb3f-4034-97bb-a0dfefb11811" providerId="ADAL" clId="{32509F62-455B-4C60-B8F5-1F89CFB9DF5A}" dt="2026-09-23T02:54:13.483" v="947" actId="403"/>
          <ac:spMkLst>
            <pc:docMk/>
            <pc:sldMk cId="1393211232" sldId="273"/>
            <ac:spMk id="250" creationId="{5A9FB7DB-517E-A4D8-3E1A-D9684AAB1B23}"/>
          </ac:spMkLst>
        </pc:spChg>
        <pc:spChg chg="add mod">
          <ac:chgData name="Saha, Biswajit" userId="4799f252-fb3f-4034-97bb-a0dfefb11811" providerId="ADAL" clId="{32509F62-455B-4C60-B8F5-1F89CFB9DF5A}" dt="2026-09-23T02:54:13.483" v="947" actId="403"/>
          <ac:spMkLst>
            <pc:docMk/>
            <pc:sldMk cId="1393211232" sldId="273"/>
            <ac:spMk id="257" creationId="{66B1501E-F26B-96B2-705E-877931FD1974}"/>
          </ac:spMkLst>
        </pc:spChg>
        <pc:spChg chg="mod">
          <ac:chgData name="Saha, Biswajit" userId="4799f252-fb3f-4034-97bb-a0dfefb11811" providerId="ADAL" clId="{32509F62-455B-4C60-B8F5-1F89CFB9DF5A}" dt="2026-09-23T02:18:41.338" v="776" actId="27636"/>
          <ac:spMkLst>
            <pc:docMk/>
            <pc:sldMk cId="1393211232" sldId="273"/>
            <ac:spMk id="259" creationId="{ABE7B9F4-6F64-095B-7CB7-92F1645B161F}"/>
          </ac:spMkLst>
        </pc:spChg>
        <pc:spChg chg="mod">
          <ac:chgData name="Saha, Biswajit" userId="4799f252-fb3f-4034-97bb-a0dfefb11811" providerId="ADAL" clId="{32509F62-455B-4C60-B8F5-1F89CFB9DF5A}" dt="2026-09-23T02:18:41.367" v="779" actId="27636"/>
          <ac:spMkLst>
            <pc:docMk/>
            <pc:sldMk cId="1393211232" sldId="273"/>
            <ac:spMk id="268" creationId="{C6E10C4F-3D0A-76DE-429F-9243DDEAE655}"/>
          </ac:spMkLst>
        </pc:spChg>
        <pc:spChg chg="mod">
          <ac:chgData name="Saha, Biswajit" userId="4799f252-fb3f-4034-97bb-a0dfefb11811" providerId="ADAL" clId="{32509F62-455B-4C60-B8F5-1F89CFB9DF5A}" dt="2026-09-23T02:18:41.348" v="777" actId="27636"/>
          <ac:spMkLst>
            <pc:docMk/>
            <pc:sldMk cId="1393211232" sldId="273"/>
            <ac:spMk id="277" creationId="{E8EBC769-7753-FAD6-702B-AFBB48E5B84A}"/>
          </ac:spMkLst>
        </pc:spChg>
        <pc:spChg chg="add mod">
          <ac:chgData name="Saha, Biswajit" userId="4799f252-fb3f-4034-97bb-a0dfefb11811" providerId="ADAL" clId="{32509F62-455B-4C60-B8F5-1F89CFB9DF5A}" dt="2026-09-23T02:54:13.483" v="947" actId="403"/>
          <ac:spMkLst>
            <pc:docMk/>
            <pc:sldMk cId="1393211232" sldId="273"/>
            <ac:spMk id="282" creationId="{1961B210-5A0C-61D2-4D36-5EF5121D02F2}"/>
          </ac:spMkLst>
        </pc:spChg>
        <pc:spChg chg="add mod">
          <ac:chgData name="Saha, Biswajit" userId="4799f252-fb3f-4034-97bb-a0dfefb11811" providerId="ADAL" clId="{32509F62-455B-4C60-B8F5-1F89CFB9DF5A}" dt="2026-09-23T02:54:13.483" v="947" actId="403"/>
          <ac:spMkLst>
            <pc:docMk/>
            <pc:sldMk cId="1393211232" sldId="273"/>
            <ac:spMk id="286" creationId="{53AB22EA-F4B1-AA67-D931-3B4F0C9B7687}"/>
          </ac:spMkLst>
        </pc:spChg>
        <pc:spChg chg="mod">
          <ac:chgData name="Saha, Biswajit" userId="4799f252-fb3f-4034-97bb-a0dfefb11811" providerId="ADAL" clId="{32509F62-455B-4C60-B8F5-1F89CFB9DF5A}" dt="2026-09-23T02:18:41.327" v="775" actId="27636"/>
          <ac:spMkLst>
            <pc:docMk/>
            <pc:sldMk cId="1393211232" sldId="273"/>
            <ac:spMk id="291" creationId="{B600A617-C312-546E-BD1C-5E1316C0D822}"/>
          </ac:spMkLst>
        </pc:spChg>
        <pc:spChg chg="add mod">
          <ac:chgData name="Saha, Biswajit" userId="4799f252-fb3f-4034-97bb-a0dfefb11811" providerId="ADAL" clId="{32509F62-455B-4C60-B8F5-1F89CFB9DF5A}" dt="2026-09-23T02:54:13.483" v="947" actId="403"/>
          <ac:spMkLst>
            <pc:docMk/>
            <pc:sldMk cId="1393211232" sldId="273"/>
            <ac:spMk id="292" creationId="{0D93A8A6-9116-C6AC-B2ED-F8D5C8564142}"/>
          </ac:spMkLst>
        </pc:spChg>
        <pc:spChg chg="mod">
          <ac:chgData name="Saha, Biswajit" userId="4799f252-fb3f-4034-97bb-a0dfefb11811" providerId="ADAL" clId="{32509F62-455B-4C60-B8F5-1F89CFB9DF5A}" dt="2026-09-23T02:18:41.394" v="782" actId="27636"/>
          <ac:spMkLst>
            <pc:docMk/>
            <pc:sldMk cId="1393211232" sldId="273"/>
            <ac:spMk id="300" creationId="{9537BB61-8DAF-FD35-BFC6-E5C996D7E757}"/>
          </ac:spMkLst>
        </pc:spChg>
        <pc:spChg chg="add mod">
          <ac:chgData name="Saha, Biswajit" userId="4799f252-fb3f-4034-97bb-a0dfefb11811" providerId="ADAL" clId="{32509F62-455B-4C60-B8F5-1F89CFB9DF5A}" dt="2026-09-23T02:54:13.483" v="947" actId="403"/>
          <ac:spMkLst>
            <pc:docMk/>
            <pc:sldMk cId="1393211232" sldId="273"/>
            <ac:spMk id="316" creationId="{579627AF-FF10-2CE8-25B4-23F252C0346F}"/>
          </ac:spMkLst>
        </pc:spChg>
      </pc:sldChg>
      <pc:sldChg chg="addSp modSp add mod">
        <pc:chgData name="Saha, Biswajit" userId="4799f252-fb3f-4034-97bb-a0dfefb11811" providerId="ADAL" clId="{32509F62-455B-4C60-B8F5-1F89CFB9DF5A}" dt="2026-09-23T02:54:30.803" v="950" actId="403"/>
        <pc:sldMkLst>
          <pc:docMk/>
          <pc:sldMk cId="1774127760" sldId="274"/>
        </pc:sldMkLst>
        <pc:spChg chg="mod">
          <ac:chgData name="Saha, Biswajit" userId="4799f252-fb3f-4034-97bb-a0dfefb11811" providerId="ADAL" clId="{32509F62-455B-4C60-B8F5-1F89CFB9DF5A}" dt="2026-09-23T02:20:11.546" v="787"/>
          <ac:spMkLst>
            <pc:docMk/>
            <pc:sldMk cId="1774127760" sldId="274"/>
            <ac:spMk id="2" creationId="{ED483966-9BC6-B1F7-F004-5DCFA5196C16}"/>
          </ac:spMkLst>
        </pc:spChg>
        <pc:spChg chg="add mod">
          <ac:chgData name="Saha, Biswajit" userId="4799f252-fb3f-4034-97bb-a0dfefb11811" providerId="ADAL" clId="{32509F62-455B-4C60-B8F5-1F89CFB9DF5A}" dt="2026-09-23T02:54:30.803" v="950" actId="403"/>
          <ac:spMkLst>
            <pc:docMk/>
            <pc:sldMk cId="1774127760" sldId="274"/>
            <ac:spMk id="5" creationId="{7D65FB2E-C706-FDED-DBE4-0EF7FC8A7C34}"/>
          </ac:spMkLst>
        </pc:spChg>
        <pc:spChg chg="mod">
          <ac:chgData name="Saha, Biswajit" userId="4799f252-fb3f-4034-97bb-a0dfefb11811" providerId="ADAL" clId="{32509F62-455B-4C60-B8F5-1F89CFB9DF5A}" dt="2026-09-23T02:20:35.912" v="799" actId="403"/>
          <ac:spMkLst>
            <pc:docMk/>
            <pc:sldMk cId="1774127760" sldId="274"/>
            <ac:spMk id="9" creationId="{323413BF-8D80-E93A-3744-4F5AC820EB15}"/>
          </ac:spMkLst>
        </pc:spChg>
        <pc:spChg chg="add mod">
          <ac:chgData name="Saha, Biswajit" userId="4799f252-fb3f-4034-97bb-a0dfefb11811" providerId="ADAL" clId="{32509F62-455B-4C60-B8F5-1F89CFB9DF5A}" dt="2026-09-23T02:54:30.803" v="950" actId="403"/>
          <ac:spMkLst>
            <pc:docMk/>
            <pc:sldMk cId="1774127760" sldId="274"/>
            <ac:spMk id="16" creationId="{BE8DD876-2C09-0F01-E0F6-9A15BC854E55}"/>
          </ac:spMkLst>
        </pc:spChg>
        <pc:spChg chg="mod">
          <ac:chgData name="Saha, Biswajit" userId="4799f252-fb3f-4034-97bb-a0dfefb11811" providerId="ADAL" clId="{32509F62-455B-4C60-B8F5-1F89CFB9DF5A}" dt="2026-09-23T02:20:21.673" v="792" actId="27636"/>
          <ac:spMkLst>
            <pc:docMk/>
            <pc:sldMk cId="1774127760" sldId="274"/>
            <ac:spMk id="19" creationId="{69375B84-0DE8-6F20-E4AB-2FF0E5F466B8}"/>
          </ac:spMkLst>
        </pc:spChg>
        <pc:spChg chg="add mod">
          <ac:chgData name="Saha, Biswajit" userId="4799f252-fb3f-4034-97bb-a0dfefb11811" providerId="ADAL" clId="{32509F62-455B-4C60-B8F5-1F89CFB9DF5A}" dt="2026-09-23T02:54:30.803" v="950" actId="403"/>
          <ac:spMkLst>
            <pc:docMk/>
            <pc:sldMk cId="1774127760" sldId="274"/>
            <ac:spMk id="22" creationId="{1788583A-866F-B52B-2E4D-3D77D3103F5B}"/>
          </ac:spMkLst>
        </pc:spChg>
        <pc:spChg chg="mod">
          <ac:chgData name="Saha, Biswajit" userId="4799f252-fb3f-4034-97bb-a0dfefb11811" providerId="ADAL" clId="{32509F62-455B-4C60-B8F5-1F89CFB9DF5A}" dt="2026-09-23T02:20:21.694" v="793" actId="27636"/>
          <ac:spMkLst>
            <pc:docMk/>
            <pc:sldMk cId="1774127760" sldId="274"/>
            <ac:spMk id="28" creationId="{893056AC-3F68-0048-21BA-79E0A772B1ED}"/>
          </ac:spMkLst>
        </pc:spChg>
        <pc:spChg chg="mod">
          <ac:chgData name="Saha, Biswajit" userId="4799f252-fb3f-4034-97bb-a0dfefb11811" providerId="ADAL" clId="{32509F62-455B-4C60-B8F5-1F89CFB9DF5A}" dt="2026-09-23T02:20:35.912" v="799" actId="403"/>
          <ac:spMkLst>
            <pc:docMk/>
            <pc:sldMk cId="1774127760" sldId="274"/>
            <ac:spMk id="39" creationId="{74E09B79-0AC4-4612-D129-CF8CB30E66C3}"/>
          </ac:spMkLst>
        </pc:spChg>
        <pc:spChg chg="add mod">
          <ac:chgData name="Saha, Biswajit" userId="4799f252-fb3f-4034-97bb-a0dfefb11811" providerId="ADAL" clId="{32509F62-455B-4C60-B8F5-1F89CFB9DF5A}" dt="2026-09-23T02:54:30.803" v="950" actId="403"/>
          <ac:spMkLst>
            <pc:docMk/>
            <pc:sldMk cId="1774127760" sldId="274"/>
            <ac:spMk id="41" creationId="{C0D5CC33-521D-FF9F-8BB6-9B45362F91A1}"/>
          </ac:spMkLst>
        </pc:spChg>
        <pc:spChg chg="mod">
          <ac:chgData name="Saha, Biswajit" userId="4799f252-fb3f-4034-97bb-a0dfefb11811" providerId="ADAL" clId="{32509F62-455B-4C60-B8F5-1F89CFB9DF5A}" dt="2026-09-23T02:20:21.649" v="791" actId="27636"/>
          <ac:spMkLst>
            <pc:docMk/>
            <pc:sldMk cId="1774127760" sldId="274"/>
            <ac:spMk id="42" creationId="{BCCAEDE9-A81A-7C45-5486-64416E20436D}"/>
          </ac:spMkLst>
        </pc:spChg>
        <pc:spChg chg="mod">
          <ac:chgData name="Saha, Biswajit" userId="4799f252-fb3f-4034-97bb-a0dfefb11811" providerId="ADAL" clId="{32509F62-455B-4C60-B8F5-1F89CFB9DF5A}" dt="2026-09-23T02:20:35.912" v="799" actId="403"/>
          <ac:spMkLst>
            <pc:docMk/>
            <pc:sldMk cId="1774127760" sldId="274"/>
            <ac:spMk id="44" creationId="{1444ED02-6D1A-3D6C-CBD9-C98504129B9A}"/>
          </ac:spMkLst>
        </pc:spChg>
        <pc:spChg chg="add mod">
          <ac:chgData name="Saha, Biswajit" userId="4799f252-fb3f-4034-97bb-a0dfefb11811" providerId="ADAL" clId="{32509F62-455B-4C60-B8F5-1F89CFB9DF5A}" dt="2026-09-23T02:54:30.803" v="950" actId="403"/>
          <ac:spMkLst>
            <pc:docMk/>
            <pc:sldMk cId="1774127760" sldId="274"/>
            <ac:spMk id="45" creationId="{35B6F4B9-1B62-F3FB-16B5-FCAF859B33F8}"/>
          </ac:spMkLst>
        </pc:spChg>
        <pc:spChg chg="add mod">
          <ac:chgData name="Saha, Biswajit" userId="4799f252-fb3f-4034-97bb-a0dfefb11811" providerId="ADAL" clId="{32509F62-455B-4C60-B8F5-1F89CFB9DF5A}" dt="2026-09-23T02:54:30.803" v="950" actId="403"/>
          <ac:spMkLst>
            <pc:docMk/>
            <pc:sldMk cId="1774127760" sldId="274"/>
            <ac:spMk id="50" creationId="{B7AC34A0-4EBB-9F61-B4DC-BFD489F5C423}"/>
          </ac:spMkLst>
        </pc:spChg>
        <pc:spChg chg="mod">
          <ac:chgData name="Saha, Biswajit" userId="4799f252-fb3f-4034-97bb-a0dfefb11811" providerId="ADAL" clId="{32509F62-455B-4C60-B8F5-1F89CFB9DF5A}" dt="2026-09-23T02:20:21.603" v="789" actId="27636"/>
          <ac:spMkLst>
            <pc:docMk/>
            <pc:sldMk cId="1774127760" sldId="274"/>
            <ac:spMk id="51" creationId="{539DA239-C821-B1BF-3A7C-770730C39AFF}"/>
          </ac:spMkLst>
        </pc:spChg>
        <pc:spChg chg="mod">
          <ac:chgData name="Saha, Biswajit" userId="4799f252-fb3f-4034-97bb-a0dfefb11811" providerId="ADAL" clId="{32509F62-455B-4C60-B8F5-1F89CFB9DF5A}" dt="2026-09-23T02:20:35.912" v="799" actId="403"/>
          <ac:spMkLst>
            <pc:docMk/>
            <pc:sldMk cId="1774127760" sldId="274"/>
            <ac:spMk id="52" creationId="{FCAC59BB-7FD9-9459-AE91-6A12F940ADA2}"/>
          </ac:spMkLst>
        </pc:spChg>
        <pc:spChg chg="add mod">
          <ac:chgData name="Saha, Biswajit" userId="4799f252-fb3f-4034-97bb-a0dfefb11811" providerId="ADAL" clId="{32509F62-455B-4C60-B8F5-1F89CFB9DF5A}" dt="2026-09-23T02:54:30.803" v="950" actId="403"/>
          <ac:spMkLst>
            <pc:docMk/>
            <pc:sldMk cId="1774127760" sldId="274"/>
            <ac:spMk id="55" creationId="{BDB22EBF-7F56-788E-C7BD-6D63FC8434FC}"/>
          </ac:spMkLst>
        </pc:spChg>
        <pc:spChg chg="mod">
          <ac:chgData name="Saha, Biswajit" userId="4799f252-fb3f-4034-97bb-a0dfefb11811" providerId="ADAL" clId="{32509F62-455B-4C60-B8F5-1F89CFB9DF5A}" dt="2026-09-23T02:20:35.912" v="799" actId="403"/>
          <ac:spMkLst>
            <pc:docMk/>
            <pc:sldMk cId="1774127760" sldId="274"/>
            <ac:spMk id="59" creationId="{ADF413F8-D316-9C6E-B54C-A9C9626ACF51}"/>
          </ac:spMkLst>
        </pc:spChg>
        <pc:spChg chg="mod">
          <ac:chgData name="Saha, Biswajit" userId="4799f252-fb3f-4034-97bb-a0dfefb11811" providerId="ADAL" clId="{32509F62-455B-4C60-B8F5-1F89CFB9DF5A}" dt="2026-09-23T02:20:21.725" v="795" actId="27636"/>
          <ac:spMkLst>
            <pc:docMk/>
            <pc:sldMk cId="1774127760" sldId="274"/>
            <ac:spMk id="65" creationId="{F5D6AB5F-0F5E-1A54-AE12-F42FC7E1EADF}"/>
          </ac:spMkLst>
        </pc:spChg>
        <pc:spChg chg="add mod">
          <ac:chgData name="Saha, Biswajit" userId="4799f252-fb3f-4034-97bb-a0dfefb11811" providerId="ADAL" clId="{32509F62-455B-4C60-B8F5-1F89CFB9DF5A}" dt="2026-09-23T02:54:30.803" v="950" actId="403"/>
          <ac:spMkLst>
            <pc:docMk/>
            <pc:sldMk cId="1774127760" sldId="274"/>
            <ac:spMk id="66" creationId="{A5CE6048-32BC-84B5-C63B-05E7E92A2613}"/>
          </ac:spMkLst>
        </pc:spChg>
        <pc:spChg chg="mod">
          <ac:chgData name="Saha, Biswajit" userId="4799f252-fb3f-4034-97bb-a0dfefb11811" providerId="ADAL" clId="{32509F62-455B-4C60-B8F5-1F89CFB9DF5A}" dt="2026-09-23T02:20:35.912" v="799" actId="403"/>
          <ac:spMkLst>
            <pc:docMk/>
            <pc:sldMk cId="1774127760" sldId="274"/>
            <ac:spMk id="68" creationId="{6989B956-B1B3-938B-D1FA-8CF2FD4DC2B0}"/>
          </ac:spMkLst>
        </pc:spChg>
        <pc:spChg chg="mod">
          <ac:chgData name="Saha, Biswajit" userId="4799f252-fb3f-4034-97bb-a0dfefb11811" providerId="ADAL" clId="{32509F62-455B-4C60-B8F5-1F89CFB9DF5A}" dt="2026-09-23T02:20:21.711" v="794" actId="27636"/>
          <ac:spMkLst>
            <pc:docMk/>
            <pc:sldMk cId="1774127760" sldId="274"/>
            <ac:spMk id="74" creationId="{A31F2C97-10A3-CC31-7713-097573D641EB}"/>
          </ac:spMkLst>
        </pc:spChg>
        <pc:spChg chg="add mod">
          <ac:chgData name="Saha, Biswajit" userId="4799f252-fb3f-4034-97bb-a0dfefb11811" providerId="ADAL" clId="{32509F62-455B-4C60-B8F5-1F89CFB9DF5A}" dt="2026-09-23T02:54:30.803" v="950" actId="403"/>
          <ac:spMkLst>
            <pc:docMk/>
            <pc:sldMk cId="1774127760" sldId="274"/>
            <ac:spMk id="75" creationId="{D04DF866-D244-55F5-DC6B-A4B4855E34C2}"/>
          </ac:spMkLst>
        </pc:spChg>
        <pc:spChg chg="mod">
          <ac:chgData name="Saha, Biswajit" userId="4799f252-fb3f-4034-97bb-a0dfefb11811" providerId="ADAL" clId="{32509F62-455B-4C60-B8F5-1F89CFB9DF5A}" dt="2026-09-23T02:20:35.912" v="799" actId="403"/>
          <ac:spMkLst>
            <pc:docMk/>
            <pc:sldMk cId="1774127760" sldId="274"/>
            <ac:spMk id="83" creationId="{F106888D-EA81-9F43-0E67-5DADA38BA1F3}"/>
          </ac:spMkLst>
        </pc:spChg>
        <pc:spChg chg="add mod">
          <ac:chgData name="Saha, Biswajit" userId="4799f252-fb3f-4034-97bb-a0dfefb11811" providerId="ADAL" clId="{32509F62-455B-4C60-B8F5-1F89CFB9DF5A}" dt="2026-09-23T02:54:30.803" v="950" actId="403"/>
          <ac:spMkLst>
            <pc:docMk/>
            <pc:sldMk cId="1774127760" sldId="274"/>
            <ac:spMk id="85" creationId="{DCC53D66-B74F-BE7D-ED3D-B8D7A2989ECB}"/>
          </ac:spMkLst>
        </pc:spChg>
      </pc:sldChg>
      <pc:sldChg chg="modSp mod">
        <pc:chgData name="Saha, Biswajit" userId="4799f252-fb3f-4034-97bb-a0dfefb11811" providerId="ADAL" clId="{32509F62-455B-4C60-B8F5-1F89CFB9DF5A}" dt="2026-09-23T02:52:22.837" v="929" actId="2711"/>
        <pc:sldMkLst>
          <pc:docMk/>
          <pc:sldMk cId="940847856" sldId="284"/>
        </pc:sldMkLst>
        <pc:spChg chg="mod">
          <ac:chgData name="Saha, Biswajit" userId="4799f252-fb3f-4034-97bb-a0dfefb11811" providerId="ADAL" clId="{32509F62-455B-4C60-B8F5-1F89CFB9DF5A}" dt="2026-09-23T02:52:22.837" v="929" actId="2711"/>
          <ac:spMkLst>
            <pc:docMk/>
            <pc:sldMk cId="940847856" sldId="284"/>
            <ac:spMk id="3" creationId="{C06D8ED6-F1A1-C779-6E45-293C16073942}"/>
          </ac:spMkLst>
        </pc:spChg>
        <pc:spChg chg="mod">
          <ac:chgData name="Saha, Biswajit" userId="4799f252-fb3f-4034-97bb-a0dfefb11811" providerId="ADAL" clId="{32509F62-455B-4C60-B8F5-1F89CFB9DF5A}" dt="2026-09-23T02:52:22.837" v="929" actId="2711"/>
          <ac:spMkLst>
            <pc:docMk/>
            <pc:sldMk cId="940847856" sldId="284"/>
            <ac:spMk id="4" creationId="{5FD5DEC6-755C-29FF-D84E-9612CA524088}"/>
          </ac:spMkLst>
        </pc:spChg>
        <pc:spChg chg="mod">
          <ac:chgData name="Saha, Biswajit" userId="4799f252-fb3f-4034-97bb-a0dfefb11811" providerId="ADAL" clId="{32509F62-455B-4C60-B8F5-1F89CFB9DF5A}" dt="2026-09-23T02:52:22.837" v="929" actId="2711"/>
          <ac:spMkLst>
            <pc:docMk/>
            <pc:sldMk cId="940847856" sldId="284"/>
            <ac:spMk id="5" creationId="{FB762342-E9D0-5D67-8DB7-50B15B1C636F}"/>
          </ac:spMkLst>
        </pc:spChg>
        <pc:spChg chg="mod">
          <ac:chgData name="Saha, Biswajit" userId="4799f252-fb3f-4034-97bb-a0dfefb11811" providerId="ADAL" clId="{32509F62-455B-4C60-B8F5-1F89CFB9DF5A}" dt="2026-09-23T02:52:22.837" v="929" actId="2711"/>
          <ac:spMkLst>
            <pc:docMk/>
            <pc:sldMk cId="940847856" sldId="284"/>
            <ac:spMk id="6" creationId="{06F90108-C6F6-7FA1-D1FF-8371CD95926C}"/>
          </ac:spMkLst>
        </pc:spChg>
      </pc:sldChg>
      <pc:sldChg chg="delSp modSp mod">
        <pc:chgData name="Saha, Biswajit" userId="4799f252-fb3f-4034-97bb-a0dfefb11811" providerId="ADAL" clId="{32509F62-455B-4C60-B8F5-1F89CFB9DF5A}" dt="2026-09-23T02:51:37.074" v="923" actId="2711"/>
        <pc:sldMkLst>
          <pc:docMk/>
          <pc:sldMk cId="2435163782" sldId="293"/>
        </pc:sldMkLst>
        <pc:spChg chg="mod">
          <ac:chgData name="Saha, Biswajit" userId="4799f252-fb3f-4034-97bb-a0dfefb11811" providerId="ADAL" clId="{32509F62-455B-4C60-B8F5-1F89CFB9DF5A}" dt="2026-09-23T02:51:30.251" v="922" actId="404"/>
          <ac:spMkLst>
            <pc:docMk/>
            <pc:sldMk cId="2435163782" sldId="293"/>
            <ac:spMk id="2" creationId="{94EC8BAA-0BED-6C89-67C4-3AB5D621C67F}"/>
          </ac:spMkLst>
        </pc:spChg>
        <pc:spChg chg="mod">
          <ac:chgData name="Saha, Biswajit" userId="4799f252-fb3f-4034-97bb-a0dfefb11811" providerId="ADAL" clId="{32509F62-455B-4C60-B8F5-1F89CFB9DF5A}" dt="2026-09-23T02:51:37.074" v="923" actId="2711"/>
          <ac:spMkLst>
            <pc:docMk/>
            <pc:sldMk cId="2435163782" sldId="293"/>
            <ac:spMk id="4" creationId="{670ADA6D-DF39-2064-622D-4DC2F95DE95E}"/>
          </ac:spMkLst>
        </pc:spChg>
      </pc:sldChg>
      <pc:sldChg chg="addSp delSp modSp mod">
        <pc:chgData name="Saha, Biswajit" userId="4799f252-fb3f-4034-97bb-a0dfefb11811" providerId="ADAL" clId="{32509F62-455B-4C60-B8F5-1F89CFB9DF5A}" dt="2026-09-22T15:22:11.545" v="445" actId="20577"/>
        <pc:sldMkLst>
          <pc:docMk/>
          <pc:sldMk cId="2677328895" sldId="322"/>
        </pc:sldMkLst>
        <pc:spChg chg="mod">
          <ac:chgData name="Saha, Biswajit" userId="4799f252-fb3f-4034-97bb-a0dfefb11811" providerId="ADAL" clId="{32509F62-455B-4C60-B8F5-1F89CFB9DF5A}" dt="2026-09-22T15:22:11.545" v="445" actId="20577"/>
          <ac:spMkLst>
            <pc:docMk/>
            <pc:sldMk cId="2677328895" sldId="322"/>
            <ac:spMk id="2" creationId="{DCD4CF10-E4C2-7A06-8206-85252D027F1E}"/>
          </ac:spMkLst>
        </pc:spChg>
        <pc:spChg chg="add mod">
          <ac:chgData name="Saha, Biswajit" userId="4799f252-fb3f-4034-97bb-a0dfefb11811" providerId="ADAL" clId="{32509F62-455B-4C60-B8F5-1F89CFB9DF5A}" dt="2026-09-22T15:20:16.397" v="435" actId="404"/>
          <ac:spMkLst>
            <pc:docMk/>
            <pc:sldMk cId="2677328895" sldId="322"/>
            <ac:spMk id="25" creationId="{08224992-574C-7733-129D-F3AB51A94D58}"/>
          </ac:spMkLst>
        </pc:spChg>
        <pc:spChg chg="add mod">
          <ac:chgData name="Saha, Biswajit" userId="4799f252-fb3f-4034-97bb-a0dfefb11811" providerId="ADAL" clId="{32509F62-455B-4C60-B8F5-1F89CFB9DF5A}" dt="2026-09-22T15:20:16.397" v="435" actId="404"/>
          <ac:spMkLst>
            <pc:docMk/>
            <pc:sldMk cId="2677328895" sldId="322"/>
            <ac:spMk id="27" creationId="{07763141-93C8-B2A9-6659-FA69DF5E9011}"/>
          </ac:spMkLst>
        </pc:spChg>
        <pc:spChg chg="add mod">
          <ac:chgData name="Saha, Biswajit" userId="4799f252-fb3f-4034-97bb-a0dfefb11811" providerId="ADAL" clId="{32509F62-455B-4C60-B8F5-1F89CFB9DF5A}" dt="2026-09-22T15:20:16.397" v="435" actId="404"/>
          <ac:spMkLst>
            <pc:docMk/>
            <pc:sldMk cId="2677328895" sldId="322"/>
            <ac:spMk id="33" creationId="{C611B4A3-A599-666D-E8E7-7FF8B672A7D7}"/>
          </ac:spMkLst>
        </pc:spChg>
        <pc:spChg chg="add mod">
          <ac:chgData name="Saha, Biswajit" userId="4799f252-fb3f-4034-97bb-a0dfefb11811" providerId="ADAL" clId="{32509F62-455B-4C60-B8F5-1F89CFB9DF5A}" dt="2026-09-22T15:20:16.397" v="435" actId="404"/>
          <ac:spMkLst>
            <pc:docMk/>
            <pc:sldMk cId="2677328895" sldId="322"/>
            <ac:spMk id="65" creationId="{404E2E68-E16D-8883-7430-B093245E8579}"/>
          </ac:spMkLst>
        </pc:spChg>
        <pc:spChg chg="add mod">
          <ac:chgData name="Saha, Biswajit" userId="4799f252-fb3f-4034-97bb-a0dfefb11811" providerId="ADAL" clId="{32509F62-455B-4C60-B8F5-1F89CFB9DF5A}" dt="2026-09-22T15:20:16.397" v="435" actId="404"/>
          <ac:spMkLst>
            <pc:docMk/>
            <pc:sldMk cId="2677328895" sldId="322"/>
            <ac:spMk id="91" creationId="{3D160E34-38A3-A6FF-CE13-8598605182B9}"/>
          </ac:spMkLst>
        </pc:spChg>
        <pc:spChg chg="mod">
          <ac:chgData name="Saha, Biswajit" userId="4799f252-fb3f-4034-97bb-a0dfefb11811" providerId="ADAL" clId="{32509F62-455B-4C60-B8F5-1F89CFB9DF5A}" dt="2026-09-22T15:20:16.460" v="438" actId="27636"/>
          <ac:spMkLst>
            <pc:docMk/>
            <pc:sldMk cId="2677328895" sldId="322"/>
            <ac:spMk id="113" creationId="{3DC20F2A-12A0-208A-E434-3478C331345F}"/>
          </ac:spMkLst>
        </pc:spChg>
        <pc:spChg chg="add mod">
          <ac:chgData name="Saha, Biswajit" userId="4799f252-fb3f-4034-97bb-a0dfefb11811" providerId="ADAL" clId="{32509F62-455B-4C60-B8F5-1F89CFB9DF5A}" dt="2026-09-22T15:20:16.448" v="436" actId="27636"/>
          <ac:spMkLst>
            <pc:docMk/>
            <pc:sldMk cId="2677328895" sldId="322"/>
            <ac:spMk id="123" creationId="{E993FB17-5513-B841-1EFE-89C8C1B050C2}"/>
          </ac:spMkLst>
        </pc:spChg>
        <pc:spChg chg="add mod">
          <ac:chgData name="Saha, Biswajit" userId="4799f252-fb3f-4034-97bb-a0dfefb11811" providerId="ADAL" clId="{32509F62-455B-4C60-B8F5-1F89CFB9DF5A}" dt="2026-09-22T15:20:16.397" v="435" actId="404"/>
          <ac:spMkLst>
            <pc:docMk/>
            <pc:sldMk cId="2677328895" sldId="322"/>
            <ac:spMk id="141" creationId="{C985818F-C22D-78C0-4D20-A71D0E69AAF7}"/>
          </ac:spMkLst>
        </pc:spChg>
        <pc:spChg chg="add mod">
          <ac:chgData name="Saha, Biswajit" userId="4799f252-fb3f-4034-97bb-a0dfefb11811" providerId="ADAL" clId="{32509F62-455B-4C60-B8F5-1F89CFB9DF5A}" dt="2026-09-22T15:20:16.397" v="435" actId="404"/>
          <ac:spMkLst>
            <pc:docMk/>
            <pc:sldMk cId="2677328895" sldId="322"/>
            <ac:spMk id="158" creationId="{43638F8A-B734-169A-2BE5-D06852EEAF79}"/>
          </ac:spMkLst>
        </pc:spChg>
        <pc:spChg chg="add mod">
          <ac:chgData name="Saha, Biswajit" userId="4799f252-fb3f-4034-97bb-a0dfefb11811" providerId="ADAL" clId="{32509F62-455B-4C60-B8F5-1F89CFB9DF5A}" dt="2026-09-22T15:20:16.397" v="435" actId="404"/>
          <ac:spMkLst>
            <pc:docMk/>
            <pc:sldMk cId="2677328895" sldId="322"/>
            <ac:spMk id="161" creationId="{D3C561D9-6998-1C48-534D-FE06A1C8E998}"/>
          </ac:spMkLst>
        </pc:spChg>
        <pc:spChg chg="add mod">
          <ac:chgData name="Saha, Biswajit" userId="4799f252-fb3f-4034-97bb-a0dfefb11811" providerId="ADAL" clId="{32509F62-455B-4C60-B8F5-1F89CFB9DF5A}" dt="2026-09-22T15:20:16.397" v="435" actId="404"/>
          <ac:spMkLst>
            <pc:docMk/>
            <pc:sldMk cId="2677328895" sldId="322"/>
            <ac:spMk id="167" creationId="{65B36489-45C0-16E9-78B4-1CD985160E05}"/>
          </ac:spMkLst>
        </pc:spChg>
        <pc:spChg chg="mod">
          <ac:chgData name="Saha, Biswajit" userId="4799f252-fb3f-4034-97bb-a0dfefb11811" providerId="ADAL" clId="{32509F62-455B-4C60-B8F5-1F89CFB9DF5A}" dt="2026-09-22T15:20:16.454" v="437" actId="27636"/>
          <ac:spMkLst>
            <pc:docMk/>
            <pc:sldMk cId="2677328895" sldId="322"/>
            <ac:spMk id="179" creationId="{24BBDC1E-3EBF-8D28-EC66-802B145D1E0B}"/>
          </ac:spMkLst>
        </pc:spChg>
      </pc:sldChg>
      <pc:sldChg chg="addSp delSp modSp mod ord">
        <pc:chgData name="Saha, Biswajit" userId="4799f252-fb3f-4034-97bb-a0dfefb11811" providerId="ADAL" clId="{32509F62-455B-4C60-B8F5-1F89CFB9DF5A}" dt="2026-09-23T02:53:16.035" v="935" actId="27636"/>
        <pc:sldMkLst>
          <pc:docMk/>
          <pc:sldMk cId="2384457797" sldId="331"/>
        </pc:sldMkLst>
        <pc:spChg chg="mod">
          <ac:chgData name="Saha, Biswajit" userId="4799f252-fb3f-4034-97bb-a0dfefb11811" providerId="ADAL" clId="{32509F62-455B-4C60-B8F5-1F89CFB9DF5A}" dt="2026-09-23T02:53:15.955" v="934" actId="2711"/>
          <ac:spMkLst>
            <pc:docMk/>
            <pc:sldMk cId="2384457797" sldId="331"/>
            <ac:spMk id="6" creationId="{18FF9707-DB6F-09BF-1F5F-29AA31A1CB9C}"/>
          </ac:spMkLst>
        </pc:spChg>
        <pc:spChg chg="add mod">
          <ac:chgData name="Saha, Biswajit" userId="4799f252-fb3f-4034-97bb-a0dfefb11811" providerId="ADAL" clId="{32509F62-455B-4C60-B8F5-1F89CFB9DF5A}" dt="2026-09-23T02:53:15.955" v="934" actId="2711"/>
          <ac:spMkLst>
            <pc:docMk/>
            <pc:sldMk cId="2384457797" sldId="331"/>
            <ac:spMk id="193" creationId="{22ED8B3D-A117-8AC6-BCA4-64C19ADF63D3}"/>
          </ac:spMkLst>
        </pc:spChg>
        <pc:spChg chg="add mod">
          <ac:chgData name="Saha, Biswajit" userId="4799f252-fb3f-4034-97bb-a0dfefb11811" providerId="ADAL" clId="{32509F62-455B-4C60-B8F5-1F89CFB9DF5A}" dt="2026-09-22T15:23:08.519" v="457" actId="403"/>
          <ac:spMkLst>
            <pc:docMk/>
            <pc:sldMk cId="2384457797" sldId="331"/>
            <ac:spMk id="194" creationId="{A8132660-0AA9-7125-6BED-A21CD71E1895}"/>
          </ac:spMkLst>
        </pc:spChg>
        <pc:spChg chg="mod">
          <ac:chgData name="Saha, Biswajit" userId="4799f252-fb3f-4034-97bb-a0dfefb11811" providerId="ADAL" clId="{32509F62-455B-4C60-B8F5-1F89CFB9DF5A}" dt="2026-09-23T02:53:15.955" v="934" actId="2711"/>
          <ac:spMkLst>
            <pc:docMk/>
            <pc:sldMk cId="2384457797" sldId="331"/>
            <ac:spMk id="197" creationId="{3D9FEF19-F28C-19CC-9C66-ECD3DB4FB018}"/>
          </ac:spMkLst>
        </pc:spChg>
        <pc:spChg chg="mod">
          <ac:chgData name="Saha, Biswajit" userId="4799f252-fb3f-4034-97bb-a0dfefb11811" providerId="ADAL" clId="{32509F62-455B-4C60-B8F5-1F89CFB9DF5A}" dt="2026-09-23T02:53:15.955" v="934" actId="2711"/>
          <ac:spMkLst>
            <pc:docMk/>
            <pc:sldMk cId="2384457797" sldId="331"/>
            <ac:spMk id="199" creationId="{E698A382-43A8-61CD-BA4D-19A71770A54C}"/>
          </ac:spMkLst>
        </pc:spChg>
        <pc:spChg chg="mod">
          <ac:chgData name="Saha, Biswajit" userId="4799f252-fb3f-4034-97bb-a0dfefb11811" providerId="ADAL" clId="{32509F62-455B-4C60-B8F5-1F89CFB9DF5A}" dt="2026-09-23T02:53:15.955" v="934" actId="2711"/>
          <ac:spMkLst>
            <pc:docMk/>
            <pc:sldMk cId="2384457797" sldId="331"/>
            <ac:spMk id="204" creationId="{4DDBC50B-7D55-A07F-5AD0-13817ACC02F8}"/>
          </ac:spMkLst>
        </pc:spChg>
        <pc:spChg chg="mod">
          <ac:chgData name="Saha, Biswajit" userId="4799f252-fb3f-4034-97bb-a0dfefb11811" providerId="ADAL" clId="{32509F62-455B-4C60-B8F5-1F89CFB9DF5A}" dt="2026-09-23T02:53:15.955" v="934" actId="2711"/>
          <ac:spMkLst>
            <pc:docMk/>
            <pc:sldMk cId="2384457797" sldId="331"/>
            <ac:spMk id="206" creationId="{E596CE93-0568-5030-FCCB-32EA6425EC15}"/>
          </ac:spMkLst>
        </pc:spChg>
        <pc:spChg chg="add mod">
          <ac:chgData name="Saha, Biswajit" userId="4799f252-fb3f-4034-97bb-a0dfefb11811" providerId="ADAL" clId="{32509F62-455B-4C60-B8F5-1F89CFB9DF5A}" dt="2026-09-22T15:23:08.519" v="457" actId="403"/>
          <ac:spMkLst>
            <pc:docMk/>
            <pc:sldMk cId="2384457797" sldId="331"/>
            <ac:spMk id="212" creationId="{E958D623-158D-7C69-2BD5-8E7A3A82D937}"/>
          </ac:spMkLst>
        </pc:spChg>
        <pc:spChg chg="add mod">
          <ac:chgData name="Saha, Biswajit" userId="4799f252-fb3f-4034-97bb-a0dfefb11811" providerId="ADAL" clId="{32509F62-455B-4C60-B8F5-1F89CFB9DF5A}" dt="2026-09-22T15:23:08.519" v="457" actId="403"/>
          <ac:spMkLst>
            <pc:docMk/>
            <pc:sldMk cId="2384457797" sldId="331"/>
            <ac:spMk id="218" creationId="{22628674-8625-DCCF-047B-F55FAC7FB030}"/>
          </ac:spMkLst>
        </pc:spChg>
        <pc:spChg chg="add mod">
          <ac:chgData name="Saha, Biswajit" userId="4799f252-fb3f-4034-97bb-a0dfefb11811" providerId="ADAL" clId="{32509F62-455B-4C60-B8F5-1F89CFB9DF5A}" dt="2026-09-22T15:23:08.519" v="457" actId="403"/>
          <ac:spMkLst>
            <pc:docMk/>
            <pc:sldMk cId="2384457797" sldId="331"/>
            <ac:spMk id="219" creationId="{D2727D4E-39AF-A0D6-1A6D-2AA16DC1850D}"/>
          </ac:spMkLst>
        </pc:spChg>
        <pc:spChg chg="mod">
          <ac:chgData name="Saha, Biswajit" userId="4799f252-fb3f-4034-97bb-a0dfefb11811" providerId="ADAL" clId="{32509F62-455B-4C60-B8F5-1F89CFB9DF5A}" dt="2026-09-23T02:53:15.955" v="934" actId="2711"/>
          <ac:spMkLst>
            <pc:docMk/>
            <pc:sldMk cId="2384457797" sldId="331"/>
            <ac:spMk id="233" creationId="{F15FECBF-74F3-3367-5CA1-812AEC8F83ED}"/>
          </ac:spMkLst>
        </pc:spChg>
        <pc:spChg chg="add mod">
          <ac:chgData name="Saha, Biswajit" userId="4799f252-fb3f-4034-97bb-a0dfefb11811" providerId="ADAL" clId="{32509F62-455B-4C60-B8F5-1F89CFB9DF5A}" dt="2026-09-22T15:23:08.519" v="457" actId="403"/>
          <ac:spMkLst>
            <pc:docMk/>
            <pc:sldMk cId="2384457797" sldId="331"/>
            <ac:spMk id="234" creationId="{C02CE227-A006-2044-1033-CC3EBF065DEB}"/>
          </ac:spMkLst>
        </pc:spChg>
        <pc:spChg chg="mod">
          <ac:chgData name="Saha, Biswajit" userId="4799f252-fb3f-4034-97bb-a0dfefb11811" providerId="ADAL" clId="{32509F62-455B-4C60-B8F5-1F89CFB9DF5A}" dt="2026-09-22T15:22:43.346" v="454" actId="27636"/>
          <ac:spMkLst>
            <pc:docMk/>
            <pc:sldMk cId="2384457797" sldId="331"/>
            <ac:spMk id="239" creationId="{A4C11CC7-C922-4A70-3655-C93C646EC404}"/>
          </ac:spMkLst>
        </pc:spChg>
        <pc:spChg chg="add mod">
          <ac:chgData name="Saha, Biswajit" userId="4799f252-fb3f-4034-97bb-a0dfefb11811" providerId="ADAL" clId="{32509F62-455B-4C60-B8F5-1F89CFB9DF5A}" dt="2026-09-22T15:23:08.519" v="457" actId="403"/>
          <ac:spMkLst>
            <pc:docMk/>
            <pc:sldMk cId="2384457797" sldId="331"/>
            <ac:spMk id="244" creationId="{EDA685F2-388A-E939-EF4F-E1719F8EF7D5}"/>
          </ac:spMkLst>
        </pc:spChg>
        <pc:spChg chg="mod">
          <ac:chgData name="Saha, Biswajit" userId="4799f252-fb3f-4034-97bb-a0dfefb11811" providerId="ADAL" clId="{32509F62-455B-4C60-B8F5-1F89CFB9DF5A}" dt="2026-09-22T15:22:43.330" v="453" actId="27636"/>
          <ac:spMkLst>
            <pc:docMk/>
            <pc:sldMk cId="2384457797" sldId="331"/>
            <ac:spMk id="245" creationId="{D8C78723-AFBB-EA9C-2489-5CAC540DA87F}"/>
          </ac:spMkLst>
        </pc:spChg>
        <pc:spChg chg="add mod">
          <ac:chgData name="Saha, Biswajit" userId="4799f252-fb3f-4034-97bb-a0dfefb11811" providerId="ADAL" clId="{32509F62-455B-4C60-B8F5-1F89CFB9DF5A}" dt="2026-09-23T02:53:15.955" v="934" actId="2711"/>
          <ac:spMkLst>
            <pc:docMk/>
            <pc:sldMk cId="2384457797" sldId="331"/>
            <ac:spMk id="251" creationId="{8F627F50-DDF7-BE35-D895-22C805529EC9}"/>
          </ac:spMkLst>
        </pc:spChg>
        <pc:spChg chg="add mod">
          <ac:chgData name="Saha, Biswajit" userId="4799f252-fb3f-4034-97bb-a0dfefb11811" providerId="ADAL" clId="{32509F62-455B-4C60-B8F5-1F89CFB9DF5A}" dt="2026-09-23T02:53:15.955" v="934" actId="2711"/>
          <ac:spMkLst>
            <pc:docMk/>
            <pc:sldMk cId="2384457797" sldId="331"/>
            <ac:spMk id="256" creationId="{1879FBFA-E215-43AA-127D-86F1224B261E}"/>
          </ac:spMkLst>
        </pc:spChg>
        <pc:spChg chg="mod">
          <ac:chgData name="Saha, Biswajit" userId="4799f252-fb3f-4034-97bb-a0dfefb11811" providerId="ADAL" clId="{32509F62-455B-4C60-B8F5-1F89CFB9DF5A}" dt="2026-09-23T02:53:15.955" v="934" actId="2711"/>
          <ac:spMkLst>
            <pc:docMk/>
            <pc:sldMk cId="2384457797" sldId="331"/>
            <ac:spMk id="263" creationId="{30C40828-A945-18E8-CA74-59440FD5EF0B}"/>
          </ac:spMkLst>
        </pc:spChg>
        <pc:spChg chg="add mod">
          <ac:chgData name="Saha, Biswajit" userId="4799f252-fb3f-4034-97bb-a0dfefb11811" providerId="ADAL" clId="{32509F62-455B-4C60-B8F5-1F89CFB9DF5A}" dt="2026-09-22T15:23:08.519" v="457" actId="403"/>
          <ac:spMkLst>
            <pc:docMk/>
            <pc:sldMk cId="2384457797" sldId="331"/>
            <ac:spMk id="265" creationId="{4A900D1F-64A7-E38F-AA7C-87D672D401F0}"/>
          </ac:spMkLst>
        </pc:spChg>
        <pc:spChg chg="mod">
          <ac:chgData name="Saha, Biswajit" userId="4799f252-fb3f-4034-97bb-a0dfefb11811" providerId="ADAL" clId="{32509F62-455B-4C60-B8F5-1F89CFB9DF5A}" dt="2026-09-23T02:53:16.035" v="935" actId="27636"/>
          <ac:spMkLst>
            <pc:docMk/>
            <pc:sldMk cId="2384457797" sldId="331"/>
            <ac:spMk id="268" creationId="{43F5DBFF-C774-327B-350E-59357F24F624}"/>
          </ac:spMkLst>
        </pc:spChg>
      </pc:sldChg>
      <pc:sldChg chg="addSp delSp modSp mod">
        <pc:chgData name="Saha, Biswajit" userId="4799f252-fb3f-4034-97bb-a0dfefb11811" providerId="ADAL" clId="{32509F62-455B-4C60-B8F5-1F89CFB9DF5A}" dt="2026-09-23T02:53:40.053" v="945" actId="2711"/>
        <pc:sldMkLst>
          <pc:docMk/>
          <pc:sldMk cId="3802032851" sldId="333"/>
        </pc:sldMkLst>
        <pc:spChg chg="mod">
          <ac:chgData name="Saha, Biswajit" userId="4799f252-fb3f-4034-97bb-a0dfefb11811" providerId="ADAL" clId="{32509F62-455B-4C60-B8F5-1F89CFB9DF5A}" dt="2026-09-22T15:08:47.695" v="282"/>
          <ac:spMkLst>
            <pc:docMk/>
            <pc:sldMk cId="3802032851" sldId="333"/>
            <ac:spMk id="2" creationId="{63A959F7-2C23-6E2B-4021-CBA2AF991289}"/>
          </ac:spMkLst>
        </pc:spChg>
        <pc:spChg chg="add mod">
          <ac:chgData name="Saha, Biswajit" userId="4799f252-fb3f-4034-97bb-a0dfefb11811" providerId="ADAL" clId="{32509F62-455B-4C60-B8F5-1F89CFB9DF5A}" dt="2026-09-23T02:53:40.053" v="945" actId="2711"/>
          <ac:spMkLst>
            <pc:docMk/>
            <pc:sldMk cId="3802032851" sldId="333"/>
            <ac:spMk id="95" creationId="{2E053CCE-4862-7FD1-BD4E-881EE1695059}"/>
          </ac:spMkLst>
        </pc:spChg>
        <pc:spChg chg="add mod">
          <ac:chgData name="Saha, Biswajit" userId="4799f252-fb3f-4034-97bb-a0dfefb11811" providerId="ADAL" clId="{32509F62-455B-4C60-B8F5-1F89CFB9DF5A}" dt="2026-09-23T02:53:40.053" v="945" actId="2711"/>
          <ac:spMkLst>
            <pc:docMk/>
            <pc:sldMk cId="3802032851" sldId="333"/>
            <ac:spMk id="96" creationId="{07885772-B7D0-968F-37FE-7A5AB2D2D8A8}"/>
          </ac:spMkLst>
        </pc:spChg>
        <pc:spChg chg="add mod">
          <ac:chgData name="Saha, Biswajit" userId="4799f252-fb3f-4034-97bb-a0dfefb11811" providerId="ADAL" clId="{32509F62-455B-4C60-B8F5-1F89CFB9DF5A}" dt="2026-09-23T02:53:40.053" v="945" actId="2711"/>
          <ac:spMkLst>
            <pc:docMk/>
            <pc:sldMk cId="3802032851" sldId="333"/>
            <ac:spMk id="105" creationId="{2DF958A0-854B-B2F8-9001-FC29C64B33F3}"/>
          </ac:spMkLst>
        </pc:spChg>
        <pc:spChg chg="add mod">
          <ac:chgData name="Saha, Biswajit" userId="4799f252-fb3f-4034-97bb-a0dfefb11811" providerId="ADAL" clId="{32509F62-455B-4C60-B8F5-1F89CFB9DF5A}" dt="2026-09-23T02:53:40.053" v="945" actId="2711"/>
          <ac:spMkLst>
            <pc:docMk/>
            <pc:sldMk cId="3802032851" sldId="333"/>
            <ac:spMk id="112" creationId="{1623502B-57E1-CCB5-394F-8915F0748BC4}"/>
          </ac:spMkLst>
        </pc:spChg>
        <pc:spChg chg="add mod">
          <ac:chgData name="Saha, Biswajit" userId="4799f252-fb3f-4034-97bb-a0dfefb11811" providerId="ADAL" clId="{32509F62-455B-4C60-B8F5-1F89CFB9DF5A}" dt="2026-09-23T02:53:40.053" v="945" actId="2711"/>
          <ac:spMkLst>
            <pc:docMk/>
            <pc:sldMk cId="3802032851" sldId="333"/>
            <ac:spMk id="115" creationId="{0107624F-76AD-D257-006A-0642C7D2647D}"/>
          </ac:spMkLst>
        </pc:spChg>
        <pc:spChg chg="add mod">
          <ac:chgData name="Saha, Biswajit" userId="4799f252-fb3f-4034-97bb-a0dfefb11811" providerId="ADAL" clId="{32509F62-455B-4C60-B8F5-1F89CFB9DF5A}" dt="2026-09-23T02:53:40.053" v="945" actId="2711"/>
          <ac:spMkLst>
            <pc:docMk/>
            <pc:sldMk cId="3802032851" sldId="333"/>
            <ac:spMk id="117" creationId="{6808D028-E15E-0993-69E9-657FCD69EDF9}"/>
          </ac:spMkLst>
        </pc:spChg>
        <pc:spChg chg="add mod">
          <ac:chgData name="Saha, Biswajit" userId="4799f252-fb3f-4034-97bb-a0dfefb11811" providerId="ADAL" clId="{32509F62-455B-4C60-B8F5-1F89CFB9DF5A}" dt="2026-09-23T02:53:40.053" v="945" actId="2711"/>
          <ac:spMkLst>
            <pc:docMk/>
            <pc:sldMk cId="3802032851" sldId="333"/>
            <ac:spMk id="128" creationId="{9C5A7B93-7C1D-7733-0B3B-52C3BD056411}"/>
          </ac:spMkLst>
        </pc:spChg>
        <pc:spChg chg="add mod">
          <ac:chgData name="Saha, Biswajit" userId="4799f252-fb3f-4034-97bb-a0dfefb11811" providerId="ADAL" clId="{32509F62-455B-4C60-B8F5-1F89CFB9DF5A}" dt="2026-09-23T02:53:40.053" v="945" actId="2711"/>
          <ac:spMkLst>
            <pc:docMk/>
            <pc:sldMk cId="3802032851" sldId="333"/>
            <ac:spMk id="136" creationId="{0E9B30C1-D869-392D-9B91-A37025902849}"/>
          </ac:spMkLst>
        </pc:spChg>
        <pc:spChg chg="add mod">
          <ac:chgData name="Saha, Biswajit" userId="4799f252-fb3f-4034-97bb-a0dfefb11811" providerId="ADAL" clId="{32509F62-455B-4C60-B8F5-1F89CFB9DF5A}" dt="2026-09-23T02:53:40.053" v="945" actId="2711"/>
          <ac:spMkLst>
            <pc:docMk/>
            <pc:sldMk cId="3802032851" sldId="333"/>
            <ac:spMk id="156" creationId="{CADE3D7C-AF26-43CB-85E0-0B9E88DBB24D}"/>
          </ac:spMkLst>
        </pc:spChg>
        <pc:spChg chg="add mod">
          <ac:chgData name="Saha, Biswajit" userId="4799f252-fb3f-4034-97bb-a0dfefb11811" providerId="ADAL" clId="{32509F62-455B-4C60-B8F5-1F89CFB9DF5A}" dt="2026-09-23T02:53:40.053" v="945" actId="2711"/>
          <ac:spMkLst>
            <pc:docMk/>
            <pc:sldMk cId="3802032851" sldId="333"/>
            <ac:spMk id="166" creationId="{22F15CD2-4B8F-B6C3-1781-336D75E809A6}"/>
          </ac:spMkLst>
        </pc:spChg>
        <pc:spChg chg="add">
          <ac:chgData name="Saha, Biswajit" userId="4799f252-fb3f-4034-97bb-a0dfefb11811" providerId="ADAL" clId="{32509F62-455B-4C60-B8F5-1F89CFB9DF5A}" dt="2026-09-22T15:08:41.191" v="281" actId="22"/>
          <ac:spMkLst>
            <pc:docMk/>
            <pc:sldMk cId="3802032851" sldId="333"/>
            <ac:spMk id="172" creationId="{9B835E0D-8559-8A4F-9DD9-3742AFBC06E6}"/>
          </ac:spMkLst>
        </pc:spChg>
      </pc:sldChg>
      <pc:sldChg chg="addSp delSp modSp mod">
        <pc:chgData name="Saha, Biswajit" userId="4799f252-fb3f-4034-97bb-a0dfefb11811" providerId="ADAL" clId="{32509F62-455B-4C60-B8F5-1F89CFB9DF5A}" dt="2026-09-23T02:54:50.670" v="952" actId="2711"/>
        <pc:sldMkLst>
          <pc:docMk/>
          <pc:sldMk cId="2931647222" sldId="355"/>
        </pc:sldMkLst>
        <pc:spChg chg="mod">
          <ac:chgData name="Saha, Biswajit" userId="4799f252-fb3f-4034-97bb-a0dfefb11811" providerId="ADAL" clId="{32509F62-455B-4C60-B8F5-1F89CFB9DF5A}" dt="2026-09-23T02:38:06.223" v="881" actId="14100"/>
          <ac:spMkLst>
            <pc:docMk/>
            <pc:sldMk cId="2931647222" sldId="355"/>
            <ac:spMk id="2" creationId="{1CD4724B-C49F-75A9-3792-5F6B67A8F66F}"/>
          </ac:spMkLst>
        </pc:spChg>
        <pc:spChg chg="mod">
          <ac:chgData name="Saha, Biswajit" userId="4799f252-fb3f-4034-97bb-a0dfefb11811" providerId="ADAL" clId="{32509F62-455B-4C60-B8F5-1F89CFB9DF5A}" dt="2026-09-23T02:38:22.965" v="883" actId="1076"/>
          <ac:spMkLst>
            <pc:docMk/>
            <pc:sldMk cId="2931647222" sldId="355"/>
            <ac:spMk id="4" creationId="{B3370CB6-DEB6-93BD-DD3F-46EAAD79706A}"/>
          </ac:spMkLst>
        </pc:spChg>
        <pc:spChg chg="add mod">
          <ac:chgData name="Saha, Biswajit" userId="4799f252-fb3f-4034-97bb-a0dfefb11811" providerId="ADAL" clId="{32509F62-455B-4C60-B8F5-1F89CFB9DF5A}" dt="2026-09-23T02:54:50.670" v="952" actId="2711"/>
          <ac:spMkLst>
            <pc:docMk/>
            <pc:sldMk cId="2931647222" sldId="355"/>
            <ac:spMk id="8" creationId="{A282E20C-16A3-2500-ED2C-3D6C1AB07DFC}"/>
          </ac:spMkLst>
        </pc:spChg>
        <pc:spChg chg="mod">
          <ac:chgData name="Saha, Biswajit" userId="4799f252-fb3f-4034-97bb-a0dfefb11811" providerId="ADAL" clId="{32509F62-455B-4C60-B8F5-1F89CFB9DF5A}" dt="2026-09-23T02:37:45.629" v="872" actId="27636"/>
          <ac:spMkLst>
            <pc:docMk/>
            <pc:sldMk cId="2931647222" sldId="355"/>
            <ac:spMk id="12" creationId="{EAD7C3AA-3413-56EC-66F3-9C6D0392912F}"/>
          </ac:spMkLst>
        </pc:spChg>
        <pc:spChg chg="mod">
          <ac:chgData name="Saha, Biswajit" userId="4799f252-fb3f-4034-97bb-a0dfefb11811" providerId="ADAL" clId="{32509F62-455B-4C60-B8F5-1F89CFB9DF5A}" dt="2026-09-23T02:37:45.603" v="869" actId="27636"/>
          <ac:spMkLst>
            <pc:docMk/>
            <pc:sldMk cId="2931647222" sldId="355"/>
            <ac:spMk id="13" creationId="{BCC979FE-4C72-9BCE-BEFA-DF663EBE81C9}"/>
          </ac:spMkLst>
        </pc:spChg>
        <pc:spChg chg="mod">
          <ac:chgData name="Saha, Biswajit" userId="4799f252-fb3f-4034-97bb-a0dfefb11811" providerId="ADAL" clId="{32509F62-455B-4C60-B8F5-1F89CFB9DF5A}" dt="2026-09-23T02:37:45.637" v="873" actId="27636"/>
          <ac:spMkLst>
            <pc:docMk/>
            <pc:sldMk cId="2931647222" sldId="355"/>
            <ac:spMk id="18" creationId="{6810FD88-0A8C-A135-BCDF-EBADF8059181}"/>
          </ac:spMkLst>
        </pc:spChg>
        <pc:spChg chg="add mod">
          <ac:chgData name="Saha, Biswajit" userId="4799f252-fb3f-4034-97bb-a0dfefb11811" providerId="ADAL" clId="{32509F62-455B-4C60-B8F5-1F89CFB9DF5A}" dt="2026-09-23T02:54:50.670" v="952" actId="2711"/>
          <ac:spMkLst>
            <pc:docMk/>
            <pc:sldMk cId="2931647222" sldId="355"/>
            <ac:spMk id="19" creationId="{8870F111-5620-1E6B-ED64-76EFF8D2082B}"/>
          </ac:spMkLst>
        </pc:spChg>
        <pc:spChg chg="mod">
          <ac:chgData name="Saha, Biswajit" userId="4799f252-fb3f-4034-97bb-a0dfefb11811" providerId="ADAL" clId="{32509F62-455B-4C60-B8F5-1F89CFB9DF5A}" dt="2026-09-23T02:37:45.538" v="862" actId="27636"/>
          <ac:spMkLst>
            <pc:docMk/>
            <pc:sldMk cId="2931647222" sldId="355"/>
            <ac:spMk id="24" creationId="{86A0836E-2B9B-DFF3-0324-B14315112D5B}"/>
          </ac:spMkLst>
        </pc:spChg>
        <pc:spChg chg="mod">
          <ac:chgData name="Saha, Biswajit" userId="4799f252-fb3f-4034-97bb-a0dfefb11811" providerId="ADAL" clId="{32509F62-455B-4C60-B8F5-1F89CFB9DF5A}" dt="2026-09-23T02:37:45.548" v="863" actId="27636"/>
          <ac:spMkLst>
            <pc:docMk/>
            <pc:sldMk cId="2931647222" sldId="355"/>
            <ac:spMk id="25" creationId="{AF3D2B4A-3F59-663A-29FB-B9889DD4391A}"/>
          </ac:spMkLst>
        </pc:spChg>
        <pc:spChg chg="add mod">
          <ac:chgData name="Saha, Biswajit" userId="4799f252-fb3f-4034-97bb-a0dfefb11811" providerId="ADAL" clId="{32509F62-455B-4C60-B8F5-1F89CFB9DF5A}" dt="2026-09-23T02:54:50.670" v="952" actId="2711"/>
          <ac:spMkLst>
            <pc:docMk/>
            <pc:sldMk cId="2931647222" sldId="355"/>
            <ac:spMk id="27" creationId="{5DC13DA6-5045-EF5A-E39C-AF09D68EFD4A}"/>
          </ac:spMkLst>
        </pc:spChg>
        <pc:spChg chg="mod">
          <ac:chgData name="Saha, Biswajit" userId="4799f252-fb3f-4034-97bb-a0dfefb11811" providerId="ADAL" clId="{32509F62-455B-4C60-B8F5-1F89CFB9DF5A}" dt="2026-09-23T02:37:45.575" v="866" actId="27636"/>
          <ac:spMkLst>
            <pc:docMk/>
            <pc:sldMk cId="2931647222" sldId="355"/>
            <ac:spMk id="30" creationId="{85CF871F-FDB1-CF3F-7F12-680ED23E8AB8}"/>
          </ac:spMkLst>
        </pc:spChg>
        <pc:spChg chg="mod">
          <ac:chgData name="Saha, Biswajit" userId="4799f252-fb3f-4034-97bb-a0dfefb11811" providerId="ADAL" clId="{32509F62-455B-4C60-B8F5-1F89CFB9DF5A}" dt="2026-09-23T02:37:45.557" v="864" actId="27636"/>
          <ac:spMkLst>
            <pc:docMk/>
            <pc:sldMk cId="2931647222" sldId="355"/>
            <ac:spMk id="31" creationId="{DDAF98B5-AC8F-42D7-5C67-03B452AE0E74}"/>
          </ac:spMkLst>
        </pc:spChg>
        <pc:spChg chg="mod">
          <ac:chgData name="Saha, Biswajit" userId="4799f252-fb3f-4034-97bb-a0dfefb11811" providerId="ADAL" clId="{32509F62-455B-4C60-B8F5-1F89CFB9DF5A}" dt="2026-09-23T02:37:45.595" v="868" actId="27636"/>
          <ac:spMkLst>
            <pc:docMk/>
            <pc:sldMk cId="2931647222" sldId="355"/>
            <ac:spMk id="41" creationId="{C46AE162-3D6E-F270-065F-215CCE41A405}"/>
          </ac:spMkLst>
        </pc:spChg>
        <pc:spChg chg="mod">
          <ac:chgData name="Saha, Biswajit" userId="4799f252-fb3f-4034-97bb-a0dfefb11811" providerId="ADAL" clId="{32509F62-455B-4C60-B8F5-1F89CFB9DF5A}" dt="2026-09-23T02:37:45.621" v="871" actId="27636"/>
          <ac:spMkLst>
            <pc:docMk/>
            <pc:sldMk cId="2931647222" sldId="355"/>
            <ac:spMk id="43" creationId="{30740F7F-FCE0-9ADD-F99A-3B65804883AC}"/>
          </ac:spMkLst>
        </pc:spChg>
        <pc:spChg chg="add mod">
          <ac:chgData name="Saha, Biswajit" userId="4799f252-fb3f-4034-97bb-a0dfefb11811" providerId="ADAL" clId="{32509F62-455B-4C60-B8F5-1F89CFB9DF5A}" dt="2026-09-23T02:54:50.670" v="952" actId="2711"/>
          <ac:spMkLst>
            <pc:docMk/>
            <pc:sldMk cId="2931647222" sldId="355"/>
            <ac:spMk id="45" creationId="{E71D2A51-7A6A-40C0-E091-71DAA27DFFA7}"/>
          </ac:spMkLst>
        </pc:spChg>
        <pc:spChg chg="add mod">
          <ac:chgData name="Saha, Biswajit" userId="4799f252-fb3f-4034-97bb-a0dfefb11811" providerId="ADAL" clId="{32509F62-455B-4C60-B8F5-1F89CFB9DF5A}" dt="2026-09-23T02:54:50.670" v="952" actId="2711"/>
          <ac:spMkLst>
            <pc:docMk/>
            <pc:sldMk cId="2931647222" sldId="355"/>
            <ac:spMk id="56" creationId="{C4312DE8-A0C0-5B09-4410-42B6353DD40F}"/>
          </ac:spMkLst>
        </pc:spChg>
        <pc:spChg chg="mod">
          <ac:chgData name="Saha, Biswajit" userId="4799f252-fb3f-4034-97bb-a0dfefb11811" providerId="ADAL" clId="{32509F62-455B-4C60-B8F5-1F89CFB9DF5A}" dt="2026-09-23T02:37:45.586" v="867" actId="27636"/>
          <ac:spMkLst>
            <pc:docMk/>
            <pc:sldMk cId="2931647222" sldId="355"/>
            <ac:spMk id="63" creationId="{A740EAB9-6C25-EB57-90F7-38478A20C947}"/>
          </ac:spMkLst>
        </pc:spChg>
        <pc:spChg chg="add mod">
          <ac:chgData name="Saha, Biswajit" userId="4799f252-fb3f-4034-97bb-a0dfefb11811" providerId="ADAL" clId="{32509F62-455B-4C60-B8F5-1F89CFB9DF5A}" dt="2026-09-23T02:54:50.670" v="952" actId="2711"/>
          <ac:spMkLst>
            <pc:docMk/>
            <pc:sldMk cId="2931647222" sldId="355"/>
            <ac:spMk id="66" creationId="{E12BC4F8-6804-824C-F0FF-CE5EDC5EDFC2}"/>
          </ac:spMkLst>
        </pc:spChg>
        <pc:spChg chg="mod">
          <ac:chgData name="Saha, Biswajit" userId="4799f252-fb3f-4034-97bb-a0dfefb11811" providerId="ADAL" clId="{32509F62-455B-4C60-B8F5-1F89CFB9DF5A}" dt="2026-09-23T02:37:45.566" v="865" actId="27636"/>
          <ac:spMkLst>
            <pc:docMk/>
            <pc:sldMk cId="2931647222" sldId="355"/>
            <ac:spMk id="70" creationId="{4111EE2B-D409-06D5-122E-B380A62320C8}"/>
          </ac:spMkLst>
        </pc:spChg>
        <pc:spChg chg="mod">
          <ac:chgData name="Saha, Biswajit" userId="4799f252-fb3f-4034-97bb-a0dfefb11811" providerId="ADAL" clId="{32509F62-455B-4C60-B8F5-1F89CFB9DF5A}" dt="2026-09-23T02:37:45.646" v="874" actId="27636"/>
          <ac:spMkLst>
            <pc:docMk/>
            <pc:sldMk cId="2931647222" sldId="355"/>
            <ac:spMk id="77" creationId="{EEC2BFCE-42CF-50DB-3675-8A724040DAEE}"/>
          </ac:spMkLst>
        </pc:spChg>
        <pc:spChg chg="mod">
          <ac:chgData name="Saha, Biswajit" userId="4799f252-fb3f-4034-97bb-a0dfefb11811" providerId="ADAL" clId="{32509F62-455B-4C60-B8F5-1F89CFB9DF5A}" dt="2026-09-23T02:37:45.663" v="876" actId="27636"/>
          <ac:spMkLst>
            <pc:docMk/>
            <pc:sldMk cId="2931647222" sldId="355"/>
            <ac:spMk id="84" creationId="{EEFD5149-4607-8C6B-44B1-0A547DB3E541}"/>
          </ac:spMkLst>
        </pc:spChg>
        <pc:spChg chg="add mod">
          <ac:chgData name="Saha, Biswajit" userId="4799f252-fb3f-4034-97bb-a0dfefb11811" providerId="ADAL" clId="{32509F62-455B-4C60-B8F5-1F89CFB9DF5A}" dt="2026-09-23T02:54:50.670" v="952" actId="2711"/>
          <ac:spMkLst>
            <pc:docMk/>
            <pc:sldMk cId="2931647222" sldId="355"/>
            <ac:spMk id="89" creationId="{44E172F7-34DF-B086-9DB4-79DF44A03745}"/>
          </ac:spMkLst>
        </pc:spChg>
        <pc:spChg chg="add mod">
          <ac:chgData name="Saha, Biswajit" userId="4799f252-fb3f-4034-97bb-a0dfefb11811" providerId="ADAL" clId="{32509F62-455B-4C60-B8F5-1F89CFB9DF5A}" dt="2026-09-23T02:54:50.670" v="952" actId="2711"/>
          <ac:spMkLst>
            <pc:docMk/>
            <pc:sldMk cId="2931647222" sldId="355"/>
            <ac:spMk id="110" creationId="{5A262A14-4F3C-6959-A31A-33A2A936CB0C}"/>
          </ac:spMkLst>
        </pc:spChg>
        <pc:spChg chg="add mod">
          <ac:chgData name="Saha, Biswajit" userId="4799f252-fb3f-4034-97bb-a0dfefb11811" providerId="ADAL" clId="{32509F62-455B-4C60-B8F5-1F89CFB9DF5A}" dt="2026-09-23T02:54:50.670" v="952" actId="2711"/>
          <ac:spMkLst>
            <pc:docMk/>
            <pc:sldMk cId="2931647222" sldId="355"/>
            <ac:spMk id="120" creationId="{EF24BB57-3F90-FC80-FB0E-11AC20D5E1C6}"/>
          </ac:spMkLst>
        </pc:spChg>
        <pc:spChg chg="add mod">
          <ac:chgData name="Saha, Biswajit" userId="4799f252-fb3f-4034-97bb-a0dfefb11811" providerId="ADAL" clId="{32509F62-455B-4C60-B8F5-1F89CFB9DF5A}" dt="2026-09-23T02:54:50.670" v="952" actId="2711"/>
          <ac:spMkLst>
            <pc:docMk/>
            <pc:sldMk cId="2931647222" sldId="355"/>
            <ac:spMk id="122" creationId="{D8502D8B-A90B-4DAB-DE4B-70A6CCC37158}"/>
          </ac:spMkLst>
        </pc:spChg>
        <pc:spChg chg="mod">
          <ac:chgData name="Saha, Biswajit" userId="4799f252-fb3f-4034-97bb-a0dfefb11811" providerId="ADAL" clId="{32509F62-455B-4C60-B8F5-1F89CFB9DF5A}" dt="2026-09-23T02:38:28.614" v="885" actId="27636"/>
          <ac:spMkLst>
            <pc:docMk/>
            <pc:sldMk cId="2931647222" sldId="355"/>
            <ac:spMk id="125" creationId="{0BB30875-E4D6-8AF6-3BC3-BECAF5FC34E2}"/>
          </ac:spMkLst>
        </pc:spChg>
      </pc:sldChg>
      <pc:sldChg chg="modSp mod">
        <pc:chgData name="Saha, Biswajit" userId="4799f252-fb3f-4034-97bb-a0dfefb11811" providerId="ADAL" clId="{32509F62-455B-4C60-B8F5-1F89CFB9DF5A}" dt="2026-09-23T02:55:01.178" v="953" actId="2711"/>
        <pc:sldMkLst>
          <pc:docMk/>
          <pc:sldMk cId="2270901947" sldId="369"/>
        </pc:sldMkLst>
        <pc:spChg chg="mod">
          <ac:chgData name="Saha, Biswajit" userId="4799f252-fb3f-4034-97bb-a0dfefb11811" providerId="ADAL" clId="{32509F62-455B-4C60-B8F5-1F89CFB9DF5A}" dt="2026-09-23T02:55:01.178" v="953" actId="2711"/>
          <ac:spMkLst>
            <pc:docMk/>
            <pc:sldMk cId="2270901947" sldId="369"/>
            <ac:spMk id="2" creationId="{B40F582A-ACEB-B8D1-B22D-2362614F08B5}"/>
          </ac:spMkLst>
        </pc:spChg>
        <pc:spChg chg="mod">
          <ac:chgData name="Saha, Biswajit" userId="4799f252-fb3f-4034-97bb-a0dfefb11811" providerId="ADAL" clId="{32509F62-455B-4C60-B8F5-1F89CFB9DF5A}" dt="2026-09-23T02:55:01.178" v="953" actId="2711"/>
          <ac:spMkLst>
            <pc:docMk/>
            <pc:sldMk cId="2270901947" sldId="369"/>
            <ac:spMk id="11" creationId="{56202AB5-3DA6-4BA8-27FD-B9F55E45AEFA}"/>
          </ac:spMkLst>
        </pc:spChg>
        <pc:spChg chg="mod">
          <ac:chgData name="Saha, Biswajit" userId="4799f252-fb3f-4034-97bb-a0dfefb11811" providerId="ADAL" clId="{32509F62-455B-4C60-B8F5-1F89CFB9DF5A}" dt="2026-09-23T02:55:01.178" v="953" actId="2711"/>
          <ac:spMkLst>
            <pc:docMk/>
            <pc:sldMk cId="2270901947" sldId="369"/>
            <ac:spMk id="18" creationId="{C6565302-FBB9-5BCF-994E-1861E6FA4CC3}"/>
          </ac:spMkLst>
        </pc:spChg>
        <pc:spChg chg="mod">
          <ac:chgData name="Saha, Biswajit" userId="4799f252-fb3f-4034-97bb-a0dfefb11811" providerId="ADAL" clId="{32509F62-455B-4C60-B8F5-1F89CFB9DF5A}" dt="2026-09-23T02:55:01.178" v="953" actId="2711"/>
          <ac:spMkLst>
            <pc:docMk/>
            <pc:sldMk cId="2270901947" sldId="369"/>
            <ac:spMk id="20" creationId="{2F2E319F-F4E4-901F-2666-D8AD32BC3167}"/>
          </ac:spMkLst>
        </pc:spChg>
        <pc:spChg chg="mod">
          <ac:chgData name="Saha, Biswajit" userId="4799f252-fb3f-4034-97bb-a0dfefb11811" providerId="ADAL" clId="{32509F62-455B-4C60-B8F5-1F89CFB9DF5A}" dt="2026-09-23T02:55:01.178" v="953" actId="2711"/>
          <ac:spMkLst>
            <pc:docMk/>
            <pc:sldMk cId="2270901947" sldId="369"/>
            <ac:spMk id="27" creationId="{7A49341F-9585-48BD-CA28-42937BEEB780}"/>
          </ac:spMkLst>
        </pc:spChg>
        <pc:spChg chg="mod">
          <ac:chgData name="Saha, Biswajit" userId="4799f252-fb3f-4034-97bb-a0dfefb11811" providerId="ADAL" clId="{32509F62-455B-4C60-B8F5-1F89CFB9DF5A}" dt="2026-09-23T02:55:01.178" v="953" actId="2711"/>
          <ac:spMkLst>
            <pc:docMk/>
            <pc:sldMk cId="2270901947" sldId="369"/>
            <ac:spMk id="30" creationId="{C2FBB78E-034A-5C6E-E769-95DAC0E77984}"/>
          </ac:spMkLst>
        </pc:spChg>
        <pc:spChg chg="mod">
          <ac:chgData name="Saha, Biswajit" userId="4799f252-fb3f-4034-97bb-a0dfefb11811" providerId="ADAL" clId="{32509F62-455B-4C60-B8F5-1F89CFB9DF5A}" dt="2026-09-23T02:55:01.178" v="953" actId="2711"/>
          <ac:spMkLst>
            <pc:docMk/>
            <pc:sldMk cId="2270901947" sldId="369"/>
            <ac:spMk id="39" creationId="{56A990FF-F047-F2FC-D6B0-F37572E9375E}"/>
          </ac:spMkLst>
        </pc:spChg>
        <pc:spChg chg="mod">
          <ac:chgData name="Saha, Biswajit" userId="4799f252-fb3f-4034-97bb-a0dfefb11811" providerId="ADAL" clId="{32509F62-455B-4C60-B8F5-1F89CFB9DF5A}" dt="2026-09-23T02:55:01.178" v="953" actId="2711"/>
          <ac:spMkLst>
            <pc:docMk/>
            <pc:sldMk cId="2270901947" sldId="369"/>
            <ac:spMk id="40" creationId="{60796AB2-4759-60B7-23C0-B415DC118E89}"/>
          </ac:spMkLst>
        </pc:spChg>
        <pc:spChg chg="mod">
          <ac:chgData name="Saha, Biswajit" userId="4799f252-fb3f-4034-97bb-a0dfefb11811" providerId="ADAL" clId="{32509F62-455B-4C60-B8F5-1F89CFB9DF5A}" dt="2026-09-23T02:55:01.178" v="953" actId="2711"/>
          <ac:spMkLst>
            <pc:docMk/>
            <pc:sldMk cId="2270901947" sldId="369"/>
            <ac:spMk id="48" creationId="{079A5C63-AC3D-932A-FA27-FEDE4EF68720}"/>
          </ac:spMkLst>
        </pc:spChg>
        <pc:spChg chg="mod">
          <ac:chgData name="Saha, Biswajit" userId="4799f252-fb3f-4034-97bb-a0dfefb11811" providerId="ADAL" clId="{32509F62-455B-4C60-B8F5-1F89CFB9DF5A}" dt="2026-09-23T02:55:01.178" v="953" actId="2711"/>
          <ac:spMkLst>
            <pc:docMk/>
            <pc:sldMk cId="2270901947" sldId="369"/>
            <ac:spMk id="58" creationId="{64F24696-4691-0E1E-ABB8-0F1A3A248342}"/>
          </ac:spMkLst>
        </pc:spChg>
      </pc:sldChg>
      <pc:sldChg chg="addSp delSp modSp mod ord">
        <pc:chgData name="Saha, Biswajit" userId="4799f252-fb3f-4034-97bb-a0dfefb11811" providerId="ADAL" clId="{32509F62-455B-4C60-B8F5-1F89CFB9DF5A}" dt="2026-09-23T02:52:00.873" v="927" actId="2711"/>
        <pc:sldMkLst>
          <pc:docMk/>
          <pc:sldMk cId="1825276270" sldId="2147483641"/>
        </pc:sldMkLst>
        <pc:spChg chg="add mod">
          <ac:chgData name="Saha, Biswajit" userId="4799f252-fb3f-4034-97bb-a0dfefb11811" providerId="ADAL" clId="{32509F62-455B-4C60-B8F5-1F89CFB9DF5A}" dt="2026-09-23T02:52:00.873" v="927" actId="2711"/>
          <ac:spMkLst>
            <pc:docMk/>
            <pc:sldMk cId="1825276270" sldId="2147483641"/>
            <ac:spMk id="45" creationId="{32322429-A798-74EE-E4D4-801335378056}"/>
          </ac:spMkLst>
        </pc:spChg>
        <pc:spChg chg="add mod">
          <ac:chgData name="Saha, Biswajit" userId="4799f252-fb3f-4034-97bb-a0dfefb11811" providerId="ADAL" clId="{32509F62-455B-4C60-B8F5-1F89CFB9DF5A}" dt="2026-09-23T02:52:00.873" v="927" actId="2711"/>
          <ac:spMkLst>
            <pc:docMk/>
            <pc:sldMk cId="1825276270" sldId="2147483641"/>
            <ac:spMk id="67" creationId="{D46FF6F1-EC0C-2C38-2E93-784E6D13190C}"/>
          </ac:spMkLst>
        </pc:spChg>
        <pc:spChg chg="add mod">
          <ac:chgData name="Saha, Biswajit" userId="4799f252-fb3f-4034-97bb-a0dfefb11811" providerId="ADAL" clId="{32509F62-455B-4C60-B8F5-1F89CFB9DF5A}" dt="2026-09-23T02:52:00.873" v="927" actId="2711"/>
          <ac:spMkLst>
            <pc:docMk/>
            <pc:sldMk cId="1825276270" sldId="2147483641"/>
            <ac:spMk id="70" creationId="{93D5BA59-17BE-B901-FADF-B64CB27CA5BF}"/>
          </ac:spMkLst>
        </pc:spChg>
        <pc:spChg chg="add mod">
          <ac:chgData name="Saha, Biswajit" userId="4799f252-fb3f-4034-97bb-a0dfefb11811" providerId="ADAL" clId="{32509F62-455B-4C60-B8F5-1F89CFB9DF5A}" dt="2026-09-23T02:52:00.873" v="927" actId="2711"/>
          <ac:spMkLst>
            <pc:docMk/>
            <pc:sldMk cId="1825276270" sldId="2147483641"/>
            <ac:spMk id="79" creationId="{BB01F336-E1E9-76A3-8E48-C367F19D2305}"/>
          </ac:spMkLst>
        </pc:spChg>
        <pc:spChg chg="mod">
          <ac:chgData name="Saha, Biswajit" userId="4799f252-fb3f-4034-97bb-a0dfefb11811" providerId="ADAL" clId="{32509F62-455B-4C60-B8F5-1F89CFB9DF5A}" dt="2026-09-22T15:36:55.636" v="548" actId="27636"/>
          <ac:spMkLst>
            <pc:docMk/>
            <pc:sldMk cId="1825276270" sldId="2147483641"/>
            <ac:spMk id="81" creationId="{04375830-2B02-AAC9-6CFB-90F55D8A05B1}"/>
          </ac:spMkLst>
        </pc:spChg>
        <pc:spChg chg="add mod">
          <ac:chgData name="Saha, Biswajit" userId="4799f252-fb3f-4034-97bb-a0dfefb11811" providerId="ADAL" clId="{32509F62-455B-4C60-B8F5-1F89CFB9DF5A}" dt="2026-09-23T02:52:00.873" v="927" actId="2711"/>
          <ac:spMkLst>
            <pc:docMk/>
            <pc:sldMk cId="1825276270" sldId="2147483641"/>
            <ac:spMk id="89" creationId="{04321A1D-54D4-996D-B9D9-388B9BB69A02}"/>
          </ac:spMkLst>
        </pc:spChg>
        <pc:spChg chg="add mod">
          <ac:chgData name="Saha, Biswajit" userId="4799f252-fb3f-4034-97bb-a0dfefb11811" providerId="ADAL" clId="{32509F62-455B-4C60-B8F5-1F89CFB9DF5A}" dt="2026-09-23T02:52:00.873" v="927" actId="2711"/>
          <ac:spMkLst>
            <pc:docMk/>
            <pc:sldMk cId="1825276270" sldId="2147483641"/>
            <ac:spMk id="92" creationId="{D6B15472-BAE8-6F9F-877A-58773339DA01}"/>
          </ac:spMkLst>
        </pc:spChg>
        <pc:spChg chg="add mod">
          <ac:chgData name="Saha, Biswajit" userId="4799f252-fb3f-4034-97bb-a0dfefb11811" providerId="ADAL" clId="{32509F62-455B-4C60-B8F5-1F89CFB9DF5A}" dt="2026-09-23T02:52:00.873" v="927" actId="2711"/>
          <ac:spMkLst>
            <pc:docMk/>
            <pc:sldMk cId="1825276270" sldId="2147483641"/>
            <ac:spMk id="94" creationId="{92FC73AE-9F66-3A15-65C6-C0B7FC3133EB}"/>
          </ac:spMkLst>
        </pc:spChg>
        <pc:spChg chg="add mod">
          <ac:chgData name="Saha, Biswajit" userId="4799f252-fb3f-4034-97bb-a0dfefb11811" providerId="ADAL" clId="{32509F62-455B-4C60-B8F5-1F89CFB9DF5A}" dt="2026-09-23T02:52:00.873" v="927" actId="2711"/>
          <ac:spMkLst>
            <pc:docMk/>
            <pc:sldMk cId="1825276270" sldId="2147483641"/>
            <ac:spMk id="98" creationId="{A2323ACB-8E93-3560-38BD-CFAB3B60B318}"/>
          </ac:spMkLst>
        </pc:spChg>
        <pc:spChg chg="add mod">
          <ac:chgData name="Saha, Biswajit" userId="4799f252-fb3f-4034-97bb-a0dfefb11811" providerId="ADAL" clId="{32509F62-455B-4C60-B8F5-1F89CFB9DF5A}" dt="2026-09-23T02:52:00.873" v="927" actId="2711"/>
          <ac:spMkLst>
            <pc:docMk/>
            <pc:sldMk cId="1825276270" sldId="2147483641"/>
            <ac:spMk id="101" creationId="{123FC01D-7361-A416-F9E9-049B460F6774}"/>
          </ac:spMkLst>
        </pc:spChg>
        <pc:spChg chg="add mod">
          <ac:chgData name="Saha, Biswajit" userId="4799f252-fb3f-4034-97bb-a0dfefb11811" providerId="ADAL" clId="{32509F62-455B-4C60-B8F5-1F89CFB9DF5A}" dt="2026-09-23T02:52:00.873" v="927" actId="2711"/>
          <ac:spMkLst>
            <pc:docMk/>
            <pc:sldMk cId="1825276270" sldId="2147483641"/>
            <ac:spMk id="133" creationId="{3509CCAE-34EE-2B97-C2CD-BFC269A196FE}"/>
          </ac:spMkLst>
        </pc:spChg>
        <pc:spChg chg="mod">
          <ac:chgData name="Saha, Biswajit" userId="4799f252-fb3f-4034-97bb-a0dfefb11811" providerId="ADAL" clId="{32509F62-455B-4C60-B8F5-1F89CFB9DF5A}" dt="2026-09-22T15:37:06.228" v="553" actId="27636"/>
          <ac:spMkLst>
            <pc:docMk/>
            <pc:sldMk cId="1825276270" sldId="2147483641"/>
            <ac:spMk id="138" creationId="{3CF323F8-EA82-767B-0B76-31895D8C6049}"/>
          </ac:spMkLst>
        </pc:spChg>
      </pc:sldChg>
      <pc:sldChg chg="modSp mod ord">
        <pc:chgData name="Saha, Biswajit" userId="4799f252-fb3f-4034-97bb-a0dfefb11811" providerId="ADAL" clId="{32509F62-455B-4C60-B8F5-1F89CFB9DF5A}" dt="2026-09-23T02:52:13.622" v="928" actId="2711"/>
        <pc:sldMkLst>
          <pc:docMk/>
          <pc:sldMk cId="3984308263" sldId="2147483642"/>
        </pc:sldMkLst>
        <pc:spChg chg="mod">
          <ac:chgData name="Saha, Biswajit" userId="4799f252-fb3f-4034-97bb-a0dfefb11811" providerId="ADAL" clId="{32509F62-455B-4C60-B8F5-1F89CFB9DF5A}" dt="2026-09-23T02:52:13.622" v="928" actId="2711"/>
          <ac:spMkLst>
            <pc:docMk/>
            <pc:sldMk cId="3984308263" sldId="2147483642"/>
            <ac:spMk id="4" creationId="{9A45BCAA-7DE9-3686-C07A-6A2E32FBC4A3}"/>
          </ac:spMkLst>
        </pc:spChg>
        <pc:spChg chg="mod">
          <ac:chgData name="Saha, Biswajit" userId="4799f252-fb3f-4034-97bb-a0dfefb11811" providerId="ADAL" clId="{32509F62-455B-4C60-B8F5-1F89CFB9DF5A}" dt="2026-09-23T02:52:13.622" v="928" actId="2711"/>
          <ac:spMkLst>
            <pc:docMk/>
            <pc:sldMk cId="3984308263" sldId="2147483642"/>
            <ac:spMk id="87" creationId="{8109BAAB-0886-8D2F-5D06-8B7C6EEE1991}"/>
          </ac:spMkLst>
        </pc:spChg>
        <pc:spChg chg="mod">
          <ac:chgData name="Saha, Biswajit" userId="4799f252-fb3f-4034-97bb-a0dfefb11811" providerId="ADAL" clId="{32509F62-455B-4C60-B8F5-1F89CFB9DF5A}" dt="2026-09-23T02:52:13.622" v="928" actId="2711"/>
          <ac:spMkLst>
            <pc:docMk/>
            <pc:sldMk cId="3984308263" sldId="2147483642"/>
            <ac:spMk id="89" creationId="{BC1899F4-9797-B5EE-EF99-8E447A026C75}"/>
          </ac:spMkLst>
        </pc:spChg>
        <pc:spChg chg="mod">
          <ac:chgData name="Saha, Biswajit" userId="4799f252-fb3f-4034-97bb-a0dfefb11811" providerId="ADAL" clId="{32509F62-455B-4C60-B8F5-1F89CFB9DF5A}" dt="2026-09-23T02:52:13.622" v="928" actId="2711"/>
          <ac:spMkLst>
            <pc:docMk/>
            <pc:sldMk cId="3984308263" sldId="2147483642"/>
            <ac:spMk id="91" creationId="{1D2B37E6-EC3F-23BF-EA95-C7AB65E92991}"/>
          </ac:spMkLst>
        </pc:spChg>
        <pc:spChg chg="mod">
          <ac:chgData name="Saha, Biswajit" userId="4799f252-fb3f-4034-97bb-a0dfefb11811" providerId="ADAL" clId="{32509F62-455B-4C60-B8F5-1F89CFB9DF5A}" dt="2026-09-23T02:52:13.622" v="928" actId="2711"/>
          <ac:spMkLst>
            <pc:docMk/>
            <pc:sldMk cId="3984308263" sldId="2147483642"/>
            <ac:spMk id="93" creationId="{B32A11E6-9B1F-DDF5-25C4-820EFEA4527A}"/>
          </ac:spMkLst>
        </pc:spChg>
        <pc:spChg chg="mod">
          <ac:chgData name="Saha, Biswajit" userId="4799f252-fb3f-4034-97bb-a0dfefb11811" providerId="ADAL" clId="{32509F62-455B-4C60-B8F5-1F89CFB9DF5A}" dt="2026-09-23T02:52:13.622" v="928" actId="2711"/>
          <ac:spMkLst>
            <pc:docMk/>
            <pc:sldMk cId="3984308263" sldId="2147483642"/>
            <ac:spMk id="95" creationId="{6918DCD8-6FE8-C47D-BFDA-0A3B91F07CE8}"/>
          </ac:spMkLst>
        </pc:spChg>
        <pc:spChg chg="mod">
          <ac:chgData name="Saha, Biswajit" userId="4799f252-fb3f-4034-97bb-a0dfefb11811" providerId="ADAL" clId="{32509F62-455B-4C60-B8F5-1F89CFB9DF5A}" dt="2026-09-23T02:52:13.622" v="928" actId="2711"/>
          <ac:spMkLst>
            <pc:docMk/>
            <pc:sldMk cId="3984308263" sldId="2147483642"/>
            <ac:spMk id="97" creationId="{81CEB1B1-4919-2907-B089-A3FFB3C62603}"/>
          </ac:spMkLst>
        </pc:spChg>
        <pc:spChg chg="mod">
          <ac:chgData name="Saha, Biswajit" userId="4799f252-fb3f-4034-97bb-a0dfefb11811" providerId="ADAL" clId="{32509F62-455B-4C60-B8F5-1F89CFB9DF5A}" dt="2026-09-23T02:52:13.622" v="928" actId="2711"/>
          <ac:spMkLst>
            <pc:docMk/>
            <pc:sldMk cId="3984308263" sldId="2147483642"/>
            <ac:spMk id="98" creationId="{9C2924D4-BF60-0A88-A9E5-B7C0EC055DB1}"/>
          </ac:spMkLst>
        </pc:spChg>
        <pc:spChg chg="mod">
          <ac:chgData name="Saha, Biswajit" userId="4799f252-fb3f-4034-97bb-a0dfefb11811" providerId="ADAL" clId="{32509F62-455B-4C60-B8F5-1F89CFB9DF5A}" dt="2026-09-23T02:52:13.622" v="928" actId="2711"/>
          <ac:spMkLst>
            <pc:docMk/>
            <pc:sldMk cId="3984308263" sldId="2147483642"/>
            <ac:spMk id="100" creationId="{832A41D5-3764-E62F-E2B5-587BA8EE8189}"/>
          </ac:spMkLst>
        </pc:spChg>
        <pc:spChg chg="mod">
          <ac:chgData name="Saha, Biswajit" userId="4799f252-fb3f-4034-97bb-a0dfefb11811" providerId="ADAL" clId="{32509F62-455B-4C60-B8F5-1F89CFB9DF5A}" dt="2026-09-23T02:52:13.622" v="928" actId="2711"/>
          <ac:spMkLst>
            <pc:docMk/>
            <pc:sldMk cId="3984308263" sldId="2147483642"/>
            <ac:spMk id="102" creationId="{B4FD5F91-0B13-CC69-7978-00BD411A91D9}"/>
          </ac:spMkLst>
        </pc:spChg>
      </pc:sldChg>
      <pc:sldChg chg="addSp delSp modSp mod">
        <pc:chgData name="Saha, Biswajit" userId="4799f252-fb3f-4034-97bb-a0dfefb11811" providerId="ADAL" clId="{32509F62-455B-4C60-B8F5-1F89CFB9DF5A}" dt="2026-09-23T02:52:53.239" v="931" actId="2711"/>
        <pc:sldMkLst>
          <pc:docMk/>
          <pc:sldMk cId="2494004010" sldId="2147483646"/>
        </pc:sldMkLst>
        <pc:spChg chg="mod">
          <ac:chgData name="Saha, Biswajit" userId="4799f252-fb3f-4034-97bb-a0dfefb11811" providerId="ADAL" clId="{32509F62-455B-4C60-B8F5-1F89CFB9DF5A}" dt="2026-09-22T15:48:07.421" v="590" actId="1076"/>
          <ac:spMkLst>
            <pc:docMk/>
            <pc:sldMk cId="2494004010" sldId="2147483646"/>
            <ac:spMk id="262" creationId="{62E634A4-6B2C-011A-F13D-1C46E9BED51A}"/>
          </ac:spMkLst>
        </pc:spChg>
        <pc:spChg chg="add mod">
          <ac:chgData name="Saha, Biswajit" userId="4799f252-fb3f-4034-97bb-a0dfefb11811" providerId="ADAL" clId="{32509F62-455B-4C60-B8F5-1F89CFB9DF5A}" dt="2026-09-23T02:52:53.239" v="931" actId="2711"/>
          <ac:spMkLst>
            <pc:docMk/>
            <pc:sldMk cId="2494004010" sldId="2147483646"/>
            <ac:spMk id="264" creationId="{2201F298-E35A-D84B-3E7E-3743C95A9EFB}"/>
          </ac:spMkLst>
        </pc:spChg>
        <pc:spChg chg="add mod">
          <ac:chgData name="Saha, Biswajit" userId="4799f252-fb3f-4034-97bb-a0dfefb11811" providerId="ADAL" clId="{32509F62-455B-4C60-B8F5-1F89CFB9DF5A}" dt="2026-09-23T02:52:53.239" v="931" actId="2711"/>
          <ac:spMkLst>
            <pc:docMk/>
            <pc:sldMk cId="2494004010" sldId="2147483646"/>
            <ac:spMk id="272" creationId="{3AF67197-3D39-8AC5-6FA1-E15A664A7FDF}"/>
          </ac:spMkLst>
        </pc:spChg>
        <pc:spChg chg="add mod">
          <ac:chgData name="Saha, Biswajit" userId="4799f252-fb3f-4034-97bb-a0dfefb11811" providerId="ADAL" clId="{32509F62-455B-4C60-B8F5-1F89CFB9DF5A}" dt="2026-09-23T02:52:53.239" v="931" actId="2711"/>
          <ac:spMkLst>
            <pc:docMk/>
            <pc:sldMk cId="2494004010" sldId="2147483646"/>
            <ac:spMk id="285" creationId="{83FE0508-9B05-DE6C-3765-481F5E303C79}"/>
          </ac:spMkLst>
        </pc:spChg>
        <pc:spChg chg="mod">
          <ac:chgData name="Saha, Biswajit" userId="4799f252-fb3f-4034-97bb-a0dfefb11811" providerId="ADAL" clId="{32509F62-455B-4C60-B8F5-1F89CFB9DF5A}" dt="2026-09-22T15:48:45.950" v="604" actId="403"/>
          <ac:spMkLst>
            <pc:docMk/>
            <pc:sldMk cId="2494004010" sldId="2147483646"/>
            <ac:spMk id="290" creationId="{53DD7986-0E58-77F3-EC48-71A3B8E78046}"/>
          </ac:spMkLst>
        </pc:spChg>
        <pc:spChg chg="mod">
          <ac:chgData name="Saha, Biswajit" userId="4799f252-fb3f-4034-97bb-a0dfefb11811" providerId="ADAL" clId="{32509F62-455B-4C60-B8F5-1F89CFB9DF5A}" dt="2026-09-22T15:48:38.658" v="602" actId="403"/>
          <ac:spMkLst>
            <pc:docMk/>
            <pc:sldMk cId="2494004010" sldId="2147483646"/>
            <ac:spMk id="291" creationId="{7317DC81-8774-6173-559A-FA67AC8B4A84}"/>
          </ac:spMkLst>
        </pc:spChg>
        <pc:spChg chg="add mod">
          <ac:chgData name="Saha, Biswajit" userId="4799f252-fb3f-4034-97bb-a0dfefb11811" providerId="ADAL" clId="{32509F62-455B-4C60-B8F5-1F89CFB9DF5A}" dt="2026-09-23T02:52:53.239" v="931" actId="2711"/>
          <ac:spMkLst>
            <pc:docMk/>
            <pc:sldMk cId="2494004010" sldId="2147483646"/>
            <ac:spMk id="293" creationId="{B3745EFD-4992-889F-1168-0A87A704F9F3}"/>
          </ac:spMkLst>
        </pc:spChg>
        <pc:spChg chg="add mod">
          <ac:chgData name="Saha, Biswajit" userId="4799f252-fb3f-4034-97bb-a0dfefb11811" providerId="ADAL" clId="{32509F62-455B-4C60-B8F5-1F89CFB9DF5A}" dt="2026-09-23T02:52:53.239" v="931" actId="2711"/>
          <ac:spMkLst>
            <pc:docMk/>
            <pc:sldMk cId="2494004010" sldId="2147483646"/>
            <ac:spMk id="296" creationId="{82CA65AF-365E-37EC-FCD5-C7C672355083}"/>
          </ac:spMkLst>
        </pc:spChg>
        <pc:spChg chg="mod">
          <ac:chgData name="Saha, Biswajit" userId="4799f252-fb3f-4034-97bb-a0dfefb11811" providerId="ADAL" clId="{32509F62-455B-4C60-B8F5-1F89CFB9DF5A}" dt="2026-09-22T15:48:38.658" v="602" actId="403"/>
          <ac:spMkLst>
            <pc:docMk/>
            <pc:sldMk cId="2494004010" sldId="2147483646"/>
            <ac:spMk id="297" creationId="{6A62C999-7B6F-ED29-3EB2-889AF65AD465}"/>
          </ac:spMkLst>
        </pc:spChg>
        <pc:spChg chg="add mod">
          <ac:chgData name="Saha, Biswajit" userId="4799f252-fb3f-4034-97bb-a0dfefb11811" providerId="ADAL" clId="{32509F62-455B-4C60-B8F5-1F89CFB9DF5A}" dt="2026-09-23T02:52:53.239" v="931" actId="2711"/>
          <ac:spMkLst>
            <pc:docMk/>
            <pc:sldMk cId="2494004010" sldId="2147483646"/>
            <ac:spMk id="300" creationId="{9326EFC2-9627-868A-C5D7-61743B7EF716}"/>
          </ac:spMkLst>
        </pc:spChg>
        <pc:spChg chg="mod">
          <ac:chgData name="Saha, Biswajit" userId="4799f252-fb3f-4034-97bb-a0dfefb11811" providerId="ADAL" clId="{32509F62-455B-4C60-B8F5-1F89CFB9DF5A}" dt="2026-09-22T15:48:45.950" v="604" actId="403"/>
          <ac:spMkLst>
            <pc:docMk/>
            <pc:sldMk cId="2494004010" sldId="2147483646"/>
            <ac:spMk id="302" creationId="{A81E67F9-9FBE-E80D-C292-4A2CA1FBB8E0}"/>
          </ac:spMkLst>
        </pc:spChg>
        <pc:spChg chg="add mod">
          <ac:chgData name="Saha, Biswajit" userId="4799f252-fb3f-4034-97bb-a0dfefb11811" providerId="ADAL" clId="{32509F62-455B-4C60-B8F5-1F89CFB9DF5A}" dt="2026-09-23T02:52:53.239" v="931" actId="2711"/>
          <ac:spMkLst>
            <pc:docMk/>
            <pc:sldMk cId="2494004010" sldId="2147483646"/>
            <ac:spMk id="303" creationId="{87F4BA6E-6A97-852B-B98E-4C0EF8F84EA7}"/>
          </ac:spMkLst>
        </pc:spChg>
        <pc:spChg chg="mod">
          <ac:chgData name="Saha, Biswajit" userId="4799f252-fb3f-4034-97bb-a0dfefb11811" providerId="ADAL" clId="{32509F62-455B-4C60-B8F5-1F89CFB9DF5A}" dt="2026-09-22T15:48:45.950" v="604" actId="403"/>
          <ac:spMkLst>
            <pc:docMk/>
            <pc:sldMk cId="2494004010" sldId="2147483646"/>
            <ac:spMk id="308" creationId="{10BB9C96-08EF-96A2-280B-DA73B8FB035F}"/>
          </ac:spMkLst>
        </pc:spChg>
        <pc:spChg chg="mod">
          <ac:chgData name="Saha, Biswajit" userId="4799f252-fb3f-4034-97bb-a0dfefb11811" providerId="ADAL" clId="{32509F62-455B-4C60-B8F5-1F89CFB9DF5A}" dt="2026-09-22T15:48:38.658" v="602" actId="403"/>
          <ac:spMkLst>
            <pc:docMk/>
            <pc:sldMk cId="2494004010" sldId="2147483646"/>
            <ac:spMk id="309" creationId="{AF22E0B6-DC22-5110-B1EC-2BF4FCB11A9D}"/>
          </ac:spMkLst>
        </pc:spChg>
        <pc:spChg chg="mod">
          <ac:chgData name="Saha, Biswajit" userId="4799f252-fb3f-4034-97bb-a0dfefb11811" providerId="ADAL" clId="{32509F62-455B-4C60-B8F5-1F89CFB9DF5A}" dt="2026-09-22T15:48:45.950" v="604" actId="403"/>
          <ac:spMkLst>
            <pc:docMk/>
            <pc:sldMk cId="2494004010" sldId="2147483646"/>
            <ac:spMk id="314" creationId="{F94DA4E8-805B-6498-9C8F-004AF3C55537}"/>
          </ac:spMkLst>
        </pc:spChg>
        <pc:spChg chg="mod">
          <ac:chgData name="Saha, Biswajit" userId="4799f252-fb3f-4034-97bb-a0dfefb11811" providerId="ADAL" clId="{32509F62-455B-4C60-B8F5-1F89CFB9DF5A}" dt="2026-09-22T15:48:38.658" v="602" actId="403"/>
          <ac:spMkLst>
            <pc:docMk/>
            <pc:sldMk cId="2494004010" sldId="2147483646"/>
            <ac:spMk id="315" creationId="{E27E3191-F656-62A1-D082-5F7CEEA7F140}"/>
          </ac:spMkLst>
        </pc:spChg>
        <pc:spChg chg="mod">
          <ac:chgData name="Saha, Biswajit" userId="4799f252-fb3f-4034-97bb-a0dfefb11811" providerId="ADAL" clId="{32509F62-455B-4C60-B8F5-1F89CFB9DF5A}" dt="2026-09-22T15:48:45.950" v="604" actId="403"/>
          <ac:spMkLst>
            <pc:docMk/>
            <pc:sldMk cId="2494004010" sldId="2147483646"/>
            <ac:spMk id="320" creationId="{A972343E-5E39-9D31-2EA0-75E75D4CE93C}"/>
          </ac:spMkLst>
        </pc:spChg>
        <pc:spChg chg="mod">
          <ac:chgData name="Saha, Biswajit" userId="4799f252-fb3f-4034-97bb-a0dfefb11811" providerId="ADAL" clId="{32509F62-455B-4C60-B8F5-1F89CFB9DF5A}" dt="2026-09-22T15:48:38.658" v="602" actId="403"/>
          <ac:spMkLst>
            <pc:docMk/>
            <pc:sldMk cId="2494004010" sldId="2147483646"/>
            <ac:spMk id="321" creationId="{FE9C7026-271A-F3D7-C51D-B1AD9D8D367D}"/>
          </ac:spMkLst>
        </pc:spChg>
        <pc:spChg chg="add mod">
          <ac:chgData name="Saha, Biswajit" userId="4799f252-fb3f-4034-97bb-a0dfefb11811" providerId="ADAL" clId="{32509F62-455B-4C60-B8F5-1F89CFB9DF5A}" dt="2026-09-23T02:52:53.239" v="931" actId="2711"/>
          <ac:spMkLst>
            <pc:docMk/>
            <pc:sldMk cId="2494004010" sldId="2147483646"/>
            <ac:spMk id="322" creationId="{34ABD0E5-813B-F184-2658-2EF2D1FBAF99}"/>
          </ac:spMkLst>
        </pc:spChg>
        <pc:spChg chg="mod">
          <ac:chgData name="Saha, Biswajit" userId="4799f252-fb3f-4034-97bb-a0dfefb11811" providerId="ADAL" clId="{32509F62-455B-4C60-B8F5-1F89CFB9DF5A}" dt="2026-09-22T15:48:30.766" v="598" actId="404"/>
          <ac:spMkLst>
            <pc:docMk/>
            <pc:sldMk cId="2494004010" sldId="2147483646"/>
            <ac:spMk id="323" creationId="{1BA69464-0664-4418-696D-55E4D7E7F444}"/>
          </ac:spMkLst>
        </pc:spChg>
        <pc:spChg chg="mod">
          <ac:chgData name="Saha, Biswajit" userId="4799f252-fb3f-4034-97bb-a0dfefb11811" providerId="ADAL" clId="{32509F62-455B-4C60-B8F5-1F89CFB9DF5A}" dt="2026-09-22T15:48:30.766" v="598" actId="404"/>
          <ac:spMkLst>
            <pc:docMk/>
            <pc:sldMk cId="2494004010" sldId="2147483646"/>
            <ac:spMk id="328" creationId="{EA908977-5A04-9CE7-306F-127914C7E4DB}"/>
          </ac:spMkLst>
        </pc:spChg>
        <pc:spChg chg="mod">
          <ac:chgData name="Saha, Biswajit" userId="4799f252-fb3f-4034-97bb-a0dfefb11811" providerId="ADAL" clId="{32509F62-455B-4C60-B8F5-1F89CFB9DF5A}" dt="2026-09-22T15:48:30.766" v="598" actId="404"/>
          <ac:spMkLst>
            <pc:docMk/>
            <pc:sldMk cId="2494004010" sldId="2147483646"/>
            <ac:spMk id="332" creationId="{7F427CE5-3FB3-F8AB-391E-710A2A3F64E8}"/>
          </ac:spMkLst>
        </pc:spChg>
        <pc:spChg chg="mod">
          <ac:chgData name="Saha, Biswajit" userId="4799f252-fb3f-4034-97bb-a0dfefb11811" providerId="ADAL" clId="{32509F62-455B-4C60-B8F5-1F89CFB9DF5A}" dt="2026-09-22T15:48:30.766" v="598" actId="404"/>
          <ac:spMkLst>
            <pc:docMk/>
            <pc:sldMk cId="2494004010" sldId="2147483646"/>
            <ac:spMk id="333" creationId="{DCD91FA7-5461-6047-F250-8F01B944BF92}"/>
          </ac:spMkLst>
        </pc:spChg>
        <pc:spChg chg="mod">
          <ac:chgData name="Saha, Biswajit" userId="4799f252-fb3f-4034-97bb-a0dfefb11811" providerId="ADAL" clId="{32509F62-455B-4C60-B8F5-1F89CFB9DF5A}" dt="2026-09-22T15:48:30.766" v="598" actId="404"/>
          <ac:spMkLst>
            <pc:docMk/>
            <pc:sldMk cId="2494004010" sldId="2147483646"/>
            <ac:spMk id="336" creationId="{2F97AB6E-229C-832D-9620-89E26DC84ADC}"/>
          </ac:spMkLst>
        </pc:spChg>
        <pc:spChg chg="add mod">
          <ac:chgData name="Saha, Biswajit" userId="4799f252-fb3f-4034-97bb-a0dfefb11811" providerId="ADAL" clId="{32509F62-455B-4C60-B8F5-1F89CFB9DF5A}" dt="2026-09-23T02:52:53.239" v="931" actId="2711"/>
          <ac:spMkLst>
            <pc:docMk/>
            <pc:sldMk cId="2494004010" sldId="2147483646"/>
            <ac:spMk id="337" creationId="{814F59C4-1869-30EA-641E-BE5D553C0D21}"/>
          </ac:spMkLst>
        </pc:spChg>
        <pc:spChg chg="mod">
          <ac:chgData name="Saha, Biswajit" userId="4799f252-fb3f-4034-97bb-a0dfefb11811" providerId="ADAL" clId="{32509F62-455B-4C60-B8F5-1F89CFB9DF5A}" dt="2026-09-22T15:48:30.766" v="598" actId="404"/>
          <ac:spMkLst>
            <pc:docMk/>
            <pc:sldMk cId="2494004010" sldId="2147483646"/>
            <ac:spMk id="339" creationId="{DC447A78-E879-BF6C-36FE-7C14B038F3FF}"/>
          </ac:spMkLst>
        </pc:spChg>
        <pc:spChg chg="mod">
          <ac:chgData name="Saha, Biswajit" userId="4799f252-fb3f-4034-97bb-a0dfefb11811" providerId="ADAL" clId="{32509F62-455B-4C60-B8F5-1F89CFB9DF5A}" dt="2026-09-22T15:48:30.766" v="598" actId="404"/>
          <ac:spMkLst>
            <pc:docMk/>
            <pc:sldMk cId="2494004010" sldId="2147483646"/>
            <ac:spMk id="343" creationId="{0A120734-3E16-51F8-8EBD-1C6065F3B17B}"/>
          </ac:spMkLst>
        </pc:spChg>
        <pc:spChg chg="mod">
          <ac:chgData name="Saha, Biswajit" userId="4799f252-fb3f-4034-97bb-a0dfefb11811" providerId="ADAL" clId="{32509F62-455B-4C60-B8F5-1F89CFB9DF5A}" dt="2026-09-22T15:48:30.766" v="598" actId="404"/>
          <ac:spMkLst>
            <pc:docMk/>
            <pc:sldMk cId="2494004010" sldId="2147483646"/>
            <ac:spMk id="344" creationId="{5BC29BBC-0DC1-93C7-157A-0E6F110383D7}"/>
          </ac:spMkLst>
        </pc:spChg>
        <pc:spChg chg="add mod">
          <ac:chgData name="Saha, Biswajit" userId="4799f252-fb3f-4034-97bb-a0dfefb11811" providerId="ADAL" clId="{32509F62-455B-4C60-B8F5-1F89CFB9DF5A}" dt="2026-09-23T02:52:53.239" v="931" actId="2711"/>
          <ac:spMkLst>
            <pc:docMk/>
            <pc:sldMk cId="2494004010" sldId="2147483646"/>
            <ac:spMk id="347" creationId="{4141AA9C-E9EB-1D02-ED76-781A88D20EB4}"/>
          </ac:spMkLst>
        </pc:spChg>
        <pc:spChg chg="mod">
          <ac:chgData name="Saha, Biswajit" userId="4799f252-fb3f-4034-97bb-a0dfefb11811" providerId="ADAL" clId="{32509F62-455B-4C60-B8F5-1F89CFB9DF5A}" dt="2026-09-22T15:48:30.766" v="598" actId="404"/>
          <ac:spMkLst>
            <pc:docMk/>
            <pc:sldMk cId="2494004010" sldId="2147483646"/>
            <ac:spMk id="348" creationId="{F5566B32-7ED9-33A6-A861-74933B38D773}"/>
          </ac:spMkLst>
        </pc:spChg>
        <pc:spChg chg="mod">
          <ac:chgData name="Saha, Biswajit" userId="4799f252-fb3f-4034-97bb-a0dfefb11811" providerId="ADAL" clId="{32509F62-455B-4C60-B8F5-1F89CFB9DF5A}" dt="2026-09-22T15:48:30.766" v="598" actId="404"/>
          <ac:spMkLst>
            <pc:docMk/>
            <pc:sldMk cId="2494004010" sldId="2147483646"/>
            <ac:spMk id="351" creationId="{9A7C897A-4BC0-AE61-13C2-A8DA435465BC}"/>
          </ac:spMkLst>
        </pc:spChg>
        <pc:spChg chg="mod">
          <ac:chgData name="Saha, Biswajit" userId="4799f252-fb3f-4034-97bb-a0dfefb11811" providerId="ADAL" clId="{32509F62-455B-4C60-B8F5-1F89CFB9DF5A}" dt="2026-09-22T15:48:30.774" v="599" actId="27636"/>
          <ac:spMkLst>
            <pc:docMk/>
            <pc:sldMk cId="2494004010" sldId="2147483646"/>
            <ac:spMk id="352" creationId="{281D2C31-EC61-6AEE-30AB-40843971844C}"/>
          </ac:spMkLst>
        </pc:spChg>
      </pc:sldChg>
      <pc:sldChg chg="addSp delSp modSp mod">
        <pc:chgData name="Saha, Biswajit" userId="4799f252-fb3f-4034-97bb-a0dfefb11811" providerId="ADAL" clId="{32509F62-455B-4C60-B8F5-1F89CFB9DF5A}" dt="2026-09-23T02:54:43.652" v="951" actId="2711"/>
        <pc:sldMkLst>
          <pc:docMk/>
          <pc:sldMk cId="944536419" sldId="2147483647"/>
        </pc:sldMkLst>
        <pc:spChg chg="mod">
          <ac:chgData name="Saha, Biswajit" userId="4799f252-fb3f-4034-97bb-a0dfefb11811" providerId="ADAL" clId="{32509F62-455B-4C60-B8F5-1F89CFB9DF5A}" dt="2026-09-23T02:33:33.369" v="853" actId="20577"/>
          <ac:spMkLst>
            <pc:docMk/>
            <pc:sldMk cId="944536419" sldId="2147483647"/>
            <ac:spMk id="2" creationId="{75FAB0FC-76D2-3C17-A69C-788D818265DE}"/>
          </ac:spMkLst>
        </pc:spChg>
        <pc:spChg chg="add mod">
          <ac:chgData name="Saha, Biswajit" userId="4799f252-fb3f-4034-97bb-a0dfefb11811" providerId="ADAL" clId="{32509F62-455B-4C60-B8F5-1F89CFB9DF5A}" dt="2026-09-23T02:54:43.652" v="951" actId="2711"/>
          <ac:spMkLst>
            <pc:docMk/>
            <pc:sldMk cId="944536419" sldId="2147483647"/>
            <ac:spMk id="16" creationId="{DEC99A36-643F-2642-50A6-997FCB291E80}"/>
          </ac:spMkLst>
        </pc:spChg>
        <pc:spChg chg="mod">
          <ac:chgData name="Saha, Biswajit" userId="4799f252-fb3f-4034-97bb-a0dfefb11811" providerId="ADAL" clId="{32509F62-455B-4C60-B8F5-1F89CFB9DF5A}" dt="2026-09-23T02:33:57.593" v="856" actId="14100"/>
          <ac:spMkLst>
            <pc:docMk/>
            <pc:sldMk cId="944536419" sldId="2147483647"/>
            <ac:spMk id="41" creationId="{3731ADB0-6031-4AE4-2833-FF8680F001C8}"/>
          </ac:spMkLst>
        </pc:spChg>
        <pc:spChg chg="add mod">
          <ac:chgData name="Saha, Biswajit" userId="4799f252-fb3f-4034-97bb-a0dfefb11811" providerId="ADAL" clId="{32509F62-455B-4C60-B8F5-1F89CFB9DF5A}" dt="2026-09-23T02:54:43.652" v="951" actId="2711"/>
          <ac:spMkLst>
            <pc:docMk/>
            <pc:sldMk cId="944536419" sldId="2147483647"/>
            <ac:spMk id="64" creationId="{7638CF8B-91BA-53D1-5ED1-66D440910C67}"/>
          </ac:spMkLst>
        </pc:spChg>
        <pc:spChg chg="mod">
          <ac:chgData name="Saha, Biswajit" userId="4799f252-fb3f-4034-97bb-a0dfefb11811" providerId="ADAL" clId="{32509F62-455B-4C60-B8F5-1F89CFB9DF5A}" dt="2026-09-23T02:33:57.593" v="856" actId="14100"/>
          <ac:spMkLst>
            <pc:docMk/>
            <pc:sldMk cId="944536419" sldId="2147483647"/>
            <ac:spMk id="65" creationId="{3B52143C-515A-5C46-3F65-3263DD2413AC}"/>
          </ac:spMkLst>
        </pc:spChg>
        <pc:spChg chg="add mod">
          <ac:chgData name="Saha, Biswajit" userId="4799f252-fb3f-4034-97bb-a0dfefb11811" providerId="ADAL" clId="{32509F62-455B-4C60-B8F5-1F89CFB9DF5A}" dt="2026-09-23T02:54:43.652" v="951" actId="2711"/>
          <ac:spMkLst>
            <pc:docMk/>
            <pc:sldMk cId="944536419" sldId="2147483647"/>
            <ac:spMk id="68" creationId="{A99EFAE8-9979-496B-77C3-F56028CC92C4}"/>
          </ac:spMkLst>
        </pc:spChg>
        <pc:spChg chg="add mod">
          <ac:chgData name="Saha, Biswajit" userId="4799f252-fb3f-4034-97bb-a0dfefb11811" providerId="ADAL" clId="{32509F62-455B-4C60-B8F5-1F89CFB9DF5A}" dt="2026-09-23T02:54:43.652" v="951" actId="2711"/>
          <ac:spMkLst>
            <pc:docMk/>
            <pc:sldMk cId="944536419" sldId="2147483647"/>
            <ac:spMk id="70" creationId="{C54CFD55-0ACC-F622-2EAE-60123AAFD01C}"/>
          </ac:spMkLst>
        </pc:spChg>
        <pc:spChg chg="mod">
          <ac:chgData name="Saha, Biswajit" userId="4799f252-fb3f-4034-97bb-a0dfefb11811" providerId="ADAL" clId="{32509F62-455B-4C60-B8F5-1F89CFB9DF5A}" dt="2026-09-23T02:33:57.593" v="856" actId="14100"/>
          <ac:spMkLst>
            <pc:docMk/>
            <pc:sldMk cId="944536419" sldId="2147483647"/>
            <ac:spMk id="83" creationId="{588B7490-64C0-1886-2BF0-EE7530510CBE}"/>
          </ac:spMkLst>
        </pc:spChg>
        <pc:spChg chg="mod">
          <ac:chgData name="Saha, Biswajit" userId="4799f252-fb3f-4034-97bb-a0dfefb11811" providerId="ADAL" clId="{32509F62-455B-4C60-B8F5-1F89CFB9DF5A}" dt="2026-09-23T02:32:48.320" v="821" actId="27636"/>
          <ac:spMkLst>
            <pc:docMk/>
            <pc:sldMk cId="944536419" sldId="2147483647"/>
            <ac:spMk id="101" creationId="{EEAD6A88-6053-320E-3F23-60FCA4D30BE1}"/>
          </ac:spMkLst>
        </pc:spChg>
        <pc:spChg chg="mod">
          <ac:chgData name="Saha, Biswajit" userId="4799f252-fb3f-4034-97bb-a0dfefb11811" providerId="ADAL" clId="{32509F62-455B-4C60-B8F5-1F89CFB9DF5A}" dt="2026-09-23T02:33:57.593" v="856" actId="14100"/>
          <ac:spMkLst>
            <pc:docMk/>
            <pc:sldMk cId="944536419" sldId="2147483647"/>
            <ac:spMk id="102" creationId="{26932046-18DD-6E60-D218-CCC72E253E57}"/>
          </ac:spMkLst>
        </pc:spChg>
        <pc:spChg chg="add mod">
          <ac:chgData name="Saha, Biswajit" userId="4799f252-fb3f-4034-97bb-a0dfefb11811" providerId="ADAL" clId="{32509F62-455B-4C60-B8F5-1F89CFB9DF5A}" dt="2026-09-23T02:54:43.652" v="951" actId="2711"/>
          <ac:spMkLst>
            <pc:docMk/>
            <pc:sldMk cId="944536419" sldId="2147483647"/>
            <ac:spMk id="109" creationId="{9A62E406-9025-3A69-57F5-0D6105C51142}"/>
          </ac:spMkLst>
        </pc:spChg>
        <pc:spChg chg="add mod">
          <ac:chgData name="Saha, Biswajit" userId="4799f252-fb3f-4034-97bb-a0dfefb11811" providerId="ADAL" clId="{32509F62-455B-4C60-B8F5-1F89CFB9DF5A}" dt="2026-09-23T02:54:43.652" v="951" actId="2711"/>
          <ac:spMkLst>
            <pc:docMk/>
            <pc:sldMk cId="944536419" sldId="2147483647"/>
            <ac:spMk id="111" creationId="{31EA346B-58AA-DF99-6AF0-40201A399427}"/>
          </ac:spMkLst>
        </pc:spChg>
        <pc:spChg chg="mod">
          <ac:chgData name="Saha, Biswajit" userId="4799f252-fb3f-4034-97bb-a0dfefb11811" providerId="ADAL" clId="{32509F62-455B-4C60-B8F5-1F89CFB9DF5A}" dt="2026-09-23T02:33:57.593" v="856" actId="14100"/>
          <ac:spMkLst>
            <pc:docMk/>
            <pc:sldMk cId="944536419" sldId="2147483647"/>
            <ac:spMk id="120" creationId="{F67C3BB5-FDE3-B24F-FC9F-D2DE06C599D4}"/>
          </ac:spMkLst>
        </pc:spChg>
        <pc:spChg chg="add mod">
          <ac:chgData name="Saha, Biswajit" userId="4799f252-fb3f-4034-97bb-a0dfefb11811" providerId="ADAL" clId="{32509F62-455B-4C60-B8F5-1F89CFB9DF5A}" dt="2026-09-23T02:54:43.652" v="951" actId="2711"/>
          <ac:spMkLst>
            <pc:docMk/>
            <pc:sldMk cId="944536419" sldId="2147483647"/>
            <ac:spMk id="135" creationId="{D62156A5-C314-1D51-2D44-5E308B70A081}"/>
          </ac:spMkLst>
        </pc:spChg>
        <pc:spChg chg="add mod">
          <ac:chgData name="Saha, Biswajit" userId="4799f252-fb3f-4034-97bb-a0dfefb11811" providerId="ADAL" clId="{32509F62-455B-4C60-B8F5-1F89CFB9DF5A}" dt="2026-09-23T02:54:43.652" v="951" actId="2711"/>
          <ac:spMkLst>
            <pc:docMk/>
            <pc:sldMk cId="944536419" sldId="2147483647"/>
            <ac:spMk id="138" creationId="{67164356-0175-4435-5EC7-935F74400B5F}"/>
          </ac:spMkLst>
        </pc:spChg>
        <pc:spChg chg="add mod">
          <ac:chgData name="Saha, Biswajit" userId="4799f252-fb3f-4034-97bb-a0dfefb11811" providerId="ADAL" clId="{32509F62-455B-4C60-B8F5-1F89CFB9DF5A}" dt="2026-09-23T02:54:43.652" v="951" actId="2711"/>
          <ac:spMkLst>
            <pc:docMk/>
            <pc:sldMk cId="944536419" sldId="2147483647"/>
            <ac:spMk id="139" creationId="{E52023F6-C1B5-50DE-C6D4-05F89A4CAA3D}"/>
          </ac:spMkLst>
        </pc:spChg>
        <pc:spChg chg="mod">
          <ac:chgData name="Saha, Biswajit" userId="4799f252-fb3f-4034-97bb-a0dfefb11811" providerId="ADAL" clId="{32509F62-455B-4C60-B8F5-1F89CFB9DF5A}" dt="2026-09-23T02:32:48.327" v="822" actId="27636"/>
          <ac:spMkLst>
            <pc:docMk/>
            <pc:sldMk cId="944536419" sldId="2147483647"/>
            <ac:spMk id="162" creationId="{3D1D806B-22BF-6B3A-089A-9FE0EAF1DFE9}"/>
          </ac:spMkLst>
        </pc:spChg>
        <pc:spChg chg="mod">
          <ac:chgData name="Saha, Biswajit" userId="4799f252-fb3f-4034-97bb-a0dfefb11811" providerId="ADAL" clId="{32509F62-455B-4C60-B8F5-1F89CFB9DF5A}" dt="2026-09-23T02:32:48.343" v="824" actId="27636"/>
          <ac:spMkLst>
            <pc:docMk/>
            <pc:sldMk cId="944536419" sldId="2147483647"/>
            <ac:spMk id="164" creationId="{A15B94EA-EFFA-995C-9990-A5B34A34C9C3}"/>
          </ac:spMkLst>
        </pc:spChg>
        <pc:spChg chg="add mod">
          <ac:chgData name="Saha, Biswajit" userId="4799f252-fb3f-4034-97bb-a0dfefb11811" providerId="ADAL" clId="{32509F62-455B-4C60-B8F5-1F89CFB9DF5A}" dt="2026-09-23T02:54:43.652" v="951" actId="2711"/>
          <ac:spMkLst>
            <pc:docMk/>
            <pc:sldMk cId="944536419" sldId="2147483647"/>
            <ac:spMk id="168" creationId="{1B3D746A-72BE-51FE-7EE8-290DF1533F6B}"/>
          </ac:spMkLst>
        </pc:spChg>
      </pc:sldChg>
      <pc:sldMasterChg chg="addSp delSp modSp mod delSldLayout">
        <pc:chgData name="Saha, Biswajit" userId="4799f252-fb3f-4034-97bb-a0dfefb11811" providerId="ADAL" clId="{32509F62-455B-4C60-B8F5-1F89CFB9DF5A}" dt="2026-09-22T15:41:19.663" v="576" actId="22"/>
        <pc:sldMasterMkLst>
          <pc:docMk/>
          <pc:sldMasterMk cId="1648929190" sldId="2147483648"/>
        </pc:sldMasterMkLst>
        <pc:spChg chg="add">
          <ac:chgData name="Saha, Biswajit" userId="4799f252-fb3f-4034-97bb-a0dfefb11811" providerId="ADAL" clId="{32509F62-455B-4C60-B8F5-1F89CFB9DF5A}" dt="2026-09-22T15:41:19.663" v="576" actId="22"/>
          <ac:spMkLst>
            <pc:docMk/>
            <pc:sldMasterMk cId="1648929190" sldId="2147483648"/>
            <ac:spMk id="9" creationId="{E9607EF2-995C-C5CB-9C64-7994A2968BED}"/>
          </ac:spMkLst>
        </pc:spChg>
      </pc:sldMasterChg>
      <pc:sldMasterChg chg="addSp delSp mod">
        <pc:chgData name="Saha, Biswajit" userId="4799f252-fb3f-4034-97bb-a0dfefb11811" providerId="ADAL" clId="{32509F62-455B-4C60-B8F5-1F89CFB9DF5A}" dt="2026-09-22T15:41:32.637" v="578" actId="22"/>
        <pc:sldMasterMkLst>
          <pc:docMk/>
          <pc:sldMasterMk cId="2098402130" sldId="2147483685"/>
        </pc:sldMasterMkLst>
        <pc:spChg chg="add">
          <ac:chgData name="Saha, Biswajit" userId="4799f252-fb3f-4034-97bb-a0dfefb11811" providerId="ADAL" clId="{32509F62-455B-4C60-B8F5-1F89CFB9DF5A}" dt="2026-09-22T15:41:32.637" v="578" actId="22"/>
          <ac:spMkLst>
            <pc:docMk/>
            <pc:sldMasterMk cId="2098402130" sldId="2147483685"/>
            <ac:spMk id="3" creationId="{48E689C9-6F46-F118-677D-3BD1C535F2C1}"/>
          </ac:spMkLst>
        </pc:spChg>
      </pc:sldMasterChg>
      <pc:sldMasterChg chg="addSp delSp mod modSldLayout">
        <pc:chgData name="Saha, Biswajit" userId="4799f252-fb3f-4034-97bb-a0dfefb11811" providerId="ADAL" clId="{32509F62-455B-4C60-B8F5-1F89CFB9DF5A}" dt="2026-09-22T15:42:02.460" v="583" actId="478"/>
        <pc:sldMasterMkLst>
          <pc:docMk/>
          <pc:sldMasterMk cId="220056112" sldId="2147483688"/>
        </pc:sldMasterMkLst>
        <pc:spChg chg="add">
          <ac:chgData name="Saha, Biswajit" userId="4799f252-fb3f-4034-97bb-a0dfefb11811" providerId="ADAL" clId="{32509F62-455B-4C60-B8F5-1F89CFB9DF5A}" dt="2026-09-22T15:41:40.129" v="580" actId="22"/>
          <ac:spMkLst>
            <pc:docMk/>
            <pc:sldMasterMk cId="220056112" sldId="2147483688"/>
            <ac:spMk id="3" creationId="{976DF397-B7C6-0F6F-6A78-95DFFBBBB1C2}"/>
          </ac:spMkLst>
        </pc:spChg>
        <pc:sldLayoutChg chg="delSp mod">
          <pc:chgData name="Saha, Biswajit" userId="4799f252-fb3f-4034-97bb-a0dfefb11811" providerId="ADAL" clId="{32509F62-455B-4C60-B8F5-1F89CFB9DF5A}" dt="2026-09-22T15:42:02.460" v="583" actId="478"/>
          <pc:sldLayoutMkLst>
            <pc:docMk/>
            <pc:sldMasterMk cId="220056112" sldId="2147483688"/>
            <pc:sldLayoutMk cId="372667811" sldId="2147483690"/>
          </pc:sldLayoutMkLst>
        </pc:sldLayoutChg>
      </pc:sldMasterChg>
    </pc:docChg>
  </pc:docChgLst>
  <pc:docChgLst>
    <pc:chgData name="Garg, Vibha" userId="16e899c9-7991-4bad-9c17-78ceeff485b1" providerId="ADAL" clId="{79D009F9-E0D3-4867-85FA-D99E55928B19}"/>
    <pc:docChg chg="delSld delMainMaster modSection">
      <pc:chgData name="Garg, Vibha" userId="16e899c9-7991-4bad-9c17-78ceeff485b1" providerId="ADAL" clId="{79D009F9-E0D3-4867-85FA-D99E55928B19}" dt="2026-09-28T05:24:39.380" v="0" actId="47"/>
      <pc:docMkLst>
        <pc:docMk/>
      </pc:docMkLst>
      <pc:sldChg chg="del">
        <pc:chgData name="Garg, Vibha" userId="16e899c9-7991-4bad-9c17-78ceeff485b1" providerId="ADAL" clId="{79D009F9-E0D3-4867-85FA-D99E55928B19}" dt="2026-09-28T05:24:39.380" v="0" actId="47"/>
        <pc:sldMkLst>
          <pc:docMk/>
          <pc:sldMk cId="518242037" sldId="266"/>
        </pc:sldMkLst>
      </pc:sldChg>
      <pc:sldMasterChg chg="del delSldLayout">
        <pc:chgData name="Garg, Vibha" userId="16e899c9-7991-4bad-9c17-78ceeff485b1" providerId="ADAL" clId="{79D009F9-E0D3-4867-85FA-D99E55928B19}" dt="2026-09-28T05:24:39.380" v="0" actId="47"/>
        <pc:sldMasterMkLst>
          <pc:docMk/>
          <pc:sldMasterMk cId="1609333869" sldId="2147483691"/>
        </pc:sldMasterMkLst>
        <pc:sldLayoutChg chg="del">
          <pc:chgData name="Garg, Vibha" userId="16e899c9-7991-4bad-9c17-78ceeff485b1" providerId="ADAL" clId="{79D009F9-E0D3-4867-85FA-D99E55928B19}" dt="2026-09-28T05:24:39.380" v="0" actId="47"/>
          <pc:sldLayoutMkLst>
            <pc:docMk/>
            <pc:sldMasterMk cId="1609333869" sldId="2147483691"/>
            <pc:sldLayoutMk cId="165586460" sldId="2147483692"/>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4082658075" sldId="2147483693"/>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558050753" sldId="2147483694"/>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662270985" sldId="2147483695"/>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869208982" sldId="2147483696"/>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3042018353" sldId="2147483697"/>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1238054652" sldId="2147483698"/>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1082952954" sldId="2147483699"/>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2846985349" sldId="2147483700"/>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593843845" sldId="2147483701"/>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3416109431" sldId="2147483702"/>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2143423237" sldId="2147483703"/>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2327218066" sldId="2147483704"/>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3955613656" sldId="2147483705"/>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1375656559" sldId="2147483706"/>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3587277477" sldId="2147483707"/>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119619648" sldId="2147483708"/>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39158296" sldId="2147483709"/>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3801885273" sldId="2147483710"/>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1154738574" sldId="2147483711"/>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2097982126" sldId="2147483712"/>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1705743270" sldId="2147483713"/>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1496506520" sldId="2147483714"/>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1417517452" sldId="2147483715"/>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1636943873" sldId="2147483716"/>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3150325983" sldId="2147483717"/>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1049031544" sldId="2147483718"/>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2356928576" sldId="2147483719"/>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4019047667" sldId="2147483720"/>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282125823" sldId="2147483721"/>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3739727436" sldId="2147483722"/>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1907906879" sldId="2147483723"/>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917713274" sldId="2147483724"/>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3797392892" sldId="2147483725"/>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276095295" sldId="2147483726"/>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2383858058" sldId="2147483727"/>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4072293968" sldId="2147483728"/>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288543896" sldId="2147483729"/>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109729768" sldId="2147483730"/>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3355886514" sldId="2147483731"/>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2389606255" sldId="2147483732"/>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3893116840" sldId="2147483733"/>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4073330855" sldId="2147483734"/>
          </pc:sldLayoutMkLst>
        </pc:sldLayoutChg>
        <pc:sldLayoutChg chg="del">
          <pc:chgData name="Garg, Vibha" userId="16e899c9-7991-4bad-9c17-78ceeff485b1" providerId="ADAL" clId="{79D009F9-E0D3-4867-85FA-D99E55928B19}" dt="2026-09-28T05:24:39.380" v="0" actId="47"/>
          <pc:sldLayoutMkLst>
            <pc:docMk/>
            <pc:sldMasterMk cId="1609333869" sldId="2147483691"/>
            <pc:sldLayoutMk cId="13774677" sldId="2147483735"/>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25E2094-17E4-410F-9054-B5587E06791A}" type="datetimeFigureOut">
              <a:rPr lang="en-US" smtClean="0"/>
              <a:t>9/28/2026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4FADF9-AE35-429E-8358-D05551B507F5}" type="slidenum">
              <a:rPr lang="en-US" smtClean="0"/>
              <a:t>‹#›</a:t>
            </a:fld>
            <a:endParaRPr lang="en-US" dirty="0"/>
          </a:p>
        </p:txBody>
      </p:sp>
    </p:spTree>
    <p:extLst>
      <p:ext uri="{BB962C8B-B14F-4D97-AF65-F5344CB8AC3E}">
        <p14:creationId xmlns:p14="http://schemas.microsoft.com/office/powerpoint/2010/main" val="1474146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[Sources]
- Visual on this slide was generated with Microsoft Copilot.
[/Sources]</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200" b="0" i="0" u="none" strike="noStrike" kern="1200" cap="none" spc="0" normalizeH="0" baseline="0" noProof="0">
                <a:ln>
                  <a:noFill/>
                </a:ln>
                <a:solidFill>
                  <a:prstClr val="black"/>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rial"/>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09134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465017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B2074-7429-6529-F95C-B56565F28A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ADDEDB-E69E-7BC3-7CCE-78B1894DC26E}"/>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E1C7C823-8F7D-91F9-508C-D481291267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09D64F-35AB-8681-5717-4CCF5684B267}"/>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2364951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38EAB-8A04-4FA3-A565-941889055C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A92696-FEAE-02F8-121C-76C878916257}"/>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D657CD14-E34F-9B84-7AFC-697CD232E42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5532C38-A487-4002-15AA-98E9DAC4451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1896592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0F4A2C8-6C88-4E71-83EE-698B9D4FE22F}" type="slidenum">
              <a:rPr lang="en-US" smtClean="0"/>
              <a:pPr/>
              <a:t>8</a:t>
            </a:fld>
            <a:endParaRPr lang="en-US" dirty="0"/>
          </a:p>
        </p:txBody>
      </p:sp>
    </p:spTree>
    <p:extLst>
      <p:ext uri="{BB962C8B-B14F-4D97-AF65-F5344CB8AC3E}">
        <p14:creationId xmlns:p14="http://schemas.microsoft.com/office/powerpoint/2010/main" val="41147397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BF736F-9AF2-CD06-B050-2E701CFB08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9ECB48-47E7-7703-D8A5-570C50A79846}"/>
              </a:ext>
            </a:extLst>
          </p:cNvPr>
          <p:cNvSpPr>
            <a:spLocks noGrp="1" noRot="1" noChangeAspect="1"/>
          </p:cNvSpPr>
          <p:nvPr>
            <p:ph type="sldImg"/>
          </p:nvPr>
        </p:nvSpPr>
        <p:spPr/>
        <p:txBody>
          <a:bodyPr/>
          <a:lstStyle/>
          <a:p>
            <a:endParaRPr lang="en-US" dirty="0"/>
          </a:p>
        </p:txBody>
      </p:sp>
      <p:sp>
        <p:nvSpPr>
          <p:cNvPr id="3" name="Notes Placeholder 2">
            <a:extLst>
              <a:ext uri="{FF2B5EF4-FFF2-40B4-BE49-F238E27FC236}">
                <a16:creationId xmlns:a16="http://schemas.microsoft.com/office/drawing/2014/main" id="{DC4C3A41-3E7A-B20D-C975-76B544806EE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646D53F-B4BA-D18D-50F7-E754CBE7C6D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F4A2C8-6C88-4E71-83EE-698B9D4FE22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094212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918EA-8F42-CBA7-E530-247A77E513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37CD93-3EA3-DAFE-7B36-A8BAC3656DDE}"/>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6692D2C9-7646-0C66-8A85-B2A58A02F4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9461EB-E2E0-3A81-A55A-5F66F84AE0F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090478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4FADF9-AE35-429E-8358-D05551B507F5}" type="slidenum">
              <a:rPr lang="en-US" smtClean="0"/>
              <a:t>11</a:t>
            </a:fld>
            <a:endParaRPr lang="en-US" dirty="0"/>
          </a:p>
        </p:txBody>
      </p:sp>
    </p:spTree>
    <p:extLst>
      <p:ext uri="{BB962C8B-B14F-4D97-AF65-F5344CB8AC3E}">
        <p14:creationId xmlns:p14="http://schemas.microsoft.com/office/powerpoint/2010/main" val="19651043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07F8B-888B-7CB1-F161-7F40BF96E4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75F0FD-2085-4DA6-E53E-C75036E629A9}"/>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3C3FEBB1-3E74-7F26-405D-B56AEFD29D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85411D-48BB-4F68-C3C3-3C8AD6918ABE}"/>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906095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99F05-CADD-ABCC-E086-82705530D8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97D6F6-1729-F1C1-D9D3-8AF4CFE8FFE4}"/>
              </a:ext>
            </a:extLst>
          </p:cNvPr>
          <p:cNvSpPr>
            <a:spLocks noGrp="1" noRot="1" noChangeAspect="1"/>
          </p:cNvSpPr>
          <p:nvPr>
            <p:ph type="sldImg"/>
          </p:nvPr>
        </p:nvSpPr>
        <p:spPr/>
        <p:txBody>
          <a:bodyPr/>
          <a:lstStyle/>
          <a:p>
            <a:endParaRPr lang="en-IN" dirty="0"/>
          </a:p>
        </p:txBody>
      </p:sp>
      <p:sp>
        <p:nvSpPr>
          <p:cNvPr id="3" name="Notes Placeholder 2">
            <a:extLst>
              <a:ext uri="{FF2B5EF4-FFF2-40B4-BE49-F238E27FC236}">
                <a16:creationId xmlns:a16="http://schemas.microsoft.com/office/drawing/2014/main" id="{56CB8A68-DD96-20A6-D921-D7EC61C689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5D51FA-52BF-0B19-0D63-87800EA15A7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1455048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4FADF9-AE35-429E-8358-D05551B507F5}" type="slidenum">
              <a:rPr lang="en-US" smtClean="0"/>
              <a:t>26</a:t>
            </a:fld>
            <a:endParaRPr lang="en-US" dirty="0"/>
          </a:p>
        </p:txBody>
      </p:sp>
    </p:spTree>
    <p:extLst>
      <p:ext uri="{BB962C8B-B14F-4D97-AF65-F5344CB8AC3E}">
        <p14:creationId xmlns:p14="http://schemas.microsoft.com/office/powerpoint/2010/main" val="29321180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98E3A-250F-AD66-4F70-55842D229B2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B89872B-48E6-91B5-8522-FA38A6230AE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D0CB8FC-8D81-5D69-F7A1-87F60256755F}"/>
              </a:ext>
            </a:extLst>
          </p:cNvPr>
          <p:cNvSpPr>
            <a:spLocks noGrp="1"/>
          </p:cNvSpPr>
          <p:nvPr>
            <p:ph type="dt" sz="half" idx="10"/>
          </p:nvPr>
        </p:nvSpPr>
        <p:spPr>
          <a:xfrm>
            <a:off x="838200" y="6356350"/>
            <a:ext cx="2743200" cy="365125"/>
          </a:xfrm>
          <a:prstGeom prst="rect">
            <a:avLst/>
          </a:prstGeom>
        </p:spPr>
        <p:txBody>
          <a:bodyPr/>
          <a:lstStyle/>
          <a:p>
            <a:fld id="{3408BAD5-A623-4244-93DF-22B8D0D7C06D}" type="datetimeFigureOut">
              <a:rPr lang="en-US" smtClean="0"/>
              <a:t>9/28/2026</a:t>
            </a:fld>
            <a:endParaRPr lang="en-US" dirty="0"/>
          </a:p>
        </p:txBody>
      </p:sp>
      <p:sp>
        <p:nvSpPr>
          <p:cNvPr id="5" name="Footer Placeholder 4">
            <a:extLst>
              <a:ext uri="{FF2B5EF4-FFF2-40B4-BE49-F238E27FC236}">
                <a16:creationId xmlns:a16="http://schemas.microsoft.com/office/drawing/2014/main" id="{7CA3A4CA-FDE0-A2D1-4CA2-37519264A948}"/>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057D78C6-7BA4-3DB8-93C6-CA7D1126DE8F}"/>
              </a:ext>
            </a:extLst>
          </p:cNvPr>
          <p:cNvSpPr>
            <a:spLocks noGrp="1"/>
          </p:cNvSpPr>
          <p:nvPr>
            <p:ph type="sldNum" sz="quarter" idx="12"/>
          </p:nvPr>
        </p:nvSpPr>
        <p:spPr>
          <a:xfrm>
            <a:off x="8610600" y="6356350"/>
            <a:ext cx="2743200" cy="365125"/>
          </a:xfrm>
          <a:prstGeom prst="rect">
            <a:avLst/>
          </a:prstGeom>
        </p:spPr>
        <p:txBody>
          <a:bodyPr/>
          <a:lstStyle/>
          <a:p>
            <a:fld id="{D5311AD4-2111-4717-8C07-60B57D5E8DBF}" type="slidenum">
              <a:rPr lang="en-US" smtClean="0"/>
              <a:t>‹#›</a:t>
            </a:fld>
            <a:endParaRPr lang="en-US" dirty="0"/>
          </a:p>
        </p:txBody>
      </p:sp>
    </p:spTree>
    <p:extLst>
      <p:ext uri="{BB962C8B-B14F-4D97-AF65-F5344CB8AC3E}">
        <p14:creationId xmlns:p14="http://schemas.microsoft.com/office/powerpoint/2010/main" val="982427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8FD69-447E-154B-C212-4356D1F6AA2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CA69D7-68D1-FFA6-2551-9295C121DB2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01B5CF-7824-D982-D797-710C9A209E8A}"/>
              </a:ext>
            </a:extLst>
          </p:cNvPr>
          <p:cNvSpPr>
            <a:spLocks noGrp="1"/>
          </p:cNvSpPr>
          <p:nvPr>
            <p:ph type="dt" sz="half" idx="10"/>
          </p:nvPr>
        </p:nvSpPr>
        <p:spPr>
          <a:xfrm>
            <a:off x="838200" y="6356350"/>
            <a:ext cx="2743200" cy="365125"/>
          </a:xfrm>
          <a:prstGeom prst="rect">
            <a:avLst/>
          </a:prstGeom>
        </p:spPr>
        <p:txBody>
          <a:bodyPr/>
          <a:lstStyle/>
          <a:p>
            <a:fld id="{3408BAD5-A623-4244-93DF-22B8D0D7C06D}" type="datetimeFigureOut">
              <a:rPr lang="en-US" smtClean="0"/>
              <a:t>9/28/2026</a:t>
            </a:fld>
            <a:endParaRPr lang="en-US" dirty="0"/>
          </a:p>
        </p:txBody>
      </p:sp>
      <p:sp>
        <p:nvSpPr>
          <p:cNvPr id="5" name="Footer Placeholder 4">
            <a:extLst>
              <a:ext uri="{FF2B5EF4-FFF2-40B4-BE49-F238E27FC236}">
                <a16:creationId xmlns:a16="http://schemas.microsoft.com/office/drawing/2014/main" id="{77A27650-7D55-061E-F085-64A1B40856CB}"/>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7B730CA5-722B-091D-FDE4-72C16B3EBF3F}"/>
              </a:ext>
            </a:extLst>
          </p:cNvPr>
          <p:cNvSpPr>
            <a:spLocks noGrp="1"/>
          </p:cNvSpPr>
          <p:nvPr>
            <p:ph type="sldNum" sz="quarter" idx="12"/>
          </p:nvPr>
        </p:nvSpPr>
        <p:spPr>
          <a:xfrm>
            <a:off x="8610600" y="6356350"/>
            <a:ext cx="2743200" cy="365125"/>
          </a:xfrm>
          <a:prstGeom prst="rect">
            <a:avLst/>
          </a:prstGeom>
        </p:spPr>
        <p:txBody>
          <a:bodyPr/>
          <a:lstStyle/>
          <a:p>
            <a:fld id="{D5311AD4-2111-4717-8C07-60B57D5E8DBF}" type="slidenum">
              <a:rPr lang="en-US" smtClean="0"/>
              <a:t>‹#›</a:t>
            </a:fld>
            <a:endParaRPr lang="en-US" dirty="0"/>
          </a:p>
        </p:txBody>
      </p:sp>
    </p:spTree>
    <p:extLst>
      <p:ext uri="{BB962C8B-B14F-4D97-AF65-F5344CB8AC3E}">
        <p14:creationId xmlns:p14="http://schemas.microsoft.com/office/powerpoint/2010/main" val="24477513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E5C1A-B46A-795F-B430-BEC91AD9CC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B397A51-2927-4E61-B015-861D27677A0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1304D2-2D68-B4A2-D9C3-71345625E63A}"/>
              </a:ext>
            </a:extLst>
          </p:cNvPr>
          <p:cNvSpPr>
            <a:spLocks noGrp="1"/>
          </p:cNvSpPr>
          <p:nvPr>
            <p:ph type="dt" sz="half" idx="10"/>
          </p:nvPr>
        </p:nvSpPr>
        <p:spPr>
          <a:xfrm>
            <a:off x="838200" y="6356350"/>
            <a:ext cx="2743200" cy="365125"/>
          </a:xfrm>
          <a:prstGeom prst="rect">
            <a:avLst/>
          </a:prstGeom>
        </p:spPr>
        <p:txBody>
          <a:bodyPr/>
          <a:lstStyle/>
          <a:p>
            <a:fld id="{3408BAD5-A623-4244-93DF-22B8D0D7C06D}" type="datetimeFigureOut">
              <a:rPr lang="en-US" smtClean="0"/>
              <a:t>9/28/2026</a:t>
            </a:fld>
            <a:endParaRPr lang="en-US" dirty="0"/>
          </a:p>
        </p:txBody>
      </p:sp>
      <p:sp>
        <p:nvSpPr>
          <p:cNvPr id="5" name="Footer Placeholder 4">
            <a:extLst>
              <a:ext uri="{FF2B5EF4-FFF2-40B4-BE49-F238E27FC236}">
                <a16:creationId xmlns:a16="http://schemas.microsoft.com/office/drawing/2014/main" id="{C7C87136-616C-2280-D7F1-B7E0023B7A91}"/>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46325F60-5AEA-2A00-2524-B936BC9A0B17}"/>
              </a:ext>
            </a:extLst>
          </p:cNvPr>
          <p:cNvSpPr>
            <a:spLocks noGrp="1"/>
          </p:cNvSpPr>
          <p:nvPr>
            <p:ph type="sldNum" sz="quarter" idx="12"/>
          </p:nvPr>
        </p:nvSpPr>
        <p:spPr>
          <a:xfrm>
            <a:off x="8610600" y="6356350"/>
            <a:ext cx="2743200" cy="365125"/>
          </a:xfrm>
          <a:prstGeom prst="rect">
            <a:avLst/>
          </a:prstGeom>
        </p:spPr>
        <p:txBody>
          <a:bodyPr/>
          <a:lstStyle/>
          <a:p>
            <a:fld id="{D5311AD4-2111-4717-8C07-60B57D5E8DBF}" type="slidenum">
              <a:rPr lang="en-US" smtClean="0"/>
              <a:t>‹#›</a:t>
            </a:fld>
            <a:endParaRPr lang="en-US" dirty="0"/>
          </a:p>
        </p:txBody>
      </p:sp>
    </p:spTree>
    <p:extLst>
      <p:ext uri="{BB962C8B-B14F-4D97-AF65-F5344CB8AC3E}">
        <p14:creationId xmlns:p14="http://schemas.microsoft.com/office/powerpoint/2010/main" val="661695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D8423-122B-AFCA-FA77-BDEFEB00C6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AB6575-DFF0-F637-B85D-D1681CF4EC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CFF45C-7250-FB29-A3CA-A283D4BFE8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DBE9D7B-7253-AA10-0E5A-D0ABC06D9088}"/>
              </a:ext>
            </a:extLst>
          </p:cNvPr>
          <p:cNvSpPr>
            <a:spLocks noGrp="1"/>
          </p:cNvSpPr>
          <p:nvPr>
            <p:ph type="dt" sz="half" idx="10"/>
          </p:nvPr>
        </p:nvSpPr>
        <p:spPr>
          <a:xfrm>
            <a:off x="838200" y="6356350"/>
            <a:ext cx="2743200" cy="365125"/>
          </a:xfrm>
          <a:prstGeom prst="rect">
            <a:avLst/>
          </a:prstGeom>
        </p:spPr>
        <p:txBody>
          <a:bodyPr/>
          <a:lstStyle/>
          <a:p>
            <a:fld id="{3408BAD5-A623-4244-93DF-22B8D0D7C06D}" type="datetimeFigureOut">
              <a:rPr lang="en-US" smtClean="0"/>
              <a:t>9/28/2026</a:t>
            </a:fld>
            <a:endParaRPr lang="en-US" dirty="0"/>
          </a:p>
        </p:txBody>
      </p:sp>
      <p:sp>
        <p:nvSpPr>
          <p:cNvPr id="6" name="Footer Placeholder 5">
            <a:extLst>
              <a:ext uri="{FF2B5EF4-FFF2-40B4-BE49-F238E27FC236}">
                <a16:creationId xmlns:a16="http://schemas.microsoft.com/office/drawing/2014/main" id="{BC86D4AD-FC71-0D37-817C-B05CAC3F32BA}"/>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233EDBEA-E531-79F7-68B2-D284788757DF}"/>
              </a:ext>
            </a:extLst>
          </p:cNvPr>
          <p:cNvSpPr>
            <a:spLocks noGrp="1"/>
          </p:cNvSpPr>
          <p:nvPr>
            <p:ph type="sldNum" sz="quarter" idx="12"/>
          </p:nvPr>
        </p:nvSpPr>
        <p:spPr>
          <a:xfrm>
            <a:off x="8610600" y="6356350"/>
            <a:ext cx="2743200" cy="365125"/>
          </a:xfrm>
          <a:prstGeom prst="rect">
            <a:avLst/>
          </a:prstGeom>
        </p:spPr>
        <p:txBody>
          <a:bodyPr/>
          <a:lstStyle/>
          <a:p>
            <a:fld id="{D5311AD4-2111-4717-8C07-60B57D5E8DBF}" type="slidenum">
              <a:rPr lang="en-US" smtClean="0"/>
              <a:t>‹#›</a:t>
            </a:fld>
            <a:endParaRPr lang="en-US" dirty="0"/>
          </a:p>
        </p:txBody>
      </p:sp>
    </p:spTree>
    <p:extLst>
      <p:ext uri="{BB962C8B-B14F-4D97-AF65-F5344CB8AC3E}">
        <p14:creationId xmlns:p14="http://schemas.microsoft.com/office/powerpoint/2010/main" val="1433742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B43AB-6BA3-D500-1AE9-E41406B4241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347493A-87E0-3204-4161-CAA95EC6C4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14BCD0-4826-22DE-72B8-A5677A569A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1A95D8A-A84E-6CA4-4114-57CD80ADCE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CAF92A-40F7-B630-3EA1-C2F7ED836E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111CAC1-D403-D396-37D7-36D1F116CF3B}"/>
              </a:ext>
            </a:extLst>
          </p:cNvPr>
          <p:cNvSpPr>
            <a:spLocks noGrp="1"/>
          </p:cNvSpPr>
          <p:nvPr>
            <p:ph type="dt" sz="half" idx="10"/>
          </p:nvPr>
        </p:nvSpPr>
        <p:spPr>
          <a:xfrm>
            <a:off x="838200" y="6356350"/>
            <a:ext cx="2743200" cy="365125"/>
          </a:xfrm>
          <a:prstGeom prst="rect">
            <a:avLst/>
          </a:prstGeom>
        </p:spPr>
        <p:txBody>
          <a:bodyPr/>
          <a:lstStyle/>
          <a:p>
            <a:fld id="{3408BAD5-A623-4244-93DF-22B8D0D7C06D}" type="datetimeFigureOut">
              <a:rPr lang="en-US" smtClean="0"/>
              <a:t>9/28/2026</a:t>
            </a:fld>
            <a:endParaRPr lang="en-US" dirty="0"/>
          </a:p>
        </p:txBody>
      </p:sp>
      <p:sp>
        <p:nvSpPr>
          <p:cNvPr id="8" name="Footer Placeholder 7">
            <a:extLst>
              <a:ext uri="{FF2B5EF4-FFF2-40B4-BE49-F238E27FC236}">
                <a16:creationId xmlns:a16="http://schemas.microsoft.com/office/drawing/2014/main" id="{C8022458-87FD-35A8-7151-500C4355E76E}"/>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9" name="Slide Number Placeholder 8">
            <a:extLst>
              <a:ext uri="{FF2B5EF4-FFF2-40B4-BE49-F238E27FC236}">
                <a16:creationId xmlns:a16="http://schemas.microsoft.com/office/drawing/2014/main" id="{33B4AF2A-5CEB-5BB5-083D-379B506E1E8C}"/>
              </a:ext>
            </a:extLst>
          </p:cNvPr>
          <p:cNvSpPr>
            <a:spLocks noGrp="1"/>
          </p:cNvSpPr>
          <p:nvPr>
            <p:ph type="sldNum" sz="quarter" idx="12"/>
          </p:nvPr>
        </p:nvSpPr>
        <p:spPr>
          <a:xfrm>
            <a:off x="8610600" y="6356350"/>
            <a:ext cx="2743200" cy="365125"/>
          </a:xfrm>
          <a:prstGeom prst="rect">
            <a:avLst/>
          </a:prstGeom>
        </p:spPr>
        <p:txBody>
          <a:bodyPr/>
          <a:lstStyle/>
          <a:p>
            <a:fld id="{D5311AD4-2111-4717-8C07-60B57D5E8DBF}" type="slidenum">
              <a:rPr lang="en-US" smtClean="0"/>
              <a:t>‹#›</a:t>
            </a:fld>
            <a:endParaRPr lang="en-US" dirty="0"/>
          </a:p>
        </p:txBody>
      </p:sp>
    </p:spTree>
    <p:extLst>
      <p:ext uri="{BB962C8B-B14F-4D97-AF65-F5344CB8AC3E}">
        <p14:creationId xmlns:p14="http://schemas.microsoft.com/office/powerpoint/2010/main" val="4004633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3D011-D2DF-F32B-2E42-177B5C27257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18A672C-C5FC-FDF9-EEDD-BACB78821EBA}"/>
              </a:ext>
            </a:extLst>
          </p:cNvPr>
          <p:cNvSpPr>
            <a:spLocks noGrp="1"/>
          </p:cNvSpPr>
          <p:nvPr>
            <p:ph type="dt" sz="half" idx="10"/>
          </p:nvPr>
        </p:nvSpPr>
        <p:spPr>
          <a:xfrm>
            <a:off x="838200" y="6356350"/>
            <a:ext cx="2743200" cy="365125"/>
          </a:xfrm>
          <a:prstGeom prst="rect">
            <a:avLst/>
          </a:prstGeom>
        </p:spPr>
        <p:txBody>
          <a:bodyPr/>
          <a:lstStyle/>
          <a:p>
            <a:fld id="{3408BAD5-A623-4244-93DF-22B8D0D7C06D}" type="datetimeFigureOut">
              <a:rPr lang="en-US" smtClean="0"/>
              <a:t>9/28/2026</a:t>
            </a:fld>
            <a:endParaRPr lang="en-US" dirty="0"/>
          </a:p>
        </p:txBody>
      </p:sp>
      <p:sp>
        <p:nvSpPr>
          <p:cNvPr id="4" name="Footer Placeholder 3">
            <a:extLst>
              <a:ext uri="{FF2B5EF4-FFF2-40B4-BE49-F238E27FC236}">
                <a16:creationId xmlns:a16="http://schemas.microsoft.com/office/drawing/2014/main" id="{AB6FDA49-4547-81D4-3BF0-A56F28B4B0AE}"/>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48D87E79-3DAE-FFF2-C33C-7CE5C0C7F1CE}"/>
              </a:ext>
            </a:extLst>
          </p:cNvPr>
          <p:cNvSpPr>
            <a:spLocks noGrp="1"/>
          </p:cNvSpPr>
          <p:nvPr>
            <p:ph type="sldNum" sz="quarter" idx="12"/>
          </p:nvPr>
        </p:nvSpPr>
        <p:spPr>
          <a:xfrm>
            <a:off x="8610600" y="6356350"/>
            <a:ext cx="2743200" cy="365125"/>
          </a:xfrm>
          <a:prstGeom prst="rect">
            <a:avLst/>
          </a:prstGeom>
        </p:spPr>
        <p:txBody>
          <a:bodyPr/>
          <a:lstStyle/>
          <a:p>
            <a:fld id="{D5311AD4-2111-4717-8C07-60B57D5E8DBF}" type="slidenum">
              <a:rPr lang="en-US" smtClean="0"/>
              <a:t>‹#›</a:t>
            </a:fld>
            <a:endParaRPr lang="en-US" dirty="0"/>
          </a:p>
        </p:txBody>
      </p:sp>
    </p:spTree>
    <p:extLst>
      <p:ext uri="{BB962C8B-B14F-4D97-AF65-F5344CB8AC3E}">
        <p14:creationId xmlns:p14="http://schemas.microsoft.com/office/powerpoint/2010/main" val="33434719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FE0429-F5AC-7482-E63B-BE0793634407}"/>
              </a:ext>
            </a:extLst>
          </p:cNvPr>
          <p:cNvSpPr>
            <a:spLocks noGrp="1"/>
          </p:cNvSpPr>
          <p:nvPr>
            <p:ph type="dt" sz="half" idx="10"/>
          </p:nvPr>
        </p:nvSpPr>
        <p:spPr>
          <a:xfrm>
            <a:off x="838200" y="6356350"/>
            <a:ext cx="2743200" cy="365125"/>
          </a:xfrm>
          <a:prstGeom prst="rect">
            <a:avLst/>
          </a:prstGeom>
        </p:spPr>
        <p:txBody>
          <a:bodyPr/>
          <a:lstStyle/>
          <a:p>
            <a:fld id="{3408BAD5-A623-4244-93DF-22B8D0D7C06D}" type="datetimeFigureOut">
              <a:rPr lang="en-US" smtClean="0"/>
              <a:t>9/28/2026</a:t>
            </a:fld>
            <a:endParaRPr lang="en-US" dirty="0"/>
          </a:p>
        </p:txBody>
      </p:sp>
      <p:sp>
        <p:nvSpPr>
          <p:cNvPr id="3" name="Footer Placeholder 2">
            <a:extLst>
              <a:ext uri="{FF2B5EF4-FFF2-40B4-BE49-F238E27FC236}">
                <a16:creationId xmlns:a16="http://schemas.microsoft.com/office/drawing/2014/main" id="{7BDC2315-08B2-0FF6-C6A9-C5DE17919AE0}"/>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4" name="Slide Number Placeholder 3">
            <a:extLst>
              <a:ext uri="{FF2B5EF4-FFF2-40B4-BE49-F238E27FC236}">
                <a16:creationId xmlns:a16="http://schemas.microsoft.com/office/drawing/2014/main" id="{6CC765C0-1774-B7E5-CF86-3A28F99E4481}"/>
              </a:ext>
            </a:extLst>
          </p:cNvPr>
          <p:cNvSpPr>
            <a:spLocks noGrp="1"/>
          </p:cNvSpPr>
          <p:nvPr>
            <p:ph type="sldNum" sz="quarter" idx="12"/>
          </p:nvPr>
        </p:nvSpPr>
        <p:spPr>
          <a:xfrm>
            <a:off x="8610600" y="6356350"/>
            <a:ext cx="2743200" cy="365125"/>
          </a:xfrm>
          <a:prstGeom prst="rect">
            <a:avLst/>
          </a:prstGeom>
        </p:spPr>
        <p:txBody>
          <a:bodyPr/>
          <a:lstStyle/>
          <a:p>
            <a:fld id="{D5311AD4-2111-4717-8C07-60B57D5E8DBF}" type="slidenum">
              <a:rPr lang="en-US" smtClean="0"/>
              <a:t>‹#›</a:t>
            </a:fld>
            <a:endParaRPr lang="en-US" dirty="0"/>
          </a:p>
        </p:txBody>
      </p:sp>
    </p:spTree>
    <p:extLst>
      <p:ext uri="{BB962C8B-B14F-4D97-AF65-F5344CB8AC3E}">
        <p14:creationId xmlns:p14="http://schemas.microsoft.com/office/powerpoint/2010/main" val="33775343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76437-752F-6433-6FE2-E82C0328CC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46DC624-A5AC-72A2-955C-732CAEF6F7D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6BA8579-540F-D518-C5D9-240228590EA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9F3BA6-0F3A-D009-601B-32A4324EF61E}"/>
              </a:ext>
            </a:extLst>
          </p:cNvPr>
          <p:cNvSpPr>
            <a:spLocks noGrp="1"/>
          </p:cNvSpPr>
          <p:nvPr>
            <p:ph type="dt" sz="half" idx="10"/>
          </p:nvPr>
        </p:nvSpPr>
        <p:spPr>
          <a:xfrm>
            <a:off x="838200" y="6356350"/>
            <a:ext cx="2743200" cy="365125"/>
          </a:xfrm>
          <a:prstGeom prst="rect">
            <a:avLst/>
          </a:prstGeom>
        </p:spPr>
        <p:txBody>
          <a:bodyPr/>
          <a:lstStyle/>
          <a:p>
            <a:fld id="{3408BAD5-A623-4244-93DF-22B8D0D7C06D}" type="datetimeFigureOut">
              <a:rPr lang="en-US" smtClean="0"/>
              <a:t>9/28/2026</a:t>
            </a:fld>
            <a:endParaRPr lang="en-US" dirty="0"/>
          </a:p>
        </p:txBody>
      </p:sp>
      <p:sp>
        <p:nvSpPr>
          <p:cNvPr id="6" name="Footer Placeholder 5">
            <a:extLst>
              <a:ext uri="{FF2B5EF4-FFF2-40B4-BE49-F238E27FC236}">
                <a16:creationId xmlns:a16="http://schemas.microsoft.com/office/drawing/2014/main" id="{B0C6F7D9-6BDA-D317-A174-69139D04FF62}"/>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2617FF94-3262-4CB6-E587-1F73E603A632}"/>
              </a:ext>
            </a:extLst>
          </p:cNvPr>
          <p:cNvSpPr>
            <a:spLocks noGrp="1"/>
          </p:cNvSpPr>
          <p:nvPr>
            <p:ph type="sldNum" sz="quarter" idx="12"/>
          </p:nvPr>
        </p:nvSpPr>
        <p:spPr>
          <a:xfrm>
            <a:off x="8610600" y="6356350"/>
            <a:ext cx="2743200" cy="365125"/>
          </a:xfrm>
          <a:prstGeom prst="rect">
            <a:avLst/>
          </a:prstGeom>
        </p:spPr>
        <p:txBody>
          <a:bodyPr/>
          <a:lstStyle/>
          <a:p>
            <a:fld id="{D5311AD4-2111-4717-8C07-60B57D5E8DBF}" type="slidenum">
              <a:rPr lang="en-US" smtClean="0"/>
              <a:t>‹#›</a:t>
            </a:fld>
            <a:endParaRPr lang="en-US" dirty="0"/>
          </a:p>
        </p:txBody>
      </p:sp>
    </p:spTree>
    <p:extLst>
      <p:ext uri="{BB962C8B-B14F-4D97-AF65-F5344CB8AC3E}">
        <p14:creationId xmlns:p14="http://schemas.microsoft.com/office/powerpoint/2010/main" val="8806706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AECF3-5F83-FC25-32D0-0F7A6CB8AB9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1EE0E7B-B260-ADDB-D6B1-22909A55FC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D9669D2B-6786-C884-0CC6-F8DD32FB00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7902D4-9A1C-F2B4-477F-97C11F6246A7}"/>
              </a:ext>
            </a:extLst>
          </p:cNvPr>
          <p:cNvSpPr>
            <a:spLocks noGrp="1"/>
          </p:cNvSpPr>
          <p:nvPr>
            <p:ph type="dt" sz="half" idx="10"/>
          </p:nvPr>
        </p:nvSpPr>
        <p:spPr>
          <a:xfrm>
            <a:off x="838200" y="6356350"/>
            <a:ext cx="2743200" cy="365125"/>
          </a:xfrm>
          <a:prstGeom prst="rect">
            <a:avLst/>
          </a:prstGeom>
        </p:spPr>
        <p:txBody>
          <a:bodyPr/>
          <a:lstStyle/>
          <a:p>
            <a:fld id="{3408BAD5-A623-4244-93DF-22B8D0D7C06D}" type="datetimeFigureOut">
              <a:rPr lang="en-US" smtClean="0"/>
              <a:t>9/28/2026</a:t>
            </a:fld>
            <a:endParaRPr lang="en-US" dirty="0"/>
          </a:p>
        </p:txBody>
      </p:sp>
      <p:sp>
        <p:nvSpPr>
          <p:cNvPr id="6" name="Footer Placeholder 5">
            <a:extLst>
              <a:ext uri="{FF2B5EF4-FFF2-40B4-BE49-F238E27FC236}">
                <a16:creationId xmlns:a16="http://schemas.microsoft.com/office/drawing/2014/main" id="{418592C8-EFAF-4F2F-5A78-AED845DA3AFF}"/>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7" name="Slide Number Placeholder 6">
            <a:extLst>
              <a:ext uri="{FF2B5EF4-FFF2-40B4-BE49-F238E27FC236}">
                <a16:creationId xmlns:a16="http://schemas.microsoft.com/office/drawing/2014/main" id="{4C9715B4-F1ED-126A-EEF7-4501C2361805}"/>
              </a:ext>
            </a:extLst>
          </p:cNvPr>
          <p:cNvSpPr>
            <a:spLocks noGrp="1"/>
          </p:cNvSpPr>
          <p:nvPr>
            <p:ph type="sldNum" sz="quarter" idx="12"/>
          </p:nvPr>
        </p:nvSpPr>
        <p:spPr>
          <a:xfrm>
            <a:off x="8610600" y="6356350"/>
            <a:ext cx="2743200" cy="365125"/>
          </a:xfrm>
          <a:prstGeom prst="rect">
            <a:avLst/>
          </a:prstGeom>
        </p:spPr>
        <p:txBody>
          <a:bodyPr/>
          <a:lstStyle/>
          <a:p>
            <a:fld id="{D5311AD4-2111-4717-8C07-60B57D5E8DBF}" type="slidenum">
              <a:rPr lang="en-US" smtClean="0"/>
              <a:t>‹#›</a:t>
            </a:fld>
            <a:endParaRPr lang="en-US" dirty="0"/>
          </a:p>
        </p:txBody>
      </p:sp>
    </p:spTree>
    <p:extLst>
      <p:ext uri="{BB962C8B-B14F-4D97-AF65-F5344CB8AC3E}">
        <p14:creationId xmlns:p14="http://schemas.microsoft.com/office/powerpoint/2010/main" val="25369298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CDE3C-7136-A65D-34B6-7A44ED2F535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10D99EE-B15E-1906-03D8-1AE935A75A3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27BAC-072C-20E8-1F7F-8A098A36CC93}"/>
              </a:ext>
            </a:extLst>
          </p:cNvPr>
          <p:cNvSpPr>
            <a:spLocks noGrp="1"/>
          </p:cNvSpPr>
          <p:nvPr>
            <p:ph type="dt" sz="half" idx="10"/>
          </p:nvPr>
        </p:nvSpPr>
        <p:spPr>
          <a:xfrm>
            <a:off x="838200" y="6356350"/>
            <a:ext cx="2743200" cy="365125"/>
          </a:xfrm>
          <a:prstGeom prst="rect">
            <a:avLst/>
          </a:prstGeom>
        </p:spPr>
        <p:txBody>
          <a:bodyPr/>
          <a:lstStyle/>
          <a:p>
            <a:fld id="{3408BAD5-A623-4244-93DF-22B8D0D7C06D}" type="datetimeFigureOut">
              <a:rPr lang="en-US" smtClean="0"/>
              <a:t>9/28/2026</a:t>
            </a:fld>
            <a:endParaRPr lang="en-US" dirty="0"/>
          </a:p>
        </p:txBody>
      </p:sp>
      <p:sp>
        <p:nvSpPr>
          <p:cNvPr id="5" name="Footer Placeholder 4">
            <a:extLst>
              <a:ext uri="{FF2B5EF4-FFF2-40B4-BE49-F238E27FC236}">
                <a16:creationId xmlns:a16="http://schemas.microsoft.com/office/drawing/2014/main" id="{33818CB9-4201-3F3D-9B6B-BE5E3B5B31E5}"/>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7656C618-AA71-5FA6-8B98-57B2DE5DDF93}"/>
              </a:ext>
            </a:extLst>
          </p:cNvPr>
          <p:cNvSpPr>
            <a:spLocks noGrp="1"/>
          </p:cNvSpPr>
          <p:nvPr>
            <p:ph type="sldNum" sz="quarter" idx="12"/>
          </p:nvPr>
        </p:nvSpPr>
        <p:spPr>
          <a:xfrm>
            <a:off x="8610600" y="6356350"/>
            <a:ext cx="2743200" cy="365125"/>
          </a:xfrm>
          <a:prstGeom prst="rect">
            <a:avLst/>
          </a:prstGeom>
        </p:spPr>
        <p:txBody>
          <a:bodyPr/>
          <a:lstStyle/>
          <a:p>
            <a:fld id="{D5311AD4-2111-4717-8C07-60B57D5E8DBF}" type="slidenum">
              <a:rPr lang="en-US" smtClean="0"/>
              <a:t>‹#›</a:t>
            </a:fld>
            <a:endParaRPr lang="en-US" dirty="0"/>
          </a:p>
        </p:txBody>
      </p:sp>
    </p:spTree>
    <p:extLst>
      <p:ext uri="{BB962C8B-B14F-4D97-AF65-F5344CB8AC3E}">
        <p14:creationId xmlns:p14="http://schemas.microsoft.com/office/powerpoint/2010/main" val="3314470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3E029B4-942F-0E83-B943-B5473BD6B31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45FA1EC-9904-5EB7-078C-CAE189B34EA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ACD020-C3DD-6A34-D287-4BF3A8BE1344}"/>
              </a:ext>
            </a:extLst>
          </p:cNvPr>
          <p:cNvSpPr>
            <a:spLocks noGrp="1"/>
          </p:cNvSpPr>
          <p:nvPr>
            <p:ph type="dt" sz="half" idx="10"/>
          </p:nvPr>
        </p:nvSpPr>
        <p:spPr>
          <a:xfrm>
            <a:off x="838200" y="6356350"/>
            <a:ext cx="2743200" cy="365125"/>
          </a:xfrm>
          <a:prstGeom prst="rect">
            <a:avLst/>
          </a:prstGeom>
        </p:spPr>
        <p:txBody>
          <a:bodyPr/>
          <a:lstStyle/>
          <a:p>
            <a:fld id="{3408BAD5-A623-4244-93DF-22B8D0D7C06D}" type="datetimeFigureOut">
              <a:rPr lang="en-US" smtClean="0"/>
              <a:t>9/28/2026</a:t>
            </a:fld>
            <a:endParaRPr lang="en-US" dirty="0"/>
          </a:p>
        </p:txBody>
      </p:sp>
      <p:sp>
        <p:nvSpPr>
          <p:cNvPr id="5" name="Footer Placeholder 4">
            <a:extLst>
              <a:ext uri="{FF2B5EF4-FFF2-40B4-BE49-F238E27FC236}">
                <a16:creationId xmlns:a16="http://schemas.microsoft.com/office/drawing/2014/main" id="{D7439D95-5390-8A95-FBB5-AE9969F34C02}"/>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2CDDC41A-1E34-FFB9-AFBD-D6824973B5F3}"/>
              </a:ext>
            </a:extLst>
          </p:cNvPr>
          <p:cNvSpPr>
            <a:spLocks noGrp="1"/>
          </p:cNvSpPr>
          <p:nvPr>
            <p:ph type="sldNum" sz="quarter" idx="12"/>
          </p:nvPr>
        </p:nvSpPr>
        <p:spPr>
          <a:xfrm>
            <a:off x="8610600" y="6356350"/>
            <a:ext cx="2743200" cy="365125"/>
          </a:xfrm>
          <a:prstGeom prst="rect">
            <a:avLst/>
          </a:prstGeom>
        </p:spPr>
        <p:txBody>
          <a:bodyPr/>
          <a:lstStyle/>
          <a:p>
            <a:fld id="{D5311AD4-2111-4717-8C07-60B57D5E8DBF}" type="slidenum">
              <a:rPr lang="en-US" smtClean="0"/>
              <a:t>‹#›</a:t>
            </a:fld>
            <a:endParaRPr lang="en-US" dirty="0"/>
          </a:p>
        </p:txBody>
      </p:sp>
    </p:spTree>
    <p:extLst>
      <p:ext uri="{BB962C8B-B14F-4D97-AF65-F5344CB8AC3E}">
        <p14:creationId xmlns:p14="http://schemas.microsoft.com/office/powerpoint/2010/main" val="3597444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80D0114-0481-9905-7A8B-E13688F9EC9C}"/>
              </a:ext>
            </a:extLst>
          </p:cNvPr>
          <p:cNvPicPr>
            <a:picLocks noChangeAspect="1"/>
          </p:cNvPicPr>
          <p:nvPr userDrawn="1"/>
        </p:nvPicPr>
        <p:blipFill>
          <a:blip r:embed="rId2"/>
          <a:stretch>
            <a:fillRect/>
          </a:stretch>
        </p:blipFill>
        <p:spPr>
          <a:xfrm>
            <a:off x="1" y="0"/>
            <a:ext cx="12192000" cy="6857999"/>
          </a:xfrm>
          <a:prstGeom prst="rect">
            <a:avLst/>
          </a:prstGeom>
        </p:spPr>
      </p:pic>
      <p:sp>
        <p:nvSpPr>
          <p:cNvPr id="5" name="Date Placeholder 3">
            <a:extLst>
              <a:ext uri="{FF2B5EF4-FFF2-40B4-BE49-F238E27FC236}">
                <a16:creationId xmlns:a16="http://schemas.microsoft.com/office/drawing/2014/main" id="{24478985-CA83-4150-49A5-D85C8E98F980}"/>
              </a:ext>
            </a:extLst>
          </p:cNvPr>
          <p:cNvSpPr txBox="1">
            <a:spLocks/>
          </p:cNvSpPr>
          <p:nvPr userDrawn="1"/>
        </p:nvSpPr>
        <p:spPr>
          <a:xfrm>
            <a:off x="508635" y="6492875"/>
            <a:ext cx="3918857" cy="365125"/>
          </a:xfrm>
          <a:prstGeom prst="rect">
            <a:avLst/>
          </a:prstGeom>
        </p:spPr>
        <p:txBody>
          <a:bodyPr vert="horz" lIns="91440" tIns="45720" rIns="91440" bIns="45720" rtlCol="0" anchor="ctr"/>
          <a:lstStyle>
            <a:defPPr>
              <a:defRPr lang="en-US"/>
            </a:defPPr>
            <a:lvl1pPr marL="0" algn="l" defTabSz="914400" rtl="0" eaLnBrk="1" latinLnBrk="0" hangingPunct="1">
              <a:defRPr sz="105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50FECE9-9686-44B6-AA1B-122A76B2FAF5}" type="slidenum">
              <a:rPr lang="en-US" sz="900" smtClean="0">
                <a:solidFill>
                  <a:srgbClr val="FFFFFF">
                    <a:lumMod val="75000"/>
                  </a:srgbClr>
                </a:solidFill>
                <a:latin typeface="Calibri" panose="020F0502020204030204"/>
              </a:rPr>
              <a:pPr/>
              <a:t>‹#›</a:t>
            </a:fld>
            <a:r>
              <a:rPr lang="en-US" sz="900" dirty="0">
                <a:solidFill>
                  <a:srgbClr val="FFFFFF">
                    <a:lumMod val="75000"/>
                  </a:srgbClr>
                </a:solidFill>
                <a:latin typeface="Calibri" panose="020F0502020204030204"/>
              </a:rPr>
              <a:t>  |  </a:t>
            </a:r>
            <a:r>
              <a:rPr lang="fr-FR" sz="900" dirty="0">
                <a:solidFill>
                  <a:srgbClr val="FFFFFF">
                    <a:lumMod val="75000"/>
                  </a:srgbClr>
                </a:solidFill>
                <a:latin typeface="Calibri" panose="020F0502020204030204"/>
              </a:rPr>
              <a:t>©2026 Deloitte Touche Tohmatsu India LLP</a:t>
            </a:r>
            <a:endParaRPr lang="en-US" sz="900" dirty="0">
              <a:solidFill>
                <a:srgbClr val="FFFFFF">
                  <a:lumMod val="75000"/>
                </a:srgbClr>
              </a:solidFill>
              <a:latin typeface="Calibri" panose="020F0502020204030204"/>
            </a:endParaRPr>
          </a:p>
        </p:txBody>
      </p:sp>
    </p:spTree>
    <p:extLst>
      <p:ext uri="{BB962C8B-B14F-4D97-AF65-F5344CB8AC3E}">
        <p14:creationId xmlns:p14="http://schemas.microsoft.com/office/powerpoint/2010/main" val="4132153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0"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p>
        </p:txBody>
      </p:sp>
    </p:spTree>
    <p:extLst>
      <p:ext uri="{BB962C8B-B14F-4D97-AF65-F5344CB8AC3E}">
        <p14:creationId xmlns:p14="http://schemas.microsoft.com/office/powerpoint/2010/main" val="43875882"/>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81902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MASTER">
    <p:bg>
      <p:bgPr>
        <a:solidFill>
          <a:srgbClr val="F7F8F7"/>
        </a:solidFill>
        <a:effectLst/>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86BC25"/>
          </a:solidFill>
          <a:ln w="12700">
            <a:solidFill>
              <a:srgbClr val="86BC25"/>
            </a:solidFill>
            <a:prstDash val="solid"/>
          </a:ln>
        </p:spPr>
        <p:txBody>
          <a:bodyPr/>
          <a:lstStyle/>
          <a:p>
            <a:endParaRPr lang="en-IN" dirty="0"/>
          </a:p>
        </p:txBody>
      </p:sp>
      <p:sp>
        <p:nvSpPr>
          <p:cNvPr id="3" name="Text 1"/>
          <p:cNvSpPr/>
          <p:nvPr/>
        </p:nvSpPr>
        <p:spPr>
          <a:xfrm>
            <a:off x="420624" y="6437376"/>
            <a:ext cx="1051560" cy="201168"/>
          </a:xfrm>
          <a:prstGeom prst="rect">
            <a:avLst/>
          </a:prstGeom>
          <a:noFill/>
          <a:ln/>
        </p:spPr>
        <p:txBody>
          <a:bodyPr wrap="square" lIns="0" tIns="0" rIns="0" bIns="0" rtlCol="0" anchor="ctr"/>
          <a:lstStyle/>
          <a:p>
            <a:pPr marL="0" indent="0">
              <a:buNone/>
            </a:pPr>
            <a:r>
              <a:rPr lang="en-US" sz="1000" b="1" dirty="0">
                <a:solidFill>
                  <a:srgbClr val="202020"/>
                </a:solidFill>
                <a:latin typeface="Aptos Display" pitchFamily="34" charset="0"/>
                <a:ea typeface="Aptos Display" pitchFamily="34" charset="-122"/>
                <a:cs typeface="Aptos Display" pitchFamily="34" charset="-120"/>
              </a:rPr>
              <a:t>Deloitte.</a:t>
            </a:r>
            <a:endParaRPr lang="en-US" sz="1000" dirty="0"/>
          </a:p>
        </p:txBody>
      </p:sp>
      <p:sp>
        <p:nvSpPr>
          <p:cNvPr id="4" name="Text 2"/>
          <p:cNvSpPr/>
          <p:nvPr/>
        </p:nvSpPr>
        <p:spPr>
          <a:xfrm>
            <a:off x="9418320" y="6437376"/>
            <a:ext cx="2331720" cy="201168"/>
          </a:xfrm>
          <a:prstGeom prst="rect">
            <a:avLst/>
          </a:prstGeom>
          <a:noFill/>
          <a:ln/>
        </p:spPr>
        <p:txBody>
          <a:bodyPr wrap="square" lIns="0" tIns="0" rIns="0" bIns="0" rtlCol="0" anchor="ctr"/>
          <a:lstStyle/>
          <a:p>
            <a:pPr marL="0" indent="0" algn="r">
              <a:buNone/>
            </a:pPr>
            <a:r>
              <a:rPr lang="en-US" sz="800" dirty="0">
                <a:solidFill>
                  <a:srgbClr val="6A6A6A"/>
                </a:solidFill>
              </a:rPr>
              <a:t>Sikkim AI Centre of Excellence</a:t>
            </a:r>
            <a:endParaRPr lang="en-US" sz="800" dirty="0"/>
          </a:p>
        </p:txBody>
      </p:sp>
      <p:sp>
        <p:nvSpPr>
          <p:cNvPr id="25" name="Slide Number Placeholder 0"/>
          <p:cNvSpPr>
            <a:spLocks noGrp="1"/>
          </p:cNvSpPr>
          <p:nvPr>
            <p:ph type="sldNum" sz="quarter" idx="4294967295"/>
          </p:nvPr>
        </p:nvSpPr>
        <p:spPr>
          <a:xfrm>
            <a:off x="11814048" y="6437376"/>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A6A6A"/>
                </a:solidFill>
              </a:defRPr>
            </a:lvl1pPr>
          </a:lstStyle>
          <a:p>
            <a:pPr algn="l"/>
            <a:fld id="{F7021451-1387-4CA6-816F-3879F97B5CBC}" type="slidenum">
              <a:rPr lang="en-US" b="0"/>
              <a:t>‹#›</a:t>
            </a:fld>
            <a:endParaRPr lang="en-US" dirty="0"/>
          </a:p>
        </p:txBody>
      </p:sp>
    </p:spTree>
    <p:extLst>
      <p:ext uri="{BB962C8B-B14F-4D97-AF65-F5344CB8AC3E}">
        <p14:creationId xmlns:p14="http://schemas.microsoft.com/office/powerpoint/2010/main" val="22165809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54687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86BC25"/>
          </a:solidFill>
          <a:ln w="12700">
            <a:solidFill>
              <a:srgbClr val="86BC25"/>
            </a:solidFill>
            <a:prstDash val="solid"/>
          </a:ln>
        </p:spPr>
        <p:txBody>
          <a:bodyPr/>
          <a:lstStyle/>
          <a:p>
            <a:endParaRPr lang="en-IN"/>
          </a:p>
        </p:txBody>
      </p:sp>
    </p:spTree>
    <p:extLst>
      <p:ext uri="{BB962C8B-B14F-4D97-AF65-F5344CB8AC3E}">
        <p14:creationId xmlns:p14="http://schemas.microsoft.com/office/powerpoint/2010/main" val="372667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DAA3CA-FB65-4C76-8267-3BC0D66C45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4FAD4DB-0A1A-FC15-19B3-E41F57F520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3">
            <a:extLst>
              <a:ext uri="{FF2B5EF4-FFF2-40B4-BE49-F238E27FC236}">
                <a16:creationId xmlns:a16="http://schemas.microsoft.com/office/drawing/2014/main" id="{E9607EF2-995C-C5CB-9C64-7994A2968BED}"/>
              </a:ext>
            </a:extLst>
          </p:cNvPr>
          <p:cNvSpPr txBox="1">
            <a:spLocks/>
          </p:cNvSpPr>
          <p:nvPr userDrawn="1"/>
        </p:nvSpPr>
        <p:spPr>
          <a:xfrm>
            <a:off x="508635" y="6492875"/>
            <a:ext cx="3918857" cy="365125"/>
          </a:xfrm>
          <a:prstGeom prst="rect">
            <a:avLst/>
          </a:prstGeom>
        </p:spPr>
        <p:txBody>
          <a:bodyPr vert="horz" lIns="91440" tIns="45720" rIns="91440" bIns="45720" rtlCol="0" anchor="ctr"/>
          <a:lstStyle>
            <a:defPPr>
              <a:defRPr lang="en-US"/>
            </a:defPPr>
            <a:lvl1pPr marL="0" algn="l" defTabSz="914400" rtl="0" eaLnBrk="1" latinLnBrk="0" hangingPunct="1">
              <a:defRPr sz="105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50FECE9-9686-44B6-AA1B-122A76B2FAF5}" type="slidenum">
              <a:rPr lang="en-US" sz="900" smtClean="0">
                <a:solidFill>
                  <a:srgbClr val="FFFFFF">
                    <a:lumMod val="75000"/>
                  </a:srgbClr>
                </a:solidFill>
                <a:latin typeface="Calibri" panose="020F0502020204030204"/>
              </a:rPr>
              <a:pPr/>
              <a:t>‹#›</a:t>
            </a:fld>
            <a:r>
              <a:rPr lang="en-US" sz="900" dirty="0">
                <a:solidFill>
                  <a:srgbClr val="FFFFFF">
                    <a:lumMod val="75000"/>
                  </a:srgbClr>
                </a:solidFill>
                <a:latin typeface="Calibri" panose="020F0502020204030204"/>
              </a:rPr>
              <a:t>  |  </a:t>
            </a:r>
            <a:r>
              <a:rPr lang="fr-FR" sz="900" dirty="0">
                <a:solidFill>
                  <a:srgbClr val="FFFFFF">
                    <a:lumMod val="75000"/>
                  </a:srgbClr>
                </a:solidFill>
                <a:latin typeface="Calibri" panose="020F0502020204030204"/>
              </a:rPr>
              <a:t>©2026 Deloitte Touche Tohmatsu India LLP</a:t>
            </a:r>
            <a:endParaRPr lang="en-US" sz="900" dirty="0">
              <a:solidFill>
                <a:srgbClr val="FFFFFF">
                  <a:lumMod val="75000"/>
                </a:srgbClr>
              </a:solidFill>
              <a:latin typeface="Calibri" panose="020F0502020204030204"/>
            </a:endParaRPr>
          </a:p>
        </p:txBody>
      </p:sp>
    </p:spTree>
    <p:extLst>
      <p:ext uri="{BB962C8B-B14F-4D97-AF65-F5344CB8AC3E}">
        <p14:creationId xmlns:p14="http://schemas.microsoft.com/office/powerpoint/2010/main" val="16489291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7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48E689C9-6F46-F118-677D-3BD1C535F2C1}"/>
              </a:ext>
            </a:extLst>
          </p:cNvPr>
          <p:cNvSpPr txBox="1">
            <a:spLocks/>
          </p:cNvSpPr>
          <p:nvPr userDrawn="1"/>
        </p:nvSpPr>
        <p:spPr>
          <a:xfrm>
            <a:off x="508635" y="6492875"/>
            <a:ext cx="3918857" cy="365125"/>
          </a:xfrm>
          <a:prstGeom prst="rect">
            <a:avLst/>
          </a:prstGeom>
        </p:spPr>
        <p:txBody>
          <a:bodyPr vert="horz" lIns="91440" tIns="45720" rIns="91440" bIns="45720" rtlCol="0" anchor="ctr"/>
          <a:lstStyle>
            <a:defPPr>
              <a:defRPr lang="en-US"/>
            </a:defPPr>
            <a:lvl1pPr marL="0" algn="l" defTabSz="914400" rtl="0" eaLnBrk="1" latinLnBrk="0" hangingPunct="1">
              <a:defRPr sz="105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50FECE9-9686-44B6-AA1B-122A76B2FAF5}" type="slidenum">
              <a:rPr lang="en-US" sz="900" smtClean="0">
                <a:solidFill>
                  <a:srgbClr val="FFFFFF">
                    <a:lumMod val="75000"/>
                  </a:srgbClr>
                </a:solidFill>
                <a:latin typeface="Calibri" panose="020F0502020204030204"/>
              </a:rPr>
              <a:pPr/>
              <a:t>‹#›</a:t>
            </a:fld>
            <a:r>
              <a:rPr lang="en-US" sz="900" dirty="0">
                <a:solidFill>
                  <a:srgbClr val="FFFFFF">
                    <a:lumMod val="75000"/>
                  </a:srgbClr>
                </a:solidFill>
                <a:latin typeface="Calibri" panose="020F0502020204030204"/>
              </a:rPr>
              <a:t>  |  </a:t>
            </a:r>
            <a:r>
              <a:rPr lang="fr-FR" sz="900" dirty="0">
                <a:solidFill>
                  <a:srgbClr val="FFFFFF">
                    <a:lumMod val="75000"/>
                  </a:srgbClr>
                </a:solidFill>
                <a:latin typeface="Calibri" panose="020F0502020204030204"/>
              </a:rPr>
              <a:t>©2026 Deloitte Touche Tohmatsu India LLP</a:t>
            </a:r>
            <a:endParaRPr lang="en-US" sz="900" dirty="0">
              <a:solidFill>
                <a:srgbClr val="FFFFFF">
                  <a:lumMod val="75000"/>
                </a:srgbClr>
              </a:solidFill>
              <a:latin typeface="Calibri" panose="020F0502020204030204"/>
            </a:endParaRPr>
          </a:p>
        </p:txBody>
      </p:sp>
    </p:spTree>
    <p:extLst>
      <p:ext uri="{BB962C8B-B14F-4D97-AF65-F5344CB8AC3E}">
        <p14:creationId xmlns:p14="http://schemas.microsoft.com/office/powerpoint/2010/main" val="2098402130"/>
      </p:ext>
    </p:extLst>
  </p:cSld>
  <p:clrMap bg1="lt1" tx1="dk1" bg2="lt2" tx2="dk2" accent1="accent1" accent2="accent2" accent3="accent3" accent4="accent4" accent5="accent5" accent6="accent6" hlink="hlink" folHlink="folHlink"/>
  <p:sldLayoutIdLst>
    <p:sldLayoutId id="2147483686" r:id="rId1"/>
    <p:sldLayoutId id="2147483687"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3">
            <a:extLst>
              <a:ext uri="{FF2B5EF4-FFF2-40B4-BE49-F238E27FC236}">
                <a16:creationId xmlns:a16="http://schemas.microsoft.com/office/drawing/2014/main" id="{976DF397-B7C6-0F6F-6A78-95DFFBBBB1C2}"/>
              </a:ext>
            </a:extLst>
          </p:cNvPr>
          <p:cNvSpPr txBox="1">
            <a:spLocks/>
          </p:cNvSpPr>
          <p:nvPr userDrawn="1"/>
        </p:nvSpPr>
        <p:spPr>
          <a:xfrm>
            <a:off x="508635" y="6492875"/>
            <a:ext cx="3918857" cy="365125"/>
          </a:xfrm>
          <a:prstGeom prst="rect">
            <a:avLst/>
          </a:prstGeom>
        </p:spPr>
        <p:txBody>
          <a:bodyPr vert="horz" lIns="91440" tIns="45720" rIns="91440" bIns="45720" rtlCol="0" anchor="ctr"/>
          <a:lstStyle>
            <a:defPPr>
              <a:defRPr lang="en-US"/>
            </a:defPPr>
            <a:lvl1pPr marL="0" algn="l" defTabSz="914400" rtl="0" eaLnBrk="1" latinLnBrk="0" hangingPunct="1">
              <a:defRPr sz="105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50FECE9-9686-44B6-AA1B-122A76B2FAF5}" type="slidenum">
              <a:rPr lang="en-US" sz="900" smtClean="0">
                <a:solidFill>
                  <a:srgbClr val="FFFFFF">
                    <a:lumMod val="75000"/>
                  </a:srgbClr>
                </a:solidFill>
                <a:latin typeface="Calibri" panose="020F0502020204030204"/>
              </a:rPr>
              <a:pPr/>
              <a:t>‹#›</a:t>
            </a:fld>
            <a:r>
              <a:rPr lang="en-US" sz="900" dirty="0">
                <a:solidFill>
                  <a:srgbClr val="FFFFFF">
                    <a:lumMod val="75000"/>
                  </a:srgbClr>
                </a:solidFill>
                <a:latin typeface="Calibri" panose="020F0502020204030204"/>
              </a:rPr>
              <a:t>  |  </a:t>
            </a:r>
            <a:r>
              <a:rPr lang="fr-FR" sz="900" dirty="0">
                <a:solidFill>
                  <a:srgbClr val="FFFFFF">
                    <a:lumMod val="75000"/>
                  </a:srgbClr>
                </a:solidFill>
                <a:latin typeface="Calibri" panose="020F0502020204030204"/>
              </a:rPr>
              <a:t>©2026 Deloitte Touche Tohmatsu India LLP</a:t>
            </a:r>
            <a:endParaRPr lang="en-US" sz="900" dirty="0">
              <a:solidFill>
                <a:srgbClr val="FFFFFF">
                  <a:lumMod val="75000"/>
                </a:srgbClr>
              </a:solidFill>
              <a:latin typeface="Calibri" panose="020F0502020204030204"/>
            </a:endParaRPr>
          </a:p>
        </p:txBody>
      </p:sp>
    </p:spTree>
    <p:extLst>
      <p:ext uri="{BB962C8B-B14F-4D97-AF65-F5344CB8AC3E}">
        <p14:creationId xmlns:p14="http://schemas.microsoft.com/office/powerpoint/2010/main" val="220056112"/>
      </p:ext>
    </p:extLst>
  </p:cSld>
  <p:clrMap bg1="lt1" tx1="dk1" bg2="lt2" tx2="dk2" accent1="accent1" accent2="accent2" accent3="accent3" accent4="accent4" accent5="accent5" accent6="accent6" hlink="hlink" folHlink="folHlink"/>
  <p:sldLayoutIdLst>
    <p:sldLayoutId id="2147483689" r:id="rId1"/>
    <p:sldLayoutId id="214748369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6.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8" Type="http://schemas.openxmlformats.org/officeDocument/2006/relationships/image" Target="../media/image9.svg"/><Relationship Id="rId13" Type="http://schemas.openxmlformats.org/officeDocument/2006/relationships/image" Target="../media/image14.svg"/><Relationship Id="rId18" Type="http://schemas.openxmlformats.org/officeDocument/2006/relationships/image" Target="../media/image19.svg"/><Relationship Id="rId3" Type="http://schemas.openxmlformats.org/officeDocument/2006/relationships/image" Target="../media/image4.svg"/><Relationship Id="rId21" Type="http://schemas.openxmlformats.org/officeDocument/2006/relationships/image" Target="../media/image22.svg"/><Relationship Id="rId7" Type="http://schemas.openxmlformats.org/officeDocument/2006/relationships/image" Target="../media/image8.svg"/><Relationship Id="rId12" Type="http://schemas.openxmlformats.org/officeDocument/2006/relationships/image" Target="../media/image13.svg"/><Relationship Id="rId17" Type="http://schemas.openxmlformats.org/officeDocument/2006/relationships/image" Target="../media/image18.svg"/><Relationship Id="rId2" Type="http://schemas.openxmlformats.org/officeDocument/2006/relationships/notesSlide" Target="../notesSlides/notesSlide3.xml"/><Relationship Id="rId16" Type="http://schemas.openxmlformats.org/officeDocument/2006/relationships/image" Target="../media/image17.svg"/><Relationship Id="rId20" Type="http://schemas.openxmlformats.org/officeDocument/2006/relationships/image" Target="../media/image21.svg"/><Relationship Id="rId1" Type="http://schemas.openxmlformats.org/officeDocument/2006/relationships/slideLayout" Target="../slideLayouts/slideLayout13.xml"/><Relationship Id="rId6" Type="http://schemas.openxmlformats.org/officeDocument/2006/relationships/image" Target="../media/image7.svg"/><Relationship Id="rId11" Type="http://schemas.openxmlformats.org/officeDocument/2006/relationships/image" Target="../media/image12.svg"/><Relationship Id="rId5" Type="http://schemas.openxmlformats.org/officeDocument/2006/relationships/image" Target="../media/image6.svg"/><Relationship Id="rId15" Type="http://schemas.openxmlformats.org/officeDocument/2006/relationships/image" Target="../media/image16.svg"/><Relationship Id="rId10" Type="http://schemas.openxmlformats.org/officeDocument/2006/relationships/image" Target="../media/image11.svg"/><Relationship Id="rId19" Type="http://schemas.openxmlformats.org/officeDocument/2006/relationships/image" Target="../media/image20.svg"/><Relationship Id="rId4" Type="http://schemas.openxmlformats.org/officeDocument/2006/relationships/image" Target="../media/image5.svg"/><Relationship Id="rId9" Type="http://schemas.openxmlformats.org/officeDocument/2006/relationships/image" Target="../media/image10.svg"/><Relationship Id="rId14" Type="http://schemas.openxmlformats.org/officeDocument/2006/relationships/image" Target="../media/image15.svg"/></Relationships>
</file>

<file path=ppt/slides/_rels/slide4.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jp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8" Type="http://schemas.openxmlformats.org/officeDocument/2006/relationships/image" Target="../media/image39.svg"/><Relationship Id="rId13" Type="http://schemas.openxmlformats.org/officeDocument/2006/relationships/image" Target="../media/image43.svg"/><Relationship Id="rId3" Type="http://schemas.openxmlformats.org/officeDocument/2006/relationships/image" Target="../media/image34.svg"/><Relationship Id="rId7" Type="http://schemas.openxmlformats.org/officeDocument/2006/relationships/image" Target="../media/image38.svg"/><Relationship Id="rId12" Type="http://schemas.openxmlformats.org/officeDocument/2006/relationships/image" Target="../media/image15.svg"/><Relationship Id="rId17" Type="http://schemas.openxmlformats.org/officeDocument/2006/relationships/image" Target="../media/image46.svg"/><Relationship Id="rId2" Type="http://schemas.openxmlformats.org/officeDocument/2006/relationships/notesSlide" Target="../notesSlides/notesSlide6.xml"/><Relationship Id="rId16" Type="http://schemas.openxmlformats.org/officeDocument/2006/relationships/image" Target="../media/image45.svg"/><Relationship Id="rId1" Type="http://schemas.openxmlformats.org/officeDocument/2006/relationships/slideLayout" Target="../slideLayouts/slideLayout13.xml"/><Relationship Id="rId6" Type="http://schemas.openxmlformats.org/officeDocument/2006/relationships/image" Target="../media/image37.svg"/><Relationship Id="rId11" Type="http://schemas.openxmlformats.org/officeDocument/2006/relationships/image" Target="../media/image42.svg"/><Relationship Id="rId5" Type="http://schemas.openxmlformats.org/officeDocument/2006/relationships/image" Target="../media/image36.svg"/><Relationship Id="rId15" Type="http://schemas.openxmlformats.org/officeDocument/2006/relationships/image" Target="../media/image44.svg"/><Relationship Id="rId10" Type="http://schemas.openxmlformats.org/officeDocument/2006/relationships/image" Target="../media/image41.svg"/><Relationship Id="rId4" Type="http://schemas.openxmlformats.org/officeDocument/2006/relationships/image" Target="../media/image35.svg"/><Relationship Id="rId9" Type="http://schemas.openxmlformats.org/officeDocument/2006/relationships/image" Target="../media/image40.svg"/><Relationship Id="rId14" Type="http://schemas.openxmlformats.org/officeDocument/2006/relationships/image" Target="../media/image13.svg"/></Relationships>
</file>

<file path=ppt/slides/_rels/slide7.xml.rels><?xml version="1.0" encoding="UTF-8" standalone="yes"?>
<Relationships xmlns="http://schemas.openxmlformats.org/package/2006/relationships"><Relationship Id="rId8" Type="http://schemas.openxmlformats.org/officeDocument/2006/relationships/image" Target="../media/image52.svg"/><Relationship Id="rId13" Type="http://schemas.openxmlformats.org/officeDocument/2006/relationships/image" Target="../media/image57.svg"/><Relationship Id="rId3" Type="http://schemas.openxmlformats.org/officeDocument/2006/relationships/image" Target="../media/image48.svg"/><Relationship Id="rId7" Type="http://schemas.openxmlformats.org/officeDocument/2006/relationships/image" Target="../media/image34.svg"/><Relationship Id="rId12" Type="http://schemas.openxmlformats.org/officeDocument/2006/relationships/image" Target="../media/image56.svg"/><Relationship Id="rId2" Type="http://schemas.openxmlformats.org/officeDocument/2006/relationships/image" Target="../media/image47.svg"/><Relationship Id="rId1" Type="http://schemas.openxmlformats.org/officeDocument/2006/relationships/slideLayout" Target="../slideLayouts/slideLayout12.xml"/><Relationship Id="rId6" Type="http://schemas.openxmlformats.org/officeDocument/2006/relationships/image" Target="../media/image51.svg"/><Relationship Id="rId11" Type="http://schemas.openxmlformats.org/officeDocument/2006/relationships/image" Target="../media/image55.svg"/><Relationship Id="rId5" Type="http://schemas.openxmlformats.org/officeDocument/2006/relationships/image" Target="../media/image50.svg"/><Relationship Id="rId10" Type="http://schemas.openxmlformats.org/officeDocument/2006/relationships/image" Target="../media/image54.svg"/><Relationship Id="rId4" Type="http://schemas.openxmlformats.org/officeDocument/2006/relationships/image" Target="../media/image49.svg"/><Relationship Id="rId9" Type="http://schemas.openxmlformats.org/officeDocument/2006/relationships/image" Target="../media/image53.svg"/><Relationship Id="rId14" Type="http://schemas.openxmlformats.org/officeDocument/2006/relationships/image" Target="../media/image58.svg"/></Relationships>
</file>

<file path=ppt/slides/_rels/slide8.xml.rels><?xml version="1.0" encoding="UTF-8" standalone="yes"?>
<Relationships xmlns="http://schemas.openxmlformats.org/package/2006/relationships"><Relationship Id="rId8" Type="http://schemas.openxmlformats.org/officeDocument/2006/relationships/image" Target="../media/image53.svg"/><Relationship Id="rId13" Type="http://schemas.openxmlformats.org/officeDocument/2006/relationships/image" Target="../media/image67.svg"/><Relationship Id="rId3" Type="http://schemas.openxmlformats.org/officeDocument/2006/relationships/image" Target="../media/image59.svg"/><Relationship Id="rId7" Type="http://schemas.openxmlformats.org/officeDocument/2006/relationships/image" Target="../media/image63.svg"/><Relationship Id="rId12" Type="http://schemas.openxmlformats.org/officeDocument/2006/relationships/image" Target="../media/image66.sv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62.svg"/><Relationship Id="rId11" Type="http://schemas.openxmlformats.org/officeDocument/2006/relationships/image" Target="../media/image65.svg"/><Relationship Id="rId5" Type="http://schemas.openxmlformats.org/officeDocument/2006/relationships/image" Target="../media/image61.svg"/><Relationship Id="rId10" Type="http://schemas.openxmlformats.org/officeDocument/2006/relationships/image" Target="../media/image64.svg"/><Relationship Id="rId4" Type="http://schemas.openxmlformats.org/officeDocument/2006/relationships/image" Target="../media/image60.svg"/><Relationship Id="rId9" Type="http://schemas.openxmlformats.org/officeDocument/2006/relationships/image" Target="../media/image57.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8" Type="http://schemas.openxmlformats.org/officeDocument/2006/relationships/image" Target="../media/image72.svg"/><Relationship Id="rId3" Type="http://schemas.openxmlformats.org/officeDocument/2006/relationships/image" Target="../media/image68.svg"/><Relationship Id="rId7" Type="http://schemas.openxmlformats.org/officeDocument/2006/relationships/image" Target="../media/image71.sv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70.svg"/><Relationship Id="rId11" Type="http://schemas.openxmlformats.org/officeDocument/2006/relationships/image" Target="../media/image75.svg"/><Relationship Id="rId5" Type="http://schemas.openxmlformats.org/officeDocument/2006/relationships/image" Target="../media/image54.svg"/><Relationship Id="rId10" Type="http://schemas.openxmlformats.org/officeDocument/2006/relationships/image" Target="../media/image74.svg"/><Relationship Id="rId4" Type="http://schemas.openxmlformats.org/officeDocument/2006/relationships/image" Target="../media/image69.svg"/><Relationship Id="rId9" Type="http://schemas.openxmlformats.org/officeDocument/2006/relationships/image" Target="../media/image73.svg"/></Relationships>
</file>

<file path=ppt/slides/_rels/slide12.xml.rels><?xml version="1.0" encoding="UTF-8" standalone="yes"?>
<Relationships xmlns="http://schemas.openxmlformats.org/package/2006/relationships"><Relationship Id="rId8" Type="http://schemas.openxmlformats.org/officeDocument/2006/relationships/image" Target="../media/image49.svg"/><Relationship Id="rId13" Type="http://schemas.openxmlformats.org/officeDocument/2006/relationships/image" Target="../media/image84.svg"/><Relationship Id="rId3" Type="http://schemas.openxmlformats.org/officeDocument/2006/relationships/image" Target="../media/image77.svg"/><Relationship Id="rId7" Type="http://schemas.openxmlformats.org/officeDocument/2006/relationships/image" Target="../media/image81.svg"/><Relationship Id="rId12" Type="http://schemas.openxmlformats.org/officeDocument/2006/relationships/image" Target="../media/image83.svg"/><Relationship Id="rId2" Type="http://schemas.openxmlformats.org/officeDocument/2006/relationships/image" Target="../media/image76.svg"/><Relationship Id="rId1" Type="http://schemas.openxmlformats.org/officeDocument/2006/relationships/slideLayout" Target="../slideLayouts/slideLayout12.xml"/><Relationship Id="rId6" Type="http://schemas.openxmlformats.org/officeDocument/2006/relationships/image" Target="../media/image80.svg"/><Relationship Id="rId11" Type="http://schemas.openxmlformats.org/officeDocument/2006/relationships/image" Target="../media/image82.svg"/><Relationship Id="rId5" Type="http://schemas.openxmlformats.org/officeDocument/2006/relationships/image" Target="../media/image79.svg"/><Relationship Id="rId10" Type="http://schemas.openxmlformats.org/officeDocument/2006/relationships/image" Target="../media/image53.svg"/><Relationship Id="rId4" Type="http://schemas.openxmlformats.org/officeDocument/2006/relationships/image" Target="../media/image78.svg"/><Relationship Id="rId9" Type="http://schemas.openxmlformats.org/officeDocument/2006/relationships/image" Target="../media/image69.svg"/><Relationship Id="rId14" Type="http://schemas.openxmlformats.org/officeDocument/2006/relationships/image" Target="../media/image85.svg"/></Relationships>
</file>

<file path=ppt/slides/_rels/slide13.xml.rels><?xml version="1.0" encoding="UTF-8" standalone="yes"?>
<Relationships xmlns="http://schemas.openxmlformats.org/package/2006/relationships"><Relationship Id="rId8" Type="http://schemas.openxmlformats.org/officeDocument/2006/relationships/image" Target="../media/image90.svg"/><Relationship Id="rId3" Type="http://schemas.openxmlformats.org/officeDocument/2006/relationships/image" Target="../media/image86.svg"/><Relationship Id="rId7" Type="http://schemas.openxmlformats.org/officeDocument/2006/relationships/image" Target="../media/image85.svg"/><Relationship Id="rId2" Type="http://schemas.openxmlformats.org/officeDocument/2006/relationships/image" Target="../media/image35.svg"/><Relationship Id="rId1" Type="http://schemas.openxmlformats.org/officeDocument/2006/relationships/slideLayout" Target="../slideLayouts/slideLayout12.xml"/><Relationship Id="rId6" Type="http://schemas.openxmlformats.org/officeDocument/2006/relationships/image" Target="../media/image89.svg"/><Relationship Id="rId5" Type="http://schemas.openxmlformats.org/officeDocument/2006/relationships/image" Target="../media/image88.svg"/><Relationship Id="rId4" Type="http://schemas.openxmlformats.org/officeDocument/2006/relationships/image" Target="../media/image87.svg"/><Relationship Id="rId9" Type="http://schemas.openxmlformats.org/officeDocument/2006/relationships/image" Target="../media/image46.svg"/></Relationships>
</file>

<file path=ppt/slides/_rels/slide14.xml.rels><?xml version="1.0" encoding="UTF-8" standalone="yes"?>
<Relationships xmlns="http://schemas.openxmlformats.org/package/2006/relationships"><Relationship Id="rId8" Type="http://schemas.openxmlformats.org/officeDocument/2006/relationships/image" Target="../media/image96.svg"/><Relationship Id="rId3" Type="http://schemas.openxmlformats.org/officeDocument/2006/relationships/image" Target="../media/image15.svg"/><Relationship Id="rId7" Type="http://schemas.openxmlformats.org/officeDocument/2006/relationships/image" Target="../media/image95.svg"/><Relationship Id="rId2" Type="http://schemas.openxmlformats.org/officeDocument/2006/relationships/image" Target="../media/image91.svg"/><Relationship Id="rId1" Type="http://schemas.openxmlformats.org/officeDocument/2006/relationships/slideLayout" Target="../slideLayouts/slideLayout12.xml"/><Relationship Id="rId6" Type="http://schemas.openxmlformats.org/officeDocument/2006/relationships/image" Target="../media/image94.svg"/><Relationship Id="rId11" Type="http://schemas.openxmlformats.org/officeDocument/2006/relationships/image" Target="../media/image98.svg"/><Relationship Id="rId5" Type="http://schemas.openxmlformats.org/officeDocument/2006/relationships/image" Target="../media/image93.svg"/><Relationship Id="rId10" Type="http://schemas.openxmlformats.org/officeDocument/2006/relationships/image" Target="../media/image97.svg"/><Relationship Id="rId4" Type="http://schemas.openxmlformats.org/officeDocument/2006/relationships/image" Target="../media/image92.svg"/><Relationship Id="rId9" Type="http://schemas.openxmlformats.org/officeDocument/2006/relationships/image" Target="../media/image11.svg"/></Relationships>
</file>

<file path=ppt/slides/_rels/slide15.xml.rels><?xml version="1.0" encoding="UTF-8" standalone="yes"?>
<Relationships xmlns="http://schemas.openxmlformats.org/package/2006/relationships"><Relationship Id="rId8" Type="http://schemas.openxmlformats.org/officeDocument/2006/relationships/image" Target="../media/image57.svg"/><Relationship Id="rId13" Type="http://schemas.openxmlformats.org/officeDocument/2006/relationships/image" Target="../media/image103.svg"/><Relationship Id="rId3" Type="http://schemas.openxmlformats.org/officeDocument/2006/relationships/image" Target="../media/image50.svg"/><Relationship Id="rId7" Type="http://schemas.openxmlformats.org/officeDocument/2006/relationships/image" Target="../media/image66.svg"/><Relationship Id="rId12" Type="http://schemas.openxmlformats.org/officeDocument/2006/relationships/image" Target="../media/image71.svg"/><Relationship Id="rId2" Type="http://schemas.openxmlformats.org/officeDocument/2006/relationships/image" Target="../media/image59.svg"/><Relationship Id="rId1" Type="http://schemas.openxmlformats.org/officeDocument/2006/relationships/slideLayout" Target="../slideLayouts/slideLayout12.xml"/><Relationship Id="rId6" Type="http://schemas.openxmlformats.org/officeDocument/2006/relationships/image" Target="../media/image100.svg"/><Relationship Id="rId11" Type="http://schemas.openxmlformats.org/officeDocument/2006/relationships/image" Target="../media/image70.svg"/><Relationship Id="rId5" Type="http://schemas.openxmlformats.org/officeDocument/2006/relationships/image" Target="../media/image99.svg"/><Relationship Id="rId15" Type="http://schemas.openxmlformats.org/officeDocument/2006/relationships/image" Target="../media/image104.svg"/><Relationship Id="rId10" Type="http://schemas.openxmlformats.org/officeDocument/2006/relationships/image" Target="../media/image102.svg"/><Relationship Id="rId4" Type="http://schemas.openxmlformats.org/officeDocument/2006/relationships/image" Target="../media/image69.svg"/><Relationship Id="rId9" Type="http://schemas.openxmlformats.org/officeDocument/2006/relationships/image" Target="../media/image101.svg"/><Relationship Id="rId14" Type="http://schemas.openxmlformats.org/officeDocument/2006/relationships/image" Target="../media/image91.svg"/></Relationships>
</file>

<file path=ppt/slides/_rels/slide16.xml.rels><?xml version="1.0" encoding="UTF-8" standalone="yes"?>
<Relationships xmlns="http://schemas.openxmlformats.org/package/2006/relationships"><Relationship Id="rId8" Type="http://schemas.openxmlformats.org/officeDocument/2006/relationships/image" Target="../media/image87.svg"/><Relationship Id="rId3" Type="http://schemas.openxmlformats.org/officeDocument/2006/relationships/image" Target="../media/image62.svg"/><Relationship Id="rId7" Type="http://schemas.openxmlformats.org/officeDocument/2006/relationships/image" Target="../media/image99.svg"/><Relationship Id="rId2" Type="http://schemas.openxmlformats.org/officeDocument/2006/relationships/image" Target="../media/image69.svg"/><Relationship Id="rId1" Type="http://schemas.openxmlformats.org/officeDocument/2006/relationships/slideLayout" Target="../slideLayouts/slideLayout12.xml"/><Relationship Id="rId6" Type="http://schemas.openxmlformats.org/officeDocument/2006/relationships/image" Target="../media/image106.svg"/><Relationship Id="rId5" Type="http://schemas.openxmlformats.org/officeDocument/2006/relationships/image" Target="../media/image50.svg"/><Relationship Id="rId10" Type="http://schemas.openxmlformats.org/officeDocument/2006/relationships/image" Target="../media/image82.svg"/><Relationship Id="rId4" Type="http://schemas.openxmlformats.org/officeDocument/2006/relationships/image" Target="../media/image105.svg"/><Relationship Id="rId9" Type="http://schemas.openxmlformats.org/officeDocument/2006/relationships/image" Target="../media/image15.svg"/></Relationships>
</file>

<file path=ppt/slides/_rels/slide17.xml.rels><?xml version="1.0" encoding="UTF-8" standalone="yes"?>
<Relationships xmlns="http://schemas.openxmlformats.org/package/2006/relationships"><Relationship Id="rId8" Type="http://schemas.openxmlformats.org/officeDocument/2006/relationships/image" Target="../media/image111.svg"/><Relationship Id="rId13" Type="http://schemas.openxmlformats.org/officeDocument/2006/relationships/image" Target="../media/image113.svg"/><Relationship Id="rId3" Type="http://schemas.openxmlformats.org/officeDocument/2006/relationships/image" Target="../media/image108.svg"/><Relationship Id="rId7" Type="http://schemas.openxmlformats.org/officeDocument/2006/relationships/image" Target="../media/image82.svg"/><Relationship Id="rId12" Type="http://schemas.openxmlformats.org/officeDocument/2006/relationships/image" Target="../media/image64.svg"/><Relationship Id="rId2" Type="http://schemas.openxmlformats.org/officeDocument/2006/relationships/image" Target="../media/image107.svg"/><Relationship Id="rId1" Type="http://schemas.openxmlformats.org/officeDocument/2006/relationships/slideLayout" Target="../slideLayouts/slideLayout12.xml"/><Relationship Id="rId6" Type="http://schemas.openxmlformats.org/officeDocument/2006/relationships/image" Target="../media/image110.svg"/><Relationship Id="rId11" Type="http://schemas.openxmlformats.org/officeDocument/2006/relationships/image" Target="../media/image112.svg"/><Relationship Id="rId5" Type="http://schemas.openxmlformats.org/officeDocument/2006/relationships/image" Target="../media/image109.svg"/><Relationship Id="rId15" Type="http://schemas.openxmlformats.org/officeDocument/2006/relationships/image" Target="../media/image87.svg"/><Relationship Id="rId10" Type="http://schemas.openxmlformats.org/officeDocument/2006/relationships/image" Target="../media/image56.svg"/><Relationship Id="rId4" Type="http://schemas.openxmlformats.org/officeDocument/2006/relationships/image" Target="../media/image69.svg"/><Relationship Id="rId9" Type="http://schemas.openxmlformats.org/officeDocument/2006/relationships/image" Target="../media/image50.svg"/><Relationship Id="rId14" Type="http://schemas.openxmlformats.org/officeDocument/2006/relationships/image" Target="../media/image114.svg"/></Relationships>
</file>

<file path=ppt/slides/_rels/slide18.xml.rels><?xml version="1.0" encoding="UTF-8" standalone="yes"?>
<Relationships xmlns="http://schemas.openxmlformats.org/package/2006/relationships"><Relationship Id="rId8" Type="http://schemas.openxmlformats.org/officeDocument/2006/relationships/image" Target="../media/image119.svg"/><Relationship Id="rId3" Type="http://schemas.openxmlformats.org/officeDocument/2006/relationships/image" Target="../media/image115.svg"/><Relationship Id="rId7" Type="http://schemas.openxmlformats.org/officeDocument/2006/relationships/image" Target="../media/image118.svg"/><Relationship Id="rId12" Type="http://schemas.openxmlformats.org/officeDocument/2006/relationships/image" Target="../media/image123.svg"/><Relationship Id="rId2" Type="http://schemas.openxmlformats.org/officeDocument/2006/relationships/image" Target="../media/image54.svg"/><Relationship Id="rId1" Type="http://schemas.openxmlformats.org/officeDocument/2006/relationships/slideLayout" Target="../slideLayouts/slideLayout12.xml"/><Relationship Id="rId6" Type="http://schemas.openxmlformats.org/officeDocument/2006/relationships/image" Target="../media/image117.svg"/><Relationship Id="rId11" Type="http://schemas.openxmlformats.org/officeDocument/2006/relationships/image" Target="../media/image122.svg"/><Relationship Id="rId5" Type="http://schemas.openxmlformats.org/officeDocument/2006/relationships/image" Target="../media/image116.svg"/><Relationship Id="rId10" Type="http://schemas.openxmlformats.org/officeDocument/2006/relationships/image" Target="../media/image121.svg"/><Relationship Id="rId4" Type="http://schemas.openxmlformats.org/officeDocument/2006/relationships/image" Target="../media/image56.svg"/><Relationship Id="rId9" Type="http://schemas.openxmlformats.org/officeDocument/2006/relationships/image" Target="../media/image120.sv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8" Type="http://schemas.openxmlformats.org/officeDocument/2006/relationships/image" Target="../media/image128.svg"/><Relationship Id="rId3" Type="http://schemas.openxmlformats.org/officeDocument/2006/relationships/image" Target="../media/image69.svg"/><Relationship Id="rId7" Type="http://schemas.openxmlformats.org/officeDocument/2006/relationships/image" Target="../media/image127.svg"/><Relationship Id="rId2" Type="http://schemas.openxmlformats.org/officeDocument/2006/relationships/image" Target="../media/image124.svg"/><Relationship Id="rId1" Type="http://schemas.openxmlformats.org/officeDocument/2006/relationships/slideLayout" Target="../slideLayouts/slideLayout12.xml"/><Relationship Id="rId6" Type="http://schemas.openxmlformats.org/officeDocument/2006/relationships/image" Target="../media/image126.svg"/><Relationship Id="rId11" Type="http://schemas.openxmlformats.org/officeDocument/2006/relationships/image" Target="../media/image46.svg"/><Relationship Id="rId5" Type="http://schemas.openxmlformats.org/officeDocument/2006/relationships/image" Target="../media/image82.svg"/><Relationship Id="rId10" Type="http://schemas.openxmlformats.org/officeDocument/2006/relationships/image" Target="../media/image129.svg"/><Relationship Id="rId4" Type="http://schemas.openxmlformats.org/officeDocument/2006/relationships/image" Target="../media/image125.svg"/><Relationship Id="rId9" Type="http://schemas.openxmlformats.org/officeDocument/2006/relationships/image" Target="../media/image52.svg"/></Relationships>
</file>

<file path=ppt/slides/_rels/slide21.xml.rels><?xml version="1.0" encoding="UTF-8" standalone="yes"?>
<Relationships xmlns="http://schemas.openxmlformats.org/package/2006/relationships"><Relationship Id="rId8" Type="http://schemas.openxmlformats.org/officeDocument/2006/relationships/image" Target="../media/image135.svg"/><Relationship Id="rId13" Type="http://schemas.openxmlformats.org/officeDocument/2006/relationships/image" Target="../media/image138.svg"/><Relationship Id="rId18" Type="http://schemas.openxmlformats.org/officeDocument/2006/relationships/image" Target="../media/image143.svg"/><Relationship Id="rId3" Type="http://schemas.openxmlformats.org/officeDocument/2006/relationships/image" Target="../media/image130.svg"/><Relationship Id="rId21" Type="http://schemas.openxmlformats.org/officeDocument/2006/relationships/image" Target="../media/image145.svg"/><Relationship Id="rId7" Type="http://schemas.openxmlformats.org/officeDocument/2006/relationships/image" Target="../media/image134.svg"/><Relationship Id="rId12" Type="http://schemas.openxmlformats.org/officeDocument/2006/relationships/image" Target="../media/image87.svg"/><Relationship Id="rId17" Type="http://schemas.openxmlformats.org/officeDocument/2006/relationships/image" Target="../media/image142.svg"/><Relationship Id="rId2" Type="http://schemas.openxmlformats.org/officeDocument/2006/relationships/image" Target="../media/image114.svg"/><Relationship Id="rId16" Type="http://schemas.openxmlformats.org/officeDocument/2006/relationships/image" Target="../media/image141.svg"/><Relationship Id="rId20" Type="http://schemas.openxmlformats.org/officeDocument/2006/relationships/image" Target="../media/image82.svg"/><Relationship Id="rId1" Type="http://schemas.openxmlformats.org/officeDocument/2006/relationships/slideLayout" Target="../slideLayouts/slideLayout12.xml"/><Relationship Id="rId6" Type="http://schemas.openxmlformats.org/officeDocument/2006/relationships/image" Target="../media/image133.svg"/><Relationship Id="rId11" Type="http://schemas.openxmlformats.org/officeDocument/2006/relationships/image" Target="../media/image125.svg"/><Relationship Id="rId5" Type="http://schemas.openxmlformats.org/officeDocument/2006/relationships/image" Target="../media/image132.svg"/><Relationship Id="rId15" Type="http://schemas.openxmlformats.org/officeDocument/2006/relationships/image" Target="../media/image140.svg"/><Relationship Id="rId10" Type="http://schemas.openxmlformats.org/officeDocument/2006/relationships/image" Target="../media/image137.svg"/><Relationship Id="rId19" Type="http://schemas.openxmlformats.org/officeDocument/2006/relationships/image" Target="../media/image144.svg"/><Relationship Id="rId4" Type="http://schemas.openxmlformats.org/officeDocument/2006/relationships/image" Target="../media/image131.svg"/><Relationship Id="rId9" Type="http://schemas.openxmlformats.org/officeDocument/2006/relationships/image" Target="../media/image136.svg"/><Relationship Id="rId14" Type="http://schemas.openxmlformats.org/officeDocument/2006/relationships/image" Target="../media/image139.svg"/></Relationships>
</file>

<file path=ppt/slides/_rels/slide22.xml.rels><?xml version="1.0" encoding="UTF-8" standalone="yes"?>
<Relationships xmlns="http://schemas.openxmlformats.org/package/2006/relationships"><Relationship Id="rId8" Type="http://schemas.openxmlformats.org/officeDocument/2006/relationships/image" Target="../media/image139.svg"/><Relationship Id="rId13" Type="http://schemas.openxmlformats.org/officeDocument/2006/relationships/image" Target="../media/image151.svg"/><Relationship Id="rId18" Type="http://schemas.openxmlformats.org/officeDocument/2006/relationships/image" Target="../media/image82.svg"/><Relationship Id="rId3" Type="http://schemas.openxmlformats.org/officeDocument/2006/relationships/image" Target="../media/image146.svg"/><Relationship Id="rId7" Type="http://schemas.openxmlformats.org/officeDocument/2006/relationships/image" Target="../media/image147.svg"/><Relationship Id="rId12" Type="http://schemas.openxmlformats.org/officeDocument/2006/relationships/image" Target="../media/image150.svg"/><Relationship Id="rId17" Type="http://schemas.openxmlformats.org/officeDocument/2006/relationships/image" Target="../media/image155.svg"/><Relationship Id="rId2" Type="http://schemas.openxmlformats.org/officeDocument/2006/relationships/image" Target="../media/image127.svg"/><Relationship Id="rId16" Type="http://schemas.openxmlformats.org/officeDocument/2006/relationships/image" Target="../media/image154.svg"/><Relationship Id="rId1" Type="http://schemas.openxmlformats.org/officeDocument/2006/relationships/slideLayout" Target="../slideLayouts/slideLayout12.xml"/><Relationship Id="rId6" Type="http://schemas.openxmlformats.org/officeDocument/2006/relationships/image" Target="../media/image56.svg"/><Relationship Id="rId11" Type="http://schemas.openxmlformats.org/officeDocument/2006/relationships/image" Target="../media/image149.svg"/><Relationship Id="rId5" Type="http://schemas.openxmlformats.org/officeDocument/2006/relationships/image" Target="../media/image87.svg"/><Relationship Id="rId15" Type="http://schemas.openxmlformats.org/officeDocument/2006/relationships/image" Target="../media/image153.svg"/><Relationship Id="rId10" Type="http://schemas.openxmlformats.org/officeDocument/2006/relationships/image" Target="../media/image148.svg"/><Relationship Id="rId19" Type="http://schemas.openxmlformats.org/officeDocument/2006/relationships/image" Target="../media/image145.svg"/><Relationship Id="rId4" Type="http://schemas.openxmlformats.org/officeDocument/2006/relationships/image" Target="../media/image128.svg"/><Relationship Id="rId9" Type="http://schemas.openxmlformats.org/officeDocument/2006/relationships/image" Target="../media/image129.svg"/><Relationship Id="rId14" Type="http://schemas.openxmlformats.org/officeDocument/2006/relationships/image" Target="../media/image152.svg"/></Relationships>
</file>

<file path=ppt/slides/_rels/slide23.xml.rels><?xml version="1.0" encoding="UTF-8" standalone="yes"?>
<Relationships xmlns="http://schemas.openxmlformats.org/package/2006/relationships"><Relationship Id="rId8" Type="http://schemas.openxmlformats.org/officeDocument/2006/relationships/image" Target="../media/image131.svg"/><Relationship Id="rId13" Type="http://schemas.openxmlformats.org/officeDocument/2006/relationships/image" Target="../media/image160.svg"/><Relationship Id="rId18" Type="http://schemas.openxmlformats.org/officeDocument/2006/relationships/image" Target="../media/image145.svg"/><Relationship Id="rId3" Type="http://schemas.openxmlformats.org/officeDocument/2006/relationships/image" Target="../media/image139.svg"/><Relationship Id="rId7" Type="http://schemas.openxmlformats.org/officeDocument/2006/relationships/image" Target="../media/image158.svg"/><Relationship Id="rId12" Type="http://schemas.openxmlformats.org/officeDocument/2006/relationships/image" Target="../media/image150.svg"/><Relationship Id="rId17" Type="http://schemas.openxmlformats.org/officeDocument/2006/relationships/image" Target="../media/image82.svg"/><Relationship Id="rId2" Type="http://schemas.openxmlformats.org/officeDocument/2006/relationships/image" Target="../media/image34.svg"/><Relationship Id="rId16" Type="http://schemas.openxmlformats.org/officeDocument/2006/relationships/image" Target="../media/image162.svg"/><Relationship Id="rId1" Type="http://schemas.openxmlformats.org/officeDocument/2006/relationships/slideLayout" Target="../slideLayouts/slideLayout12.xml"/><Relationship Id="rId6" Type="http://schemas.openxmlformats.org/officeDocument/2006/relationships/image" Target="../media/image57.svg"/><Relationship Id="rId11" Type="http://schemas.openxmlformats.org/officeDocument/2006/relationships/image" Target="../media/image54.svg"/><Relationship Id="rId5" Type="http://schemas.openxmlformats.org/officeDocument/2006/relationships/image" Target="../media/image157.svg"/><Relationship Id="rId15" Type="http://schemas.openxmlformats.org/officeDocument/2006/relationships/image" Target="../media/image154.svg"/><Relationship Id="rId10" Type="http://schemas.openxmlformats.org/officeDocument/2006/relationships/image" Target="../media/image159.svg"/><Relationship Id="rId4" Type="http://schemas.openxmlformats.org/officeDocument/2006/relationships/image" Target="../media/image156.svg"/><Relationship Id="rId9" Type="http://schemas.openxmlformats.org/officeDocument/2006/relationships/image" Target="../media/image109.svg"/><Relationship Id="rId14" Type="http://schemas.openxmlformats.org/officeDocument/2006/relationships/image" Target="../media/image161.svg"/></Relationships>
</file>

<file path=ppt/slides/_rels/slide24.xml.rels><?xml version="1.0" encoding="UTF-8" standalone="yes"?>
<Relationships xmlns="http://schemas.openxmlformats.org/package/2006/relationships"><Relationship Id="rId8" Type="http://schemas.openxmlformats.org/officeDocument/2006/relationships/image" Target="../media/image167.svg"/><Relationship Id="rId13" Type="http://schemas.openxmlformats.org/officeDocument/2006/relationships/image" Target="../media/image154.svg"/><Relationship Id="rId3" Type="http://schemas.openxmlformats.org/officeDocument/2006/relationships/image" Target="../media/image164.svg"/><Relationship Id="rId7" Type="http://schemas.openxmlformats.org/officeDocument/2006/relationships/image" Target="../media/image166.svg"/><Relationship Id="rId12" Type="http://schemas.openxmlformats.org/officeDocument/2006/relationships/image" Target="../media/image169.svg"/><Relationship Id="rId2" Type="http://schemas.openxmlformats.org/officeDocument/2006/relationships/image" Target="../media/image163.svg"/><Relationship Id="rId16" Type="http://schemas.openxmlformats.org/officeDocument/2006/relationships/image" Target="../media/image145.svg"/><Relationship Id="rId1" Type="http://schemas.openxmlformats.org/officeDocument/2006/relationships/slideLayout" Target="../slideLayouts/slideLayout12.xml"/><Relationship Id="rId6" Type="http://schemas.openxmlformats.org/officeDocument/2006/relationships/image" Target="../media/image101.svg"/><Relationship Id="rId11" Type="http://schemas.openxmlformats.org/officeDocument/2006/relationships/image" Target="../media/image152.svg"/><Relationship Id="rId5" Type="http://schemas.openxmlformats.org/officeDocument/2006/relationships/image" Target="../media/image147.svg"/><Relationship Id="rId15" Type="http://schemas.openxmlformats.org/officeDocument/2006/relationships/image" Target="../media/image82.svg"/><Relationship Id="rId10" Type="http://schemas.openxmlformats.org/officeDocument/2006/relationships/image" Target="../media/image168.svg"/><Relationship Id="rId4" Type="http://schemas.openxmlformats.org/officeDocument/2006/relationships/image" Target="../media/image165.svg"/><Relationship Id="rId9" Type="http://schemas.openxmlformats.org/officeDocument/2006/relationships/image" Target="../media/image55.svg"/><Relationship Id="rId14" Type="http://schemas.openxmlformats.org/officeDocument/2006/relationships/image" Target="../media/image155.svg"/></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8" Type="http://schemas.openxmlformats.org/officeDocument/2006/relationships/image" Target="../media/image173.svg"/><Relationship Id="rId13" Type="http://schemas.openxmlformats.org/officeDocument/2006/relationships/image" Target="../media/image178.svg"/><Relationship Id="rId3" Type="http://schemas.openxmlformats.org/officeDocument/2006/relationships/image" Target="../media/image170.svg"/><Relationship Id="rId7" Type="http://schemas.openxmlformats.org/officeDocument/2006/relationships/image" Target="../media/image172.svg"/><Relationship Id="rId12" Type="http://schemas.openxmlformats.org/officeDocument/2006/relationships/image" Target="../media/image177.sv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143.svg"/><Relationship Id="rId11" Type="http://schemas.openxmlformats.org/officeDocument/2006/relationships/image" Target="../media/image176.svg"/><Relationship Id="rId5" Type="http://schemas.openxmlformats.org/officeDocument/2006/relationships/image" Target="../media/image171.svg"/><Relationship Id="rId10" Type="http://schemas.openxmlformats.org/officeDocument/2006/relationships/image" Target="../media/image175.svg"/><Relationship Id="rId4" Type="http://schemas.openxmlformats.org/officeDocument/2006/relationships/image" Target="../media/image91.svg"/><Relationship Id="rId9" Type="http://schemas.openxmlformats.org/officeDocument/2006/relationships/image" Target="../media/image174.svg"/></Relationships>
</file>

<file path=ppt/slides/_rels/slide27.xml.rels><?xml version="1.0" encoding="UTF-8" standalone="yes"?>
<Relationships xmlns="http://schemas.openxmlformats.org/package/2006/relationships"><Relationship Id="rId8" Type="http://schemas.openxmlformats.org/officeDocument/2006/relationships/image" Target="../media/image181.svg"/><Relationship Id="rId13" Type="http://schemas.openxmlformats.org/officeDocument/2006/relationships/image" Target="../media/image184.svg"/><Relationship Id="rId18" Type="http://schemas.openxmlformats.org/officeDocument/2006/relationships/image" Target="../media/image189.svg"/><Relationship Id="rId3" Type="http://schemas.openxmlformats.org/officeDocument/2006/relationships/image" Target="../media/image52.svg"/><Relationship Id="rId21" Type="http://schemas.openxmlformats.org/officeDocument/2006/relationships/image" Target="../media/image192.svg"/><Relationship Id="rId7" Type="http://schemas.openxmlformats.org/officeDocument/2006/relationships/image" Target="../media/image180.svg"/><Relationship Id="rId12" Type="http://schemas.openxmlformats.org/officeDocument/2006/relationships/image" Target="../media/image183.svg"/><Relationship Id="rId17" Type="http://schemas.openxmlformats.org/officeDocument/2006/relationships/image" Target="../media/image188.svg"/><Relationship Id="rId2" Type="http://schemas.openxmlformats.org/officeDocument/2006/relationships/image" Target="../media/image66.svg"/><Relationship Id="rId16" Type="http://schemas.openxmlformats.org/officeDocument/2006/relationships/image" Target="../media/image187.svg"/><Relationship Id="rId20" Type="http://schemas.openxmlformats.org/officeDocument/2006/relationships/image" Target="../media/image191.svg"/><Relationship Id="rId1" Type="http://schemas.openxmlformats.org/officeDocument/2006/relationships/slideLayout" Target="../slideLayouts/slideLayout12.xml"/><Relationship Id="rId6" Type="http://schemas.openxmlformats.org/officeDocument/2006/relationships/image" Target="../media/image179.svg"/><Relationship Id="rId11" Type="http://schemas.openxmlformats.org/officeDocument/2006/relationships/image" Target="../media/image87.svg"/><Relationship Id="rId5" Type="http://schemas.openxmlformats.org/officeDocument/2006/relationships/image" Target="../media/image54.svg"/><Relationship Id="rId15" Type="http://schemas.openxmlformats.org/officeDocument/2006/relationships/image" Target="../media/image186.svg"/><Relationship Id="rId23" Type="http://schemas.openxmlformats.org/officeDocument/2006/relationships/image" Target="../media/image46.svg"/><Relationship Id="rId10" Type="http://schemas.openxmlformats.org/officeDocument/2006/relationships/image" Target="../media/image117.svg"/><Relationship Id="rId19" Type="http://schemas.openxmlformats.org/officeDocument/2006/relationships/image" Target="../media/image190.svg"/><Relationship Id="rId4" Type="http://schemas.openxmlformats.org/officeDocument/2006/relationships/image" Target="../media/image55.svg"/><Relationship Id="rId9" Type="http://schemas.openxmlformats.org/officeDocument/2006/relationships/image" Target="../media/image182.svg"/><Relationship Id="rId14" Type="http://schemas.openxmlformats.org/officeDocument/2006/relationships/image" Target="../media/image185.svg"/><Relationship Id="rId22" Type="http://schemas.openxmlformats.org/officeDocument/2006/relationships/image" Target="../media/image193.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4.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pic>
        <p:nvPicPr>
          <p:cNvPr id="2" name="Image 0" descr="/mnt/data/d824702f59.png"/>
          <p:cNvPicPr>
            <a:picLocks noChangeAspect="1"/>
          </p:cNvPicPr>
          <p:nvPr/>
        </p:nvPicPr>
        <p:blipFill>
          <a:blip r:embed="rId3"/>
          <a:srcRect t="7811" b="7811"/>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B2739">
              <a:alpha val="72000"/>
            </a:srgbClr>
          </a:solidFill>
          <a:ln w="12700">
            <a:solidFill>
              <a:srgbClr val="0B27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0B0004020202020204" pitchFamily="34" charset="0"/>
            </a:endParaRPr>
          </a:p>
        </p:txBody>
      </p:sp>
      <p:sp>
        <p:nvSpPr>
          <p:cNvPr id="4" name="Shape 1"/>
          <p:cNvSpPr/>
          <p:nvPr/>
        </p:nvSpPr>
        <p:spPr>
          <a:xfrm>
            <a:off x="566928" y="566928"/>
            <a:ext cx="5989320" cy="5394960"/>
          </a:xfrm>
          <a:prstGeom prst="rect">
            <a:avLst/>
          </a:prstGeom>
          <a:solidFill>
            <a:srgbClr val="0B2739">
              <a:alpha val="90000"/>
            </a:srgbClr>
          </a:solidFill>
          <a:ln w="12700">
            <a:solidFill>
              <a:srgbClr val="0B27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0B0004020202020204" pitchFamily="34" charset="0"/>
            </a:endParaRPr>
          </a:p>
        </p:txBody>
      </p:sp>
      <p:sp>
        <p:nvSpPr>
          <p:cNvPr id="5" name="Text 2"/>
          <p:cNvSpPr/>
          <p:nvPr/>
        </p:nvSpPr>
        <p:spPr>
          <a:xfrm>
            <a:off x="822960" y="960120"/>
            <a:ext cx="5394960" cy="15544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900" b="1" i="0" u="none" strike="noStrike" kern="1200" cap="none" spc="0" normalizeH="0" baseline="0" noProof="0" dirty="0">
                <a:ln>
                  <a:noFill/>
                </a:ln>
                <a:solidFill>
                  <a:srgbClr val="FFFFFF"/>
                </a:solidFill>
                <a:effectLst/>
                <a:uLnTx/>
                <a:uFillTx/>
                <a:latin typeface="Aptos" panose="020B0004020202020204" pitchFamily="34" charset="0"/>
              </a:rPr>
              <a:t>Sikkim Artificial Intelligence</a:t>
            </a:r>
            <a:endParaRPr kumimoji="0" lang="en-US" sz="2900" b="0" i="0" u="none" strike="noStrike" kern="1200" cap="none" spc="0" normalizeH="0" baseline="0" noProof="0" dirty="0">
              <a:ln>
                <a:noFill/>
              </a:ln>
              <a:solidFill>
                <a:prstClr val="black"/>
              </a:solidFill>
              <a:effectLst/>
              <a:uLnTx/>
              <a:uFillTx/>
              <a:latin typeface="Aptos" panose="020B00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900" b="1" i="0" u="none" strike="noStrike" kern="1200" cap="none" spc="0" normalizeH="0" baseline="0" noProof="0" dirty="0">
                <a:ln>
                  <a:noFill/>
                </a:ln>
                <a:solidFill>
                  <a:srgbClr val="FFFFFF"/>
                </a:solidFill>
                <a:effectLst/>
                <a:uLnTx/>
                <a:uFillTx/>
                <a:latin typeface="Aptos" panose="020B0004020202020204" pitchFamily="34" charset="0"/>
              </a:rPr>
              <a:t>Centre of Excellence</a:t>
            </a:r>
            <a:endParaRPr kumimoji="0" lang="en-US" sz="2900" b="0" i="0" u="none" strike="noStrike" kern="1200" cap="none" spc="0" normalizeH="0" baseline="0" noProof="0" dirty="0">
              <a:ln>
                <a:noFill/>
              </a:ln>
              <a:solidFill>
                <a:prstClr val="black"/>
              </a:solidFill>
              <a:effectLst/>
              <a:uLnTx/>
              <a:uFillTx/>
              <a:latin typeface="Aptos" panose="020B0004020202020204" pitchFamily="34" charset="0"/>
            </a:endParaRPr>
          </a:p>
        </p:txBody>
      </p:sp>
      <p:sp>
        <p:nvSpPr>
          <p:cNvPr id="6" name="Text 3"/>
          <p:cNvSpPr/>
          <p:nvPr/>
        </p:nvSpPr>
        <p:spPr>
          <a:xfrm>
            <a:off x="822960" y="2788920"/>
            <a:ext cx="516636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E7F0F4"/>
                </a:solidFill>
                <a:effectLst/>
                <a:uLnTx/>
                <a:uFillTx/>
                <a:latin typeface="Aptos" panose="020B0004020202020204" pitchFamily="34" charset="0"/>
              </a:rPr>
              <a:t>Building a responsible, inclusive and sustainable Himalayan AI innovation ecosystem</a:t>
            </a:r>
            <a:endParaRPr kumimoji="0" lang="en-US" sz="1500" b="0" i="0" u="none" strike="noStrike" kern="1200" cap="none" spc="0" normalizeH="0" baseline="0" noProof="0" dirty="0">
              <a:ln>
                <a:noFill/>
              </a:ln>
              <a:solidFill>
                <a:prstClr val="black"/>
              </a:solidFill>
              <a:effectLst/>
              <a:uLnTx/>
              <a:uFillTx/>
              <a:latin typeface="Aptos" panose="020B0004020202020204" pitchFamily="34" charset="0"/>
            </a:endParaRPr>
          </a:p>
        </p:txBody>
      </p:sp>
      <p:sp>
        <p:nvSpPr>
          <p:cNvPr id="7" name="Shape 4"/>
          <p:cNvSpPr/>
          <p:nvPr/>
        </p:nvSpPr>
        <p:spPr>
          <a:xfrm>
            <a:off x="822960" y="3858768"/>
            <a:ext cx="1645920" cy="1"/>
          </a:xfrm>
          <a:prstGeom prst="line">
            <a:avLst/>
          </a:prstGeom>
          <a:noFill/>
          <a:ln w="63500">
            <a:solidFill>
              <a:srgbClr val="86BC2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Aptos" panose="020B0004020202020204" pitchFamily="34" charset="0"/>
            </a:endParaRPr>
          </a:p>
        </p:txBody>
      </p:sp>
      <p:sp>
        <p:nvSpPr>
          <p:cNvPr id="8" name="Text 5"/>
          <p:cNvSpPr/>
          <p:nvPr/>
        </p:nvSpPr>
        <p:spPr>
          <a:xfrm>
            <a:off x="822960" y="4096512"/>
            <a:ext cx="43891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FFFFFF"/>
                </a:solidFill>
                <a:effectLst/>
                <a:uLnTx/>
                <a:uFillTx/>
                <a:latin typeface="Aptos" panose="020B0004020202020204" pitchFamily="34" charset="0"/>
              </a:rPr>
              <a:t>Technical Presentation | 23 September 2026</a:t>
            </a:r>
            <a:endParaRPr kumimoji="0" lang="en-US" sz="1050" b="0" i="0" u="none" strike="noStrike" kern="1200" cap="none" spc="0" normalizeH="0" baseline="0" noProof="0" dirty="0">
              <a:ln>
                <a:noFill/>
              </a:ln>
              <a:solidFill>
                <a:prstClr val="black"/>
              </a:solidFill>
              <a:effectLst/>
              <a:uLnTx/>
              <a:uFillTx/>
              <a:latin typeface="Aptos" panose="020B0004020202020204" pitchFamily="34" charset="0"/>
            </a:endParaRPr>
          </a:p>
        </p:txBody>
      </p:sp>
      <p:sp>
        <p:nvSpPr>
          <p:cNvPr id="9" name="Text 6"/>
          <p:cNvSpPr/>
          <p:nvPr/>
        </p:nvSpPr>
        <p:spPr>
          <a:xfrm>
            <a:off x="822960" y="4526280"/>
            <a:ext cx="502920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D9E5EA"/>
                </a:solidFill>
                <a:effectLst/>
                <a:uLnTx/>
                <a:uFillTx/>
                <a:latin typeface="Aptos" panose="020B0004020202020204" pitchFamily="34" charset="0"/>
              </a:rPr>
              <a:t>Expression of Interest: Selection of Strategic Implementation Partner(s)</a:t>
            </a:r>
            <a:endParaRPr kumimoji="0" lang="en-US" sz="950" b="0" i="0" u="none" strike="noStrike" kern="1200" cap="none" spc="0" normalizeH="0" baseline="0" noProof="0" dirty="0">
              <a:ln>
                <a:noFill/>
              </a:ln>
              <a:solidFill>
                <a:prstClr val="black"/>
              </a:solidFill>
              <a:effectLst/>
              <a:uLnTx/>
              <a:uFillTx/>
              <a:latin typeface="Aptos" panose="020B0004020202020204" pitchFamily="34" charset="0"/>
            </a:endParaRPr>
          </a:p>
        </p:txBody>
      </p:sp>
      <p:sp>
        <p:nvSpPr>
          <p:cNvPr id="10" name="Text 7"/>
          <p:cNvSpPr/>
          <p:nvPr/>
        </p:nvSpPr>
        <p:spPr>
          <a:xfrm>
            <a:off x="822960" y="5577840"/>
            <a:ext cx="22860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D9E5EA"/>
                </a:solidFill>
                <a:effectLst/>
                <a:uLnTx/>
                <a:uFillTx/>
                <a:latin typeface="Aptos" panose="020B0004020202020204" pitchFamily="34" charset="0"/>
              </a:rPr>
              <a:t>Private and confidential</a:t>
            </a:r>
            <a:endParaRPr kumimoji="0" lang="en-US" sz="800" b="0" i="0" u="none" strike="noStrike" kern="1200" cap="none" spc="0" normalizeH="0" baseline="0" noProof="0" dirty="0">
              <a:ln>
                <a:noFill/>
              </a:ln>
              <a:solidFill>
                <a:prstClr val="black"/>
              </a:solidFill>
              <a:effectLst/>
              <a:uLnTx/>
              <a:uFillTx/>
              <a:latin typeface="Aptos" panose="020B0004020202020204" pitchFamily="34" charset="0"/>
            </a:endParaRPr>
          </a:p>
        </p:txBody>
      </p:sp>
      <p:pic>
        <p:nvPicPr>
          <p:cNvPr id="12" name="Logo">
            <a:extLst>
              <a:ext uri="{FF2B5EF4-FFF2-40B4-BE49-F238E27FC236}">
                <a16:creationId xmlns:a16="http://schemas.microsoft.com/office/drawing/2014/main" id="{CC27F4C6-08EF-5F56-658A-96D73156E9CA}"/>
              </a:ext>
            </a:extLst>
          </p:cNvPr>
          <p:cNvPicPr>
            <a:picLocks noChangeAspect="1"/>
          </p:cNvPicPr>
          <p:nvPr/>
        </p:nvPicPr>
        <p:blipFill rotWithShape="1">
          <a:blip r:embed="rId4"/>
          <a:srcRect b="53472"/>
          <a:stretch/>
        </p:blipFill>
        <p:spPr>
          <a:xfrm>
            <a:off x="10104493" y="6066457"/>
            <a:ext cx="1517236" cy="32495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 cy="1"/>
          <a:chOff x="0" y="0"/>
          <a:chExt cx="1" cy="1"/>
        </a:xfrm>
      </p:grpSpPr>
      <p:sp>
        <p:nvSpPr>
          <p:cNvPr id="2" name="Text 0"/>
          <p:cNvSpPr/>
          <p:nvPr/>
        </p:nvSpPr>
        <p:spPr>
          <a:xfrm>
            <a:off x="502920" y="274320"/>
            <a:ext cx="11064240" cy="384048"/>
          </a:xfrm>
          <a:prstGeom prst="rect">
            <a:avLst/>
          </a:prstGeom>
          <a:noFill/>
          <a:ln/>
        </p:spPr>
        <p:txBody>
          <a:bodyPr wrap="square" lIns="0" tIns="0" rIns="0" bIns="0" rtlCol="0" anchor="ctr"/>
          <a:lstStyle/>
          <a:p>
            <a:pPr marL="0" indent="0">
              <a:buNone/>
            </a:pPr>
            <a:r>
              <a:rPr lang="en-US" sz="2400" b="1" dirty="0">
                <a:solidFill>
                  <a:srgbClr val="0B2739"/>
                </a:solidFill>
                <a:latin typeface="Aptos" panose="020B0004020202020204" pitchFamily="34" charset="0"/>
              </a:rPr>
              <a:t>Presentation Agenda</a:t>
            </a:r>
            <a:endParaRPr lang="en-US" sz="2400" dirty="0">
              <a:latin typeface="Aptos" panose="020B0004020202020204" pitchFamily="34" charset="0"/>
            </a:endParaRPr>
          </a:p>
        </p:txBody>
      </p:sp>
      <p:sp>
        <p:nvSpPr>
          <p:cNvPr id="4" name="Text 2"/>
          <p:cNvSpPr/>
          <p:nvPr/>
        </p:nvSpPr>
        <p:spPr>
          <a:xfrm>
            <a:off x="640080" y="1325880"/>
            <a:ext cx="640080" cy="457200"/>
          </a:xfrm>
          <a:prstGeom prst="rect">
            <a:avLst/>
          </a:prstGeom>
          <a:noFill/>
          <a:ln/>
        </p:spPr>
        <p:txBody>
          <a:bodyPr wrap="square" lIns="0" tIns="0" rIns="0" bIns="0" rtlCol="0" anchor="ctr"/>
          <a:lstStyle/>
          <a:p>
            <a:pPr marL="0" indent="0">
              <a:buNone/>
            </a:pPr>
            <a:r>
              <a:rPr lang="en-US" sz="2300" b="1" dirty="0">
                <a:solidFill>
                  <a:srgbClr val="86BC25"/>
                </a:solidFill>
                <a:latin typeface="Aptos" panose="020B0004020202020204" pitchFamily="34" charset="0"/>
              </a:rPr>
              <a:t>01</a:t>
            </a:r>
            <a:endParaRPr lang="en-US" sz="2300" dirty="0">
              <a:latin typeface="Aptos" panose="020B0004020202020204" pitchFamily="34" charset="0"/>
            </a:endParaRPr>
          </a:p>
        </p:txBody>
      </p:sp>
      <p:sp>
        <p:nvSpPr>
          <p:cNvPr id="5" name="Text 3"/>
          <p:cNvSpPr/>
          <p:nvPr/>
        </p:nvSpPr>
        <p:spPr>
          <a:xfrm>
            <a:off x="1417320" y="1353312"/>
            <a:ext cx="9601200" cy="365760"/>
          </a:xfrm>
          <a:prstGeom prst="rect">
            <a:avLst/>
          </a:prstGeom>
          <a:noFill/>
          <a:ln/>
        </p:spPr>
        <p:txBody>
          <a:bodyPr wrap="square" lIns="0" tIns="0" rIns="0" bIns="0" rtlCol="0" anchor="ctr"/>
          <a:lstStyle/>
          <a:p>
            <a:pPr lvl="0">
              <a:defRPr/>
            </a:pPr>
            <a:r>
              <a:rPr lang="en-US" kern="0" dirty="0">
                <a:solidFill>
                  <a:srgbClr val="000000"/>
                </a:solidFill>
                <a:latin typeface="Aptos" panose="020B0004020202020204" pitchFamily="34" charset="0"/>
              </a:rPr>
              <a:t>Understanding of the AI COE Vision</a:t>
            </a:r>
          </a:p>
        </p:txBody>
      </p:sp>
      <p:sp>
        <p:nvSpPr>
          <p:cNvPr id="6" name="Shape 4"/>
          <p:cNvSpPr/>
          <p:nvPr/>
        </p:nvSpPr>
        <p:spPr>
          <a:xfrm>
            <a:off x="1417320" y="1892808"/>
            <a:ext cx="9692640" cy="1"/>
          </a:xfrm>
          <a:prstGeom prst="line">
            <a:avLst/>
          </a:prstGeom>
          <a:noFill/>
          <a:ln w="12700">
            <a:solidFill>
              <a:srgbClr val="D7E1E6"/>
            </a:solidFill>
            <a:prstDash val="solid"/>
          </a:ln>
        </p:spPr>
        <p:txBody>
          <a:bodyPr/>
          <a:lstStyle/>
          <a:p>
            <a:endParaRPr lang="en-IN">
              <a:latin typeface="Aptos" panose="020B0004020202020204" pitchFamily="34" charset="0"/>
            </a:endParaRPr>
          </a:p>
        </p:txBody>
      </p:sp>
      <p:sp>
        <p:nvSpPr>
          <p:cNvPr id="7" name="Text 5"/>
          <p:cNvSpPr/>
          <p:nvPr/>
        </p:nvSpPr>
        <p:spPr>
          <a:xfrm>
            <a:off x="640080" y="2468880"/>
            <a:ext cx="640080" cy="457200"/>
          </a:xfrm>
          <a:prstGeom prst="rect">
            <a:avLst/>
          </a:prstGeom>
          <a:noFill/>
          <a:ln/>
        </p:spPr>
        <p:txBody>
          <a:bodyPr wrap="square" lIns="0" tIns="0" rIns="0" bIns="0" rtlCol="0" anchor="ctr"/>
          <a:lstStyle/>
          <a:p>
            <a:pPr marL="0" indent="0">
              <a:buNone/>
            </a:pPr>
            <a:r>
              <a:rPr lang="en-US" sz="2300" b="1" dirty="0">
                <a:solidFill>
                  <a:srgbClr val="86BC25"/>
                </a:solidFill>
                <a:latin typeface="Aptos" panose="020B0004020202020204" pitchFamily="34" charset="0"/>
              </a:rPr>
              <a:t>02</a:t>
            </a:r>
            <a:endParaRPr lang="en-US" sz="2300" dirty="0">
              <a:latin typeface="Aptos" panose="020B0004020202020204" pitchFamily="34" charset="0"/>
            </a:endParaRPr>
          </a:p>
        </p:txBody>
      </p:sp>
      <p:sp>
        <p:nvSpPr>
          <p:cNvPr id="8" name="Text 6"/>
          <p:cNvSpPr/>
          <p:nvPr/>
        </p:nvSpPr>
        <p:spPr>
          <a:xfrm>
            <a:off x="1417320" y="2496312"/>
            <a:ext cx="9601200" cy="365760"/>
          </a:xfrm>
          <a:prstGeom prst="rect">
            <a:avLst/>
          </a:prstGeom>
          <a:noFill/>
          <a:ln/>
        </p:spPr>
        <p:txBody>
          <a:bodyPr wrap="square" lIns="0" tIns="0" rIns="0" bIns="0" rtlCol="0" anchor="ctr"/>
          <a:lstStyle/>
          <a:p>
            <a:pPr lvl="0">
              <a:defRPr/>
            </a:pPr>
            <a:r>
              <a:rPr lang="en-US" kern="0" dirty="0">
                <a:solidFill>
                  <a:srgbClr val="000000"/>
                </a:solidFill>
                <a:latin typeface="Aptos" panose="020B0004020202020204" pitchFamily="34" charset="0"/>
              </a:rPr>
              <a:t>Technical Architecture &amp; Innovation</a:t>
            </a:r>
          </a:p>
        </p:txBody>
      </p:sp>
      <p:sp>
        <p:nvSpPr>
          <p:cNvPr id="9" name="Shape 7"/>
          <p:cNvSpPr/>
          <p:nvPr/>
        </p:nvSpPr>
        <p:spPr>
          <a:xfrm>
            <a:off x="1417320" y="3035808"/>
            <a:ext cx="9692640" cy="1"/>
          </a:xfrm>
          <a:prstGeom prst="line">
            <a:avLst/>
          </a:prstGeom>
          <a:noFill/>
          <a:ln w="12700">
            <a:solidFill>
              <a:srgbClr val="D7E1E6"/>
            </a:solidFill>
            <a:prstDash val="solid"/>
          </a:ln>
        </p:spPr>
        <p:txBody>
          <a:bodyPr/>
          <a:lstStyle/>
          <a:p>
            <a:endParaRPr lang="en-IN">
              <a:latin typeface="Aptos" panose="020B0004020202020204" pitchFamily="34" charset="0"/>
            </a:endParaRPr>
          </a:p>
        </p:txBody>
      </p:sp>
      <p:sp>
        <p:nvSpPr>
          <p:cNvPr id="10" name="Text 8"/>
          <p:cNvSpPr/>
          <p:nvPr/>
        </p:nvSpPr>
        <p:spPr>
          <a:xfrm>
            <a:off x="640080" y="3611880"/>
            <a:ext cx="640080" cy="457200"/>
          </a:xfrm>
          <a:prstGeom prst="rect">
            <a:avLst/>
          </a:prstGeom>
          <a:noFill/>
          <a:ln/>
        </p:spPr>
        <p:txBody>
          <a:bodyPr wrap="square" lIns="0" tIns="0" rIns="0" bIns="0" rtlCol="0" anchor="ctr"/>
          <a:lstStyle/>
          <a:p>
            <a:pPr marL="0" indent="0">
              <a:buNone/>
            </a:pPr>
            <a:r>
              <a:rPr lang="en-US" sz="2300" b="1" dirty="0">
                <a:solidFill>
                  <a:srgbClr val="86BC25"/>
                </a:solidFill>
                <a:latin typeface="Aptos" panose="020B0004020202020204" pitchFamily="34" charset="0"/>
              </a:rPr>
              <a:t>03</a:t>
            </a:r>
            <a:endParaRPr lang="en-US" sz="2300" dirty="0">
              <a:latin typeface="Aptos" panose="020B0004020202020204" pitchFamily="34" charset="0"/>
            </a:endParaRPr>
          </a:p>
        </p:txBody>
      </p:sp>
      <p:sp>
        <p:nvSpPr>
          <p:cNvPr id="11" name="Text 9"/>
          <p:cNvSpPr/>
          <p:nvPr/>
        </p:nvSpPr>
        <p:spPr>
          <a:xfrm>
            <a:off x="1417320" y="3639312"/>
            <a:ext cx="9601200" cy="365760"/>
          </a:xfrm>
          <a:prstGeom prst="rect">
            <a:avLst/>
          </a:prstGeom>
          <a:noFill/>
          <a:ln/>
        </p:spPr>
        <p:txBody>
          <a:bodyPr wrap="square" lIns="0" tIns="0" rIns="0" bIns="0" rtlCol="0" anchor="ctr"/>
          <a:lstStyle/>
          <a:p>
            <a:pPr marL="0" indent="0">
              <a:buNone/>
            </a:pPr>
            <a:r>
              <a:rPr lang="en-US" kern="0" dirty="0">
                <a:solidFill>
                  <a:srgbClr val="000000"/>
                </a:solidFill>
                <a:latin typeface="Aptos" panose="020B0004020202020204" pitchFamily="34" charset="0"/>
              </a:rPr>
              <a:t>Priority Sikkim use-case portfolio</a:t>
            </a:r>
          </a:p>
        </p:txBody>
      </p:sp>
      <p:sp>
        <p:nvSpPr>
          <p:cNvPr id="12" name="Shape 10"/>
          <p:cNvSpPr/>
          <p:nvPr/>
        </p:nvSpPr>
        <p:spPr>
          <a:xfrm>
            <a:off x="1417320" y="4178808"/>
            <a:ext cx="9692640" cy="1"/>
          </a:xfrm>
          <a:prstGeom prst="line">
            <a:avLst/>
          </a:prstGeom>
          <a:noFill/>
          <a:ln w="12700">
            <a:solidFill>
              <a:srgbClr val="D7E1E6"/>
            </a:solidFill>
            <a:prstDash val="solid"/>
          </a:ln>
        </p:spPr>
        <p:txBody>
          <a:bodyPr/>
          <a:lstStyle/>
          <a:p>
            <a:endParaRPr lang="en-IN">
              <a:latin typeface="Aptos" panose="020B0004020202020204" pitchFamily="34" charset="0"/>
            </a:endParaRPr>
          </a:p>
        </p:txBody>
      </p:sp>
      <p:sp>
        <p:nvSpPr>
          <p:cNvPr id="13" name="Text 11"/>
          <p:cNvSpPr/>
          <p:nvPr/>
        </p:nvSpPr>
        <p:spPr>
          <a:xfrm>
            <a:off x="640080" y="4754880"/>
            <a:ext cx="640080" cy="457200"/>
          </a:xfrm>
          <a:prstGeom prst="rect">
            <a:avLst/>
          </a:prstGeom>
          <a:noFill/>
          <a:ln/>
        </p:spPr>
        <p:txBody>
          <a:bodyPr wrap="square" lIns="0" tIns="0" rIns="0" bIns="0" rtlCol="0" anchor="ctr"/>
          <a:lstStyle/>
          <a:p>
            <a:pPr marL="0" indent="0">
              <a:buNone/>
            </a:pPr>
            <a:r>
              <a:rPr lang="en-US" sz="2300" b="1" dirty="0">
                <a:solidFill>
                  <a:srgbClr val="86BC25"/>
                </a:solidFill>
                <a:latin typeface="Aptos" panose="020B0004020202020204" pitchFamily="34" charset="0"/>
              </a:rPr>
              <a:t>04</a:t>
            </a:r>
            <a:endParaRPr lang="en-US" sz="2300" dirty="0">
              <a:latin typeface="Aptos" panose="020B0004020202020204" pitchFamily="34" charset="0"/>
            </a:endParaRPr>
          </a:p>
        </p:txBody>
      </p:sp>
      <p:sp>
        <p:nvSpPr>
          <p:cNvPr id="14" name="Text 12"/>
          <p:cNvSpPr/>
          <p:nvPr/>
        </p:nvSpPr>
        <p:spPr>
          <a:xfrm>
            <a:off x="1417320" y="4782312"/>
            <a:ext cx="9601200" cy="365760"/>
          </a:xfrm>
          <a:prstGeom prst="rect">
            <a:avLst/>
          </a:prstGeom>
          <a:noFill/>
          <a:ln/>
        </p:spPr>
        <p:txBody>
          <a:bodyPr wrap="square" lIns="0" tIns="0" rIns="0" bIns="0" rtlCol="0" anchor="ctr"/>
          <a:lstStyle/>
          <a:p>
            <a:r>
              <a:rPr lang="en-US" kern="0" dirty="0">
                <a:solidFill>
                  <a:srgbClr val="000000"/>
                </a:solidFill>
                <a:latin typeface="Aptos" panose="020B0004020202020204" pitchFamily="34" charset="0"/>
              </a:rPr>
              <a:t>Implementation and O&amp;M Strategy</a:t>
            </a:r>
          </a:p>
        </p:txBody>
      </p:sp>
      <p:sp>
        <p:nvSpPr>
          <p:cNvPr id="15" name="Shape 13"/>
          <p:cNvSpPr/>
          <p:nvPr/>
        </p:nvSpPr>
        <p:spPr>
          <a:xfrm>
            <a:off x="1417320" y="5321808"/>
            <a:ext cx="9692640" cy="1"/>
          </a:xfrm>
          <a:prstGeom prst="line">
            <a:avLst/>
          </a:prstGeom>
          <a:noFill/>
          <a:ln w="12700">
            <a:solidFill>
              <a:srgbClr val="D7E1E6"/>
            </a:solidFill>
            <a:prstDash val="solid"/>
          </a:ln>
        </p:spPr>
        <p:txBody>
          <a:bodyPr/>
          <a:lstStyle/>
          <a:p>
            <a:endParaRPr lang="en-IN">
              <a:latin typeface="Aptos" panose="020B0004020202020204" pitchFamily="34" charset="0"/>
            </a:endParaRPr>
          </a:p>
        </p:txBody>
      </p:sp>
      <p:sp>
        <p:nvSpPr>
          <p:cNvPr id="25" name="Slide Number Placeholder 0"/>
          <p:cNvSpPr>
            <a:spLocks noGrp="1"/>
          </p:cNvSpPr>
          <p:nvPr>
            <p:ph type="sldNum" sz="quarter" idx="4294967295"/>
          </p:nvPr>
        </p:nvSpPr>
        <p:spPr>
          <a:xfrm>
            <a:off x="11759184" y="6528816"/>
            <a:ext cx="201168" cy="146304"/>
          </a:xfrm>
          <a:prstGeom prst="rect">
            <a:avLst/>
          </a:prstGeom>
          <a:extLst>
            <a:ext uri="{C572A759-6A51-4108-AA02-DFA0A04FC94B}">
              <ma14:wrappingTextBoxFlag xmlns="" xmlns:ma14="http://schemas.microsoft.com/office/mac/drawingml/2011/main" val="0"/>
            </a:ext>
          </a:extLst>
        </p:spPr>
        <p:txBody>
          <a:bodyPr/>
          <a:lstStyle>
            <a:lvl1pPr>
              <a:defRPr sz="600">
                <a:solidFill>
                  <a:srgbClr val="68737D"/>
                </a:solidFill>
                <a:latin typeface="Arial"/>
                <a:ea typeface="Arial"/>
                <a:cs typeface="Arial"/>
              </a:defRPr>
            </a:lvl1pPr>
          </a:lstStyle>
          <a:p>
            <a:pPr algn="l"/>
            <a:fld id="{F7021451-1387-4CA6-816F-3879F97B5CBC}" type="slidenum">
              <a:rPr lang="en-US" b="0">
                <a:latin typeface="Aptos" panose="020B0004020202020204" pitchFamily="34" charset="0"/>
              </a:rPr>
              <a:t>2</a:t>
            </a:fld>
            <a:endParaRPr lang="en-US">
              <a:latin typeface="Aptos" panose="020B00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Title 1">
            <a:extLst>
              <a:ext uri="{FF2B5EF4-FFF2-40B4-BE49-F238E27FC236}">
                <a16:creationId xmlns:a16="http://schemas.microsoft.com/office/drawing/2014/main" id="{0500B72B-AA53-4117-CA6A-33963239C8E3}"/>
              </a:ext>
            </a:extLst>
          </p:cNvPr>
          <p:cNvSpPr txBox="1">
            <a:spLocks/>
          </p:cNvSpPr>
          <p:nvPr/>
        </p:nvSpPr>
        <p:spPr bwMode="gray">
          <a:xfrm>
            <a:off x="139931" y="231694"/>
            <a:ext cx="11263856" cy="334102"/>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lang="en-US" b="1" dirty="0">
                <a:ea typeface="+mn-ea"/>
                <a:cs typeface="+mn-cs"/>
              </a:rPr>
              <a:t>Deloitte is a market leader in Applied AI with strong experience in building AI COE</a:t>
            </a:r>
          </a:p>
        </p:txBody>
      </p:sp>
      <p:grpSp>
        <p:nvGrpSpPr>
          <p:cNvPr id="18" name="Group 17">
            <a:extLst>
              <a:ext uri="{FF2B5EF4-FFF2-40B4-BE49-F238E27FC236}">
                <a16:creationId xmlns:a16="http://schemas.microsoft.com/office/drawing/2014/main" id="{EE02D8FA-5F5D-C2B9-4C09-B6BF64181110}"/>
              </a:ext>
            </a:extLst>
          </p:cNvPr>
          <p:cNvGrpSpPr/>
          <p:nvPr/>
        </p:nvGrpSpPr>
        <p:grpSpPr>
          <a:xfrm>
            <a:off x="0" y="680575"/>
            <a:ext cx="5752976" cy="151621"/>
            <a:chOff x="0" y="786578"/>
            <a:chExt cx="5752976" cy="151621"/>
          </a:xfrm>
        </p:grpSpPr>
        <p:cxnSp>
          <p:nvCxnSpPr>
            <p:cNvPr id="31" name="Straight Connector 30">
              <a:extLst>
                <a:ext uri="{FF2B5EF4-FFF2-40B4-BE49-F238E27FC236}">
                  <a16:creationId xmlns:a16="http://schemas.microsoft.com/office/drawing/2014/main" id="{BDE90197-AF18-C8A6-57CE-225EC0D091C6}"/>
                </a:ext>
              </a:extLst>
            </p:cNvPr>
            <p:cNvCxnSpPr>
              <a:cxnSpLocks/>
            </p:cNvCxnSpPr>
            <p:nvPr/>
          </p:nvCxnSpPr>
          <p:spPr>
            <a:xfrm>
              <a:off x="0" y="862388"/>
              <a:ext cx="5673213" cy="0"/>
            </a:xfrm>
            <a:prstGeom prst="line">
              <a:avLst/>
            </a:prstGeom>
            <a:ln>
              <a:solidFill>
                <a:srgbClr val="92D050"/>
              </a:solidFill>
            </a:ln>
          </p:spPr>
          <p:style>
            <a:lnRef idx="2">
              <a:schemeClr val="accent1"/>
            </a:lnRef>
            <a:fillRef idx="0">
              <a:schemeClr val="accent1"/>
            </a:fillRef>
            <a:effectRef idx="1">
              <a:schemeClr val="accent1"/>
            </a:effectRef>
            <a:fontRef idx="minor">
              <a:schemeClr val="tx1"/>
            </a:fontRef>
          </p:style>
        </p:cxnSp>
        <p:sp>
          <p:nvSpPr>
            <p:cNvPr id="32" name="Diamond 31">
              <a:extLst>
                <a:ext uri="{FF2B5EF4-FFF2-40B4-BE49-F238E27FC236}">
                  <a16:creationId xmlns:a16="http://schemas.microsoft.com/office/drawing/2014/main" id="{9F1591F5-F95C-E479-7171-78DEDB16F242}"/>
                </a:ext>
              </a:extLst>
            </p:cNvPr>
            <p:cNvSpPr/>
            <p:nvPr/>
          </p:nvSpPr>
          <p:spPr>
            <a:xfrm>
              <a:off x="5661536" y="786578"/>
              <a:ext cx="91440" cy="151621"/>
            </a:xfrm>
            <a:prstGeom prst="diamond">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grpSp>
      <p:sp>
        <p:nvSpPr>
          <p:cNvPr id="15" name="Text 2">
            <a:extLst>
              <a:ext uri="{FF2B5EF4-FFF2-40B4-BE49-F238E27FC236}">
                <a16:creationId xmlns:a16="http://schemas.microsoft.com/office/drawing/2014/main" id="{AB16F9CE-3EF0-4004-CC7D-8E959F2F08A9}"/>
              </a:ext>
            </a:extLst>
          </p:cNvPr>
          <p:cNvSpPr/>
          <p:nvPr/>
        </p:nvSpPr>
        <p:spPr>
          <a:xfrm>
            <a:off x="484632" y="749808"/>
            <a:ext cx="9875520" cy="246888"/>
          </a:xfrm>
          <a:prstGeom prst="rect">
            <a:avLst/>
          </a:prstGeom>
          <a:noFill/>
          <a:ln/>
        </p:spPr>
        <p:txBody>
          <a:bodyPr wrap="square" lIns="0" tIns="0" rIns="0" bIns="0" rtlCol="0" anchor="ctr"/>
          <a:lstStyle/>
          <a:p>
            <a:r>
              <a:rPr lang="en-US" sz="1020" dirty="0">
                <a:solidFill>
                  <a:srgbClr val="596875"/>
                </a:solidFill>
                <a:latin typeface="+mj-lt"/>
              </a:rPr>
              <a:t>Applied AI capability spanning advice, implementation, capacity services and operate</a:t>
            </a:r>
            <a:endParaRPr lang="en-US" sz="1020" dirty="0">
              <a:solidFill>
                <a:prstClr val="black"/>
              </a:solidFill>
              <a:latin typeface="+mj-lt"/>
            </a:endParaRPr>
          </a:p>
        </p:txBody>
      </p:sp>
      <p:sp>
        <p:nvSpPr>
          <p:cNvPr id="33" name="Shape 3">
            <a:extLst>
              <a:ext uri="{FF2B5EF4-FFF2-40B4-BE49-F238E27FC236}">
                <a16:creationId xmlns:a16="http://schemas.microsoft.com/office/drawing/2014/main" id="{EFFDA337-73E4-FC95-98C4-8813A006260C}"/>
              </a:ext>
            </a:extLst>
          </p:cNvPr>
          <p:cNvSpPr/>
          <p:nvPr/>
        </p:nvSpPr>
        <p:spPr>
          <a:xfrm>
            <a:off x="502920" y="1170432"/>
            <a:ext cx="1847088" cy="749808"/>
          </a:xfrm>
          <a:prstGeom prst="roundRect">
            <a:avLst>
              <a:gd name="adj" fmla="val 9756"/>
            </a:avLst>
          </a:prstGeom>
          <a:solidFill>
            <a:srgbClr val="FFFFFF"/>
          </a:solidFill>
          <a:ln w="12700">
            <a:solidFill>
              <a:srgbClr val="D8E2E7"/>
            </a:solidFill>
            <a:prstDash val="solid"/>
          </a:ln>
          <a:effectLst>
            <a:outerShdw blurRad="8890" dist="3175" dir="2700000" algn="bl" rotWithShape="0">
              <a:srgbClr val="000000">
                <a:alpha val="8000"/>
              </a:srgbClr>
            </a:outerShdw>
          </a:effectLst>
        </p:spPr>
        <p:txBody>
          <a:bodyPr/>
          <a:lstStyle/>
          <a:p>
            <a:endParaRPr lang="en-IN" sz="2000">
              <a:solidFill>
                <a:prstClr val="black"/>
              </a:solidFill>
              <a:latin typeface="+mj-lt"/>
            </a:endParaRPr>
          </a:p>
        </p:txBody>
      </p:sp>
      <p:sp>
        <p:nvSpPr>
          <p:cNvPr id="34" name="Shape 4">
            <a:extLst>
              <a:ext uri="{FF2B5EF4-FFF2-40B4-BE49-F238E27FC236}">
                <a16:creationId xmlns:a16="http://schemas.microsoft.com/office/drawing/2014/main" id="{6A841248-9E6D-B2D5-4423-18EEF25F8098}"/>
              </a:ext>
            </a:extLst>
          </p:cNvPr>
          <p:cNvSpPr/>
          <p:nvPr/>
        </p:nvSpPr>
        <p:spPr>
          <a:xfrm>
            <a:off x="502920" y="1170432"/>
            <a:ext cx="64008" cy="749808"/>
          </a:xfrm>
          <a:prstGeom prst="rect">
            <a:avLst/>
          </a:prstGeom>
          <a:solidFill>
            <a:srgbClr val="43B02A"/>
          </a:solidFill>
          <a:ln w="12700">
            <a:solidFill>
              <a:srgbClr val="43B02A"/>
            </a:solidFill>
            <a:prstDash val="solid"/>
          </a:ln>
        </p:spPr>
        <p:txBody>
          <a:bodyPr/>
          <a:lstStyle/>
          <a:p>
            <a:endParaRPr lang="en-IN" sz="2000">
              <a:solidFill>
                <a:prstClr val="black"/>
              </a:solidFill>
              <a:latin typeface="+mj-lt"/>
            </a:endParaRPr>
          </a:p>
        </p:txBody>
      </p:sp>
      <p:pic>
        <p:nvPicPr>
          <p:cNvPr id="35" name="Image 0" descr="preencoded.png">
            <a:extLst>
              <a:ext uri="{FF2B5EF4-FFF2-40B4-BE49-F238E27FC236}">
                <a16:creationId xmlns:a16="http://schemas.microsoft.com/office/drawing/2014/main" id="{34AF37A7-2E93-85A4-6D71-791923767E4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85800" y="1389888"/>
            <a:ext cx="274320" cy="274320"/>
          </a:xfrm>
          <a:prstGeom prst="rect">
            <a:avLst/>
          </a:prstGeom>
        </p:spPr>
      </p:pic>
      <p:sp>
        <p:nvSpPr>
          <p:cNvPr id="43" name="Text 5">
            <a:extLst>
              <a:ext uri="{FF2B5EF4-FFF2-40B4-BE49-F238E27FC236}">
                <a16:creationId xmlns:a16="http://schemas.microsoft.com/office/drawing/2014/main" id="{7BF79BA2-FCB8-4C19-0BBD-1604DCA16D4E}"/>
              </a:ext>
            </a:extLst>
          </p:cNvPr>
          <p:cNvSpPr/>
          <p:nvPr/>
        </p:nvSpPr>
        <p:spPr>
          <a:xfrm>
            <a:off x="1069848" y="1289304"/>
            <a:ext cx="841248" cy="246888"/>
          </a:xfrm>
          <a:prstGeom prst="rect">
            <a:avLst/>
          </a:prstGeom>
          <a:noFill/>
          <a:ln/>
        </p:spPr>
        <p:txBody>
          <a:bodyPr wrap="square" lIns="0" tIns="0" rIns="0" bIns="0" rtlCol="0" anchor="ctr"/>
          <a:lstStyle/>
          <a:p>
            <a:r>
              <a:rPr lang="en-US" b="1" dirty="0">
                <a:solidFill>
                  <a:srgbClr val="43B02A"/>
                </a:solidFill>
                <a:latin typeface="+mj-lt"/>
              </a:rPr>
              <a:t>56,000+</a:t>
            </a:r>
            <a:endParaRPr lang="en-US" dirty="0">
              <a:solidFill>
                <a:prstClr val="black"/>
              </a:solidFill>
              <a:latin typeface="+mj-lt"/>
            </a:endParaRPr>
          </a:p>
        </p:txBody>
      </p:sp>
      <p:sp>
        <p:nvSpPr>
          <p:cNvPr id="45" name="Text 6">
            <a:extLst>
              <a:ext uri="{FF2B5EF4-FFF2-40B4-BE49-F238E27FC236}">
                <a16:creationId xmlns:a16="http://schemas.microsoft.com/office/drawing/2014/main" id="{32322429-A798-74EE-E4D4-801335378056}"/>
              </a:ext>
            </a:extLst>
          </p:cNvPr>
          <p:cNvSpPr/>
          <p:nvPr/>
        </p:nvSpPr>
        <p:spPr>
          <a:xfrm>
            <a:off x="1069848" y="1572768"/>
            <a:ext cx="1124712" cy="182880"/>
          </a:xfrm>
          <a:prstGeom prst="rect">
            <a:avLst/>
          </a:prstGeom>
          <a:noFill/>
          <a:ln/>
        </p:spPr>
        <p:txBody>
          <a:bodyPr wrap="square" lIns="0" tIns="0" rIns="0" bIns="0" rtlCol="0" anchor="ctr">
            <a:noAutofit/>
          </a:bodyPr>
          <a:lstStyle/>
          <a:p>
            <a:r>
              <a:rPr lang="en-US" sz="800" b="1" dirty="0">
                <a:solidFill>
                  <a:srgbClr val="596875"/>
                </a:solidFill>
                <a:latin typeface="+mj-lt"/>
              </a:rPr>
              <a:t>Analytics professionals</a:t>
            </a:r>
            <a:endParaRPr lang="en-US" sz="800" dirty="0">
              <a:solidFill>
                <a:prstClr val="black"/>
              </a:solidFill>
              <a:latin typeface="+mj-lt"/>
            </a:endParaRPr>
          </a:p>
        </p:txBody>
      </p:sp>
      <p:sp>
        <p:nvSpPr>
          <p:cNvPr id="46" name="Shape 7">
            <a:extLst>
              <a:ext uri="{FF2B5EF4-FFF2-40B4-BE49-F238E27FC236}">
                <a16:creationId xmlns:a16="http://schemas.microsoft.com/office/drawing/2014/main" id="{9357F595-8C4F-C463-BA5A-6D04A730E809}"/>
              </a:ext>
            </a:extLst>
          </p:cNvPr>
          <p:cNvSpPr/>
          <p:nvPr/>
        </p:nvSpPr>
        <p:spPr>
          <a:xfrm>
            <a:off x="2468880" y="1170432"/>
            <a:ext cx="1847088" cy="749808"/>
          </a:xfrm>
          <a:prstGeom prst="roundRect">
            <a:avLst>
              <a:gd name="adj" fmla="val 9756"/>
            </a:avLst>
          </a:prstGeom>
          <a:solidFill>
            <a:srgbClr val="FFFFFF"/>
          </a:solidFill>
          <a:ln w="12700">
            <a:solidFill>
              <a:srgbClr val="D8E2E7"/>
            </a:solidFill>
            <a:prstDash val="solid"/>
          </a:ln>
          <a:effectLst>
            <a:outerShdw blurRad="8890" dist="3175" dir="2700000" algn="bl" rotWithShape="0">
              <a:srgbClr val="000000">
                <a:alpha val="8000"/>
              </a:srgbClr>
            </a:outerShdw>
          </a:effectLst>
        </p:spPr>
        <p:txBody>
          <a:bodyPr/>
          <a:lstStyle/>
          <a:p>
            <a:endParaRPr lang="en-IN" sz="2000">
              <a:solidFill>
                <a:prstClr val="black"/>
              </a:solidFill>
              <a:latin typeface="+mj-lt"/>
            </a:endParaRPr>
          </a:p>
        </p:txBody>
      </p:sp>
      <p:sp>
        <p:nvSpPr>
          <p:cNvPr id="47" name="Shape 8">
            <a:extLst>
              <a:ext uri="{FF2B5EF4-FFF2-40B4-BE49-F238E27FC236}">
                <a16:creationId xmlns:a16="http://schemas.microsoft.com/office/drawing/2014/main" id="{4CFD6DB8-B398-E5D2-6CBA-D268B1F45FB4}"/>
              </a:ext>
            </a:extLst>
          </p:cNvPr>
          <p:cNvSpPr/>
          <p:nvPr/>
        </p:nvSpPr>
        <p:spPr>
          <a:xfrm>
            <a:off x="2468880" y="1170432"/>
            <a:ext cx="64008" cy="749808"/>
          </a:xfrm>
          <a:prstGeom prst="rect">
            <a:avLst/>
          </a:prstGeom>
          <a:solidFill>
            <a:srgbClr val="007CB0"/>
          </a:solidFill>
          <a:ln w="12700">
            <a:solidFill>
              <a:srgbClr val="007CB0"/>
            </a:solidFill>
            <a:prstDash val="solid"/>
          </a:ln>
        </p:spPr>
        <p:txBody>
          <a:bodyPr/>
          <a:lstStyle/>
          <a:p>
            <a:endParaRPr lang="en-IN" sz="2000">
              <a:solidFill>
                <a:prstClr val="black"/>
              </a:solidFill>
              <a:latin typeface="+mj-lt"/>
            </a:endParaRPr>
          </a:p>
        </p:txBody>
      </p:sp>
      <p:pic>
        <p:nvPicPr>
          <p:cNvPr id="49" name="Image 1" descr="preencoded.png">
            <a:extLst>
              <a:ext uri="{FF2B5EF4-FFF2-40B4-BE49-F238E27FC236}">
                <a16:creationId xmlns:a16="http://schemas.microsoft.com/office/drawing/2014/main" id="{B269ED41-EF0D-2018-BED0-72D6128D5F9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51760" y="1389888"/>
            <a:ext cx="274320" cy="274320"/>
          </a:xfrm>
          <a:prstGeom prst="rect">
            <a:avLst/>
          </a:prstGeom>
        </p:spPr>
      </p:pic>
      <p:sp>
        <p:nvSpPr>
          <p:cNvPr id="50" name="Text 9">
            <a:extLst>
              <a:ext uri="{FF2B5EF4-FFF2-40B4-BE49-F238E27FC236}">
                <a16:creationId xmlns:a16="http://schemas.microsoft.com/office/drawing/2014/main" id="{1F6AD973-C301-C34D-5A62-5EDA7A95BCDC}"/>
              </a:ext>
            </a:extLst>
          </p:cNvPr>
          <p:cNvSpPr/>
          <p:nvPr/>
        </p:nvSpPr>
        <p:spPr>
          <a:xfrm>
            <a:off x="3035808" y="1289304"/>
            <a:ext cx="841248" cy="246888"/>
          </a:xfrm>
          <a:prstGeom prst="rect">
            <a:avLst/>
          </a:prstGeom>
          <a:noFill/>
          <a:ln/>
        </p:spPr>
        <p:txBody>
          <a:bodyPr wrap="square" lIns="0" tIns="0" rIns="0" bIns="0" rtlCol="0" anchor="ctr"/>
          <a:lstStyle/>
          <a:p>
            <a:r>
              <a:rPr lang="en-US" b="1" dirty="0">
                <a:solidFill>
                  <a:srgbClr val="007CB0"/>
                </a:solidFill>
                <a:latin typeface="+mj-lt"/>
              </a:rPr>
              <a:t>30,000+</a:t>
            </a:r>
            <a:endParaRPr lang="en-US" dirty="0">
              <a:solidFill>
                <a:prstClr val="black"/>
              </a:solidFill>
              <a:latin typeface="+mj-lt"/>
            </a:endParaRPr>
          </a:p>
        </p:txBody>
      </p:sp>
      <p:sp>
        <p:nvSpPr>
          <p:cNvPr id="51" name="Text 10">
            <a:extLst>
              <a:ext uri="{FF2B5EF4-FFF2-40B4-BE49-F238E27FC236}">
                <a16:creationId xmlns:a16="http://schemas.microsoft.com/office/drawing/2014/main" id="{8371B3D1-D31D-2F29-F8A9-DCA3A4EF6C2A}"/>
              </a:ext>
            </a:extLst>
          </p:cNvPr>
          <p:cNvSpPr/>
          <p:nvPr/>
        </p:nvSpPr>
        <p:spPr>
          <a:xfrm>
            <a:off x="3035808" y="1572768"/>
            <a:ext cx="1124712" cy="182880"/>
          </a:xfrm>
          <a:prstGeom prst="rect">
            <a:avLst/>
          </a:prstGeom>
          <a:noFill/>
          <a:ln/>
        </p:spPr>
        <p:txBody>
          <a:bodyPr wrap="square" lIns="0" tIns="0" rIns="0" bIns="0" rtlCol="0" anchor="ctr">
            <a:normAutofit/>
          </a:bodyPr>
          <a:lstStyle/>
          <a:p>
            <a:r>
              <a:rPr lang="en-US" sz="800" b="1" dirty="0">
                <a:solidFill>
                  <a:srgbClr val="596875"/>
                </a:solidFill>
                <a:latin typeface="+mj-lt"/>
              </a:rPr>
              <a:t>Employees</a:t>
            </a:r>
            <a:endParaRPr lang="en-US" sz="800" dirty="0">
              <a:solidFill>
                <a:prstClr val="black"/>
              </a:solidFill>
              <a:latin typeface="+mj-lt"/>
            </a:endParaRPr>
          </a:p>
        </p:txBody>
      </p:sp>
      <p:sp>
        <p:nvSpPr>
          <p:cNvPr id="56" name="Shape 11">
            <a:extLst>
              <a:ext uri="{FF2B5EF4-FFF2-40B4-BE49-F238E27FC236}">
                <a16:creationId xmlns:a16="http://schemas.microsoft.com/office/drawing/2014/main" id="{10B3DFC4-286D-D9E1-4194-1C1984709AFD}"/>
              </a:ext>
            </a:extLst>
          </p:cNvPr>
          <p:cNvSpPr/>
          <p:nvPr/>
        </p:nvSpPr>
        <p:spPr>
          <a:xfrm>
            <a:off x="4434840" y="1170432"/>
            <a:ext cx="1847088" cy="749808"/>
          </a:xfrm>
          <a:prstGeom prst="roundRect">
            <a:avLst>
              <a:gd name="adj" fmla="val 9756"/>
            </a:avLst>
          </a:prstGeom>
          <a:solidFill>
            <a:srgbClr val="FFFFFF"/>
          </a:solidFill>
          <a:ln w="12700">
            <a:solidFill>
              <a:srgbClr val="D8E2E7"/>
            </a:solidFill>
            <a:prstDash val="solid"/>
          </a:ln>
          <a:effectLst>
            <a:outerShdw blurRad="8890" dist="3175" dir="2700000" algn="bl" rotWithShape="0">
              <a:srgbClr val="000000">
                <a:alpha val="8000"/>
              </a:srgbClr>
            </a:outerShdw>
          </a:effectLst>
        </p:spPr>
        <p:txBody>
          <a:bodyPr/>
          <a:lstStyle/>
          <a:p>
            <a:endParaRPr lang="en-IN" sz="2000">
              <a:solidFill>
                <a:prstClr val="black"/>
              </a:solidFill>
              <a:latin typeface="+mj-lt"/>
            </a:endParaRPr>
          </a:p>
        </p:txBody>
      </p:sp>
      <p:sp>
        <p:nvSpPr>
          <p:cNvPr id="59" name="Shape 12">
            <a:extLst>
              <a:ext uri="{FF2B5EF4-FFF2-40B4-BE49-F238E27FC236}">
                <a16:creationId xmlns:a16="http://schemas.microsoft.com/office/drawing/2014/main" id="{82A62CD0-10EF-EE48-4DD5-99BF201F1B86}"/>
              </a:ext>
            </a:extLst>
          </p:cNvPr>
          <p:cNvSpPr/>
          <p:nvPr/>
        </p:nvSpPr>
        <p:spPr>
          <a:xfrm>
            <a:off x="4434840" y="1170432"/>
            <a:ext cx="64008" cy="749808"/>
          </a:xfrm>
          <a:prstGeom prst="rect">
            <a:avLst/>
          </a:prstGeom>
          <a:solidFill>
            <a:srgbClr val="00A3A1"/>
          </a:solidFill>
          <a:ln w="12700">
            <a:solidFill>
              <a:srgbClr val="00A3A1"/>
            </a:solidFill>
            <a:prstDash val="solid"/>
          </a:ln>
        </p:spPr>
        <p:txBody>
          <a:bodyPr/>
          <a:lstStyle/>
          <a:p>
            <a:endParaRPr lang="en-IN" sz="2000">
              <a:solidFill>
                <a:prstClr val="black"/>
              </a:solidFill>
              <a:latin typeface="+mj-lt"/>
            </a:endParaRPr>
          </a:p>
        </p:txBody>
      </p:sp>
      <p:pic>
        <p:nvPicPr>
          <p:cNvPr id="60" name="Image 2" descr="preencoded.png">
            <a:extLst>
              <a:ext uri="{FF2B5EF4-FFF2-40B4-BE49-F238E27FC236}">
                <a16:creationId xmlns:a16="http://schemas.microsoft.com/office/drawing/2014/main" id="{8D0D2969-DCC4-A2E7-DFA7-A97D8C78E21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617720" y="1389888"/>
            <a:ext cx="274320" cy="274320"/>
          </a:xfrm>
          <a:prstGeom prst="rect">
            <a:avLst/>
          </a:prstGeom>
        </p:spPr>
      </p:pic>
      <p:sp>
        <p:nvSpPr>
          <p:cNvPr id="61" name="Text 13">
            <a:extLst>
              <a:ext uri="{FF2B5EF4-FFF2-40B4-BE49-F238E27FC236}">
                <a16:creationId xmlns:a16="http://schemas.microsoft.com/office/drawing/2014/main" id="{63B42BF4-AB8B-53E1-86FF-58435306AEE8}"/>
              </a:ext>
            </a:extLst>
          </p:cNvPr>
          <p:cNvSpPr/>
          <p:nvPr/>
        </p:nvSpPr>
        <p:spPr>
          <a:xfrm>
            <a:off x="5001768" y="1289304"/>
            <a:ext cx="841248" cy="246888"/>
          </a:xfrm>
          <a:prstGeom prst="rect">
            <a:avLst/>
          </a:prstGeom>
          <a:noFill/>
          <a:ln/>
        </p:spPr>
        <p:txBody>
          <a:bodyPr wrap="square" lIns="0" tIns="0" rIns="0" bIns="0" rtlCol="0" anchor="ctr"/>
          <a:lstStyle/>
          <a:p>
            <a:r>
              <a:rPr lang="en-US" b="1" dirty="0">
                <a:solidFill>
                  <a:srgbClr val="00A3A1"/>
                </a:solidFill>
                <a:latin typeface="+mj-lt"/>
              </a:rPr>
              <a:t>1,200+</a:t>
            </a:r>
            <a:endParaRPr lang="en-US" dirty="0">
              <a:solidFill>
                <a:prstClr val="black"/>
              </a:solidFill>
              <a:latin typeface="+mj-lt"/>
            </a:endParaRPr>
          </a:p>
        </p:txBody>
      </p:sp>
      <p:sp>
        <p:nvSpPr>
          <p:cNvPr id="62" name="Text 14">
            <a:extLst>
              <a:ext uri="{FF2B5EF4-FFF2-40B4-BE49-F238E27FC236}">
                <a16:creationId xmlns:a16="http://schemas.microsoft.com/office/drawing/2014/main" id="{6598A71F-DB76-5B20-08D1-146C0BA555ED}"/>
              </a:ext>
            </a:extLst>
          </p:cNvPr>
          <p:cNvSpPr/>
          <p:nvPr/>
        </p:nvSpPr>
        <p:spPr>
          <a:xfrm>
            <a:off x="5001768" y="1572768"/>
            <a:ext cx="1124712" cy="182880"/>
          </a:xfrm>
          <a:prstGeom prst="rect">
            <a:avLst/>
          </a:prstGeom>
          <a:noFill/>
          <a:ln/>
        </p:spPr>
        <p:txBody>
          <a:bodyPr wrap="square" lIns="0" tIns="0" rIns="0" bIns="0" rtlCol="0" anchor="ctr">
            <a:normAutofit/>
          </a:bodyPr>
          <a:lstStyle/>
          <a:p>
            <a:r>
              <a:rPr lang="en-US" sz="800" b="1" dirty="0">
                <a:solidFill>
                  <a:srgbClr val="596875"/>
                </a:solidFill>
                <a:latin typeface="+mj-lt"/>
              </a:rPr>
              <a:t>AI/ML engineers</a:t>
            </a:r>
            <a:endParaRPr lang="en-US" sz="800" dirty="0">
              <a:solidFill>
                <a:prstClr val="black"/>
              </a:solidFill>
              <a:latin typeface="+mj-lt"/>
            </a:endParaRPr>
          </a:p>
        </p:txBody>
      </p:sp>
      <p:sp>
        <p:nvSpPr>
          <p:cNvPr id="63" name="Shape 15">
            <a:extLst>
              <a:ext uri="{FF2B5EF4-FFF2-40B4-BE49-F238E27FC236}">
                <a16:creationId xmlns:a16="http://schemas.microsoft.com/office/drawing/2014/main" id="{F4ECCF5C-91FB-7A5B-C0FC-2FEFEEE399BF}"/>
              </a:ext>
            </a:extLst>
          </p:cNvPr>
          <p:cNvSpPr/>
          <p:nvPr/>
        </p:nvSpPr>
        <p:spPr>
          <a:xfrm>
            <a:off x="6400800" y="1170432"/>
            <a:ext cx="1847088" cy="749808"/>
          </a:xfrm>
          <a:prstGeom prst="roundRect">
            <a:avLst>
              <a:gd name="adj" fmla="val 9756"/>
            </a:avLst>
          </a:prstGeom>
          <a:solidFill>
            <a:srgbClr val="FFFFFF"/>
          </a:solidFill>
          <a:ln w="12700">
            <a:solidFill>
              <a:srgbClr val="D8E2E7"/>
            </a:solidFill>
            <a:prstDash val="solid"/>
          </a:ln>
          <a:effectLst>
            <a:outerShdw blurRad="8890" dist="3175" dir="2700000" algn="bl" rotWithShape="0">
              <a:srgbClr val="000000">
                <a:alpha val="8000"/>
              </a:srgbClr>
            </a:outerShdw>
          </a:effectLst>
        </p:spPr>
        <p:txBody>
          <a:bodyPr/>
          <a:lstStyle/>
          <a:p>
            <a:endParaRPr lang="en-IN" sz="2000">
              <a:solidFill>
                <a:prstClr val="black"/>
              </a:solidFill>
              <a:latin typeface="+mj-lt"/>
            </a:endParaRPr>
          </a:p>
        </p:txBody>
      </p:sp>
      <p:sp>
        <p:nvSpPr>
          <p:cNvPr id="65" name="Shape 16">
            <a:extLst>
              <a:ext uri="{FF2B5EF4-FFF2-40B4-BE49-F238E27FC236}">
                <a16:creationId xmlns:a16="http://schemas.microsoft.com/office/drawing/2014/main" id="{6E0D9A3D-7CA4-8FF0-F2F9-A2919FBB0D08}"/>
              </a:ext>
            </a:extLst>
          </p:cNvPr>
          <p:cNvSpPr/>
          <p:nvPr/>
        </p:nvSpPr>
        <p:spPr>
          <a:xfrm>
            <a:off x="6400800" y="1170432"/>
            <a:ext cx="64008" cy="749808"/>
          </a:xfrm>
          <a:prstGeom prst="rect">
            <a:avLst/>
          </a:prstGeom>
          <a:solidFill>
            <a:srgbClr val="86BC25"/>
          </a:solidFill>
          <a:ln w="12700">
            <a:solidFill>
              <a:srgbClr val="86BC25"/>
            </a:solidFill>
            <a:prstDash val="solid"/>
          </a:ln>
        </p:spPr>
        <p:txBody>
          <a:bodyPr/>
          <a:lstStyle/>
          <a:p>
            <a:endParaRPr lang="en-IN" sz="2000">
              <a:solidFill>
                <a:prstClr val="black"/>
              </a:solidFill>
              <a:latin typeface="+mj-lt"/>
            </a:endParaRPr>
          </a:p>
        </p:txBody>
      </p:sp>
      <p:pic>
        <p:nvPicPr>
          <p:cNvPr id="66" name="Image 3" descr="preencoded.png">
            <a:extLst>
              <a:ext uri="{FF2B5EF4-FFF2-40B4-BE49-F238E27FC236}">
                <a16:creationId xmlns:a16="http://schemas.microsoft.com/office/drawing/2014/main" id="{B2D57774-32EC-BC5B-BD7B-05E4591B892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583680" y="1389888"/>
            <a:ext cx="274320" cy="274320"/>
          </a:xfrm>
          <a:prstGeom prst="rect">
            <a:avLst/>
          </a:prstGeom>
        </p:spPr>
      </p:pic>
      <p:sp>
        <p:nvSpPr>
          <p:cNvPr id="67" name="Text 17">
            <a:extLst>
              <a:ext uri="{FF2B5EF4-FFF2-40B4-BE49-F238E27FC236}">
                <a16:creationId xmlns:a16="http://schemas.microsoft.com/office/drawing/2014/main" id="{D46FF6F1-EC0C-2C38-2E93-784E6D13190C}"/>
              </a:ext>
            </a:extLst>
          </p:cNvPr>
          <p:cNvSpPr/>
          <p:nvPr/>
        </p:nvSpPr>
        <p:spPr>
          <a:xfrm>
            <a:off x="6967728" y="1289304"/>
            <a:ext cx="841248" cy="246888"/>
          </a:xfrm>
          <a:prstGeom prst="rect">
            <a:avLst/>
          </a:prstGeom>
          <a:noFill/>
          <a:ln/>
        </p:spPr>
        <p:txBody>
          <a:bodyPr wrap="square" lIns="0" tIns="0" rIns="0" bIns="0" rtlCol="0" anchor="ctr"/>
          <a:lstStyle/>
          <a:p>
            <a:r>
              <a:rPr lang="en-US" b="1" dirty="0">
                <a:solidFill>
                  <a:srgbClr val="86BC25"/>
                </a:solidFill>
                <a:latin typeface="+mj-lt"/>
              </a:rPr>
              <a:t>350+</a:t>
            </a:r>
            <a:endParaRPr lang="en-US" dirty="0">
              <a:solidFill>
                <a:prstClr val="black"/>
              </a:solidFill>
              <a:latin typeface="+mj-lt"/>
            </a:endParaRPr>
          </a:p>
        </p:txBody>
      </p:sp>
      <p:sp>
        <p:nvSpPr>
          <p:cNvPr id="68" name="Text 18">
            <a:extLst>
              <a:ext uri="{FF2B5EF4-FFF2-40B4-BE49-F238E27FC236}">
                <a16:creationId xmlns:a16="http://schemas.microsoft.com/office/drawing/2014/main" id="{806B0FB9-005E-470C-4E74-DFBE209EA299}"/>
              </a:ext>
            </a:extLst>
          </p:cNvPr>
          <p:cNvSpPr/>
          <p:nvPr/>
        </p:nvSpPr>
        <p:spPr>
          <a:xfrm>
            <a:off x="6967728" y="1572768"/>
            <a:ext cx="1124712" cy="182880"/>
          </a:xfrm>
          <a:prstGeom prst="rect">
            <a:avLst/>
          </a:prstGeom>
          <a:noFill/>
          <a:ln/>
        </p:spPr>
        <p:txBody>
          <a:bodyPr wrap="square" lIns="0" tIns="0" rIns="0" bIns="0" rtlCol="0" anchor="ctr">
            <a:noAutofit/>
          </a:bodyPr>
          <a:lstStyle/>
          <a:p>
            <a:r>
              <a:rPr lang="en-US" sz="800" b="1" dirty="0">
                <a:solidFill>
                  <a:srgbClr val="596875"/>
                </a:solidFill>
                <a:latin typeface="+mj-lt"/>
              </a:rPr>
              <a:t>Technology alliances</a:t>
            </a:r>
            <a:endParaRPr lang="en-US" sz="800" dirty="0">
              <a:solidFill>
                <a:prstClr val="black"/>
              </a:solidFill>
              <a:latin typeface="+mj-lt"/>
            </a:endParaRPr>
          </a:p>
        </p:txBody>
      </p:sp>
      <p:sp>
        <p:nvSpPr>
          <p:cNvPr id="69" name="Shape 19">
            <a:extLst>
              <a:ext uri="{FF2B5EF4-FFF2-40B4-BE49-F238E27FC236}">
                <a16:creationId xmlns:a16="http://schemas.microsoft.com/office/drawing/2014/main" id="{A0F26B99-1935-B5F4-B2BD-A8038E0DEA79}"/>
              </a:ext>
            </a:extLst>
          </p:cNvPr>
          <p:cNvSpPr/>
          <p:nvPr/>
        </p:nvSpPr>
        <p:spPr>
          <a:xfrm>
            <a:off x="8366760" y="1170432"/>
            <a:ext cx="1572768" cy="749808"/>
          </a:xfrm>
          <a:prstGeom prst="roundRect">
            <a:avLst>
              <a:gd name="adj" fmla="val 9756"/>
            </a:avLst>
          </a:prstGeom>
          <a:solidFill>
            <a:srgbClr val="FFFFFF"/>
          </a:solidFill>
          <a:ln w="12700">
            <a:solidFill>
              <a:srgbClr val="D8E2E7"/>
            </a:solidFill>
            <a:prstDash val="solid"/>
          </a:ln>
          <a:effectLst>
            <a:outerShdw blurRad="8890" dist="3175" dir="2700000" algn="bl" rotWithShape="0">
              <a:srgbClr val="000000">
                <a:alpha val="8000"/>
              </a:srgbClr>
            </a:outerShdw>
          </a:effectLst>
        </p:spPr>
        <p:txBody>
          <a:bodyPr/>
          <a:lstStyle/>
          <a:p>
            <a:endParaRPr lang="en-IN" sz="2000">
              <a:solidFill>
                <a:prstClr val="black"/>
              </a:solidFill>
              <a:latin typeface="+mj-lt"/>
            </a:endParaRPr>
          </a:p>
        </p:txBody>
      </p:sp>
      <p:sp>
        <p:nvSpPr>
          <p:cNvPr id="70" name="Shape 20">
            <a:extLst>
              <a:ext uri="{FF2B5EF4-FFF2-40B4-BE49-F238E27FC236}">
                <a16:creationId xmlns:a16="http://schemas.microsoft.com/office/drawing/2014/main" id="{93D5BA59-17BE-B901-FADF-B64CB27CA5BF}"/>
              </a:ext>
            </a:extLst>
          </p:cNvPr>
          <p:cNvSpPr/>
          <p:nvPr/>
        </p:nvSpPr>
        <p:spPr>
          <a:xfrm>
            <a:off x="8366760" y="1170432"/>
            <a:ext cx="64008" cy="749808"/>
          </a:xfrm>
          <a:prstGeom prst="rect">
            <a:avLst/>
          </a:prstGeom>
          <a:solidFill>
            <a:srgbClr val="007CB0"/>
          </a:solidFill>
          <a:ln w="12700">
            <a:solidFill>
              <a:srgbClr val="007CB0"/>
            </a:solidFill>
            <a:prstDash val="solid"/>
          </a:ln>
        </p:spPr>
        <p:txBody>
          <a:bodyPr/>
          <a:lstStyle/>
          <a:p>
            <a:endParaRPr lang="en-IN" sz="2000">
              <a:solidFill>
                <a:prstClr val="black"/>
              </a:solidFill>
              <a:latin typeface="+mj-lt"/>
            </a:endParaRPr>
          </a:p>
        </p:txBody>
      </p:sp>
      <p:pic>
        <p:nvPicPr>
          <p:cNvPr id="71" name="Image 4" descr="preencoded.png">
            <a:extLst>
              <a:ext uri="{FF2B5EF4-FFF2-40B4-BE49-F238E27FC236}">
                <a16:creationId xmlns:a16="http://schemas.microsoft.com/office/drawing/2014/main" id="{A7168081-0F43-6D2F-3AE1-6773E9BA983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549640" y="1389888"/>
            <a:ext cx="274320" cy="274320"/>
          </a:xfrm>
          <a:prstGeom prst="rect">
            <a:avLst/>
          </a:prstGeom>
        </p:spPr>
      </p:pic>
      <p:sp>
        <p:nvSpPr>
          <p:cNvPr id="72" name="Text 21">
            <a:extLst>
              <a:ext uri="{FF2B5EF4-FFF2-40B4-BE49-F238E27FC236}">
                <a16:creationId xmlns:a16="http://schemas.microsoft.com/office/drawing/2014/main" id="{AA689705-1DF9-9E2B-F739-B1F6DDC9FB38}"/>
              </a:ext>
            </a:extLst>
          </p:cNvPr>
          <p:cNvSpPr/>
          <p:nvPr/>
        </p:nvSpPr>
        <p:spPr>
          <a:xfrm>
            <a:off x="8933688" y="1289304"/>
            <a:ext cx="841248" cy="246888"/>
          </a:xfrm>
          <a:prstGeom prst="rect">
            <a:avLst/>
          </a:prstGeom>
          <a:noFill/>
          <a:ln/>
        </p:spPr>
        <p:txBody>
          <a:bodyPr wrap="square" lIns="0" tIns="0" rIns="0" bIns="0" rtlCol="0" anchor="ctr"/>
          <a:lstStyle/>
          <a:p>
            <a:r>
              <a:rPr lang="en-US" b="1" dirty="0">
                <a:solidFill>
                  <a:srgbClr val="007CB0"/>
                </a:solidFill>
                <a:latin typeface="+mj-lt"/>
              </a:rPr>
              <a:t>150+</a:t>
            </a:r>
            <a:endParaRPr lang="en-US" dirty="0">
              <a:solidFill>
                <a:prstClr val="black"/>
              </a:solidFill>
              <a:latin typeface="+mj-lt"/>
            </a:endParaRPr>
          </a:p>
        </p:txBody>
      </p:sp>
      <p:sp>
        <p:nvSpPr>
          <p:cNvPr id="73" name="Text 22">
            <a:extLst>
              <a:ext uri="{FF2B5EF4-FFF2-40B4-BE49-F238E27FC236}">
                <a16:creationId xmlns:a16="http://schemas.microsoft.com/office/drawing/2014/main" id="{07BF0CBD-48B8-99A4-760E-8208194ECBED}"/>
              </a:ext>
            </a:extLst>
          </p:cNvPr>
          <p:cNvSpPr/>
          <p:nvPr/>
        </p:nvSpPr>
        <p:spPr>
          <a:xfrm>
            <a:off x="8933688" y="1572768"/>
            <a:ext cx="850392" cy="182880"/>
          </a:xfrm>
          <a:prstGeom prst="rect">
            <a:avLst/>
          </a:prstGeom>
          <a:noFill/>
          <a:ln/>
        </p:spPr>
        <p:txBody>
          <a:bodyPr wrap="square" lIns="0" tIns="0" rIns="0" bIns="0" rtlCol="0" anchor="ctr">
            <a:normAutofit/>
          </a:bodyPr>
          <a:lstStyle/>
          <a:p>
            <a:r>
              <a:rPr lang="en-US" sz="800" b="1" dirty="0">
                <a:solidFill>
                  <a:srgbClr val="596875"/>
                </a:solidFill>
                <a:latin typeface="+mj-lt"/>
              </a:rPr>
              <a:t>Countries</a:t>
            </a:r>
            <a:endParaRPr lang="en-US" sz="800" dirty="0">
              <a:solidFill>
                <a:prstClr val="black"/>
              </a:solidFill>
              <a:latin typeface="+mj-lt"/>
            </a:endParaRPr>
          </a:p>
        </p:txBody>
      </p:sp>
      <p:sp>
        <p:nvSpPr>
          <p:cNvPr id="74" name="Shape 23">
            <a:extLst>
              <a:ext uri="{FF2B5EF4-FFF2-40B4-BE49-F238E27FC236}">
                <a16:creationId xmlns:a16="http://schemas.microsoft.com/office/drawing/2014/main" id="{AF58E8B3-0306-E683-A8AF-C92F8011ABC5}"/>
              </a:ext>
            </a:extLst>
          </p:cNvPr>
          <p:cNvSpPr/>
          <p:nvPr/>
        </p:nvSpPr>
        <p:spPr>
          <a:xfrm>
            <a:off x="10058400" y="1170432"/>
            <a:ext cx="1627632" cy="749808"/>
          </a:xfrm>
          <a:prstGeom prst="roundRect">
            <a:avLst>
              <a:gd name="adj" fmla="val 9756"/>
            </a:avLst>
          </a:prstGeom>
          <a:solidFill>
            <a:srgbClr val="FFFFFF"/>
          </a:solidFill>
          <a:ln w="12700">
            <a:solidFill>
              <a:srgbClr val="D8E2E7"/>
            </a:solidFill>
            <a:prstDash val="solid"/>
          </a:ln>
          <a:effectLst>
            <a:outerShdw blurRad="8890" dist="3175" dir="2700000" algn="bl" rotWithShape="0">
              <a:srgbClr val="000000">
                <a:alpha val="8000"/>
              </a:srgbClr>
            </a:outerShdw>
          </a:effectLst>
        </p:spPr>
        <p:txBody>
          <a:bodyPr/>
          <a:lstStyle/>
          <a:p>
            <a:endParaRPr lang="en-IN" sz="2000">
              <a:solidFill>
                <a:prstClr val="black"/>
              </a:solidFill>
              <a:latin typeface="+mj-lt"/>
            </a:endParaRPr>
          </a:p>
        </p:txBody>
      </p:sp>
      <p:sp>
        <p:nvSpPr>
          <p:cNvPr id="75" name="Shape 24">
            <a:extLst>
              <a:ext uri="{FF2B5EF4-FFF2-40B4-BE49-F238E27FC236}">
                <a16:creationId xmlns:a16="http://schemas.microsoft.com/office/drawing/2014/main" id="{76FC19F4-1E22-A042-EC47-02974C30962F}"/>
              </a:ext>
            </a:extLst>
          </p:cNvPr>
          <p:cNvSpPr/>
          <p:nvPr/>
        </p:nvSpPr>
        <p:spPr>
          <a:xfrm>
            <a:off x="10058400" y="1170432"/>
            <a:ext cx="64008" cy="749808"/>
          </a:xfrm>
          <a:prstGeom prst="rect">
            <a:avLst/>
          </a:prstGeom>
          <a:solidFill>
            <a:srgbClr val="123B5D"/>
          </a:solidFill>
          <a:ln w="12700">
            <a:solidFill>
              <a:srgbClr val="123B5D"/>
            </a:solidFill>
            <a:prstDash val="solid"/>
          </a:ln>
        </p:spPr>
        <p:txBody>
          <a:bodyPr/>
          <a:lstStyle/>
          <a:p>
            <a:endParaRPr lang="en-IN" sz="2000">
              <a:solidFill>
                <a:prstClr val="black"/>
              </a:solidFill>
              <a:latin typeface="+mj-lt"/>
            </a:endParaRPr>
          </a:p>
        </p:txBody>
      </p:sp>
      <p:pic>
        <p:nvPicPr>
          <p:cNvPr id="76" name="Image 5" descr="preencoded.png">
            <a:extLst>
              <a:ext uri="{FF2B5EF4-FFF2-40B4-BE49-F238E27FC236}">
                <a16:creationId xmlns:a16="http://schemas.microsoft.com/office/drawing/2014/main" id="{DD4342AA-7866-59F7-6ED6-A32BE44824C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241280" y="1389888"/>
            <a:ext cx="274320" cy="274320"/>
          </a:xfrm>
          <a:prstGeom prst="rect">
            <a:avLst/>
          </a:prstGeom>
        </p:spPr>
      </p:pic>
      <p:sp>
        <p:nvSpPr>
          <p:cNvPr id="77" name="Text 25">
            <a:extLst>
              <a:ext uri="{FF2B5EF4-FFF2-40B4-BE49-F238E27FC236}">
                <a16:creationId xmlns:a16="http://schemas.microsoft.com/office/drawing/2014/main" id="{49236A84-817D-C19B-FBDF-E94F71A734C1}"/>
              </a:ext>
            </a:extLst>
          </p:cNvPr>
          <p:cNvSpPr/>
          <p:nvPr/>
        </p:nvSpPr>
        <p:spPr>
          <a:xfrm>
            <a:off x="10625328" y="1289304"/>
            <a:ext cx="841248" cy="246888"/>
          </a:xfrm>
          <a:prstGeom prst="rect">
            <a:avLst/>
          </a:prstGeom>
          <a:noFill/>
          <a:ln/>
        </p:spPr>
        <p:txBody>
          <a:bodyPr wrap="square" lIns="0" tIns="0" rIns="0" bIns="0" rtlCol="0" anchor="ctr"/>
          <a:lstStyle/>
          <a:p>
            <a:r>
              <a:rPr lang="en-US" b="1" dirty="0">
                <a:solidFill>
                  <a:srgbClr val="123B5D"/>
                </a:solidFill>
                <a:latin typeface="+mj-lt"/>
              </a:rPr>
              <a:t>24</a:t>
            </a:r>
            <a:endParaRPr lang="en-US" dirty="0">
              <a:solidFill>
                <a:prstClr val="black"/>
              </a:solidFill>
              <a:latin typeface="+mj-lt"/>
            </a:endParaRPr>
          </a:p>
        </p:txBody>
      </p:sp>
      <p:sp>
        <p:nvSpPr>
          <p:cNvPr id="78" name="Text 26">
            <a:extLst>
              <a:ext uri="{FF2B5EF4-FFF2-40B4-BE49-F238E27FC236}">
                <a16:creationId xmlns:a16="http://schemas.microsoft.com/office/drawing/2014/main" id="{B18FCA7F-6923-583C-3B9A-8147E55B6381}"/>
              </a:ext>
            </a:extLst>
          </p:cNvPr>
          <p:cNvSpPr/>
          <p:nvPr/>
        </p:nvSpPr>
        <p:spPr>
          <a:xfrm>
            <a:off x="10625328" y="1572768"/>
            <a:ext cx="905256" cy="182880"/>
          </a:xfrm>
          <a:prstGeom prst="rect">
            <a:avLst/>
          </a:prstGeom>
          <a:noFill/>
          <a:ln/>
        </p:spPr>
        <p:txBody>
          <a:bodyPr wrap="square" lIns="0" tIns="0" rIns="0" bIns="0" rtlCol="0" anchor="ctr">
            <a:normAutofit/>
          </a:bodyPr>
          <a:lstStyle/>
          <a:p>
            <a:r>
              <a:rPr lang="en-US" sz="800" b="1" dirty="0">
                <a:solidFill>
                  <a:srgbClr val="596875"/>
                </a:solidFill>
                <a:latin typeface="+mj-lt"/>
              </a:rPr>
              <a:t>India offices</a:t>
            </a:r>
            <a:endParaRPr lang="en-US" sz="800" dirty="0">
              <a:solidFill>
                <a:prstClr val="black"/>
              </a:solidFill>
              <a:latin typeface="+mj-lt"/>
            </a:endParaRPr>
          </a:p>
        </p:txBody>
      </p:sp>
      <p:sp>
        <p:nvSpPr>
          <p:cNvPr id="79" name="Shape 27">
            <a:extLst>
              <a:ext uri="{FF2B5EF4-FFF2-40B4-BE49-F238E27FC236}">
                <a16:creationId xmlns:a16="http://schemas.microsoft.com/office/drawing/2014/main" id="{BB01F336-E1E9-76A3-8E48-C367F19D2305}"/>
              </a:ext>
            </a:extLst>
          </p:cNvPr>
          <p:cNvSpPr/>
          <p:nvPr/>
        </p:nvSpPr>
        <p:spPr>
          <a:xfrm>
            <a:off x="502920" y="2176272"/>
            <a:ext cx="7059168" cy="3108960"/>
          </a:xfrm>
          <a:prstGeom prst="roundRect">
            <a:avLst>
              <a:gd name="adj" fmla="val 2941"/>
            </a:avLst>
          </a:prstGeom>
          <a:solidFill>
            <a:srgbClr val="0B2739"/>
          </a:solidFill>
          <a:ln w="12700">
            <a:solidFill>
              <a:srgbClr val="0B2739"/>
            </a:solidFill>
            <a:prstDash val="solid"/>
          </a:ln>
        </p:spPr>
        <p:txBody>
          <a:bodyPr/>
          <a:lstStyle/>
          <a:p>
            <a:endParaRPr lang="en-IN" sz="2000">
              <a:solidFill>
                <a:prstClr val="black"/>
              </a:solidFill>
              <a:latin typeface="+mj-lt"/>
            </a:endParaRPr>
          </a:p>
        </p:txBody>
      </p:sp>
      <p:sp>
        <p:nvSpPr>
          <p:cNvPr id="80" name="Text 28">
            <a:extLst>
              <a:ext uri="{FF2B5EF4-FFF2-40B4-BE49-F238E27FC236}">
                <a16:creationId xmlns:a16="http://schemas.microsoft.com/office/drawing/2014/main" id="{B2B6734A-5AF3-8269-7D9F-9667CE0F1923}"/>
              </a:ext>
            </a:extLst>
          </p:cNvPr>
          <p:cNvSpPr/>
          <p:nvPr/>
        </p:nvSpPr>
        <p:spPr>
          <a:xfrm>
            <a:off x="804672" y="2450592"/>
            <a:ext cx="3108960" cy="182880"/>
          </a:xfrm>
          <a:prstGeom prst="rect">
            <a:avLst/>
          </a:prstGeom>
          <a:noFill/>
          <a:ln/>
        </p:spPr>
        <p:txBody>
          <a:bodyPr wrap="square" lIns="0" tIns="0" rIns="0" bIns="0" rtlCol="0" anchor="ctr"/>
          <a:lstStyle/>
          <a:p>
            <a:r>
              <a:rPr lang="en-US" sz="900" b="1" dirty="0">
                <a:solidFill>
                  <a:srgbClr val="86BC25"/>
                </a:solidFill>
                <a:latin typeface="+mj-lt"/>
              </a:rPr>
              <a:t>END-TO-END APPLIED AI CAPABILITY</a:t>
            </a:r>
            <a:endParaRPr lang="en-US" sz="900" dirty="0">
              <a:solidFill>
                <a:prstClr val="black"/>
              </a:solidFill>
              <a:latin typeface="+mj-lt"/>
            </a:endParaRPr>
          </a:p>
        </p:txBody>
      </p:sp>
      <p:sp>
        <p:nvSpPr>
          <p:cNvPr id="81" name="Text 29">
            <a:extLst>
              <a:ext uri="{FF2B5EF4-FFF2-40B4-BE49-F238E27FC236}">
                <a16:creationId xmlns:a16="http://schemas.microsoft.com/office/drawing/2014/main" id="{04375830-2B02-AAC9-6CFB-90F55D8A05B1}"/>
              </a:ext>
            </a:extLst>
          </p:cNvPr>
          <p:cNvSpPr/>
          <p:nvPr/>
        </p:nvSpPr>
        <p:spPr>
          <a:xfrm>
            <a:off x="804672" y="2788920"/>
            <a:ext cx="6126480" cy="347472"/>
          </a:xfrm>
          <a:prstGeom prst="rect">
            <a:avLst/>
          </a:prstGeom>
          <a:noFill/>
          <a:ln/>
        </p:spPr>
        <p:txBody>
          <a:bodyPr wrap="square" lIns="0" tIns="0" rIns="0" bIns="0" rtlCol="0" anchor="ctr">
            <a:noAutofit/>
          </a:bodyPr>
          <a:lstStyle/>
          <a:p>
            <a:r>
              <a:rPr lang="en-US" sz="1600" b="1" dirty="0">
                <a:solidFill>
                  <a:srgbClr val="FFFFFF"/>
                </a:solidFill>
                <a:latin typeface="+mj-lt"/>
              </a:rPr>
              <a:t>Business outcomes enabled through an integrated AI delivery lifecycle</a:t>
            </a:r>
            <a:endParaRPr lang="en-US" sz="1600" dirty="0">
              <a:solidFill>
                <a:prstClr val="black"/>
              </a:solidFill>
              <a:latin typeface="+mj-lt"/>
            </a:endParaRPr>
          </a:p>
        </p:txBody>
      </p:sp>
      <p:sp>
        <p:nvSpPr>
          <p:cNvPr id="82" name="Shape 30">
            <a:extLst>
              <a:ext uri="{FF2B5EF4-FFF2-40B4-BE49-F238E27FC236}">
                <a16:creationId xmlns:a16="http://schemas.microsoft.com/office/drawing/2014/main" id="{19295172-4251-4DA3-746A-D42B97E2E3B2}"/>
              </a:ext>
            </a:extLst>
          </p:cNvPr>
          <p:cNvSpPr/>
          <p:nvPr/>
        </p:nvSpPr>
        <p:spPr>
          <a:xfrm>
            <a:off x="822960" y="3493008"/>
            <a:ext cx="1005840" cy="1005840"/>
          </a:xfrm>
          <a:prstGeom prst="ellipse">
            <a:avLst/>
          </a:prstGeom>
          <a:solidFill>
            <a:srgbClr val="123447"/>
          </a:solidFill>
          <a:ln w="25400">
            <a:solidFill>
              <a:srgbClr val="00A3A1"/>
            </a:solidFill>
            <a:prstDash val="solid"/>
          </a:ln>
        </p:spPr>
        <p:txBody>
          <a:bodyPr/>
          <a:lstStyle/>
          <a:p>
            <a:endParaRPr lang="en-IN" sz="2000">
              <a:solidFill>
                <a:prstClr val="black"/>
              </a:solidFill>
              <a:latin typeface="+mj-lt"/>
            </a:endParaRPr>
          </a:p>
        </p:txBody>
      </p:sp>
      <p:pic>
        <p:nvPicPr>
          <p:cNvPr id="83" name="Image 6" descr="preencoded.png">
            <a:extLst>
              <a:ext uri="{FF2B5EF4-FFF2-40B4-BE49-F238E27FC236}">
                <a16:creationId xmlns:a16="http://schemas.microsoft.com/office/drawing/2014/main" id="{5ABC3429-5678-B855-1370-3906BD7EB5C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52144" y="3730752"/>
            <a:ext cx="347472" cy="347472"/>
          </a:xfrm>
          <a:prstGeom prst="rect">
            <a:avLst/>
          </a:prstGeom>
        </p:spPr>
      </p:pic>
      <p:sp>
        <p:nvSpPr>
          <p:cNvPr id="84" name="Text 31">
            <a:extLst>
              <a:ext uri="{FF2B5EF4-FFF2-40B4-BE49-F238E27FC236}">
                <a16:creationId xmlns:a16="http://schemas.microsoft.com/office/drawing/2014/main" id="{A8670756-3B8D-99E4-69E3-083CD37DDB9E}"/>
              </a:ext>
            </a:extLst>
          </p:cNvPr>
          <p:cNvSpPr/>
          <p:nvPr/>
        </p:nvSpPr>
        <p:spPr>
          <a:xfrm>
            <a:off x="749808" y="4608576"/>
            <a:ext cx="1152144" cy="347472"/>
          </a:xfrm>
          <a:prstGeom prst="rect">
            <a:avLst/>
          </a:prstGeom>
          <a:noFill/>
          <a:ln/>
        </p:spPr>
        <p:txBody>
          <a:bodyPr wrap="square" lIns="0" tIns="0" rIns="0" bIns="0" rtlCol="0" anchor="ctr">
            <a:normAutofit/>
          </a:bodyPr>
          <a:lstStyle/>
          <a:p>
            <a:pPr algn="ctr"/>
            <a:r>
              <a:rPr lang="en-US" sz="800" b="1" dirty="0">
                <a:solidFill>
                  <a:srgbClr val="FFFFFF"/>
                </a:solidFill>
                <a:latin typeface="+mj-lt"/>
              </a:rPr>
              <a:t>AI &amp; data advice</a:t>
            </a:r>
            <a:endParaRPr lang="en-US" sz="800" dirty="0">
              <a:solidFill>
                <a:prstClr val="black"/>
              </a:solidFill>
              <a:latin typeface="+mj-lt"/>
            </a:endParaRPr>
          </a:p>
        </p:txBody>
      </p:sp>
      <p:sp>
        <p:nvSpPr>
          <p:cNvPr id="85" name="Shape 32">
            <a:extLst>
              <a:ext uri="{FF2B5EF4-FFF2-40B4-BE49-F238E27FC236}">
                <a16:creationId xmlns:a16="http://schemas.microsoft.com/office/drawing/2014/main" id="{7197D164-FECA-E4B5-4D37-6998E8D05E97}"/>
              </a:ext>
            </a:extLst>
          </p:cNvPr>
          <p:cNvSpPr/>
          <p:nvPr/>
        </p:nvSpPr>
        <p:spPr>
          <a:xfrm>
            <a:off x="1847088" y="3822192"/>
            <a:ext cx="256032" cy="329184"/>
          </a:xfrm>
          <a:prstGeom prst="chevron">
            <a:avLst/>
          </a:prstGeom>
          <a:solidFill>
            <a:srgbClr val="86BC25"/>
          </a:solidFill>
          <a:ln w="12700">
            <a:solidFill>
              <a:srgbClr val="86BC25"/>
            </a:solidFill>
            <a:prstDash val="solid"/>
          </a:ln>
        </p:spPr>
        <p:txBody>
          <a:bodyPr/>
          <a:lstStyle/>
          <a:p>
            <a:endParaRPr lang="en-IN" sz="2000">
              <a:solidFill>
                <a:prstClr val="black"/>
              </a:solidFill>
              <a:latin typeface="+mj-lt"/>
            </a:endParaRPr>
          </a:p>
        </p:txBody>
      </p:sp>
      <p:sp>
        <p:nvSpPr>
          <p:cNvPr id="86" name="Shape 33">
            <a:extLst>
              <a:ext uri="{FF2B5EF4-FFF2-40B4-BE49-F238E27FC236}">
                <a16:creationId xmlns:a16="http://schemas.microsoft.com/office/drawing/2014/main" id="{5E6F04E2-6BC4-A434-2189-E6C3BFDC0AB1}"/>
              </a:ext>
            </a:extLst>
          </p:cNvPr>
          <p:cNvSpPr/>
          <p:nvPr/>
        </p:nvSpPr>
        <p:spPr>
          <a:xfrm>
            <a:off x="2121408" y="3493008"/>
            <a:ext cx="1005840" cy="1005840"/>
          </a:xfrm>
          <a:prstGeom prst="ellipse">
            <a:avLst/>
          </a:prstGeom>
          <a:solidFill>
            <a:srgbClr val="163F56"/>
          </a:solidFill>
          <a:ln w="25400">
            <a:solidFill>
              <a:srgbClr val="007CB0"/>
            </a:solidFill>
            <a:prstDash val="solid"/>
          </a:ln>
        </p:spPr>
        <p:txBody>
          <a:bodyPr/>
          <a:lstStyle/>
          <a:p>
            <a:endParaRPr lang="en-IN" sz="2000">
              <a:solidFill>
                <a:prstClr val="black"/>
              </a:solidFill>
              <a:latin typeface="+mj-lt"/>
            </a:endParaRPr>
          </a:p>
        </p:txBody>
      </p:sp>
      <p:pic>
        <p:nvPicPr>
          <p:cNvPr id="87" name="Image 7" descr="preencoded.png">
            <a:extLst>
              <a:ext uri="{FF2B5EF4-FFF2-40B4-BE49-F238E27FC236}">
                <a16:creationId xmlns:a16="http://schemas.microsoft.com/office/drawing/2014/main" id="{1B927536-F874-6A5D-C94D-0ED93B9D0F4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450592" y="3730752"/>
            <a:ext cx="347472" cy="347472"/>
          </a:xfrm>
          <a:prstGeom prst="rect">
            <a:avLst/>
          </a:prstGeom>
        </p:spPr>
      </p:pic>
      <p:sp>
        <p:nvSpPr>
          <p:cNvPr id="88" name="Text 34">
            <a:extLst>
              <a:ext uri="{FF2B5EF4-FFF2-40B4-BE49-F238E27FC236}">
                <a16:creationId xmlns:a16="http://schemas.microsoft.com/office/drawing/2014/main" id="{B0686B9D-F505-905D-427E-43A25845BCDF}"/>
              </a:ext>
            </a:extLst>
          </p:cNvPr>
          <p:cNvSpPr/>
          <p:nvPr/>
        </p:nvSpPr>
        <p:spPr>
          <a:xfrm>
            <a:off x="2048256" y="4608576"/>
            <a:ext cx="1152144" cy="347472"/>
          </a:xfrm>
          <a:prstGeom prst="rect">
            <a:avLst/>
          </a:prstGeom>
          <a:noFill/>
          <a:ln/>
        </p:spPr>
        <p:txBody>
          <a:bodyPr wrap="square" lIns="0" tIns="0" rIns="0" bIns="0" rtlCol="0" anchor="ctr">
            <a:normAutofit/>
          </a:bodyPr>
          <a:lstStyle/>
          <a:p>
            <a:pPr algn="ctr"/>
            <a:r>
              <a:rPr lang="en-US" sz="800" b="1" dirty="0">
                <a:solidFill>
                  <a:srgbClr val="FFFFFF"/>
                </a:solidFill>
                <a:latin typeface="+mj-lt"/>
              </a:rPr>
              <a:t>Data implement</a:t>
            </a:r>
            <a:endParaRPr lang="en-US" sz="800" dirty="0">
              <a:solidFill>
                <a:prstClr val="black"/>
              </a:solidFill>
              <a:latin typeface="+mj-lt"/>
            </a:endParaRPr>
          </a:p>
        </p:txBody>
      </p:sp>
      <p:sp>
        <p:nvSpPr>
          <p:cNvPr id="89" name="Shape 35">
            <a:extLst>
              <a:ext uri="{FF2B5EF4-FFF2-40B4-BE49-F238E27FC236}">
                <a16:creationId xmlns:a16="http://schemas.microsoft.com/office/drawing/2014/main" id="{04321A1D-54D4-996D-B9D9-388B9BB69A02}"/>
              </a:ext>
            </a:extLst>
          </p:cNvPr>
          <p:cNvSpPr/>
          <p:nvPr/>
        </p:nvSpPr>
        <p:spPr>
          <a:xfrm>
            <a:off x="3145536" y="3822192"/>
            <a:ext cx="256032" cy="329184"/>
          </a:xfrm>
          <a:prstGeom prst="chevron">
            <a:avLst/>
          </a:prstGeom>
          <a:solidFill>
            <a:srgbClr val="86BC25"/>
          </a:solidFill>
          <a:ln w="12700">
            <a:solidFill>
              <a:srgbClr val="86BC25"/>
            </a:solidFill>
            <a:prstDash val="solid"/>
          </a:ln>
        </p:spPr>
        <p:txBody>
          <a:bodyPr/>
          <a:lstStyle/>
          <a:p>
            <a:endParaRPr lang="en-IN" sz="2000">
              <a:solidFill>
                <a:prstClr val="black"/>
              </a:solidFill>
              <a:latin typeface="+mj-lt"/>
            </a:endParaRPr>
          </a:p>
        </p:txBody>
      </p:sp>
      <p:sp>
        <p:nvSpPr>
          <p:cNvPr id="90" name="Shape 36">
            <a:extLst>
              <a:ext uri="{FF2B5EF4-FFF2-40B4-BE49-F238E27FC236}">
                <a16:creationId xmlns:a16="http://schemas.microsoft.com/office/drawing/2014/main" id="{AE021620-7030-ADA0-E4C8-5B08D7AD35B0}"/>
              </a:ext>
            </a:extLst>
          </p:cNvPr>
          <p:cNvSpPr/>
          <p:nvPr/>
        </p:nvSpPr>
        <p:spPr>
          <a:xfrm>
            <a:off x="3419856" y="3493008"/>
            <a:ext cx="1005840" cy="1005840"/>
          </a:xfrm>
          <a:prstGeom prst="ellipse">
            <a:avLst/>
          </a:prstGeom>
          <a:solidFill>
            <a:srgbClr val="123447"/>
          </a:solidFill>
          <a:ln w="25400">
            <a:solidFill>
              <a:srgbClr val="43B02A"/>
            </a:solidFill>
            <a:prstDash val="solid"/>
          </a:ln>
        </p:spPr>
        <p:txBody>
          <a:bodyPr/>
          <a:lstStyle/>
          <a:p>
            <a:endParaRPr lang="en-IN" sz="2000">
              <a:solidFill>
                <a:prstClr val="black"/>
              </a:solidFill>
              <a:latin typeface="+mj-lt"/>
            </a:endParaRPr>
          </a:p>
        </p:txBody>
      </p:sp>
      <p:pic>
        <p:nvPicPr>
          <p:cNvPr id="91" name="Image 8" descr="preencoded.png">
            <a:extLst>
              <a:ext uri="{FF2B5EF4-FFF2-40B4-BE49-F238E27FC236}">
                <a16:creationId xmlns:a16="http://schemas.microsoft.com/office/drawing/2014/main" id="{786CD74C-9528-874E-C9AD-369D4B13DC36}"/>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749040" y="3730752"/>
            <a:ext cx="347472" cy="347472"/>
          </a:xfrm>
          <a:prstGeom prst="rect">
            <a:avLst/>
          </a:prstGeom>
        </p:spPr>
      </p:pic>
      <p:sp>
        <p:nvSpPr>
          <p:cNvPr id="92" name="Text 37">
            <a:extLst>
              <a:ext uri="{FF2B5EF4-FFF2-40B4-BE49-F238E27FC236}">
                <a16:creationId xmlns:a16="http://schemas.microsoft.com/office/drawing/2014/main" id="{D6B15472-BAE8-6F9F-877A-58773339DA01}"/>
              </a:ext>
            </a:extLst>
          </p:cNvPr>
          <p:cNvSpPr/>
          <p:nvPr/>
        </p:nvSpPr>
        <p:spPr>
          <a:xfrm>
            <a:off x="3346704" y="4608576"/>
            <a:ext cx="1152144" cy="347472"/>
          </a:xfrm>
          <a:prstGeom prst="rect">
            <a:avLst/>
          </a:prstGeom>
          <a:noFill/>
          <a:ln/>
        </p:spPr>
        <p:txBody>
          <a:bodyPr wrap="square" lIns="0" tIns="0" rIns="0" bIns="0" rtlCol="0" anchor="ctr">
            <a:normAutofit/>
          </a:bodyPr>
          <a:lstStyle/>
          <a:p>
            <a:pPr algn="ctr"/>
            <a:r>
              <a:rPr lang="en-US" sz="800" b="1" dirty="0">
                <a:solidFill>
                  <a:srgbClr val="FFFFFF"/>
                </a:solidFill>
                <a:latin typeface="+mj-lt"/>
              </a:rPr>
              <a:t>Applied AI</a:t>
            </a:r>
            <a:endParaRPr lang="en-US" sz="800" dirty="0">
              <a:solidFill>
                <a:prstClr val="black"/>
              </a:solidFill>
              <a:latin typeface="+mj-lt"/>
            </a:endParaRPr>
          </a:p>
        </p:txBody>
      </p:sp>
      <p:sp>
        <p:nvSpPr>
          <p:cNvPr id="93" name="Shape 38">
            <a:extLst>
              <a:ext uri="{FF2B5EF4-FFF2-40B4-BE49-F238E27FC236}">
                <a16:creationId xmlns:a16="http://schemas.microsoft.com/office/drawing/2014/main" id="{51CA3DB0-FBA6-DBBA-C66A-12B1A5106954}"/>
              </a:ext>
            </a:extLst>
          </p:cNvPr>
          <p:cNvSpPr/>
          <p:nvPr/>
        </p:nvSpPr>
        <p:spPr>
          <a:xfrm>
            <a:off x="4443984" y="3822192"/>
            <a:ext cx="256032" cy="329184"/>
          </a:xfrm>
          <a:prstGeom prst="chevron">
            <a:avLst/>
          </a:prstGeom>
          <a:solidFill>
            <a:srgbClr val="86BC25"/>
          </a:solidFill>
          <a:ln w="12700">
            <a:solidFill>
              <a:srgbClr val="86BC25"/>
            </a:solidFill>
            <a:prstDash val="solid"/>
          </a:ln>
        </p:spPr>
        <p:txBody>
          <a:bodyPr/>
          <a:lstStyle/>
          <a:p>
            <a:endParaRPr lang="en-IN" sz="2000">
              <a:solidFill>
                <a:prstClr val="black"/>
              </a:solidFill>
              <a:latin typeface="+mj-lt"/>
            </a:endParaRPr>
          </a:p>
        </p:txBody>
      </p:sp>
      <p:sp>
        <p:nvSpPr>
          <p:cNvPr id="94" name="Shape 39">
            <a:extLst>
              <a:ext uri="{FF2B5EF4-FFF2-40B4-BE49-F238E27FC236}">
                <a16:creationId xmlns:a16="http://schemas.microsoft.com/office/drawing/2014/main" id="{92FC73AE-9F66-3A15-65C6-C0B7FC3133EB}"/>
              </a:ext>
            </a:extLst>
          </p:cNvPr>
          <p:cNvSpPr/>
          <p:nvPr/>
        </p:nvSpPr>
        <p:spPr>
          <a:xfrm>
            <a:off x="4718304" y="3493008"/>
            <a:ext cx="1005840" cy="1005840"/>
          </a:xfrm>
          <a:prstGeom prst="ellipse">
            <a:avLst/>
          </a:prstGeom>
          <a:solidFill>
            <a:srgbClr val="163F56"/>
          </a:solidFill>
          <a:ln w="25400">
            <a:solidFill>
              <a:srgbClr val="86BC25"/>
            </a:solidFill>
            <a:prstDash val="solid"/>
          </a:ln>
        </p:spPr>
        <p:txBody>
          <a:bodyPr/>
          <a:lstStyle/>
          <a:p>
            <a:endParaRPr lang="en-IN" sz="2000">
              <a:solidFill>
                <a:prstClr val="black"/>
              </a:solidFill>
              <a:latin typeface="+mj-lt"/>
            </a:endParaRPr>
          </a:p>
        </p:txBody>
      </p:sp>
      <p:pic>
        <p:nvPicPr>
          <p:cNvPr id="95" name="Image 9" descr="preencoded.png">
            <a:extLst>
              <a:ext uri="{FF2B5EF4-FFF2-40B4-BE49-F238E27FC236}">
                <a16:creationId xmlns:a16="http://schemas.microsoft.com/office/drawing/2014/main" id="{A45D313B-A3AE-19B5-2EB0-9E2F2FFC1786}"/>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047488" y="3730752"/>
            <a:ext cx="347472" cy="347472"/>
          </a:xfrm>
          <a:prstGeom prst="rect">
            <a:avLst/>
          </a:prstGeom>
        </p:spPr>
      </p:pic>
      <p:sp>
        <p:nvSpPr>
          <p:cNvPr id="96" name="Text 40">
            <a:extLst>
              <a:ext uri="{FF2B5EF4-FFF2-40B4-BE49-F238E27FC236}">
                <a16:creationId xmlns:a16="http://schemas.microsoft.com/office/drawing/2014/main" id="{DE3E797B-CD87-61A8-6630-E89FB0478E3D}"/>
              </a:ext>
            </a:extLst>
          </p:cNvPr>
          <p:cNvSpPr/>
          <p:nvPr/>
        </p:nvSpPr>
        <p:spPr>
          <a:xfrm>
            <a:off x="4645152" y="4608576"/>
            <a:ext cx="1152144" cy="347472"/>
          </a:xfrm>
          <a:prstGeom prst="rect">
            <a:avLst/>
          </a:prstGeom>
          <a:noFill/>
          <a:ln/>
        </p:spPr>
        <p:txBody>
          <a:bodyPr wrap="square" lIns="0" tIns="0" rIns="0" bIns="0" rtlCol="0" anchor="ctr">
            <a:normAutofit/>
          </a:bodyPr>
          <a:lstStyle/>
          <a:p>
            <a:pPr algn="ctr"/>
            <a:r>
              <a:rPr lang="en-US" sz="800" b="1" dirty="0">
                <a:solidFill>
                  <a:srgbClr val="FFFFFF"/>
                </a:solidFill>
                <a:latin typeface="+mj-lt"/>
              </a:rPr>
              <a:t>Capacity services</a:t>
            </a:r>
            <a:endParaRPr lang="en-US" sz="800" dirty="0">
              <a:solidFill>
                <a:prstClr val="black"/>
              </a:solidFill>
              <a:latin typeface="+mj-lt"/>
            </a:endParaRPr>
          </a:p>
        </p:txBody>
      </p:sp>
      <p:sp>
        <p:nvSpPr>
          <p:cNvPr id="97" name="Shape 41">
            <a:extLst>
              <a:ext uri="{FF2B5EF4-FFF2-40B4-BE49-F238E27FC236}">
                <a16:creationId xmlns:a16="http://schemas.microsoft.com/office/drawing/2014/main" id="{3B4A0BEB-F25C-A8FC-5F22-F6454189227C}"/>
              </a:ext>
            </a:extLst>
          </p:cNvPr>
          <p:cNvSpPr/>
          <p:nvPr/>
        </p:nvSpPr>
        <p:spPr>
          <a:xfrm>
            <a:off x="5742432" y="3822192"/>
            <a:ext cx="256032" cy="329184"/>
          </a:xfrm>
          <a:prstGeom prst="chevron">
            <a:avLst/>
          </a:prstGeom>
          <a:solidFill>
            <a:srgbClr val="86BC25"/>
          </a:solidFill>
          <a:ln w="12700">
            <a:solidFill>
              <a:srgbClr val="86BC25"/>
            </a:solidFill>
            <a:prstDash val="solid"/>
          </a:ln>
        </p:spPr>
        <p:txBody>
          <a:bodyPr/>
          <a:lstStyle/>
          <a:p>
            <a:endParaRPr lang="en-IN" sz="2000">
              <a:solidFill>
                <a:prstClr val="black"/>
              </a:solidFill>
              <a:latin typeface="+mj-lt"/>
            </a:endParaRPr>
          </a:p>
        </p:txBody>
      </p:sp>
      <p:sp>
        <p:nvSpPr>
          <p:cNvPr id="98" name="Shape 42">
            <a:extLst>
              <a:ext uri="{FF2B5EF4-FFF2-40B4-BE49-F238E27FC236}">
                <a16:creationId xmlns:a16="http://schemas.microsoft.com/office/drawing/2014/main" id="{A2323ACB-8E93-3560-38BD-CFAB3B60B318}"/>
              </a:ext>
            </a:extLst>
          </p:cNvPr>
          <p:cNvSpPr/>
          <p:nvPr/>
        </p:nvSpPr>
        <p:spPr>
          <a:xfrm>
            <a:off x="6016752" y="3493008"/>
            <a:ext cx="1005840" cy="1005840"/>
          </a:xfrm>
          <a:prstGeom prst="ellipse">
            <a:avLst/>
          </a:prstGeom>
          <a:solidFill>
            <a:srgbClr val="123447"/>
          </a:solidFill>
          <a:ln w="25400">
            <a:solidFill>
              <a:srgbClr val="20AAD5"/>
            </a:solidFill>
            <a:prstDash val="solid"/>
          </a:ln>
        </p:spPr>
        <p:txBody>
          <a:bodyPr/>
          <a:lstStyle/>
          <a:p>
            <a:endParaRPr lang="en-IN" sz="2000">
              <a:solidFill>
                <a:prstClr val="black"/>
              </a:solidFill>
              <a:latin typeface="+mj-lt"/>
            </a:endParaRPr>
          </a:p>
        </p:txBody>
      </p:sp>
      <p:pic>
        <p:nvPicPr>
          <p:cNvPr id="99" name="Image 10" descr="preencoded.png">
            <a:extLst>
              <a:ext uri="{FF2B5EF4-FFF2-40B4-BE49-F238E27FC236}">
                <a16:creationId xmlns:a16="http://schemas.microsoft.com/office/drawing/2014/main" id="{634A7FA2-A444-3DBD-F323-F35F19166A8B}"/>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345936" y="3730752"/>
            <a:ext cx="347472" cy="347472"/>
          </a:xfrm>
          <a:prstGeom prst="rect">
            <a:avLst/>
          </a:prstGeom>
        </p:spPr>
      </p:pic>
      <p:sp>
        <p:nvSpPr>
          <p:cNvPr id="100" name="Text 43">
            <a:extLst>
              <a:ext uri="{FF2B5EF4-FFF2-40B4-BE49-F238E27FC236}">
                <a16:creationId xmlns:a16="http://schemas.microsoft.com/office/drawing/2014/main" id="{5A0BF0D8-5AB3-DC4A-C316-3013D34C729A}"/>
              </a:ext>
            </a:extLst>
          </p:cNvPr>
          <p:cNvSpPr/>
          <p:nvPr/>
        </p:nvSpPr>
        <p:spPr>
          <a:xfrm>
            <a:off x="5943600" y="4608576"/>
            <a:ext cx="1152144" cy="347472"/>
          </a:xfrm>
          <a:prstGeom prst="rect">
            <a:avLst/>
          </a:prstGeom>
          <a:noFill/>
          <a:ln/>
        </p:spPr>
        <p:txBody>
          <a:bodyPr wrap="square" lIns="0" tIns="0" rIns="0" bIns="0" rtlCol="0" anchor="ctr">
            <a:normAutofit/>
          </a:bodyPr>
          <a:lstStyle/>
          <a:p>
            <a:pPr algn="ctr"/>
            <a:r>
              <a:rPr lang="en-US" sz="800" b="1" dirty="0">
                <a:solidFill>
                  <a:srgbClr val="FFFFFF"/>
                </a:solidFill>
                <a:latin typeface="+mj-lt"/>
              </a:rPr>
              <a:t>Operate</a:t>
            </a:r>
            <a:endParaRPr lang="en-US" sz="800" dirty="0">
              <a:solidFill>
                <a:prstClr val="black"/>
              </a:solidFill>
              <a:latin typeface="+mj-lt"/>
            </a:endParaRPr>
          </a:p>
        </p:txBody>
      </p:sp>
      <p:sp>
        <p:nvSpPr>
          <p:cNvPr id="101" name="Shape 44">
            <a:extLst>
              <a:ext uri="{FF2B5EF4-FFF2-40B4-BE49-F238E27FC236}">
                <a16:creationId xmlns:a16="http://schemas.microsoft.com/office/drawing/2014/main" id="{123FC01D-7361-A416-F9E9-049B460F6774}"/>
              </a:ext>
            </a:extLst>
          </p:cNvPr>
          <p:cNvSpPr/>
          <p:nvPr/>
        </p:nvSpPr>
        <p:spPr>
          <a:xfrm>
            <a:off x="7818120" y="2176272"/>
            <a:ext cx="3867912" cy="3108960"/>
          </a:xfrm>
          <a:prstGeom prst="roundRect">
            <a:avLst>
              <a:gd name="adj" fmla="val 2941"/>
            </a:avLst>
          </a:prstGeom>
          <a:solidFill>
            <a:srgbClr val="FFFFFF"/>
          </a:solidFill>
          <a:ln w="12700">
            <a:solidFill>
              <a:srgbClr val="D8E2E7"/>
            </a:solidFill>
            <a:prstDash val="solid"/>
          </a:ln>
          <a:effectLst>
            <a:outerShdw blurRad="11430" dist="3810" dir="2700000" algn="bl" rotWithShape="0">
              <a:srgbClr val="000000">
                <a:alpha val="10000"/>
              </a:srgbClr>
            </a:outerShdw>
          </a:effectLst>
        </p:spPr>
        <p:txBody>
          <a:bodyPr/>
          <a:lstStyle/>
          <a:p>
            <a:endParaRPr lang="en-IN" sz="2000">
              <a:solidFill>
                <a:prstClr val="black"/>
              </a:solidFill>
              <a:latin typeface="+mj-lt"/>
            </a:endParaRPr>
          </a:p>
        </p:txBody>
      </p:sp>
      <p:sp>
        <p:nvSpPr>
          <p:cNvPr id="102" name="Text 45">
            <a:extLst>
              <a:ext uri="{FF2B5EF4-FFF2-40B4-BE49-F238E27FC236}">
                <a16:creationId xmlns:a16="http://schemas.microsoft.com/office/drawing/2014/main" id="{4113778E-9679-002D-1D39-710F9F33BBAA}"/>
              </a:ext>
            </a:extLst>
          </p:cNvPr>
          <p:cNvSpPr/>
          <p:nvPr/>
        </p:nvSpPr>
        <p:spPr>
          <a:xfrm>
            <a:off x="8092440" y="2450592"/>
            <a:ext cx="3200400" cy="182880"/>
          </a:xfrm>
          <a:prstGeom prst="rect">
            <a:avLst/>
          </a:prstGeom>
          <a:noFill/>
          <a:ln/>
        </p:spPr>
        <p:txBody>
          <a:bodyPr wrap="square" lIns="0" tIns="0" rIns="0" bIns="0" rtlCol="0" anchor="ctr"/>
          <a:lstStyle/>
          <a:p>
            <a:r>
              <a:rPr lang="en-US" sz="900" b="1" dirty="0">
                <a:solidFill>
                  <a:srgbClr val="007CB0"/>
                </a:solidFill>
                <a:latin typeface="+mj-lt"/>
              </a:rPr>
              <a:t>WHY THIS MATTERS FOR SIKKIM</a:t>
            </a:r>
            <a:endParaRPr lang="en-US" sz="900" dirty="0">
              <a:solidFill>
                <a:prstClr val="black"/>
              </a:solidFill>
              <a:latin typeface="+mj-lt"/>
            </a:endParaRPr>
          </a:p>
        </p:txBody>
      </p:sp>
      <p:pic>
        <p:nvPicPr>
          <p:cNvPr id="103" name="Image 11" descr="preencoded.png">
            <a:extLst>
              <a:ext uri="{FF2B5EF4-FFF2-40B4-BE49-F238E27FC236}">
                <a16:creationId xmlns:a16="http://schemas.microsoft.com/office/drawing/2014/main" id="{D4702633-3212-0A6F-806C-7AF10315C49E}"/>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110728" y="2852928"/>
            <a:ext cx="201168" cy="201168"/>
          </a:xfrm>
          <a:prstGeom prst="rect">
            <a:avLst/>
          </a:prstGeom>
        </p:spPr>
      </p:pic>
      <p:sp>
        <p:nvSpPr>
          <p:cNvPr id="104" name="Text 46">
            <a:extLst>
              <a:ext uri="{FF2B5EF4-FFF2-40B4-BE49-F238E27FC236}">
                <a16:creationId xmlns:a16="http://schemas.microsoft.com/office/drawing/2014/main" id="{27398510-1038-D383-627D-F7C0F35334B5}"/>
              </a:ext>
            </a:extLst>
          </p:cNvPr>
          <p:cNvSpPr/>
          <p:nvPr/>
        </p:nvSpPr>
        <p:spPr>
          <a:xfrm>
            <a:off x="8430768" y="2816352"/>
            <a:ext cx="2788920" cy="164592"/>
          </a:xfrm>
          <a:prstGeom prst="rect">
            <a:avLst/>
          </a:prstGeom>
          <a:noFill/>
          <a:ln/>
        </p:spPr>
        <p:txBody>
          <a:bodyPr wrap="square" lIns="0" tIns="0" rIns="0" bIns="0" rtlCol="0" anchor="ctr">
            <a:normAutofit/>
          </a:bodyPr>
          <a:lstStyle/>
          <a:p>
            <a:r>
              <a:rPr lang="en-US" sz="900" b="1" dirty="0">
                <a:solidFill>
                  <a:srgbClr val="0B2739"/>
                </a:solidFill>
                <a:latin typeface="+mj-lt"/>
              </a:rPr>
              <a:t>Business + technology depth</a:t>
            </a:r>
            <a:endParaRPr lang="en-US" sz="900" dirty="0">
              <a:solidFill>
                <a:prstClr val="black"/>
              </a:solidFill>
              <a:latin typeface="+mj-lt"/>
            </a:endParaRPr>
          </a:p>
        </p:txBody>
      </p:sp>
      <p:sp>
        <p:nvSpPr>
          <p:cNvPr id="105" name="Text 47">
            <a:extLst>
              <a:ext uri="{FF2B5EF4-FFF2-40B4-BE49-F238E27FC236}">
                <a16:creationId xmlns:a16="http://schemas.microsoft.com/office/drawing/2014/main" id="{CE2C0A2B-64FE-4AE1-F332-885FB27930F0}"/>
              </a:ext>
            </a:extLst>
          </p:cNvPr>
          <p:cNvSpPr/>
          <p:nvPr/>
        </p:nvSpPr>
        <p:spPr>
          <a:xfrm>
            <a:off x="8430768" y="2999232"/>
            <a:ext cx="2788920" cy="146304"/>
          </a:xfrm>
          <a:prstGeom prst="rect">
            <a:avLst/>
          </a:prstGeom>
          <a:noFill/>
          <a:ln/>
        </p:spPr>
        <p:txBody>
          <a:bodyPr wrap="square" lIns="0" tIns="0" rIns="0" bIns="0" rtlCol="0" anchor="ctr">
            <a:normAutofit/>
          </a:bodyPr>
          <a:lstStyle/>
          <a:p>
            <a:r>
              <a:rPr lang="en-US" sz="800" dirty="0">
                <a:solidFill>
                  <a:srgbClr val="596875"/>
                </a:solidFill>
                <a:latin typeface="+mj-lt"/>
              </a:rPr>
              <a:t>Translate priorities into scalable solutions</a:t>
            </a:r>
            <a:endParaRPr lang="en-US" sz="800" dirty="0">
              <a:solidFill>
                <a:prstClr val="black"/>
              </a:solidFill>
              <a:latin typeface="+mj-lt"/>
            </a:endParaRPr>
          </a:p>
        </p:txBody>
      </p:sp>
      <p:sp>
        <p:nvSpPr>
          <p:cNvPr id="106" name="Shape 48">
            <a:extLst>
              <a:ext uri="{FF2B5EF4-FFF2-40B4-BE49-F238E27FC236}">
                <a16:creationId xmlns:a16="http://schemas.microsoft.com/office/drawing/2014/main" id="{3693D776-43A2-E3A7-0744-0F645A035DB6}"/>
              </a:ext>
            </a:extLst>
          </p:cNvPr>
          <p:cNvSpPr/>
          <p:nvPr/>
        </p:nvSpPr>
        <p:spPr>
          <a:xfrm>
            <a:off x="8101584" y="3154680"/>
            <a:ext cx="3246120" cy="914"/>
          </a:xfrm>
          <a:prstGeom prst="line">
            <a:avLst/>
          </a:prstGeom>
          <a:noFill/>
          <a:ln w="8890">
            <a:solidFill>
              <a:srgbClr val="E5EBEE"/>
            </a:solidFill>
            <a:prstDash val="solid"/>
          </a:ln>
        </p:spPr>
        <p:txBody>
          <a:bodyPr/>
          <a:lstStyle/>
          <a:p>
            <a:endParaRPr lang="en-IN" sz="2000">
              <a:solidFill>
                <a:prstClr val="black"/>
              </a:solidFill>
              <a:latin typeface="+mj-lt"/>
            </a:endParaRPr>
          </a:p>
        </p:txBody>
      </p:sp>
      <p:pic>
        <p:nvPicPr>
          <p:cNvPr id="107" name="Image 12" descr="preencoded.png">
            <a:extLst>
              <a:ext uri="{FF2B5EF4-FFF2-40B4-BE49-F238E27FC236}">
                <a16:creationId xmlns:a16="http://schemas.microsoft.com/office/drawing/2014/main" id="{498F5165-3ED4-A308-9C08-F534D3E95437}"/>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8110728" y="3291840"/>
            <a:ext cx="201168" cy="201168"/>
          </a:xfrm>
          <a:prstGeom prst="rect">
            <a:avLst/>
          </a:prstGeom>
        </p:spPr>
      </p:pic>
      <p:sp>
        <p:nvSpPr>
          <p:cNvPr id="108" name="Text 49">
            <a:extLst>
              <a:ext uri="{FF2B5EF4-FFF2-40B4-BE49-F238E27FC236}">
                <a16:creationId xmlns:a16="http://schemas.microsoft.com/office/drawing/2014/main" id="{896A3C48-7B0C-7D20-42FE-51B58293849F}"/>
              </a:ext>
            </a:extLst>
          </p:cNvPr>
          <p:cNvSpPr/>
          <p:nvPr/>
        </p:nvSpPr>
        <p:spPr>
          <a:xfrm>
            <a:off x="8430768" y="3255264"/>
            <a:ext cx="2788920" cy="164592"/>
          </a:xfrm>
          <a:prstGeom prst="rect">
            <a:avLst/>
          </a:prstGeom>
          <a:noFill/>
          <a:ln/>
        </p:spPr>
        <p:txBody>
          <a:bodyPr wrap="square" lIns="0" tIns="0" rIns="0" bIns="0" rtlCol="0" anchor="ctr">
            <a:normAutofit/>
          </a:bodyPr>
          <a:lstStyle/>
          <a:p>
            <a:r>
              <a:rPr lang="en-US" sz="900" b="1" dirty="0">
                <a:solidFill>
                  <a:srgbClr val="0B2739"/>
                </a:solidFill>
                <a:latin typeface="+mj-lt"/>
              </a:rPr>
              <a:t>Outcome-led delivery</a:t>
            </a:r>
            <a:endParaRPr lang="en-US" sz="900" dirty="0">
              <a:solidFill>
                <a:prstClr val="black"/>
              </a:solidFill>
              <a:latin typeface="+mj-lt"/>
            </a:endParaRPr>
          </a:p>
        </p:txBody>
      </p:sp>
      <p:sp>
        <p:nvSpPr>
          <p:cNvPr id="109" name="Text 50">
            <a:extLst>
              <a:ext uri="{FF2B5EF4-FFF2-40B4-BE49-F238E27FC236}">
                <a16:creationId xmlns:a16="http://schemas.microsoft.com/office/drawing/2014/main" id="{D68B8ECD-D244-F68F-7FD0-362EFCFA6C38}"/>
              </a:ext>
            </a:extLst>
          </p:cNvPr>
          <p:cNvSpPr/>
          <p:nvPr/>
        </p:nvSpPr>
        <p:spPr>
          <a:xfrm>
            <a:off x="8430768" y="3438144"/>
            <a:ext cx="2788920" cy="146304"/>
          </a:xfrm>
          <a:prstGeom prst="rect">
            <a:avLst/>
          </a:prstGeom>
          <a:noFill/>
          <a:ln/>
        </p:spPr>
        <p:txBody>
          <a:bodyPr wrap="square" lIns="0" tIns="0" rIns="0" bIns="0" rtlCol="0" anchor="ctr">
            <a:normAutofit/>
          </a:bodyPr>
          <a:lstStyle/>
          <a:p>
            <a:r>
              <a:rPr lang="en-US" sz="800" dirty="0">
                <a:solidFill>
                  <a:srgbClr val="596875"/>
                </a:solidFill>
                <a:latin typeface="+mj-lt"/>
              </a:rPr>
              <a:t>Link AI investments to measurable public value</a:t>
            </a:r>
            <a:endParaRPr lang="en-US" sz="800" dirty="0">
              <a:solidFill>
                <a:prstClr val="black"/>
              </a:solidFill>
              <a:latin typeface="+mj-lt"/>
            </a:endParaRPr>
          </a:p>
        </p:txBody>
      </p:sp>
      <p:sp>
        <p:nvSpPr>
          <p:cNvPr id="110" name="Shape 51">
            <a:extLst>
              <a:ext uri="{FF2B5EF4-FFF2-40B4-BE49-F238E27FC236}">
                <a16:creationId xmlns:a16="http://schemas.microsoft.com/office/drawing/2014/main" id="{06513981-E9E6-9E78-FDBA-AE9CD5D6F62C}"/>
              </a:ext>
            </a:extLst>
          </p:cNvPr>
          <p:cNvSpPr/>
          <p:nvPr/>
        </p:nvSpPr>
        <p:spPr>
          <a:xfrm>
            <a:off x="8101584" y="3593592"/>
            <a:ext cx="3246120" cy="914"/>
          </a:xfrm>
          <a:prstGeom prst="line">
            <a:avLst/>
          </a:prstGeom>
          <a:noFill/>
          <a:ln w="8890">
            <a:solidFill>
              <a:srgbClr val="E5EBEE"/>
            </a:solidFill>
            <a:prstDash val="solid"/>
          </a:ln>
        </p:spPr>
        <p:txBody>
          <a:bodyPr/>
          <a:lstStyle/>
          <a:p>
            <a:endParaRPr lang="en-IN" sz="2000">
              <a:solidFill>
                <a:prstClr val="black"/>
              </a:solidFill>
              <a:latin typeface="+mj-lt"/>
            </a:endParaRPr>
          </a:p>
        </p:txBody>
      </p:sp>
      <p:pic>
        <p:nvPicPr>
          <p:cNvPr id="111" name="Image 13" descr="preencoded.png">
            <a:extLst>
              <a:ext uri="{FF2B5EF4-FFF2-40B4-BE49-F238E27FC236}">
                <a16:creationId xmlns:a16="http://schemas.microsoft.com/office/drawing/2014/main" id="{CCCA844D-B260-9B57-584B-C006F31865C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8110728" y="3730752"/>
            <a:ext cx="201168" cy="201168"/>
          </a:xfrm>
          <a:prstGeom prst="rect">
            <a:avLst/>
          </a:prstGeom>
        </p:spPr>
      </p:pic>
      <p:sp>
        <p:nvSpPr>
          <p:cNvPr id="112" name="Text 52">
            <a:extLst>
              <a:ext uri="{FF2B5EF4-FFF2-40B4-BE49-F238E27FC236}">
                <a16:creationId xmlns:a16="http://schemas.microsoft.com/office/drawing/2014/main" id="{E08EF949-0670-DA83-2BE2-58C4D6295D94}"/>
              </a:ext>
            </a:extLst>
          </p:cNvPr>
          <p:cNvSpPr/>
          <p:nvPr/>
        </p:nvSpPr>
        <p:spPr>
          <a:xfrm>
            <a:off x="8430768" y="3694176"/>
            <a:ext cx="2788920" cy="164592"/>
          </a:xfrm>
          <a:prstGeom prst="rect">
            <a:avLst/>
          </a:prstGeom>
          <a:noFill/>
          <a:ln/>
        </p:spPr>
        <p:txBody>
          <a:bodyPr wrap="square" lIns="0" tIns="0" rIns="0" bIns="0" rtlCol="0" anchor="ctr">
            <a:normAutofit/>
          </a:bodyPr>
          <a:lstStyle/>
          <a:p>
            <a:r>
              <a:rPr lang="en-US" sz="900" b="1" dirty="0">
                <a:solidFill>
                  <a:srgbClr val="0B2739"/>
                </a:solidFill>
                <a:latin typeface="+mj-lt"/>
              </a:rPr>
              <a:t>Expertise and scale</a:t>
            </a:r>
            <a:endParaRPr lang="en-US" sz="900" dirty="0">
              <a:solidFill>
                <a:prstClr val="black"/>
              </a:solidFill>
              <a:latin typeface="+mj-lt"/>
            </a:endParaRPr>
          </a:p>
        </p:txBody>
      </p:sp>
      <p:sp>
        <p:nvSpPr>
          <p:cNvPr id="113" name="Text 53">
            <a:extLst>
              <a:ext uri="{FF2B5EF4-FFF2-40B4-BE49-F238E27FC236}">
                <a16:creationId xmlns:a16="http://schemas.microsoft.com/office/drawing/2014/main" id="{A2F0BF52-E649-39E7-55D5-63EC2F533354}"/>
              </a:ext>
            </a:extLst>
          </p:cNvPr>
          <p:cNvSpPr/>
          <p:nvPr/>
        </p:nvSpPr>
        <p:spPr>
          <a:xfrm>
            <a:off x="8430768" y="3877056"/>
            <a:ext cx="2788920" cy="146304"/>
          </a:xfrm>
          <a:prstGeom prst="rect">
            <a:avLst/>
          </a:prstGeom>
          <a:noFill/>
          <a:ln/>
        </p:spPr>
        <p:txBody>
          <a:bodyPr wrap="square" lIns="0" tIns="0" rIns="0" bIns="0" rtlCol="0" anchor="ctr">
            <a:normAutofit/>
          </a:bodyPr>
          <a:lstStyle/>
          <a:p>
            <a:r>
              <a:rPr lang="en-US" sz="800" dirty="0">
                <a:solidFill>
                  <a:srgbClr val="596875"/>
                </a:solidFill>
                <a:latin typeface="+mj-lt"/>
              </a:rPr>
              <a:t>Mobilize multidisciplinary AI and domain teams</a:t>
            </a:r>
            <a:endParaRPr lang="en-US" sz="800" dirty="0">
              <a:solidFill>
                <a:prstClr val="black"/>
              </a:solidFill>
              <a:latin typeface="+mj-lt"/>
            </a:endParaRPr>
          </a:p>
        </p:txBody>
      </p:sp>
      <p:sp>
        <p:nvSpPr>
          <p:cNvPr id="114" name="Shape 54">
            <a:extLst>
              <a:ext uri="{FF2B5EF4-FFF2-40B4-BE49-F238E27FC236}">
                <a16:creationId xmlns:a16="http://schemas.microsoft.com/office/drawing/2014/main" id="{224FFC9B-D87C-490A-B8C0-99DCE1A68D9C}"/>
              </a:ext>
            </a:extLst>
          </p:cNvPr>
          <p:cNvSpPr/>
          <p:nvPr/>
        </p:nvSpPr>
        <p:spPr>
          <a:xfrm>
            <a:off x="8101584" y="4032504"/>
            <a:ext cx="3246120" cy="914"/>
          </a:xfrm>
          <a:prstGeom prst="line">
            <a:avLst/>
          </a:prstGeom>
          <a:noFill/>
          <a:ln w="8890">
            <a:solidFill>
              <a:srgbClr val="E5EBEE"/>
            </a:solidFill>
            <a:prstDash val="solid"/>
          </a:ln>
        </p:spPr>
        <p:txBody>
          <a:bodyPr/>
          <a:lstStyle/>
          <a:p>
            <a:endParaRPr lang="en-IN" sz="2000">
              <a:solidFill>
                <a:prstClr val="black"/>
              </a:solidFill>
              <a:latin typeface="+mj-lt"/>
            </a:endParaRPr>
          </a:p>
        </p:txBody>
      </p:sp>
      <p:pic>
        <p:nvPicPr>
          <p:cNvPr id="115" name="Image 14" descr="preencoded.png">
            <a:extLst>
              <a:ext uri="{FF2B5EF4-FFF2-40B4-BE49-F238E27FC236}">
                <a16:creationId xmlns:a16="http://schemas.microsoft.com/office/drawing/2014/main" id="{706623EC-B3D6-F6CB-D7AC-AA195730615E}"/>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8110728" y="4169664"/>
            <a:ext cx="201168" cy="201168"/>
          </a:xfrm>
          <a:prstGeom prst="rect">
            <a:avLst/>
          </a:prstGeom>
        </p:spPr>
      </p:pic>
      <p:sp>
        <p:nvSpPr>
          <p:cNvPr id="116" name="Text 55">
            <a:extLst>
              <a:ext uri="{FF2B5EF4-FFF2-40B4-BE49-F238E27FC236}">
                <a16:creationId xmlns:a16="http://schemas.microsoft.com/office/drawing/2014/main" id="{2C57114A-E2DC-359F-E779-D8432D41BBFC}"/>
              </a:ext>
            </a:extLst>
          </p:cNvPr>
          <p:cNvSpPr/>
          <p:nvPr/>
        </p:nvSpPr>
        <p:spPr>
          <a:xfrm>
            <a:off x="8430768" y="4133088"/>
            <a:ext cx="2788920" cy="164592"/>
          </a:xfrm>
          <a:prstGeom prst="rect">
            <a:avLst/>
          </a:prstGeom>
          <a:noFill/>
          <a:ln/>
        </p:spPr>
        <p:txBody>
          <a:bodyPr wrap="square" lIns="0" tIns="0" rIns="0" bIns="0" rtlCol="0" anchor="ctr">
            <a:normAutofit/>
          </a:bodyPr>
          <a:lstStyle/>
          <a:p>
            <a:r>
              <a:rPr lang="en-US" sz="900" b="1" dirty="0">
                <a:solidFill>
                  <a:srgbClr val="0B2739"/>
                </a:solidFill>
                <a:latin typeface="+mj-lt"/>
              </a:rPr>
              <a:t>Pre-built accelerators</a:t>
            </a:r>
            <a:endParaRPr lang="en-US" sz="900" dirty="0">
              <a:solidFill>
                <a:prstClr val="black"/>
              </a:solidFill>
              <a:latin typeface="+mj-lt"/>
            </a:endParaRPr>
          </a:p>
        </p:txBody>
      </p:sp>
      <p:sp>
        <p:nvSpPr>
          <p:cNvPr id="117" name="Text 56">
            <a:extLst>
              <a:ext uri="{FF2B5EF4-FFF2-40B4-BE49-F238E27FC236}">
                <a16:creationId xmlns:a16="http://schemas.microsoft.com/office/drawing/2014/main" id="{149B157F-AE13-FBAC-6B7E-CF5288726898}"/>
              </a:ext>
            </a:extLst>
          </p:cNvPr>
          <p:cNvSpPr/>
          <p:nvPr/>
        </p:nvSpPr>
        <p:spPr>
          <a:xfrm>
            <a:off x="8430768" y="4315968"/>
            <a:ext cx="2788920" cy="146304"/>
          </a:xfrm>
          <a:prstGeom prst="rect">
            <a:avLst/>
          </a:prstGeom>
          <a:noFill/>
          <a:ln/>
        </p:spPr>
        <p:txBody>
          <a:bodyPr wrap="square" lIns="0" tIns="0" rIns="0" bIns="0" rtlCol="0" anchor="ctr">
            <a:normAutofit/>
          </a:bodyPr>
          <a:lstStyle/>
          <a:p>
            <a:r>
              <a:rPr lang="en-US" sz="800" dirty="0">
                <a:solidFill>
                  <a:srgbClr val="596875"/>
                </a:solidFill>
                <a:latin typeface="+mj-lt"/>
              </a:rPr>
              <a:t>Reuse assets, patterns and evaluation methods</a:t>
            </a:r>
            <a:endParaRPr lang="en-US" sz="800" dirty="0">
              <a:solidFill>
                <a:prstClr val="black"/>
              </a:solidFill>
              <a:latin typeface="+mj-lt"/>
            </a:endParaRPr>
          </a:p>
        </p:txBody>
      </p:sp>
      <p:sp>
        <p:nvSpPr>
          <p:cNvPr id="118" name="Shape 57">
            <a:extLst>
              <a:ext uri="{FF2B5EF4-FFF2-40B4-BE49-F238E27FC236}">
                <a16:creationId xmlns:a16="http://schemas.microsoft.com/office/drawing/2014/main" id="{69DA1E70-4BE6-A741-818C-DF0F431F8988}"/>
              </a:ext>
            </a:extLst>
          </p:cNvPr>
          <p:cNvSpPr/>
          <p:nvPr/>
        </p:nvSpPr>
        <p:spPr>
          <a:xfrm>
            <a:off x="8101584" y="4471416"/>
            <a:ext cx="3246120" cy="914"/>
          </a:xfrm>
          <a:prstGeom prst="line">
            <a:avLst/>
          </a:prstGeom>
          <a:noFill/>
          <a:ln w="8890">
            <a:solidFill>
              <a:srgbClr val="E5EBEE"/>
            </a:solidFill>
            <a:prstDash val="solid"/>
          </a:ln>
        </p:spPr>
        <p:txBody>
          <a:bodyPr/>
          <a:lstStyle/>
          <a:p>
            <a:endParaRPr lang="en-IN" sz="2000">
              <a:solidFill>
                <a:prstClr val="black"/>
              </a:solidFill>
              <a:latin typeface="+mj-lt"/>
            </a:endParaRPr>
          </a:p>
        </p:txBody>
      </p:sp>
      <p:pic>
        <p:nvPicPr>
          <p:cNvPr id="119" name="Image 15" descr="preencoded.png">
            <a:extLst>
              <a:ext uri="{FF2B5EF4-FFF2-40B4-BE49-F238E27FC236}">
                <a16:creationId xmlns:a16="http://schemas.microsoft.com/office/drawing/2014/main" id="{1BEFD0DE-34BE-59D1-B082-2903BD7D5659}"/>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8110728" y="4608576"/>
            <a:ext cx="201168" cy="201168"/>
          </a:xfrm>
          <a:prstGeom prst="rect">
            <a:avLst/>
          </a:prstGeom>
        </p:spPr>
      </p:pic>
      <p:sp>
        <p:nvSpPr>
          <p:cNvPr id="120" name="Text 58">
            <a:extLst>
              <a:ext uri="{FF2B5EF4-FFF2-40B4-BE49-F238E27FC236}">
                <a16:creationId xmlns:a16="http://schemas.microsoft.com/office/drawing/2014/main" id="{78FC0494-E5C6-FC0A-399A-02985CC4E8D3}"/>
              </a:ext>
            </a:extLst>
          </p:cNvPr>
          <p:cNvSpPr/>
          <p:nvPr/>
        </p:nvSpPr>
        <p:spPr>
          <a:xfrm>
            <a:off x="8430768" y="4572000"/>
            <a:ext cx="2788920" cy="164592"/>
          </a:xfrm>
          <a:prstGeom prst="rect">
            <a:avLst/>
          </a:prstGeom>
          <a:noFill/>
          <a:ln/>
        </p:spPr>
        <p:txBody>
          <a:bodyPr wrap="square" lIns="0" tIns="0" rIns="0" bIns="0" rtlCol="0" anchor="ctr">
            <a:normAutofit/>
          </a:bodyPr>
          <a:lstStyle/>
          <a:p>
            <a:r>
              <a:rPr lang="en-US" sz="900" b="1" dirty="0">
                <a:solidFill>
                  <a:srgbClr val="0B2739"/>
                </a:solidFill>
                <a:latin typeface="+mj-lt"/>
              </a:rPr>
              <a:t>Alliance ecosystem</a:t>
            </a:r>
            <a:endParaRPr lang="en-US" sz="900" dirty="0">
              <a:solidFill>
                <a:prstClr val="black"/>
              </a:solidFill>
              <a:latin typeface="+mj-lt"/>
            </a:endParaRPr>
          </a:p>
        </p:txBody>
      </p:sp>
      <p:sp>
        <p:nvSpPr>
          <p:cNvPr id="121" name="Text 59">
            <a:extLst>
              <a:ext uri="{FF2B5EF4-FFF2-40B4-BE49-F238E27FC236}">
                <a16:creationId xmlns:a16="http://schemas.microsoft.com/office/drawing/2014/main" id="{52541A5E-6FF6-C140-B022-61C4BCB69571}"/>
              </a:ext>
            </a:extLst>
          </p:cNvPr>
          <p:cNvSpPr/>
          <p:nvPr/>
        </p:nvSpPr>
        <p:spPr>
          <a:xfrm>
            <a:off x="8430768" y="4754880"/>
            <a:ext cx="2788920" cy="146304"/>
          </a:xfrm>
          <a:prstGeom prst="rect">
            <a:avLst/>
          </a:prstGeom>
          <a:noFill/>
          <a:ln/>
        </p:spPr>
        <p:txBody>
          <a:bodyPr wrap="square" lIns="0" tIns="0" rIns="0" bIns="0" rtlCol="0" anchor="ctr">
            <a:normAutofit/>
          </a:bodyPr>
          <a:lstStyle/>
          <a:p>
            <a:r>
              <a:rPr lang="en-US" sz="800" dirty="0">
                <a:solidFill>
                  <a:srgbClr val="596875"/>
                </a:solidFill>
                <a:latin typeface="+mj-lt"/>
              </a:rPr>
              <a:t>Access technology and specialist capabilities</a:t>
            </a:r>
            <a:endParaRPr lang="en-US" sz="800" dirty="0">
              <a:solidFill>
                <a:prstClr val="black"/>
              </a:solidFill>
              <a:latin typeface="+mj-lt"/>
            </a:endParaRPr>
          </a:p>
        </p:txBody>
      </p:sp>
      <p:sp>
        <p:nvSpPr>
          <p:cNvPr id="122" name="Text 60">
            <a:extLst>
              <a:ext uri="{FF2B5EF4-FFF2-40B4-BE49-F238E27FC236}">
                <a16:creationId xmlns:a16="http://schemas.microsoft.com/office/drawing/2014/main" id="{2C2ABF50-D932-BCA1-A8C1-ED6A31F0B2BA}"/>
              </a:ext>
            </a:extLst>
          </p:cNvPr>
          <p:cNvSpPr/>
          <p:nvPr/>
        </p:nvSpPr>
        <p:spPr>
          <a:xfrm>
            <a:off x="521208" y="5504688"/>
            <a:ext cx="2468880" cy="219456"/>
          </a:xfrm>
          <a:prstGeom prst="rect">
            <a:avLst/>
          </a:prstGeom>
          <a:noFill/>
          <a:ln/>
        </p:spPr>
        <p:txBody>
          <a:bodyPr wrap="square" lIns="0" tIns="0" rIns="0" bIns="0" rtlCol="0" anchor="ctr"/>
          <a:lstStyle/>
          <a:p>
            <a:r>
              <a:rPr lang="en-US" sz="1200" b="1" dirty="0">
                <a:solidFill>
                  <a:srgbClr val="0B2739"/>
                </a:solidFill>
                <a:latin typeface="+mj-lt"/>
              </a:rPr>
              <a:t>Differentiated delivery strengths</a:t>
            </a:r>
            <a:endParaRPr lang="en-US" sz="1200" dirty="0">
              <a:solidFill>
                <a:prstClr val="black"/>
              </a:solidFill>
              <a:latin typeface="+mj-lt"/>
            </a:endParaRPr>
          </a:p>
        </p:txBody>
      </p:sp>
      <p:sp>
        <p:nvSpPr>
          <p:cNvPr id="123" name="Shape 61">
            <a:extLst>
              <a:ext uri="{FF2B5EF4-FFF2-40B4-BE49-F238E27FC236}">
                <a16:creationId xmlns:a16="http://schemas.microsoft.com/office/drawing/2014/main" id="{303B7A74-BB9C-2C57-EB04-ADA11A861E14}"/>
              </a:ext>
            </a:extLst>
          </p:cNvPr>
          <p:cNvSpPr/>
          <p:nvPr/>
        </p:nvSpPr>
        <p:spPr>
          <a:xfrm>
            <a:off x="502920" y="5806440"/>
            <a:ext cx="2578608" cy="566928"/>
          </a:xfrm>
          <a:prstGeom prst="roundRect">
            <a:avLst>
              <a:gd name="adj" fmla="val 11290"/>
            </a:avLst>
          </a:prstGeom>
          <a:solidFill>
            <a:srgbClr val="EFF6DF"/>
          </a:solidFill>
          <a:ln w="12700">
            <a:solidFill>
              <a:srgbClr val="D1E2B1"/>
            </a:solidFill>
            <a:prstDash val="solid"/>
          </a:ln>
        </p:spPr>
        <p:txBody>
          <a:bodyPr/>
          <a:lstStyle/>
          <a:p>
            <a:endParaRPr lang="en-IN" sz="2000">
              <a:solidFill>
                <a:prstClr val="black"/>
              </a:solidFill>
              <a:latin typeface="+mj-lt"/>
            </a:endParaRPr>
          </a:p>
        </p:txBody>
      </p:sp>
      <p:pic>
        <p:nvPicPr>
          <p:cNvPr id="124" name="Image 16" descr="preencoded.png">
            <a:extLst>
              <a:ext uri="{FF2B5EF4-FFF2-40B4-BE49-F238E27FC236}">
                <a16:creationId xmlns:a16="http://schemas.microsoft.com/office/drawing/2014/main" id="{78190CF2-211C-DC61-42F0-CF6292F7E1D7}"/>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649224" y="5971032"/>
            <a:ext cx="201168" cy="201168"/>
          </a:xfrm>
          <a:prstGeom prst="rect">
            <a:avLst/>
          </a:prstGeom>
        </p:spPr>
      </p:pic>
      <p:sp>
        <p:nvSpPr>
          <p:cNvPr id="125" name="Text 62">
            <a:extLst>
              <a:ext uri="{FF2B5EF4-FFF2-40B4-BE49-F238E27FC236}">
                <a16:creationId xmlns:a16="http://schemas.microsoft.com/office/drawing/2014/main" id="{F73C06C9-175C-A50B-0872-45C33EFF3F70}"/>
              </a:ext>
            </a:extLst>
          </p:cNvPr>
          <p:cNvSpPr/>
          <p:nvPr/>
        </p:nvSpPr>
        <p:spPr>
          <a:xfrm>
            <a:off x="941832" y="5870448"/>
            <a:ext cx="1938528" cy="146304"/>
          </a:xfrm>
          <a:prstGeom prst="rect">
            <a:avLst/>
          </a:prstGeom>
          <a:noFill/>
          <a:ln/>
        </p:spPr>
        <p:txBody>
          <a:bodyPr wrap="square" lIns="0" tIns="0" rIns="0" bIns="0" rtlCol="0" anchor="ctr">
            <a:normAutofit/>
          </a:bodyPr>
          <a:lstStyle/>
          <a:p>
            <a:r>
              <a:rPr lang="en-US" sz="800" b="1" dirty="0">
                <a:solidFill>
                  <a:srgbClr val="0B2739"/>
                </a:solidFill>
                <a:latin typeface="+mj-lt"/>
              </a:rPr>
              <a:t>Outcome translation</a:t>
            </a:r>
            <a:endParaRPr lang="en-US" sz="800" dirty="0">
              <a:solidFill>
                <a:prstClr val="black"/>
              </a:solidFill>
              <a:latin typeface="+mj-lt"/>
            </a:endParaRPr>
          </a:p>
        </p:txBody>
      </p:sp>
      <p:sp>
        <p:nvSpPr>
          <p:cNvPr id="126" name="Text 63">
            <a:extLst>
              <a:ext uri="{FF2B5EF4-FFF2-40B4-BE49-F238E27FC236}">
                <a16:creationId xmlns:a16="http://schemas.microsoft.com/office/drawing/2014/main" id="{C19037AF-1F30-A2FE-D8CA-954607C7BECC}"/>
              </a:ext>
            </a:extLst>
          </p:cNvPr>
          <p:cNvSpPr/>
          <p:nvPr/>
        </p:nvSpPr>
        <p:spPr>
          <a:xfrm>
            <a:off x="941832" y="6053328"/>
            <a:ext cx="1938528" cy="128016"/>
          </a:xfrm>
          <a:prstGeom prst="rect">
            <a:avLst/>
          </a:prstGeom>
          <a:noFill/>
          <a:ln/>
        </p:spPr>
        <p:txBody>
          <a:bodyPr wrap="square" lIns="0" tIns="0" rIns="0" bIns="0" rtlCol="0" anchor="ctr">
            <a:noAutofit/>
          </a:bodyPr>
          <a:lstStyle/>
          <a:p>
            <a:r>
              <a:rPr lang="en-US" sz="800" dirty="0">
                <a:solidFill>
                  <a:srgbClr val="596875"/>
                </a:solidFill>
                <a:latin typeface="+mj-lt"/>
              </a:rPr>
              <a:t>Business priorities to AI products</a:t>
            </a:r>
            <a:endParaRPr lang="en-US" sz="800" dirty="0">
              <a:solidFill>
                <a:prstClr val="black"/>
              </a:solidFill>
              <a:latin typeface="+mj-lt"/>
            </a:endParaRPr>
          </a:p>
        </p:txBody>
      </p:sp>
      <p:sp>
        <p:nvSpPr>
          <p:cNvPr id="127" name="Shape 64">
            <a:extLst>
              <a:ext uri="{FF2B5EF4-FFF2-40B4-BE49-F238E27FC236}">
                <a16:creationId xmlns:a16="http://schemas.microsoft.com/office/drawing/2014/main" id="{9EDB817E-7A14-E866-224E-2FED040F257B}"/>
              </a:ext>
            </a:extLst>
          </p:cNvPr>
          <p:cNvSpPr/>
          <p:nvPr/>
        </p:nvSpPr>
        <p:spPr>
          <a:xfrm>
            <a:off x="3310128" y="5806440"/>
            <a:ext cx="2578608" cy="566928"/>
          </a:xfrm>
          <a:prstGeom prst="roundRect">
            <a:avLst>
              <a:gd name="adj" fmla="val 11290"/>
            </a:avLst>
          </a:prstGeom>
          <a:solidFill>
            <a:srgbClr val="EAF4F8"/>
          </a:solidFill>
          <a:ln w="12700">
            <a:solidFill>
              <a:srgbClr val="C9DDE6"/>
            </a:solidFill>
            <a:prstDash val="solid"/>
          </a:ln>
        </p:spPr>
        <p:txBody>
          <a:bodyPr/>
          <a:lstStyle/>
          <a:p>
            <a:endParaRPr lang="en-IN" sz="2000">
              <a:solidFill>
                <a:prstClr val="black"/>
              </a:solidFill>
              <a:latin typeface="+mj-lt"/>
            </a:endParaRPr>
          </a:p>
        </p:txBody>
      </p:sp>
      <p:pic>
        <p:nvPicPr>
          <p:cNvPr id="128" name="Image 17" descr="preencoded.png">
            <a:extLst>
              <a:ext uri="{FF2B5EF4-FFF2-40B4-BE49-F238E27FC236}">
                <a16:creationId xmlns:a16="http://schemas.microsoft.com/office/drawing/2014/main" id="{B949994D-5991-1D4D-7857-A8ECC37EE19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3456432" y="5971032"/>
            <a:ext cx="201168" cy="201168"/>
          </a:xfrm>
          <a:prstGeom prst="rect">
            <a:avLst/>
          </a:prstGeom>
        </p:spPr>
      </p:pic>
      <p:sp>
        <p:nvSpPr>
          <p:cNvPr id="129" name="Text 65">
            <a:extLst>
              <a:ext uri="{FF2B5EF4-FFF2-40B4-BE49-F238E27FC236}">
                <a16:creationId xmlns:a16="http://schemas.microsoft.com/office/drawing/2014/main" id="{B9F3BE9E-47E6-A9C3-A109-40C87E895AAB}"/>
              </a:ext>
            </a:extLst>
          </p:cNvPr>
          <p:cNvSpPr/>
          <p:nvPr/>
        </p:nvSpPr>
        <p:spPr>
          <a:xfrm>
            <a:off x="3749040" y="5870448"/>
            <a:ext cx="1938528" cy="146304"/>
          </a:xfrm>
          <a:prstGeom prst="rect">
            <a:avLst/>
          </a:prstGeom>
          <a:noFill/>
          <a:ln/>
        </p:spPr>
        <p:txBody>
          <a:bodyPr wrap="square" lIns="0" tIns="0" rIns="0" bIns="0" rtlCol="0" anchor="ctr">
            <a:normAutofit/>
          </a:bodyPr>
          <a:lstStyle/>
          <a:p>
            <a:r>
              <a:rPr lang="en-US" sz="800" b="1" dirty="0">
                <a:solidFill>
                  <a:srgbClr val="0B2739"/>
                </a:solidFill>
                <a:latin typeface="+mj-lt"/>
              </a:rPr>
              <a:t>Large AI practice</a:t>
            </a:r>
            <a:endParaRPr lang="en-US" sz="800" dirty="0">
              <a:solidFill>
                <a:prstClr val="black"/>
              </a:solidFill>
              <a:latin typeface="+mj-lt"/>
            </a:endParaRPr>
          </a:p>
        </p:txBody>
      </p:sp>
      <p:sp>
        <p:nvSpPr>
          <p:cNvPr id="130" name="Text 66">
            <a:extLst>
              <a:ext uri="{FF2B5EF4-FFF2-40B4-BE49-F238E27FC236}">
                <a16:creationId xmlns:a16="http://schemas.microsoft.com/office/drawing/2014/main" id="{FF65EA4F-DFC0-67A8-7199-F9F56684289D}"/>
              </a:ext>
            </a:extLst>
          </p:cNvPr>
          <p:cNvSpPr/>
          <p:nvPr/>
        </p:nvSpPr>
        <p:spPr>
          <a:xfrm>
            <a:off x="3749040" y="6053328"/>
            <a:ext cx="1938528" cy="128016"/>
          </a:xfrm>
          <a:prstGeom prst="rect">
            <a:avLst/>
          </a:prstGeom>
          <a:noFill/>
          <a:ln/>
        </p:spPr>
        <p:txBody>
          <a:bodyPr wrap="square" lIns="0" tIns="0" rIns="0" bIns="0" rtlCol="0" anchor="ctr">
            <a:noAutofit/>
          </a:bodyPr>
          <a:lstStyle/>
          <a:p>
            <a:r>
              <a:rPr lang="en-US" sz="800" dirty="0">
                <a:solidFill>
                  <a:srgbClr val="596875"/>
                </a:solidFill>
                <a:latin typeface="+mj-lt"/>
              </a:rPr>
              <a:t>Data science, engineering and GenAI</a:t>
            </a:r>
            <a:endParaRPr lang="en-US" sz="800" dirty="0">
              <a:solidFill>
                <a:prstClr val="black"/>
              </a:solidFill>
              <a:latin typeface="+mj-lt"/>
            </a:endParaRPr>
          </a:p>
        </p:txBody>
      </p:sp>
      <p:sp>
        <p:nvSpPr>
          <p:cNvPr id="131" name="Shape 67">
            <a:extLst>
              <a:ext uri="{FF2B5EF4-FFF2-40B4-BE49-F238E27FC236}">
                <a16:creationId xmlns:a16="http://schemas.microsoft.com/office/drawing/2014/main" id="{A39BEE04-CF6D-ECA1-65C2-830B225B2A86}"/>
              </a:ext>
            </a:extLst>
          </p:cNvPr>
          <p:cNvSpPr/>
          <p:nvPr/>
        </p:nvSpPr>
        <p:spPr>
          <a:xfrm>
            <a:off x="6117336" y="5806440"/>
            <a:ext cx="2578608" cy="566928"/>
          </a:xfrm>
          <a:prstGeom prst="roundRect">
            <a:avLst>
              <a:gd name="adj" fmla="val 11290"/>
            </a:avLst>
          </a:prstGeom>
          <a:solidFill>
            <a:srgbClr val="EFF6DF"/>
          </a:solidFill>
          <a:ln w="12700">
            <a:solidFill>
              <a:srgbClr val="D1E2B1"/>
            </a:solidFill>
            <a:prstDash val="solid"/>
          </a:ln>
        </p:spPr>
        <p:txBody>
          <a:bodyPr/>
          <a:lstStyle/>
          <a:p>
            <a:endParaRPr lang="en-IN" sz="2000">
              <a:solidFill>
                <a:prstClr val="black"/>
              </a:solidFill>
              <a:latin typeface="+mj-lt"/>
            </a:endParaRPr>
          </a:p>
        </p:txBody>
      </p:sp>
      <p:pic>
        <p:nvPicPr>
          <p:cNvPr id="132" name="Image 18" descr="preencoded.png">
            <a:extLst>
              <a:ext uri="{FF2B5EF4-FFF2-40B4-BE49-F238E27FC236}">
                <a16:creationId xmlns:a16="http://schemas.microsoft.com/office/drawing/2014/main" id="{61ECFE65-E46B-6923-95CD-3B975D2D4F3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63640" y="5971032"/>
            <a:ext cx="201168" cy="201168"/>
          </a:xfrm>
          <a:prstGeom prst="rect">
            <a:avLst/>
          </a:prstGeom>
        </p:spPr>
      </p:pic>
      <p:sp>
        <p:nvSpPr>
          <p:cNvPr id="133" name="Text 68">
            <a:extLst>
              <a:ext uri="{FF2B5EF4-FFF2-40B4-BE49-F238E27FC236}">
                <a16:creationId xmlns:a16="http://schemas.microsoft.com/office/drawing/2014/main" id="{3509CCAE-34EE-2B97-C2CD-BFC269A196FE}"/>
              </a:ext>
            </a:extLst>
          </p:cNvPr>
          <p:cNvSpPr/>
          <p:nvPr/>
        </p:nvSpPr>
        <p:spPr>
          <a:xfrm>
            <a:off x="6556248" y="5870448"/>
            <a:ext cx="1938528" cy="146304"/>
          </a:xfrm>
          <a:prstGeom prst="rect">
            <a:avLst/>
          </a:prstGeom>
          <a:noFill/>
          <a:ln/>
        </p:spPr>
        <p:txBody>
          <a:bodyPr wrap="square" lIns="0" tIns="0" rIns="0" bIns="0" rtlCol="0" anchor="ctr">
            <a:normAutofit/>
          </a:bodyPr>
          <a:lstStyle/>
          <a:p>
            <a:r>
              <a:rPr lang="en-US" sz="800" b="1" dirty="0">
                <a:solidFill>
                  <a:srgbClr val="0B2739"/>
                </a:solidFill>
                <a:latin typeface="+mj-lt"/>
              </a:rPr>
              <a:t>Customer-first models</a:t>
            </a:r>
            <a:endParaRPr lang="en-US" sz="800" dirty="0">
              <a:solidFill>
                <a:prstClr val="black"/>
              </a:solidFill>
              <a:latin typeface="+mj-lt"/>
            </a:endParaRPr>
          </a:p>
        </p:txBody>
      </p:sp>
      <p:sp>
        <p:nvSpPr>
          <p:cNvPr id="134" name="Text 69">
            <a:extLst>
              <a:ext uri="{FF2B5EF4-FFF2-40B4-BE49-F238E27FC236}">
                <a16:creationId xmlns:a16="http://schemas.microsoft.com/office/drawing/2014/main" id="{AA0A07AE-F6B3-8F8A-B26E-45FD04030FF4}"/>
              </a:ext>
            </a:extLst>
          </p:cNvPr>
          <p:cNvSpPr/>
          <p:nvPr/>
        </p:nvSpPr>
        <p:spPr>
          <a:xfrm>
            <a:off x="6556248" y="6053328"/>
            <a:ext cx="1938528" cy="128016"/>
          </a:xfrm>
          <a:prstGeom prst="rect">
            <a:avLst/>
          </a:prstGeom>
          <a:noFill/>
          <a:ln/>
        </p:spPr>
        <p:txBody>
          <a:bodyPr wrap="square" lIns="0" tIns="0" rIns="0" bIns="0" rtlCol="0" anchor="ctr">
            <a:noAutofit/>
          </a:bodyPr>
          <a:lstStyle/>
          <a:p>
            <a:r>
              <a:rPr lang="en-US" sz="800" dirty="0">
                <a:solidFill>
                  <a:srgbClr val="596875"/>
                </a:solidFill>
                <a:latin typeface="+mj-lt"/>
              </a:rPr>
              <a:t>Flexible commercial and operating options</a:t>
            </a:r>
            <a:endParaRPr lang="en-US" sz="800" dirty="0">
              <a:solidFill>
                <a:prstClr val="black"/>
              </a:solidFill>
              <a:latin typeface="+mj-lt"/>
            </a:endParaRPr>
          </a:p>
        </p:txBody>
      </p:sp>
      <p:sp>
        <p:nvSpPr>
          <p:cNvPr id="135" name="Shape 70">
            <a:extLst>
              <a:ext uri="{FF2B5EF4-FFF2-40B4-BE49-F238E27FC236}">
                <a16:creationId xmlns:a16="http://schemas.microsoft.com/office/drawing/2014/main" id="{7ED20B16-575B-8A67-966A-22EB2C4F1169}"/>
              </a:ext>
            </a:extLst>
          </p:cNvPr>
          <p:cNvSpPr/>
          <p:nvPr/>
        </p:nvSpPr>
        <p:spPr>
          <a:xfrm>
            <a:off x="8924544" y="5806440"/>
            <a:ext cx="2578608" cy="566928"/>
          </a:xfrm>
          <a:prstGeom prst="roundRect">
            <a:avLst>
              <a:gd name="adj" fmla="val 11290"/>
            </a:avLst>
          </a:prstGeom>
          <a:solidFill>
            <a:srgbClr val="EAF4F8"/>
          </a:solidFill>
          <a:ln w="12700">
            <a:solidFill>
              <a:srgbClr val="C9DDE6"/>
            </a:solidFill>
            <a:prstDash val="solid"/>
          </a:ln>
        </p:spPr>
        <p:txBody>
          <a:bodyPr/>
          <a:lstStyle/>
          <a:p>
            <a:endParaRPr lang="en-IN" sz="2000">
              <a:solidFill>
                <a:prstClr val="black"/>
              </a:solidFill>
              <a:latin typeface="+mj-lt"/>
            </a:endParaRPr>
          </a:p>
        </p:txBody>
      </p:sp>
      <p:pic>
        <p:nvPicPr>
          <p:cNvPr id="136" name="Image 19" descr="preencoded.png">
            <a:extLst>
              <a:ext uri="{FF2B5EF4-FFF2-40B4-BE49-F238E27FC236}">
                <a16:creationId xmlns:a16="http://schemas.microsoft.com/office/drawing/2014/main" id="{DB8420DA-4E8B-72E3-A2B2-D0F7F58401E3}"/>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9070848" y="5971032"/>
            <a:ext cx="201168" cy="201168"/>
          </a:xfrm>
          <a:prstGeom prst="rect">
            <a:avLst/>
          </a:prstGeom>
        </p:spPr>
      </p:pic>
      <p:sp>
        <p:nvSpPr>
          <p:cNvPr id="137" name="Text 71">
            <a:extLst>
              <a:ext uri="{FF2B5EF4-FFF2-40B4-BE49-F238E27FC236}">
                <a16:creationId xmlns:a16="http://schemas.microsoft.com/office/drawing/2014/main" id="{6D787D5B-B7A3-5BCD-859E-2771D0C0805D}"/>
              </a:ext>
            </a:extLst>
          </p:cNvPr>
          <p:cNvSpPr/>
          <p:nvPr/>
        </p:nvSpPr>
        <p:spPr>
          <a:xfrm>
            <a:off x="9363456" y="5870448"/>
            <a:ext cx="1938528" cy="146304"/>
          </a:xfrm>
          <a:prstGeom prst="rect">
            <a:avLst/>
          </a:prstGeom>
          <a:noFill/>
          <a:ln/>
        </p:spPr>
        <p:txBody>
          <a:bodyPr wrap="square" lIns="0" tIns="0" rIns="0" bIns="0" rtlCol="0" anchor="ctr">
            <a:normAutofit/>
          </a:bodyPr>
          <a:lstStyle/>
          <a:p>
            <a:r>
              <a:rPr lang="en-US" sz="800" b="1" dirty="0">
                <a:solidFill>
                  <a:srgbClr val="0B2739"/>
                </a:solidFill>
                <a:latin typeface="+mj-lt"/>
              </a:rPr>
              <a:t>Leadership experience</a:t>
            </a:r>
            <a:endParaRPr lang="en-US" sz="800" dirty="0">
              <a:solidFill>
                <a:prstClr val="black"/>
              </a:solidFill>
              <a:latin typeface="+mj-lt"/>
            </a:endParaRPr>
          </a:p>
        </p:txBody>
      </p:sp>
      <p:sp>
        <p:nvSpPr>
          <p:cNvPr id="138" name="Text 72">
            <a:extLst>
              <a:ext uri="{FF2B5EF4-FFF2-40B4-BE49-F238E27FC236}">
                <a16:creationId xmlns:a16="http://schemas.microsoft.com/office/drawing/2014/main" id="{3CF323F8-EA82-767B-0B76-31895D8C6049}"/>
              </a:ext>
            </a:extLst>
          </p:cNvPr>
          <p:cNvSpPr/>
          <p:nvPr/>
        </p:nvSpPr>
        <p:spPr>
          <a:xfrm>
            <a:off x="9363456" y="6053328"/>
            <a:ext cx="1938528" cy="128016"/>
          </a:xfrm>
          <a:prstGeom prst="rect">
            <a:avLst/>
          </a:prstGeom>
          <a:noFill/>
          <a:ln/>
        </p:spPr>
        <p:txBody>
          <a:bodyPr wrap="square" lIns="0" tIns="0" rIns="0" bIns="0" rtlCol="0" anchor="ctr">
            <a:normAutofit/>
          </a:bodyPr>
          <a:lstStyle/>
          <a:p>
            <a:r>
              <a:rPr lang="en-US" sz="700" dirty="0">
                <a:solidFill>
                  <a:srgbClr val="596875"/>
                </a:solidFill>
                <a:latin typeface="+mj-lt"/>
              </a:rPr>
              <a:t>Senior oversight and global delivery depth</a:t>
            </a:r>
            <a:endParaRPr lang="en-US" sz="700" dirty="0">
              <a:solidFill>
                <a:prstClr val="black"/>
              </a:solidFill>
              <a:latin typeface="+mj-lt"/>
            </a:endParaRPr>
          </a:p>
        </p:txBody>
      </p:sp>
    </p:spTree>
    <p:extLst>
      <p:ext uri="{BB962C8B-B14F-4D97-AF65-F5344CB8AC3E}">
        <p14:creationId xmlns:p14="http://schemas.microsoft.com/office/powerpoint/2010/main" val="182527627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Title 1">
            <a:extLst>
              <a:ext uri="{FF2B5EF4-FFF2-40B4-BE49-F238E27FC236}">
                <a16:creationId xmlns:a16="http://schemas.microsoft.com/office/drawing/2014/main" id="{837FC84A-BABE-B06A-4059-46A8A4DCB226}"/>
              </a:ext>
            </a:extLst>
          </p:cNvPr>
          <p:cNvSpPr txBox="1">
            <a:spLocks/>
          </p:cNvSpPr>
          <p:nvPr/>
        </p:nvSpPr>
        <p:spPr bwMode="gray">
          <a:xfrm>
            <a:off x="235171" y="126828"/>
            <a:ext cx="11252200" cy="334102"/>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lang="en-US" b="1" dirty="0">
                <a:ea typeface="+mn-ea"/>
                <a:cs typeface="+mn-cs"/>
              </a:rPr>
              <a:t>We are recognized thought leaders in the AI/ML space, with a proven track record of pioneering innovative solutions</a:t>
            </a:r>
          </a:p>
        </p:txBody>
      </p:sp>
      <p:grpSp>
        <p:nvGrpSpPr>
          <p:cNvPr id="74" name="Group 73">
            <a:extLst>
              <a:ext uri="{FF2B5EF4-FFF2-40B4-BE49-F238E27FC236}">
                <a16:creationId xmlns:a16="http://schemas.microsoft.com/office/drawing/2014/main" id="{9ECEBB2B-1600-4607-FC18-140ECCC37701}"/>
              </a:ext>
            </a:extLst>
          </p:cNvPr>
          <p:cNvGrpSpPr/>
          <p:nvPr/>
        </p:nvGrpSpPr>
        <p:grpSpPr>
          <a:xfrm>
            <a:off x="454262" y="1304880"/>
            <a:ext cx="11385535" cy="5227772"/>
            <a:chOff x="466176" y="1410979"/>
            <a:chExt cx="11385535" cy="5227772"/>
          </a:xfrm>
        </p:grpSpPr>
        <p:grpSp>
          <p:nvGrpSpPr>
            <p:cNvPr id="75" name="Group 74">
              <a:extLst>
                <a:ext uri="{FF2B5EF4-FFF2-40B4-BE49-F238E27FC236}">
                  <a16:creationId xmlns:a16="http://schemas.microsoft.com/office/drawing/2014/main" id="{A17838FD-FECF-9C7F-65A3-5F3A246F915E}"/>
                </a:ext>
              </a:extLst>
            </p:cNvPr>
            <p:cNvGrpSpPr/>
            <p:nvPr/>
          </p:nvGrpSpPr>
          <p:grpSpPr>
            <a:xfrm>
              <a:off x="5071470" y="3478373"/>
              <a:ext cx="1709521" cy="2991101"/>
              <a:chOff x="5369156" y="3478373"/>
              <a:chExt cx="1709521" cy="2991101"/>
            </a:xfrm>
          </p:grpSpPr>
          <p:sp>
            <p:nvSpPr>
              <p:cNvPr id="102" name="object 20">
                <a:extLst>
                  <a:ext uri="{FF2B5EF4-FFF2-40B4-BE49-F238E27FC236}">
                    <a16:creationId xmlns:a16="http://schemas.microsoft.com/office/drawing/2014/main" id="{B4FD5F91-0B13-CC69-7978-00BD411A91D9}"/>
                  </a:ext>
                </a:extLst>
              </p:cNvPr>
              <p:cNvSpPr txBox="1"/>
              <p:nvPr/>
            </p:nvSpPr>
            <p:spPr>
              <a:xfrm>
                <a:off x="5480331" y="5948819"/>
                <a:ext cx="1487170" cy="520655"/>
              </a:xfrm>
              <a:prstGeom prst="rect">
                <a:avLst/>
              </a:prstGeom>
            </p:spPr>
            <p:txBody>
              <a:bodyPr vert="horz" wrap="square" lIns="0" tIns="12700" rIns="0" bIns="0" rtlCol="0">
                <a:spAutoFit/>
              </a:bodyPr>
              <a:lstStyle/>
              <a:p>
                <a:pPr marL="86995" marR="5080" indent="-74930" algn="ctr">
                  <a:lnSpc>
                    <a:spcPct val="100000"/>
                  </a:lnSpc>
                  <a:spcBef>
                    <a:spcPts val="100"/>
                  </a:spcBef>
                </a:pPr>
                <a:r>
                  <a:rPr lang="en-US" sz="1100" b="1" i="1" dirty="0">
                    <a:solidFill>
                      <a:srgbClr val="002060"/>
                    </a:solidFill>
                    <a:latin typeface="+mj-lt"/>
                    <a:cs typeface="Arial"/>
                  </a:rPr>
                  <a:t>Powering AI – Study of AI’s environmental footprint</a:t>
                </a:r>
                <a:endParaRPr lang="en-US" sz="1100" dirty="0">
                  <a:solidFill>
                    <a:srgbClr val="002060"/>
                  </a:solidFill>
                  <a:latin typeface="+mj-lt"/>
                  <a:cs typeface="Arial"/>
                </a:endParaRPr>
              </a:p>
            </p:txBody>
          </p:sp>
          <p:pic>
            <p:nvPicPr>
              <p:cNvPr id="103" name="object 31">
                <a:extLst>
                  <a:ext uri="{FF2B5EF4-FFF2-40B4-BE49-F238E27FC236}">
                    <a16:creationId xmlns:a16="http://schemas.microsoft.com/office/drawing/2014/main" id="{D18D7D7A-81FE-9F19-3498-9E57AFC42D19}"/>
                  </a:ext>
                </a:extLst>
              </p:cNvPr>
              <p:cNvPicPr>
                <a:picLocks/>
              </p:cNvPicPr>
              <p:nvPr/>
            </p:nvPicPr>
            <p:blipFill>
              <a:blip r:embed="rId3">
                <a:extLst>
                  <a:ext uri="{28A0092B-C50C-407E-A947-70E740481C1C}">
                    <a14:useLocalDpi xmlns:a14="http://schemas.microsoft.com/office/drawing/2010/main" val="0"/>
                  </a:ext>
                </a:extLst>
              </a:blip>
              <a:srcRect/>
              <a:stretch/>
            </p:blipFill>
            <p:spPr>
              <a:xfrm>
                <a:off x="5369156" y="3478373"/>
                <a:ext cx="1709521" cy="2385379"/>
              </a:xfrm>
              <a:prstGeom prst="rect">
                <a:avLst/>
              </a:prstGeom>
              <a:ln>
                <a:solidFill>
                  <a:schemeClr val="bg1">
                    <a:lumMod val="65000"/>
                  </a:schemeClr>
                </a:solidFill>
              </a:ln>
            </p:spPr>
          </p:pic>
        </p:grpSp>
        <p:grpSp>
          <p:nvGrpSpPr>
            <p:cNvPr id="76" name="Group 75">
              <a:extLst>
                <a:ext uri="{FF2B5EF4-FFF2-40B4-BE49-F238E27FC236}">
                  <a16:creationId xmlns:a16="http://schemas.microsoft.com/office/drawing/2014/main" id="{CF99B6B7-E83B-C117-9BEF-D48ED08FD4D6}"/>
                </a:ext>
              </a:extLst>
            </p:cNvPr>
            <p:cNvGrpSpPr/>
            <p:nvPr/>
          </p:nvGrpSpPr>
          <p:grpSpPr>
            <a:xfrm>
              <a:off x="2832501" y="3478373"/>
              <a:ext cx="1948180" cy="2652547"/>
              <a:chOff x="3036350" y="3478373"/>
              <a:chExt cx="1948180" cy="2652547"/>
            </a:xfrm>
          </p:grpSpPr>
          <p:sp>
            <p:nvSpPr>
              <p:cNvPr id="100" name="object 18">
                <a:extLst>
                  <a:ext uri="{FF2B5EF4-FFF2-40B4-BE49-F238E27FC236}">
                    <a16:creationId xmlns:a16="http://schemas.microsoft.com/office/drawing/2014/main" id="{832A41D5-3764-E62F-E2B5-587BA8EE8189}"/>
                  </a:ext>
                </a:extLst>
              </p:cNvPr>
              <p:cNvSpPr txBox="1"/>
              <p:nvPr/>
            </p:nvSpPr>
            <p:spPr>
              <a:xfrm>
                <a:off x="3036350" y="5948819"/>
                <a:ext cx="1948180" cy="182101"/>
              </a:xfrm>
              <a:prstGeom prst="rect">
                <a:avLst/>
              </a:prstGeom>
            </p:spPr>
            <p:txBody>
              <a:bodyPr vert="horz" wrap="square" lIns="0" tIns="12700" rIns="0" bIns="0" rtlCol="0">
                <a:spAutoFit/>
              </a:bodyPr>
              <a:lstStyle/>
              <a:p>
                <a:pPr marL="12700" marR="5080" indent="8890" algn="ctr">
                  <a:lnSpc>
                    <a:spcPct val="100000"/>
                  </a:lnSpc>
                  <a:spcBef>
                    <a:spcPts val="100"/>
                  </a:spcBef>
                </a:pPr>
                <a:r>
                  <a:rPr lang="en-US" sz="1100" b="1" i="1" dirty="0">
                    <a:solidFill>
                      <a:srgbClr val="002060"/>
                    </a:solidFill>
                    <a:latin typeface="+mj-lt"/>
                    <a:cs typeface="Arial"/>
                  </a:rPr>
                  <a:t>State of AI in India</a:t>
                </a:r>
              </a:p>
            </p:txBody>
          </p:sp>
          <p:pic>
            <p:nvPicPr>
              <p:cNvPr id="101" name="object 29">
                <a:extLst>
                  <a:ext uri="{FF2B5EF4-FFF2-40B4-BE49-F238E27FC236}">
                    <a16:creationId xmlns:a16="http://schemas.microsoft.com/office/drawing/2014/main" id="{017C2C2E-FDA5-7BDA-24B6-97A95E70252C}"/>
                  </a:ext>
                </a:extLst>
              </p:cNvPr>
              <p:cNvPicPr>
                <a:picLocks/>
              </p:cNvPicPr>
              <p:nvPr/>
            </p:nvPicPr>
            <p:blipFill>
              <a:blip r:embed="rId4">
                <a:extLst>
                  <a:ext uri="{28A0092B-C50C-407E-A947-70E740481C1C}">
                    <a14:useLocalDpi xmlns:a14="http://schemas.microsoft.com/office/drawing/2010/main" val="0"/>
                  </a:ext>
                </a:extLst>
              </a:blip>
              <a:srcRect/>
              <a:stretch/>
            </p:blipFill>
            <p:spPr>
              <a:xfrm>
                <a:off x="3155680" y="3478373"/>
                <a:ext cx="1709521" cy="2385379"/>
              </a:xfrm>
              <a:prstGeom prst="rect">
                <a:avLst/>
              </a:prstGeom>
            </p:spPr>
          </p:pic>
        </p:grpSp>
        <p:grpSp>
          <p:nvGrpSpPr>
            <p:cNvPr id="77" name="Group 76">
              <a:extLst>
                <a:ext uri="{FF2B5EF4-FFF2-40B4-BE49-F238E27FC236}">
                  <a16:creationId xmlns:a16="http://schemas.microsoft.com/office/drawing/2014/main" id="{EC26CFF1-C6F5-58E3-287C-96BF98365249}"/>
                </a:ext>
              </a:extLst>
            </p:cNvPr>
            <p:cNvGrpSpPr/>
            <p:nvPr/>
          </p:nvGrpSpPr>
          <p:grpSpPr>
            <a:xfrm>
              <a:off x="9740011" y="3478373"/>
              <a:ext cx="1759274" cy="3160378"/>
              <a:chOff x="9889067" y="3478373"/>
              <a:chExt cx="1759274" cy="3160378"/>
            </a:xfrm>
          </p:grpSpPr>
          <p:sp>
            <p:nvSpPr>
              <p:cNvPr id="98" name="object 21">
                <a:extLst>
                  <a:ext uri="{FF2B5EF4-FFF2-40B4-BE49-F238E27FC236}">
                    <a16:creationId xmlns:a16="http://schemas.microsoft.com/office/drawing/2014/main" id="{9C2924D4-BF60-0A88-A9E5-B7C0EC055DB1}"/>
                  </a:ext>
                </a:extLst>
              </p:cNvPr>
              <p:cNvSpPr txBox="1"/>
              <p:nvPr/>
            </p:nvSpPr>
            <p:spPr>
              <a:xfrm>
                <a:off x="9889067" y="5948819"/>
                <a:ext cx="1759274" cy="689932"/>
              </a:xfrm>
              <a:prstGeom prst="rect">
                <a:avLst/>
              </a:prstGeom>
            </p:spPr>
            <p:txBody>
              <a:bodyPr vert="horz" wrap="square" lIns="0" tIns="12700" rIns="0" bIns="0" rtlCol="0">
                <a:spAutoFit/>
              </a:bodyPr>
              <a:lstStyle/>
              <a:p>
                <a:pPr algn="ctr">
                  <a:lnSpc>
                    <a:spcPct val="100000"/>
                  </a:lnSpc>
                  <a:spcBef>
                    <a:spcPts val="100"/>
                  </a:spcBef>
                </a:pPr>
                <a:r>
                  <a:rPr lang="en-US" sz="1100" b="1" i="1" dirty="0">
                    <a:solidFill>
                      <a:srgbClr val="002060"/>
                    </a:solidFill>
                    <a:latin typeface="+mj-lt"/>
                    <a:cs typeface="Arial"/>
                  </a:rPr>
                  <a:t>Connected</a:t>
                </a:r>
                <a:r>
                  <a:rPr lang="en-US" sz="1100" b="1" i="1" spc="-40" dirty="0">
                    <a:solidFill>
                      <a:srgbClr val="002060"/>
                    </a:solidFill>
                    <a:latin typeface="+mj-lt"/>
                    <a:cs typeface="Arial"/>
                  </a:rPr>
                  <a:t> </a:t>
                </a:r>
                <a:r>
                  <a:rPr lang="en-US" sz="1100" b="1" i="1" dirty="0">
                    <a:solidFill>
                      <a:srgbClr val="002060"/>
                    </a:solidFill>
                    <a:latin typeface="+mj-lt"/>
                    <a:cs typeface="Arial"/>
                  </a:rPr>
                  <a:t>Health</a:t>
                </a:r>
                <a:r>
                  <a:rPr lang="en-US" sz="1100" b="1" i="1" spc="-20" dirty="0">
                    <a:solidFill>
                      <a:srgbClr val="002060"/>
                    </a:solidFill>
                    <a:latin typeface="+mj-lt"/>
                    <a:cs typeface="Arial"/>
                  </a:rPr>
                  <a:t> </a:t>
                </a:r>
                <a:r>
                  <a:rPr lang="en-US" sz="1100" b="1" i="1" dirty="0">
                    <a:solidFill>
                      <a:srgbClr val="002060"/>
                    </a:solidFill>
                    <a:latin typeface="+mj-lt"/>
                    <a:cs typeface="Arial"/>
                  </a:rPr>
                  <a:t>–</a:t>
                </a:r>
                <a:r>
                  <a:rPr lang="en-US" sz="1100" b="1" i="1" spc="-15" dirty="0">
                    <a:solidFill>
                      <a:srgbClr val="002060"/>
                    </a:solidFill>
                    <a:latin typeface="+mj-lt"/>
                    <a:cs typeface="Arial"/>
                  </a:rPr>
                  <a:t> </a:t>
                </a:r>
                <a:r>
                  <a:rPr lang="en-US" sz="1100" b="1" i="1" dirty="0">
                    <a:solidFill>
                      <a:srgbClr val="002060"/>
                    </a:solidFill>
                    <a:latin typeface="+mj-lt"/>
                    <a:cs typeface="Arial"/>
                  </a:rPr>
                  <a:t>How</a:t>
                </a:r>
                <a:r>
                  <a:rPr lang="en-US" sz="1100" b="1" i="1" spc="-25" dirty="0">
                    <a:solidFill>
                      <a:srgbClr val="002060"/>
                    </a:solidFill>
                    <a:latin typeface="+mj-lt"/>
                    <a:cs typeface="Arial"/>
                  </a:rPr>
                  <a:t> </a:t>
                </a:r>
                <a:r>
                  <a:rPr lang="en-US" sz="1100" b="1" i="1" dirty="0">
                    <a:solidFill>
                      <a:srgbClr val="002060"/>
                    </a:solidFill>
                    <a:latin typeface="+mj-lt"/>
                    <a:cs typeface="Arial"/>
                  </a:rPr>
                  <a:t>digital</a:t>
                </a:r>
                <a:r>
                  <a:rPr lang="en-US" sz="1100" b="1" i="1" spc="-30" dirty="0">
                    <a:solidFill>
                      <a:srgbClr val="002060"/>
                    </a:solidFill>
                    <a:latin typeface="+mj-lt"/>
                    <a:cs typeface="Arial"/>
                  </a:rPr>
                  <a:t> </a:t>
                </a:r>
                <a:r>
                  <a:rPr lang="en-US" sz="1100" b="1" i="1" spc="-10" dirty="0">
                    <a:solidFill>
                      <a:srgbClr val="002060"/>
                    </a:solidFill>
                    <a:latin typeface="+mj-lt"/>
                    <a:cs typeface="Arial"/>
                  </a:rPr>
                  <a:t>technology</a:t>
                </a:r>
                <a:r>
                  <a:rPr lang="en-US" sz="1100" spc="-10" dirty="0">
                    <a:solidFill>
                      <a:srgbClr val="002060"/>
                    </a:solidFill>
                    <a:latin typeface="+mj-lt"/>
                    <a:cs typeface="Arial"/>
                  </a:rPr>
                  <a:t> </a:t>
                </a:r>
                <a:r>
                  <a:rPr lang="en-US" sz="1100" b="1" i="1" dirty="0">
                    <a:solidFill>
                      <a:srgbClr val="002060"/>
                    </a:solidFill>
                    <a:latin typeface="+mj-lt"/>
                    <a:cs typeface="Arial"/>
                  </a:rPr>
                  <a:t>is</a:t>
                </a:r>
                <a:r>
                  <a:rPr lang="en-US" sz="1100" b="1" i="1" spc="-15" dirty="0">
                    <a:solidFill>
                      <a:srgbClr val="002060"/>
                    </a:solidFill>
                    <a:latin typeface="+mj-lt"/>
                    <a:cs typeface="Arial"/>
                  </a:rPr>
                  <a:t> </a:t>
                </a:r>
                <a:r>
                  <a:rPr lang="en-US" sz="1100" b="1" i="1" dirty="0">
                    <a:solidFill>
                      <a:srgbClr val="002060"/>
                    </a:solidFill>
                    <a:latin typeface="+mj-lt"/>
                    <a:cs typeface="Arial"/>
                  </a:rPr>
                  <a:t>transforming</a:t>
                </a:r>
                <a:r>
                  <a:rPr lang="en-US" sz="1100" b="1" i="1" spc="-15" dirty="0">
                    <a:solidFill>
                      <a:srgbClr val="002060"/>
                    </a:solidFill>
                    <a:latin typeface="+mj-lt"/>
                    <a:cs typeface="Arial"/>
                  </a:rPr>
                  <a:t> </a:t>
                </a:r>
                <a:r>
                  <a:rPr lang="en-US" sz="1100" b="1" i="1" dirty="0">
                    <a:solidFill>
                      <a:srgbClr val="002060"/>
                    </a:solidFill>
                    <a:latin typeface="+mj-lt"/>
                    <a:cs typeface="Arial"/>
                  </a:rPr>
                  <a:t>health</a:t>
                </a:r>
                <a:r>
                  <a:rPr lang="en-US" sz="1100" b="1" i="1" spc="-30" dirty="0">
                    <a:solidFill>
                      <a:srgbClr val="002060"/>
                    </a:solidFill>
                    <a:latin typeface="+mj-lt"/>
                    <a:cs typeface="Arial"/>
                  </a:rPr>
                  <a:t> </a:t>
                </a:r>
                <a:r>
                  <a:rPr lang="en-US" sz="1100" b="1" i="1" dirty="0">
                    <a:solidFill>
                      <a:srgbClr val="002060"/>
                    </a:solidFill>
                    <a:latin typeface="+mj-lt"/>
                    <a:cs typeface="Arial"/>
                  </a:rPr>
                  <a:t>and</a:t>
                </a:r>
                <a:r>
                  <a:rPr lang="en-US" sz="1100" b="1" i="1" spc="-15" dirty="0">
                    <a:solidFill>
                      <a:srgbClr val="002060"/>
                    </a:solidFill>
                    <a:latin typeface="+mj-lt"/>
                    <a:cs typeface="Arial"/>
                  </a:rPr>
                  <a:t> </a:t>
                </a:r>
                <a:r>
                  <a:rPr lang="en-US" sz="1100" b="1" i="1" dirty="0">
                    <a:solidFill>
                      <a:srgbClr val="002060"/>
                    </a:solidFill>
                    <a:latin typeface="+mj-lt"/>
                    <a:cs typeface="Arial"/>
                  </a:rPr>
                  <a:t>social</a:t>
                </a:r>
                <a:r>
                  <a:rPr lang="en-US" sz="1100" b="1" i="1" spc="-10" dirty="0">
                    <a:solidFill>
                      <a:srgbClr val="002060"/>
                    </a:solidFill>
                    <a:latin typeface="+mj-lt"/>
                    <a:cs typeface="Arial"/>
                  </a:rPr>
                  <a:t> </a:t>
                </a:r>
                <a:r>
                  <a:rPr lang="en-US" sz="1100" b="1" i="1" spc="-20" dirty="0">
                    <a:solidFill>
                      <a:srgbClr val="002060"/>
                    </a:solidFill>
                    <a:latin typeface="+mj-lt"/>
                    <a:cs typeface="Arial"/>
                  </a:rPr>
                  <a:t>care</a:t>
                </a:r>
                <a:endParaRPr lang="en-US" sz="1100" dirty="0">
                  <a:solidFill>
                    <a:srgbClr val="002060"/>
                  </a:solidFill>
                  <a:latin typeface="+mj-lt"/>
                  <a:cs typeface="Arial"/>
                </a:endParaRPr>
              </a:p>
            </p:txBody>
          </p:sp>
          <p:pic>
            <p:nvPicPr>
              <p:cNvPr id="99" name="object 25">
                <a:extLst>
                  <a:ext uri="{FF2B5EF4-FFF2-40B4-BE49-F238E27FC236}">
                    <a16:creationId xmlns:a16="http://schemas.microsoft.com/office/drawing/2014/main" id="{9034D77A-0CDA-3B33-2EFB-1F4239C62607}"/>
                  </a:ext>
                </a:extLst>
              </p:cNvPr>
              <p:cNvPicPr>
                <a:picLocks/>
              </p:cNvPicPr>
              <p:nvPr/>
            </p:nvPicPr>
            <p:blipFill>
              <a:blip r:embed="rId5" cstate="print"/>
              <a:stretch>
                <a:fillRect/>
              </a:stretch>
            </p:blipFill>
            <p:spPr>
              <a:xfrm>
                <a:off x="9913944" y="3478373"/>
                <a:ext cx="1709521" cy="2385379"/>
              </a:xfrm>
              <a:prstGeom prst="rect">
                <a:avLst/>
              </a:prstGeom>
              <a:ln>
                <a:solidFill>
                  <a:schemeClr val="bg1">
                    <a:lumMod val="75000"/>
                  </a:schemeClr>
                </a:solidFill>
              </a:ln>
            </p:spPr>
          </p:pic>
        </p:grpSp>
        <p:grpSp>
          <p:nvGrpSpPr>
            <p:cNvPr id="78" name="Group 77">
              <a:extLst>
                <a:ext uri="{FF2B5EF4-FFF2-40B4-BE49-F238E27FC236}">
                  <a16:creationId xmlns:a16="http://schemas.microsoft.com/office/drawing/2014/main" id="{91891381-4ADA-E429-B0C4-773204B7ED6C}"/>
                </a:ext>
              </a:extLst>
            </p:cNvPr>
            <p:cNvGrpSpPr/>
            <p:nvPr/>
          </p:nvGrpSpPr>
          <p:grpSpPr>
            <a:xfrm>
              <a:off x="466176" y="1456410"/>
              <a:ext cx="2055980" cy="1567255"/>
              <a:chOff x="900406" y="1677126"/>
              <a:chExt cx="2055980" cy="1567255"/>
            </a:xfrm>
          </p:grpSpPr>
          <p:pic>
            <p:nvPicPr>
              <p:cNvPr id="96" name="Picture 95">
                <a:extLst>
                  <a:ext uri="{FF2B5EF4-FFF2-40B4-BE49-F238E27FC236}">
                    <a16:creationId xmlns:a16="http://schemas.microsoft.com/office/drawing/2014/main" id="{E59A8EFA-1376-7798-ACF2-422B5C9F93CD}"/>
                  </a:ext>
                </a:extLst>
              </p:cNvPr>
              <p:cNvPicPr>
                <a:picLocks noChangeAspect="1"/>
              </p:cNvPicPr>
              <p:nvPr/>
            </p:nvPicPr>
            <p:blipFill>
              <a:blip r:embed="rId6"/>
              <a:stretch>
                <a:fillRect/>
              </a:stretch>
            </p:blipFill>
            <p:spPr>
              <a:xfrm>
                <a:off x="900406" y="1677126"/>
                <a:ext cx="2055980" cy="1171178"/>
              </a:xfrm>
              <a:prstGeom prst="rect">
                <a:avLst/>
              </a:prstGeom>
            </p:spPr>
          </p:pic>
          <p:sp>
            <p:nvSpPr>
              <p:cNvPr id="97" name="object 20">
                <a:extLst>
                  <a:ext uri="{FF2B5EF4-FFF2-40B4-BE49-F238E27FC236}">
                    <a16:creationId xmlns:a16="http://schemas.microsoft.com/office/drawing/2014/main" id="{81CEB1B1-4919-2907-B089-A3FFB3C62603}"/>
                  </a:ext>
                </a:extLst>
              </p:cNvPr>
              <p:cNvSpPr txBox="1"/>
              <p:nvPr/>
            </p:nvSpPr>
            <p:spPr>
              <a:xfrm>
                <a:off x="1239031" y="2893003"/>
                <a:ext cx="1487170" cy="351378"/>
              </a:xfrm>
              <a:prstGeom prst="rect">
                <a:avLst/>
              </a:prstGeom>
            </p:spPr>
            <p:txBody>
              <a:bodyPr vert="horz" wrap="square" lIns="0" tIns="12700" rIns="0" bIns="0" rtlCol="0">
                <a:spAutoFit/>
              </a:bodyPr>
              <a:lstStyle/>
              <a:p>
                <a:pPr marL="86995" marR="5080" indent="-74930" algn="ctr">
                  <a:lnSpc>
                    <a:spcPct val="100000"/>
                  </a:lnSpc>
                  <a:spcBef>
                    <a:spcPts val="100"/>
                  </a:spcBef>
                </a:pPr>
                <a:r>
                  <a:rPr lang="en-US" sz="1100" b="1" i="1" dirty="0">
                    <a:solidFill>
                      <a:srgbClr val="002060"/>
                    </a:solidFill>
                    <a:latin typeface="+mj-lt"/>
                    <a:cs typeface="Arial"/>
                  </a:rPr>
                  <a:t>State of Generative AI in the Enterprise </a:t>
                </a:r>
              </a:p>
            </p:txBody>
          </p:sp>
        </p:grpSp>
        <p:grpSp>
          <p:nvGrpSpPr>
            <p:cNvPr id="79" name="Group 78">
              <a:extLst>
                <a:ext uri="{FF2B5EF4-FFF2-40B4-BE49-F238E27FC236}">
                  <a16:creationId xmlns:a16="http://schemas.microsoft.com/office/drawing/2014/main" id="{C229E571-80F6-A747-950A-0AC81F5D3CD9}"/>
                </a:ext>
              </a:extLst>
            </p:cNvPr>
            <p:cNvGrpSpPr/>
            <p:nvPr/>
          </p:nvGrpSpPr>
          <p:grpSpPr>
            <a:xfrm>
              <a:off x="832191" y="3478373"/>
              <a:ext cx="1709521" cy="3160378"/>
              <a:chOff x="926783" y="3478373"/>
              <a:chExt cx="1709521" cy="3160378"/>
            </a:xfrm>
          </p:grpSpPr>
          <p:pic>
            <p:nvPicPr>
              <p:cNvPr id="94" name="Picture 93">
                <a:extLst>
                  <a:ext uri="{FF2B5EF4-FFF2-40B4-BE49-F238E27FC236}">
                    <a16:creationId xmlns:a16="http://schemas.microsoft.com/office/drawing/2014/main" id="{6D17FB19-B956-6896-A718-A3030BFC8C48}"/>
                  </a:ext>
                </a:extLst>
              </p:cNvPr>
              <p:cNvPicPr>
                <a:picLocks/>
              </p:cNvPicPr>
              <p:nvPr/>
            </p:nvPicPr>
            <p:blipFill>
              <a:blip r:embed="rId7"/>
              <a:stretch>
                <a:fillRect/>
              </a:stretch>
            </p:blipFill>
            <p:spPr>
              <a:xfrm>
                <a:off x="926783" y="3478373"/>
                <a:ext cx="1709521" cy="2385379"/>
              </a:xfrm>
              <a:prstGeom prst="rect">
                <a:avLst/>
              </a:prstGeom>
            </p:spPr>
          </p:pic>
          <p:sp>
            <p:nvSpPr>
              <p:cNvPr id="95" name="object 20">
                <a:extLst>
                  <a:ext uri="{FF2B5EF4-FFF2-40B4-BE49-F238E27FC236}">
                    <a16:creationId xmlns:a16="http://schemas.microsoft.com/office/drawing/2014/main" id="{6918DCD8-6FE8-C47D-BFDA-0A3B91F07CE8}"/>
                  </a:ext>
                </a:extLst>
              </p:cNvPr>
              <p:cNvSpPr txBox="1"/>
              <p:nvPr/>
            </p:nvSpPr>
            <p:spPr>
              <a:xfrm>
                <a:off x="926783" y="5948819"/>
                <a:ext cx="1598345" cy="689932"/>
              </a:xfrm>
              <a:prstGeom prst="rect">
                <a:avLst/>
              </a:prstGeom>
            </p:spPr>
            <p:txBody>
              <a:bodyPr vert="horz" wrap="square" lIns="0" tIns="12700" rIns="0" bIns="0" rtlCol="0">
                <a:spAutoFit/>
              </a:bodyPr>
              <a:lstStyle/>
              <a:p>
                <a:pPr marL="86995" marR="5080" indent="-74930" algn="ctr">
                  <a:lnSpc>
                    <a:spcPct val="100000"/>
                  </a:lnSpc>
                  <a:spcBef>
                    <a:spcPts val="100"/>
                  </a:spcBef>
                </a:pPr>
                <a:r>
                  <a:rPr lang="en-US" sz="1100" b="1" i="1" dirty="0">
                    <a:solidFill>
                      <a:srgbClr val="002060"/>
                    </a:solidFill>
                    <a:latin typeface="+mj-lt"/>
                    <a:cs typeface="Arial"/>
                  </a:rPr>
                  <a:t>The AI Dossier – Collection of use cases across six major industries </a:t>
                </a:r>
                <a:endParaRPr lang="en-US" sz="1100" dirty="0">
                  <a:solidFill>
                    <a:srgbClr val="002060"/>
                  </a:solidFill>
                  <a:latin typeface="+mj-lt"/>
                  <a:cs typeface="Arial"/>
                </a:endParaRPr>
              </a:p>
            </p:txBody>
          </p:sp>
        </p:grpSp>
        <p:grpSp>
          <p:nvGrpSpPr>
            <p:cNvPr id="80" name="Group 79">
              <a:extLst>
                <a:ext uri="{FF2B5EF4-FFF2-40B4-BE49-F238E27FC236}">
                  <a16:creationId xmlns:a16="http://schemas.microsoft.com/office/drawing/2014/main" id="{952505EB-BFEB-907A-A176-88CFCB9765F9}"/>
                </a:ext>
              </a:extLst>
            </p:cNvPr>
            <p:cNvGrpSpPr/>
            <p:nvPr/>
          </p:nvGrpSpPr>
          <p:grpSpPr>
            <a:xfrm>
              <a:off x="7071780" y="3478373"/>
              <a:ext cx="2377440" cy="3016749"/>
              <a:chOff x="7168126" y="3478373"/>
              <a:chExt cx="2377440" cy="3016749"/>
            </a:xfrm>
          </p:grpSpPr>
          <p:pic>
            <p:nvPicPr>
              <p:cNvPr id="92" name="Picture 91">
                <a:extLst>
                  <a:ext uri="{FF2B5EF4-FFF2-40B4-BE49-F238E27FC236}">
                    <a16:creationId xmlns:a16="http://schemas.microsoft.com/office/drawing/2014/main" id="{F53652AD-AB26-86BF-1890-49A9F54A0E02}"/>
                  </a:ext>
                </a:extLst>
              </p:cNvPr>
              <p:cNvPicPr>
                <a:picLocks/>
              </p:cNvPicPr>
              <p:nvPr/>
            </p:nvPicPr>
            <p:blipFill>
              <a:blip r:embed="rId8"/>
              <a:stretch>
                <a:fillRect/>
              </a:stretch>
            </p:blipFill>
            <p:spPr>
              <a:xfrm>
                <a:off x="7502086" y="3478373"/>
                <a:ext cx="1709521" cy="2385379"/>
              </a:xfrm>
              <a:prstGeom prst="rect">
                <a:avLst/>
              </a:prstGeom>
            </p:spPr>
          </p:pic>
          <p:sp>
            <p:nvSpPr>
              <p:cNvPr id="93" name="object 21">
                <a:extLst>
                  <a:ext uri="{FF2B5EF4-FFF2-40B4-BE49-F238E27FC236}">
                    <a16:creationId xmlns:a16="http://schemas.microsoft.com/office/drawing/2014/main" id="{B32A11E6-9B1F-DDF5-25C4-820EFEA4527A}"/>
                  </a:ext>
                </a:extLst>
              </p:cNvPr>
              <p:cNvSpPr txBox="1"/>
              <p:nvPr/>
            </p:nvSpPr>
            <p:spPr>
              <a:xfrm>
                <a:off x="7168126" y="5948819"/>
                <a:ext cx="2377440" cy="546303"/>
              </a:xfrm>
              <a:prstGeom prst="rect">
                <a:avLst/>
              </a:prstGeom>
            </p:spPr>
            <p:txBody>
              <a:bodyPr vert="horz" wrap="square" lIns="0" tIns="12700" rIns="0" bIns="0" rtlCol="0">
                <a:spAutoFit/>
              </a:bodyPr>
              <a:lstStyle/>
              <a:p>
                <a:pPr algn="ctr">
                  <a:lnSpc>
                    <a:spcPct val="100000"/>
                  </a:lnSpc>
                  <a:spcBef>
                    <a:spcPts val="100"/>
                  </a:spcBef>
                </a:pPr>
                <a:r>
                  <a:rPr lang="en-US" sz="1100" b="1" i="1" dirty="0">
                    <a:solidFill>
                      <a:srgbClr val="002060"/>
                    </a:solidFill>
                    <a:latin typeface="+mj-lt"/>
                    <a:cs typeface="Arial"/>
                  </a:rPr>
                  <a:t>The cognitive leap: </a:t>
                </a:r>
              </a:p>
              <a:p>
                <a:pPr algn="ctr">
                  <a:lnSpc>
                    <a:spcPct val="100000"/>
                  </a:lnSpc>
                  <a:spcBef>
                    <a:spcPts val="100"/>
                  </a:spcBef>
                </a:pPr>
                <a:r>
                  <a:rPr lang="en-US" sz="1100" b="1" i="1" dirty="0">
                    <a:solidFill>
                      <a:srgbClr val="002060"/>
                    </a:solidFill>
                    <a:latin typeface="+mj-lt"/>
                    <a:cs typeface="Arial"/>
                  </a:rPr>
                  <a:t>How to reimagine work</a:t>
                </a:r>
              </a:p>
              <a:p>
                <a:pPr algn="ctr">
                  <a:lnSpc>
                    <a:spcPct val="100000"/>
                  </a:lnSpc>
                  <a:spcBef>
                    <a:spcPts val="100"/>
                  </a:spcBef>
                </a:pPr>
                <a:r>
                  <a:rPr lang="en-US" sz="1100" b="1" i="1" dirty="0">
                    <a:solidFill>
                      <a:srgbClr val="002060"/>
                    </a:solidFill>
                    <a:latin typeface="+mj-lt"/>
                    <a:cs typeface="Arial"/>
                  </a:rPr>
                  <a:t>with AI agents</a:t>
                </a:r>
                <a:endParaRPr lang="en-US" sz="1100" dirty="0">
                  <a:solidFill>
                    <a:srgbClr val="002060"/>
                  </a:solidFill>
                  <a:latin typeface="+mj-lt"/>
                  <a:cs typeface="Arial"/>
                </a:endParaRPr>
              </a:p>
            </p:txBody>
          </p:sp>
        </p:grpSp>
        <p:grpSp>
          <p:nvGrpSpPr>
            <p:cNvPr id="81" name="Group 80">
              <a:extLst>
                <a:ext uri="{FF2B5EF4-FFF2-40B4-BE49-F238E27FC236}">
                  <a16:creationId xmlns:a16="http://schemas.microsoft.com/office/drawing/2014/main" id="{F97CBD8A-B3B7-79E9-1E1D-B98A3327D951}"/>
                </a:ext>
              </a:extLst>
            </p:cNvPr>
            <p:cNvGrpSpPr/>
            <p:nvPr/>
          </p:nvGrpSpPr>
          <p:grpSpPr>
            <a:xfrm>
              <a:off x="5244561" y="1428636"/>
              <a:ext cx="2099967" cy="1577074"/>
              <a:chOff x="3675118" y="1677204"/>
              <a:chExt cx="2099967" cy="1577074"/>
            </a:xfrm>
          </p:grpSpPr>
          <p:pic>
            <p:nvPicPr>
              <p:cNvPr id="90" name="Picture 89">
                <a:extLst>
                  <a:ext uri="{FF2B5EF4-FFF2-40B4-BE49-F238E27FC236}">
                    <a16:creationId xmlns:a16="http://schemas.microsoft.com/office/drawing/2014/main" id="{03375249-6C20-D9FD-A43C-FCD5319C218A}"/>
                  </a:ext>
                </a:extLst>
              </p:cNvPr>
              <p:cNvPicPr>
                <a:picLocks noChangeAspect="1"/>
              </p:cNvPicPr>
              <p:nvPr/>
            </p:nvPicPr>
            <p:blipFill>
              <a:blip r:embed="rId9"/>
              <a:stretch>
                <a:fillRect/>
              </a:stretch>
            </p:blipFill>
            <p:spPr>
              <a:xfrm>
                <a:off x="3675118" y="1677204"/>
                <a:ext cx="2099967" cy="1171100"/>
              </a:xfrm>
              <a:prstGeom prst="rect">
                <a:avLst/>
              </a:prstGeom>
            </p:spPr>
          </p:pic>
          <p:sp>
            <p:nvSpPr>
              <p:cNvPr id="91" name="object 20">
                <a:extLst>
                  <a:ext uri="{FF2B5EF4-FFF2-40B4-BE49-F238E27FC236}">
                    <a16:creationId xmlns:a16="http://schemas.microsoft.com/office/drawing/2014/main" id="{1D2B37E6-EC3F-23BF-EA95-C7AB65E92991}"/>
                  </a:ext>
                </a:extLst>
              </p:cNvPr>
              <p:cNvSpPr txBox="1"/>
              <p:nvPr/>
            </p:nvSpPr>
            <p:spPr>
              <a:xfrm>
                <a:off x="4036971" y="2902900"/>
                <a:ext cx="1487170" cy="351378"/>
              </a:xfrm>
              <a:prstGeom prst="rect">
                <a:avLst/>
              </a:prstGeom>
            </p:spPr>
            <p:txBody>
              <a:bodyPr vert="horz" wrap="square" lIns="0" tIns="12700" rIns="0" bIns="0" rtlCol="0">
                <a:spAutoFit/>
              </a:bodyPr>
              <a:lstStyle/>
              <a:p>
                <a:pPr marL="86995" marR="5080" indent="-74930" algn="ctr">
                  <a:lnSpc>
                    <a:spcPct val="100000"/>
                  </a:lnSpc>
                  <a:spcBef>
                    <a:spcPts val="100"/>
                  </a:spcBef>
                </a:pPr>
                <a:r>
                  <a:rPr lang="en-US" sz="1100" b="1" i="1" dirty="0">
                    <a:solidFill>
                      <a:srgbClr val="002060"/>
                    </a:solidFill>
                    <a:latin typeface="+mj-lt"/>
                    <a:cs typeface="Arial"/>
                  </a:rPr>
                  <a:t>AI use Case Risk Review Playbook</a:t>
                </a:r>
              </a:p>
            </p:txBody>
          </p:sp>
        </p:grpSp>
        <p:grpSp>
          <p:nvGrpSpPr>
            <p:cNvPr id="82" name="Group 81">
              <a:extLst>
                <a:ext uri="{FF2B5EF4-FFF2-40B4-BE49-F238E27FC236}">
                  <a16:creationId xmlns:a16="http://schemas.microsoft.com/office/drawing/2014/main" id="{127F1074-29FD-C440-2292-87A7FAE2BEF3}"/>
                </a:ext>
              </a:extLst>
            </p:cNvPr>
            <p:cNvGrpSpPr/>
            <p:nvPr/>
          </p:nvGrpSpPr>
          <p:grpSpPr>
            <a:xfrm>
              <a:off x="2830558" y="1438730"/>
              <a:ext cx="2129416" cy="1783769"/>
              <a:chOff x="6356759" y="1639786"/>
              <a:chExt cx="2129416" cy="1783769"/>
            </a:xfrm>
          </p:grpSpPr>
          <p:pic>
            <p:nvPicPr>
              <p:cNvPr id="88" name="Picture 87">
                <a:extLst>
                  <a:ext uri="{FF2B5EF4-FFF2-40B4-BE49-F238E27FC236}">
                    <a16:creationId xmlns:a16="http://schemas.microsoft.com/office/drawing/2014/main" id="{C1FBC231-9526-7E78-75F6-DE8C274E1F54}"/>
                  </a:ext>
                </a:extLst>
              </p:cNvPr>
              <p:cNvPicPr>
                <a:picLocks noChangeAspect="1"/>
              </p:cNvPicPr>
              <p:nvPr/>
            </p:nvPicPr>
            <p:blipFill>
              <a:blip r:embed="rId10">
                <a:extLst>
                  <a:ext uri="{28A0092B-C50C-407E-A947-70E740481C1C}">
                    <a14:useLocalDpi xmlns:a14="http://schemas.microsoft.com/office/drawing/2010/main" val="0"/>
                  </a:ext>
                </a:extLst>
              </a:blip>
              <a:srcRect/>
              <a:stretch/>
            </p:blipFill>
            <p:spPr>
              <a:xfrm>
                <a:off x="6356759" y="1639786"/>
                <a:ext cx="2129416" cy="1171178"/>
              </a:xfrm>
              <a:prstGeom prst="rect">
                <a:avLst/>
              </a:prstGeom>
              <a:ln>
                <a:solidFill>
                  <a:schemeClr val="bg1">
                    <a:lumMod val="65000"/>
                  </a:schemeClr>
                </a:solidFill>
              </a:ln>
            </p:spPr>
          </p:pic>
          <p:sp>
            <p:nvSpPr>
              <p:cNvPr id="89" name="object 20">
                <a:extLst>
                  <a:ext uri="{FF2B5EF4-FFF2-40B4-BE49-F238E27FC236}">
                    <a16:creationId xmlns:a16="http://schemas.microsoft.com/office/drawing/2014/main" id="{BC1899F4-9797-B5EE-EF99-8E447A026C75}"/>
                  </a:ext>
                </a:extLst>
              </p:cNvPr>
              <p:cNvSpPr txBox="1"/>
              <p:nvPr/>
            </p:nvSpPr>
            <p:spPr>
              <a:xfrm>
                <a:off x="6720195" y="2902900"/>
                <a:ext cx="1487170" cy="520655"/>
              </a:xfrm>
              <a:prstGeom prst="rect">
                <a:avLst/>
              </a:prstGeom>
            </p:spPr>
            <p:txBody>
              <a:bodyPr vert="horz" wrap="square" lIns="0" tIns="12700" rIns="0" bIns="0" rtlCol="0">
                <a:spAutoFit/>
              </a:bodyPr>
              <a:lstStyle/>
              <a:p>
                <a:pPr marL="86995" marR="5080" indent="-74930" algn="ctr">
                  <a:lnSpc>
                    <a:spcPct val="100000"/>
                  </a:lnSpc>
                  <a:spcBef>
                    <a:spcPts val="100"/>
                  </a:spcBef>
                </a:pPr>
                <a:r>
                  <a:rPr lang="en-US" sz="1100" b="1" i="1" dirty="0">
                    <a:solidFill>
                      <a:srgbClr val="002060"/>
                    </a:solidFill>
                    <a:latin typeface="+mj-lt"/>
                    <a:cs typeface="Arial"/>
                  </a:rPr>
                  <a:t>GenAI Dossier- Selection of high impact use cases</a:t>
                </a:r>
              </a:p>
            </p:txBody>
          </p:sp>
        </p:grpSp>
        <p:grpSp>
          <p:nvGrpSpPr>
            <p:cNvPr id="83" name="Group 82">
              <a:extLst>
                <a:ext uri="{FF2B5EF4-FFF2-40B4-BE49-F238E27FC236}">
                  <a16:creationId xmlns:a16="http://schemas.microsoft.com/office/drawing/2014/main" id="{D47CBCCD-C2C8-D4A8-C509-F83E9ECF2C3D}"/>
                </a:ext>
              </a:extLst>
            </p:cNvPr>
            <p:cNvGrpSpPr/>
            <p:nvPr/>
          </p:nvGrpSpPr>
          <p:grpSpPr>
            <a:xfrm>
              <a:off x="7655397" y="1438730"/>
              <a:ext cx="4196314" cy="1764109"/>
              <a:chOff x="9392401" y="1659446"/>
              <a:chExt cx="4196314" cy="1764109"/>
            </a:xfrm>
          </p:grpSpPr>
          <p:pic>
            <p:nvPicPr>
              <p:cNvPr id="85" name="Picture 84">
                <a:extLst>
                  <a:ext uri="{FF2B5EF4-FFF2-40B4-BE49-F238E27FC236}">
                    <a16:creationId xmlns:a16="http://schemas.microsoft.com/office/drawing/2014/main" id="{30DA97F2-2ED8-6331-0DAF-FEA9CEA9B52E}"/>
                  </a:ext>
                </a:extLst>
              </p:cNvPr>
              <p:cNvPicPr>
                <a:picLocks noChangeAspect="1"/>
              </p:cNvPicPr>
              <p:nvPr/>
            </p:nvPicPr>
            <p:blipFill>
              <a:blip r:embed="rId11">
                <a:extLst>
                  <a:ext uri="{28A0092B-C50C-407E-A947-70E740481C1C}">
                    <a14:useLocalDpi xmlns:a14="http://schemas.microsoft.com/office/drawing/2010/main" val="0"/>
                  </a:ext>
                </a:extLst>
              </a:blip>
              <a:srcRect/>
              <a:stretch/>
            </p:blipFill>
            <p:spPr>
              <a:xfrm>
                <a:off x="9392401" y="1659446"/>
                <a:ext cx="2085399" cy="1167942"/>
              </a:xfrm>
              <a:prstGeom prst="rect">
                <a:avLst/>
              </a:prstGeom>
              <a:ln>
                <a:solidFill>
                  <a:schemeClr val="bg1">
                    <a:lumMod val="85000"/>
                  </a:schemeClr>
                </a:solidFill>
              </a:ln>
            </p:spPr>
          </p:pic>
          <p:sp>
            <p:nvSpPr>
              <p:cNvPr id="86" name="object 20">
                <a:extLst>
                  <a:ext uri="{FF2B5EF4-FFF2-40B4-BE49-F238E27FC236}">
                    <a16:creationId xmlns:a16="http://schemas.microsoft.com/office/drawing/2014/main" id="{5C192685-345D-D2A3-6398-512E3498BC6B}"/>
                  </a:ext>
                </a:extLst>
              </p:cNvPr>
              <p:cNvSpPr txBox="1"/>
              <p:nvPr/>
            </p:nvSpPr>
            <p:spPr>
              <a:xfrm>
                <a:off x="9749554" y="2902900"/>
                <a:ext cx="1487170" cy="351378"/>
              </a:xfrm>
              <a:prstGeom prst="rect">
                <a:avLst/>
              </a:prstGeom>
            </p:spPr>
            <p:txBody>
              <a:bodyPr vert="horz" wrap="square" lIns="0" tIns="12700" rIns="0" bIns="0" rtlCol="0">
                <a:spAutoFit/>
              </a:bodyPr>
              <a:lstStyle/>
              <a:p>
                <a:pPr marL="86995" marR="5080" indent="-74930" algn="ctr">
                  <a:lnSpc>
                    <a:spcPct val="100000"/>
                  </a:lnSpc>
                  <a:spcBef>
                    <a:spcPts val="100"/>
                  </a:spcBef>
                </a:pPr>
                <a:r>
                  <a:rPr lang="en-US" sz="1100" b="1" i="1" dirty="0">
                    <a:solidFill>
                      <a:srgbClr val="002060"/>
                    </a:solidFill>
                    <a:latin typeface="+mj-lt"/>
                    <a:cs typeface="Arial"/>
                  </a:rPr>
                  <a:t>GenAI for Health and Human Services</a:t>
                </a:r>
              </a:p>
            </p:txBody>
          </p:sp>
          <p:sp>
            <p:nvSpPr>
              <p:cNvPr id="87" name="object 20">
                <a:extLst>
                  <a:ext uri="{FF2B5EF4-FFF2-40B4-BE49-F238E27FC236}">
                    <a16:creationId xmlns:a16="http://schemas.microsoft.com/office/drawing/2014/main" id="{8109BAAB-0886-8D2F-5D06-8B7C6EEE1991}"/>
                  </a:ext>
                </a:extLst>
              </p:cNvPr>
              <p:cNvSpPr txBox="1"/>
              <p:nvPr/>
            </p:nvSpPr>
            <p:spPr>
              <a:xfrm>
                <a:off x="11789239" y="2902900"/>
                <a:ext cx="1799476" cy="520655"/>
              </a:xfrm>
              <a:prstGeom prst="rect">
                <a:avLst/>
              </a:prstGeom>
            </p:spPr>
            <p:txBody>
              <a:bodyPr vert="horz" wrap="square" lIns="0" tIns="12700" rIns="0" bIns="0" rtlCol="0">
                <a:spAutoFit/>
              </a:bodyPr>
              <a:lstStyle/>
              <a:p>
                <a:pPr marL="86995" marR="5080" indent="-74930" algn="ctr">
                  <a:lnSpc>
                    <a:spcPct val="100000"/>
                  </a:lnSpc>
                  <a:spcBef>
                    <a:spcPts val="100"/>
                  </a:spcBef>
                </a:pPr>
                <a:r>
                  <a:rPr lang="en-US" sz="1100" b="1" i="1" dirty="0">
                    <a:solidFill>
                      <a:srgbClr val="002060"/>
                    </a:solidFill>
                    <a:latin typeface="+mj-lt"/>
                    <a:cs typeface="Arial"/>
                  </a:rPr>
                  <a:t>Artificial Intelligence: The next frontier in Digital Public Infrastructure</a:t>
                </a:r>
              </a:p>
            </p:txBody>
          </p:sp>
        </p:grpSp>
        <p:pic>
          <p:nvPicPr>
            <p:cNvPr id="84" name="Picture 83">
              <a:extLst>
                <a:ext uri="{FF2B5EF4-FFF2-40B4-BE49-F238E27FC236}">
                  <a16:creationId xmlns:a16="http://schemas.microsoft.com/office/drawing/2014/main" id="{3B66BA2D-BF0C-EFDE-C3CC-0B6F80932B92}"/>
                </a:ext>
              </a:extLst>
            </p:cNvPr>
            <p:cNvPicPr>
              <a:picLocks noChangeAspect="1"/>
            </p:cNvPicPr>
            <p:nvPr/>
          </p:nvPicPr>
          <p:blipFill>
            <a:blip r:embed="rId12"/>
            <a:stretch>
              <a:fillRect/>
            </a:stretch>
          </p:blipFill>
          <p:spPr>
            <a:xfrm>
              <a:off x="10051665" y="1410979"/>
              <a:ext cx="1697986" cy="1200265"/>
            </a:xfrm>
            <a:prstGeom prst="rect">
              <a:avLst/>
            </a:prstGeom>
          </p:spPr>
        </p:pic>
      </p:grpSp>
      <p:grpSp>
        <p:nvGrpSpPr>
          <p:cNvPr id="2" name="Group 1">
            <a:extLst>
              <a:ext uri="{FF2B5EF4-FFF2-40B4-BE49-F238E27FC236}">
                <a16:creationId xmlns:a16="http://schemas.microsoft.com/office/drawing/2014/main" id="{653FF316-162E-BFDB-FFA9-07084B52B0AA}"/>
              </a:ext>
            </a:extLst>
          </p:cNvPr>
          <p:cNvGrpSpPr/>
          <p:nvPr/>
        </p:nvGrpSpPr>
        <p:grpSpPr>
          <a:xfrm>
            <a:off x="0" y="737725"/>
            <a:ext cx="5752976" cy="151621"/>
            <a:chOff x="0" y="786578"/>
            <a:chExt cx="5752976" cy="151621"/>
          </a:xfrm>
        </p:grpSpPr>
        <p:cxnSp>
          <p:nvCxnSpPr>
            <p:cNvPr id="3" name="Straight Connector 2">
              <a:extLst>
                <a:ext uri="{FF2B5EF4-FFF2-40B4-BE49-F238E27FC236}">
                  <a16:creationId xmlns:a16="http://schemas.microsoft.com/office/drawing/2014/main" id="{39A6A025-ED45-9B56-8931-080240E7601E}"/>
                </a:ext>
              </a:extLst>
            </p:cNvPr>
            <p:cNvCxnSpPr>
              <a:cxnSpLocks/>
            </p:cNvCxnSpPr>
            <p:nvPr/>
          </p:nvCxnSpPr>
          <p:spPr>
            <a:xfrm>
              <a:off x="0" y="862388"/>
              <a:ext cx="5673213" cy="0"/>
            </a:xfrm>
            <a:prstGeom prst="line">
              <a:avLst/>
            </a:prstGeom>
            <a:ln>
              <a:solidFill>
                <a:srgbClr val="92D050"/>
              </a:solidFill>
            </a:ln>
          </p:spPr>
          <p:style>
            <a:lnRef idx="2">
              <a:schemeClr val="accent1"/>
            </a:lnRef>
            <a:fillRef idx="0">
              <a:schemeClr val="accent1"/>
            </a:fillRef>
            <a:effectRef idx="1">
              <a:schemeClr val="accent1"/>
            </a:effectRef>
            <a:fontRef idx="minor">
              <a:schemeClr val="tx1"/>
            </a:fontRef>
          </p:style>
        </p:cxnSp>
        <p:sp>
          <p:nvSpPr>
            <p:cNvPr id="4" name="Diamond 3">
              <a:extLst>
                <a:ext uri="{FF2B5EF4-FFF2-40B4-BE49-F238E27FC236}">
                  <a16:creationId xmlns:a16="http://schemas.microsoft.com/office/drawing/2014/main" id="{9A45BCAA-7DE9-3686-C07A-6A2E32FBC4A3}"/>
                </a:ext>
              </a:extLst>
            </p:cNvPr>
            <p:cNvSpPr/>
            <p:nvPr/>
          </p:nvSpPr>
          <p:spPr>
            <a:xfrm>
              <a:off x="5661536" y="786578"/>
              <a:ext cx="91440" cy="151621"/>
            </a:xfrm>
            <a:prstGeom prst="diamond">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grpSp>
    </p:spTree>
    <p:extLst>
      <p:ext uri="{BB962C8B-B14F-4D97-AF65-F5344CB8AC3E}">
        <p14:creationId xmlns:p14="http://schemas.microsoft.com/office/powerpoint/2010/main" val="398430826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2739"/>
        </a:solidFill>
        <a:effectLst/>
      </p:bgPr>
    </p:bg>
    <p:spTree>
      <p:nvGrpSpPr>
        <p:cNvPr id="1" name="">
          <a:extLst>
            <a:ext uri="{FF2B5EF4-FFF2-40B4-BE49-F238E27FC236}">
              <a16:creationId xmlns:a16="http://schemas.microsoft.com/office/drawing/2014/main" id="{9D8987A8-A6B9-08B2-01C2-CA3B281CEF38}"/>
            </a:ext>
          </a:extLst>
        </p:cNvPr>
        <p:cNvGrpSpPr/>
        <p:nvPr/>
      </p:nvGrpSpPr>
      <p:grpSpPr>
        <a:xfrm>
          <a:off x="0" y="0"/>
          <a:ext cx="1" cy="1"/>
          <a:chOff x="0" y="0"/>
          <a:chExt cx="1" cy="1"/>
        </a:xfrm>
      </p:grpSpPr>
      <p:pic>
        <p:nvPicPr>
          <p:cNvPr id="2" name="Image 0" descr="/mnt/data/1521c48b23.png">
            <a:extLst>
              <a:ext uri="{FF2B5EF4-FFF2-40B4-BE49-F238E27FC236}">
                <a16:creationId xmlns:a16="http://schemas.microsoft.com/office/drawing/2014/main" id="{87171883-6F3F-76EB-0232-DA7BA4AFE8A7}"/>
              </a:ext>
            </a:extLst>
          </p:cNvPr>
          <p:cNvPicPr>
            <a:picLocks noChangeAspect="1"/>
          </p:cNvPicPr>
          <p:nvPr/>
        </p:nvPicPr>
        <p:blipFill>
          <a:blip r:embed="rId3"/>
          <a:srcRect l="20756" r="20756"/>
          <a:stretch/>
        </p:blipFill>
        <p:spPr>
          <a:xfrm>
            <a:off x="6172200" y="0"/>
            <a:ext cx="6016752" cy="6858000"/>
          </a:xfrm>
          <a:prstGeom prst="rect">
            <a:avLst/>
          </a:prstGeom>
        </p:spPr>
      </p:pic>
      <p:sp>
        <p:nvSpPr>
          <p:cNvPr id="3" name="Shape 0">
            <a:extLst>
              <a:ext uri="{FF2B5EF4-FFF2-40B4-BE49-F238E27FC236}">
                <a16:creationId xmlns:a16="http://schemas.microsoft.com/office/drawing/2014/main" id="{C06D8ED6-F1A1-C779-6E45-293C16073942}"/>
              </a:ext>
            </a:extLst>
          </p:cNvPr>
          <p:cNvSpPr/>
          <p:nvPr/>
        </p:nvSpPr>
        <p:spPr>
          <a:xfrm>
            <a:off x="5806440" y="0"/>
            <a:ext cx="1188720" cy="6858000"/>
          </a:xfrm>
          <a:prstGeom prst="rect">
            <a:avLst/>
          </a:prstGeom>
          <a:solidFill>
            <a:srgbClr val="0B2739">
              <a:alpha val="80000"/>
            </a:srgbClr>
          </a:solidFill>
          <a:ln w="12700">
            <a:solidFill>
              <a:srgbClr val="0B27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j-lt"/>
              <a:ea typeface="+mn-ea"/>
              <a:cs typeface="+mn-cs"/>
            </a:endParaRPr>
          </a:p>
        </p:txBody>
      </p:sp>
      <p:sp>
        <p:nvSpPr>
          <p:cNvPr id="4" name="Text 1">
            <a:extLst>
              <a:ext uri="{FF2B5EF4-FFF2-40B4-BE49-F238E27FC236}">
                <a16:creationId xmlns:a16="http://schemas.microsoft.com/office/drawing/2014/main" id="{5FD5DEC6-755C-29FF-D84E-9612CA524088}"/>
              </a:ext>
            </a:extLst>
          </p:cNvPr>
          <p:cNvSpPr/>
          <p:nvPr/>
        </p:nvSpPr>
        <p:spPr>
          <a:xfrm>
            <a:off x="658368" y="2857500"/>
            <a:ext cx="5074920" cy="1143000"/>
          </a:xfrm>
          <a:prstGeom prst="rect">
            <a:avLst/>
          </a:prstGeom>
          <a:noFill/>
          <a:ln/>
        </p:spPr>
        <p:txBody>
          <a:bodyPr wrap="square" lIns="0" tIns="0" rIns="0" bIns="0" rtlCol="0" anchor="ct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2000" b="1" i="1" u="none" strike="noStrike" kern="1200" cap="none" spc="0" normalizeH="0" baseline="0" noProof="0" dirty="0">
                <a:ln>
                  <a:noFill/>
                </a:ln>
                <a:solidFill>
                  <a:prstClr val="white"/>
                </a:solidFill>
                <a:effectLst/>
                <a:uLnTx/>
                <a:uFillTx/>
                <a:latin typeface="+mj-lt"/>
                <a:ea typeface="+mn-ea"/>
                <a:cs typeface="+mn-cs"/>
              </a:rPr>
              <a:t>Part A</a:t>
            </a:r>
          </a:p>
          <a:p>
            <a:pPr marL="0" marR="0" lvl="0" indent="0" algn="l" defTabSz="914400" rtl="0" eaLnBrk="1" fontAlgn="auto" latinLnBrk="0" hangingPunct="1">
              <a:lnSpc>
                <a:spcPct val="90000"/>
              </a:lnSpc>
              <a:spcBef>
                <a:spcPct val="0"/>
              </a:spcBef>
              <a:spcAft>
                <a:spcPts val="600"/>
              </a:spcAft>
              <a:buClrTx/>
              <a:buSzTx/>
              <a:buFontTx/>
              <a:buNone/>
              <a:tabLst/>
              <a:defRPr/>
            </a:pPr>
            <a:endParaRPr kumimoji="0" lang="en-US" sz="2000" b="1" i="1" u="none" strike="noStrike" kern="1200" cap="none" spc="0" normalizeH="0" baseline="0" noProof="0" dirty="0">
              <a:ln>
                <a:noFill/>
              </a:ln>
              <a:solidFill>
                <a:prstClr val="white"/>
              </a:solidFill>
              <a:effectLst/>
              <a:uLnTx/>
              <a:uFillTx/>
              <a:latin typeface="+mj-lt"/>
              <a:ea typeface="+mn-ea"/>
              <a:cs typeface="+mn-cs"/>
            </a:endParaRPr>
          </a:p>
          <a:p>
            <a:pPr marL="0" marR="0" lvl="0" indent="0" algn="l" defTabSz="914400" rtl="0" eaLnBrk="1" fontAlgn="auto" latinLnBrk="0" hangingPunct="1">
              <a:lnSpc>
                <a:spcPct val="90000"/>
              </a:lnSpc>
              <a:spcBef>
                <a:spcPct val="0"/>
              </a:spcBef>
              <a:spcAft>
                <a:spcPts val="600"/>
              </a:spcAft>
              <a:buClrTx/>
              <a:buSzTx/>
              <a:buFontTx/>
              <a:buNone/>
              <a:tabLst/>
              <a:defRPr/>
            </a:pPr>
            <a:r>
              <a:rPr lang="en-US" sz="3200" b="1" dirty="0">
                <a:solidFill>
                  <a:prstClr val="white"/>
                </a:solidFill>
                <a:latin typeface="+mj-lt"/>
              </a:rPr>
              <a:t>Understanding of the </a:t>
            </a:r>
          </a:p>
          <a:p>
            <a:pPr marL="0" marR="0" lvl="0" indent="0" algn="l" defTabSz="914400" rtl="0" eaLnBrk="1" fontAlgn="auto" latinLnBrk="0" hangingPunct="1">
              <a:lnSpc>
                <a:spcPct val="90000"/>
              </a:lnSpc>
              <a:spcBef>
                <a:spcPct val="0"/>
              </a:spcBef>
              <a:spcAft>
                <a:spcPts val="600"/>
              </a:spcAft>
              <a:buClrTx/>
              <a:buSzTx/>
              <a:buFontTx/>
              <a:buNone/>
              <a:tabLst/>
              <a:defRPr/>
            </a:pPr>
            <a:r>
              <a:rPr lang="en-US" sz="3200" b="1" dirty="0">
                <a:solidFill>
                  <a:prstClr val="white"/>
                </a:solidFill>
                <a:latin typeface="+mj-lt"/>
              </a:rPr>
              <a:t>AI - </a:t>
            </a:r>
            <a:r>
              <a:rPr lang="en-US" sz="3200" b="1" dirty="0" err="1">
                <a:solidFill>
                  <a:prstClr val="white"/>
                </a:solidFill>
                <a:latin typeface="+mj-lt"/>
              </a:rPr>
              <a:t>CoE</a:t>
            </a:r>
            <a:r>
              <a:rPr lang="en-US" sz="3200" b="1" dirty="0">
                <a:solidFill>
                  <a:prstClr val="white"/>
                </a:solidFill>
                <a:latin typeface="+mj-lt"/>
              </a:rPr>
              <a:t> Vision</a:t>
            </a:r>
            <a:endParaRPr kumimoji="0" lang="en-US" sz="3200" b="1" i="0" u="none" strike="noStrike" kern="1200" cap="none" spc="0" normalizeH="0" baseline="0" noProof="0" dirty="0">
              <a:ln>
                <a:noFill/>
              </a:ln>
              <a:solidFill>
                <a:prstClr val="white"/>
              </a:solidFill>
              <a:effectLst/>
              <a:uLnTx/>
              <a:uFillTx/>
              <a:latin typeface="+mj-lt"/>
              <a:ea typeface="+mn-ea"/>
              <a:cs typeface="+mn-cs"/>
            </a:endParaRPr>
          </a:p>
        </p:txBody>
      </p:sp>
      <p:sp>
        <p:nvSpPr>
          <p:cNvPr id="5" name="Shape 2">
            <a:extLst>
              <a:ext uri="{FF2B5EF4-FFF2-40B4-BE49-F238E27FC236}">
                <a16:creationId xmlns:a16="http://schemas.microsoft.com/office/drawing/2014/main" id="{FB762342-E9D0-5D67-8DB7-50B15B1C636F}"/>
              </a:ext>
            </a:extLst>
          </p:cNvPr>
          <p:cNvSpPr/>
          <p:nvPr/>
        </p:nvSpPr>
        <p:spPr>
          <a:xfrm>
            <a:off x="658368" y="2976753"/>
            <a:ext cx="1005840" cy="1"/>
          </a:xfrm>
          <a:prstGeom prst="line">
            <a:avLst/>
          </a:prstGeom>
          <a:noFill/>
          <a:ln w="50800">
            <a:solidFill>
              <a:srgbClr val="86BC2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mj-lt"/>
              <a:ea typeface="+mn-ea"/>
              <a:cs typeface="+mn-cs"/>
            </a:endParaRPr>
          </a:p>
        </p:txBody>
      </p:sp>
      <p:sp>
        <p:nvSpPr>
          <p:cNvPr id="6" name="TextBox 5">
            <a:extLst>
              <a:ext uri="{FF2B5EF4-FFF2-40B4-BE49-F238E27FC236}">
                <a16:creationId xmlns:a16="http://schemas.microsoft.com/office/drawing/2014/main" id="{06F90108-C6F6-7FA1-D1FF-8371CD95926C}"/>
              </a:ext>
            </a:extLst>
          </p:cNvPr>
          <p:cNvSpPr txBox="1"/>
          <p:nvPr/>
        </p:nvSpPr>
        <p:spPr>
          <a:xfrm>
            <a:off x="612648" y="4305300"/>
            <a:ext cx="4466082" cy="830997"/>
          </a:xfrm>
          <a:prstGeom prst="rect">
            <a:avLst/>
          </a:prstGeom>
          <a:noFill/>
        </p:spPr>
        <p:txBody>
          <a:bodyPr wrap="square" rtlCol="0">
            <a:spAutoFit/>
          </a:bodyPr>
          <a:lstStyle/>
          <a:p>
            <a:r>
              <a:rPr lang="en-US" sz="1600" dirty="0">
                <a:solidFill>
                  <a:schemeClr val="bg1"/>
                </a:solidFill>
                <a:latin typeface="+mj-lt"/>
              </a:rPr>
              <a:t>Organization profile.</a:t>
            </a:r>
          </a:p>
          <a:p>
            <a:r>
              <a:rPr lang="en-US" sz="1600" dirty="0">
                <a:solidFill>
                  <a:schemeClr val="bg1"/>
                </a:solidFill>
                <a:latin typeface="+mj-lt"/>
              </a:rPr>
              <a:t>AI experience.</a:t>
            </a:r>
          </a:p>
          <a:p>
            <a:r>
              <a:rPr lang="en-US" sz="1600" dirty="0">
                <a:solidFill>
                  <a:schemeClr val="bg1"/>
                </a:solidFill>
                <a:latin typeface="+mj-lt"/>
              </a:rPr>
              <a:t>AI- </a:t>
            </a:r>
            <a:r>
              <a:rPr lang="en-US" sz="1600" dirty="0" err="1">
                <a:solidFill>
                  <a:schemeClr val="bg1"/>
                </a:solidFill>
                <a:latin typeface="+mj-lt"/>
              </a:rPr>
              <a:t>CoE</a:t>
            </a:r>
            <a:r>
              <a:rPr lang="en-US" sz="1600" dirty="0">
                <a:solidFill>
                  <a:schemeClr val="bg1"/>
                </a:solidFill>
                <a:latin typeface="+mj-lt"/>
              </a:rPr>
              <a:t> vision.</a:t>
            </a:r>
          </a:p>
        </p:txBody>
      </p:sp>
    </p:spTree>
    <p:extLst>
      <p:ext uri="{BB962C8B-B14F-4D97-AF65-F5344CB8AC3E}">
        <p14:creationId xmlns:p14="http://schemas.microsoft.com/office/powerpoint/2010/main" val="940847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0537D-9D83-612A-7442-1670640DB48F}"/>
            </a:ext>
          </a:extLst>
        </p:cNvPr>
        <p:cNvGrpSpPr/>
        <p:nvPr/>
      </p:nvGrpSpPr>
      <p:grpSpPr>
        <a:xfrm>
          <a:off x="0" y="0"/>
          <a:ext cx="0" cy="0"/>
          <a:chOff x="0" y="0"/>
          <a:chExt cx="0" cy="0"/>
        </a:xfrm>
      </p:grpSpPr>
      <p:sp>
        <p:nvSpPr>
          <p:cNvPr id="73" name="Title 1">
            <a:extLst>
              <a:ext uri="{FF2B5EF4-FFF2-40B4-BE49-F238E27FC236}">
                <a16:creationId xmlns:a16="http://schemas.microsoft.com/office/drawing/2014/main" id="{B2AFFCF1-F94F-83D4-278C-F45B7C2ED30F}"/>
              </a:ext>
            </a:extLst>
          </p:cNvPr>
          <p:cNvSpPr txBox="1">
            <a:spLocks/>
          </p:cNvSpPr>
          <p:nvPr/>
        </p:nvSpPr>
        <p:spPr bwMode="gray">
          <a:xfrm>
            <a:off x="95716" y="51345"/>
            <a:ext cx="11618561" cy="339197"/>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lang="en-US" b="1" dirty="0">
                <a:ea typeface="+mn-ea"/>
                <a:cs typeface="+mn-cs"/>
              </a:rPr>
              <a:t>State AI Mission learnings translated into an operational model for Sikkim</a:t>
            </a:r>
          </a:p>
        </p:txBody>
      </p:sp>
      <p:grpSp>
        <p:nvGrpSpPr>
          <p:cNvPr id="2" name="Group 1">
            <a:extLst>
              <a:ext uri="{FF2B5EF4-FFF2-40B4-BE49-F238E27FC236}">
                <a16:creationId xmlns:a16="http://schemas.microsoft.com/office/drawing/2014/main" id="{DE2E5205-DAFC-6E00-B3F9-6F78F9D5B6AB}"/>
              </a:ext>
            </a:extLst>
          </p:cNvPr>
          <p:cNvGrpSpPr/>
          <p:nvPr/>
        </p:nvGrpSpPr>
        <p:grpSpPr>
          <a:xfrm>
            <a:off x="0" y="604375"/>
            <a:ext cx="5752976" cy="151621"/>
            <a:chOff x="0" y="786578"/>
            <a:chExt cx="5752976" cy="151621"/>
          </a:xfrm>
        </p:grpSpPr>
        <p:cxnSp>
          <p:nvCxnSpPr>
            <p:cNvPr id="3" name="Straight Connector 2">
              <a:extLst>
                <a:ext uri="{FF2B5EF4-FFF2-40B4-BE49-F238E27FC236}">
                  <a16:creationId xmlns:a16="http://schemas.microsoft.com/office/drawing/2014/main" id="{47550B7C-D6DD-CE98-F7DC-1C59C61F5EFE}"/>
                </a:ext>
              </a:extLst>
            </p:cNvPr>
            <p:cNvCxnSpPr>
              <a:cxnSpLocks/>
            </p:cNvCxnSpPr>
            <p:nvPr/>
          </p:nvCxnSpPr>
          <p:spPr>
            <a:xfrm>
              <a:off x="0" y="862388"/>
              <a:ext cx="5673213" cy="0"/>
            </a:xfrm>
            <a:prstGeom prst="line">
              <a:avLst/>
            </a:prstGeom>
            <a:ln>
              <a:solidFill>
                <a:srgbClr val="92D050"/>
              </a:solidFill>
            </a:ln>
          </p:spPr>
          <p:style>
            <a:lnRef idx="2">
              <a:schemeClr val="accent1"/>
            </a:lnRef>
            <a:fillRef idx="0">
              <a:schemeClr val="accent1"/>
            </a:fillRef>
            <a:effectRef idx="1">
              <a:schemeClr val="accent1"/>
            </a:effectRef>
            <a:fontRef idx="minor">
              <a:schemeClr val="tx1"/>
            </a:fontRef>
          </p:style>
        </p:cxnSp>
        <p:sp>
          <p:nvSpPr>
            <p:cNvPr id="4" name="Diamond 3">
              <a:extLst>
                <a:ext uri="{FF2B5EF4-FFF2-40B4-BE49-F238E27FC236}">
                  <a16:creationId xmlns:a16="http://schemas.microsoft.com/office/drawing/2014/main" id="{CA4AD553-40B3-1BBE-E7EC-D9B51546222B}"/>
                </a:ext>
              </a:extLst>
            </p:cNvPr>
            <p:cNvSpPr/>
            <p:nvPr/>
          </p:nvSpPr>
          <p:spPr>
            <a:xfrm>
              <a:off x="5661536" y="786578"/>
              <a:ext cx="91440" cy="151621"/>
            </a:xfrm>
            <a:prstGeom prst="diamond">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grpSp>
      <p:sp>
        <p:nvSpPr>
          <p:cNvPr id="7" name="Text 2">
            <a:extLst>
              <a:ext uri="{FF2B5EF4-FFF2-40B4-BE49-F238E27FC236}">
                <a16:creationId xmlns:a16="http://schemas.microsoft.com/office/drawing/2014/main" id="{3C10B6D2-4386-579E-55D8-3943CF08626C}"/>
              </a:ext>
            </a:extLst>
          </p:cNvPr>
          <p:cNvSpPr/>
          <p:nvPr/>
        </p:nvSpPr>
        <p:spPr>
          <a:xfrm>
            <a:off x="502920" y="740664"/>
            <a:ext cx="10972800" cy="256032"/>
          </a:xfrm>
          <a:prstGeom prst="rect">
            <a:avLst/>
          </a:prstGeom>
          <a:noFill/>
          <a:ln/>
        </p:spPr>
        <p:txBody>
          <a:bodyPr wrap="square" lIns="0" tIns="0" rIns="0" bIns="0" rtlCol="0" anchor="ctr"/>
          <a:lstStyle/>
          <a:p>
            <a:r>
              <a:rPr lang="en-US" sz="1020" dirty="0">
                <a:solidFill>
                  <a:srgbClr val="596875"/>
                </a:solidFill>
                <a:latin typeface="+mj-lt"/>
              </a:rPr>
              <a:t>Complementary institutional and technology experience reduces setup risk and accelerates the journey from ambition to sustained impact</a:t>
            </a:r>
            <a:endParaRPr lang="en-US" sz="1020" dirty="0">
              <a:solidFill>
                <a:prstClr val="black"/>
              </a:solidFill>
              <a:latin typeface="+mj-lt"/>
            </a:endParaRPr>
          </a:p>
        </p:txBody>
      </p:sp>
      <p:sp>
        <p:nvSpPr>
          <p:cNvPr id="8" name="Shape 3">
            <a:extLst>
              <a:ext uri="{FF2B5EF4-FFF2-40B4-BE49-F238E27FC236}">
                <a16:creationId xmlns:a16="http://schemas.microsoft.com/office/drawing/2014/main" id="{84EA2454-D19E-27AD-8190-D0D3FC09814F}"/>
              </a:ext>
            </a:extLst>
          </p:cNvPr>
          <p:cNvSpPr/>
          <p:nvPr/>
        </p:nvSpPr>
        <p:spPr>
          <a:xfrm>
            <a:off x="502920" y="1225296"/>
            <a:ext cx="3364992" cy="3182112"/>
          </a:xfrm>
          <a:prstGeom prst="roundRect">
            <a:avLst>
              <a:gd name="adj" fmla="val 2874"/>
            </a:avLst>
          </a:prstGeom>
          <a:solidFill>
            <a:srgbClr val="FFFFFF"/>
          </a:solidFill>
          <a:ln w="12700">
            <a:solidFill>
              <a:srgbClr val="D8E2E7"/>
            </a:solidFill>
            <a:prstDash val="solid"/>
          </a:ln>
          <a:effectLst>
            <a:outerShdw blurRad="11430" dist="3810" dir="2700000" algn="bl" rotWithShape="0">
              <a:srgbClr val="000000">
                <a:alpha val="10000"/>
              </a:srgbClr>
            </a:outerShdw>
          </a:effectLst>
        </p:spPr>
        <p:txBody>
          <a:bodyPr/>
          <a:lstStyle/>
          <a:p>
            <a:endParaRPr lang="en-IN" sz="2000">
              <a:solidFill>
                <a:prstClr val="black"/>
              </a:solidFill>
              <a:latin typeface="+mj-lt"/>
            </a:endParaRPr>
          </a:p>
        </p:txBody>
      </p:sp>
      <p:sp>
        <p:nvSpPr>
          <p:cNvPr id="9" name="Shape 4">
            <a:extLst>
              <a:ext uri="{FF2B5EF4-FFF2-40B4-BE49-F238E27FC236}">
                <a16:creationId xmlns:a16="http://schemas.microsoft.com/office/drawing/2014/main" id="{1B27DDDF-DD6E-6C42-22C0-0F4DE2B1B53E}"/>
              </a:ext>
            </a:extLst>
          </p:cNvPr>
          <p:cNvSpPr/>
          <p:nvPr/>
        </p:nvSpPr>
        <p:spPr>
          <a:xfrm>
            <a:off x="502920" y="1225296"/>
            <a:ext cx="3364992" cy="109728"/>
          </a:xfrm>
          <a:prstGeom prst="rect">
            <a:avLst/>
          </a:prstGeom>
          <a:solidFill>
            <a:srgbClr val="43B02A"/>
          </a:solidFill>
          <a:ln w="12700">
            <a:solidFill>
              <a:srgbClr val="43B02A"/>
            </a:solidFill>
            <a:prstDash val="solid"/>
          </a:ln>
        </p:spPr>
        <p:txBody>
          <a:bodyPr/>
          <a:lstStyle/>
          <a:p>
            <a:endParaRPr lang="en-IN" sz="2000">
              <a:solidFill>
                <a:prstClr val="black"/>
              </a:solidFill>
              <a:latin typeface="+mj-lt"/>
            </a:endParaRPr>
          </a:p>
        </p:txBody>
      </p:sp>
      <p:sp>
        <p:nvSpPr>
          <p:cNvPr id="10" name="Shape 5">
            <a:extLst>
              <a:ext uri="{FF2B5EF4-FFF2-40B4-BE49-F238E27FC236}">
                <a16:creationId xmlns:a16="http://schemas.microsoft.com/office/drawing/2014/main" id="{AB0E2689-D5D6-0D1B-0DCC-A14571665A4F}"/>
              </a:ext>
            </a:extLst>
          </p:cNvPr>
          <p:cNvSpPr/>
          <p:nvPr/>
        </p:nvSpPr>
        <p:spPr>
          <a:xfrm>
            <a:off x="758952" y="1517904"/>
            <a:ext cx="621792" cy="621792"/>
          </a:xfrm>
          <a:prstGeom prst="ellipse">
            <a:avLst/>
          </a:prstGeom>
          <a:solidFill>
            <a:srgbClr val="43B02A"/>
          </a:solidFill>
          <a:ln w="12700">
            <a:solidFill>
              <a:srgbClr val="43B02A"/>
            </a:solidFill>
            <a:prstDash val="solid"/>
          </a:ln>
        </p:spPr>
        <p:txBody>
          <a:bodyPr/>
          <a:lstStyle/>
          <a:p>
            <a:endParaRPr lang="en-IN" sz="2000">
              <a:solidFill>
                <a:prstClr val="black"/>
              </a:solidFill>
              <a:latin typeface="+mj-lt"/>
            </a:endParaRPr>
          </a:p>
        </p:txBody>
      </p:sp>
      <p:pic>
        <p:nvPicPr>
          <p:cNvPr id="11" name="Image 0" descr="preencoded.png">
            <a:extLst>
              <a:ext uri="{FF2B5EF4-FFF2-40B4-BE49-F238E27FC236}">
                <a16:creationId xmlns:a16="http://schemas.microsoft.com/office/drawing/2014/main" id="{134C4DD0-4703-970B-123F-F22900720A1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41832" y="1700784"/>
            <a:ext cx="256032" cy="256032"/>
          </a:xfrm>
          <a:prstGeom prst="rect">
            <a:avLst/>
          </a:prstGeom>
        </p:spPr>
      </p:pic>
      <p:sp>
        <p:nvSpPr>
          <p:cNvPr id="12" name="Text 6">
            <a:extLst>
              <a:ext uri="{FF2B5EF4-FFF2-40B4-BE49-F238E27FC236}">
                <a16:creationId xmlns:a16="http://schemas.microsoft.com/office/drawing/2014/main" id="{1F8D3DDA-E571-9A3A-1263-4878A0965A6D}"/>
              </a:ext>
            </a:extLst>
          </p:cNvPr>
          <p:cNvSpPr/>
          <p:nvPr/>
        </p:nvSpPr>
        <p:spPr>
          <a:xfrm>
            <a:off x="3337560" y="1527048"/>
            <a:ext cx="256032" cy="219456"/>
          </a:xfrm>
          <a:prstGeom prst="rect">
            <a:avLst/>
          </a:prstGeom>
          <a:noFill/>
          <a:ln/>
        </p:spPr>
        <p:txBody>
          <a:bodyPr wrap="square" lIns="0" tIns="0" rIns="0" bIns="0" rtlCol="0" anchor="ctr"/>
          <a:lstStyle/>
          <a:p>
            <a:pPr algn="r"/>
            <a:r>
              <a:rPr lang="en-US" sz="1400" b="1" dirty="0">
                <a:solidFill>
                  <a:srgbClr val="43B02A"/>
                </a:solidFill>
                <a:latin typeface="+mj-lt"/>
              </a:rPr>
              <a:t>01</a:t>
            </a:r>
            <a:endParaRPr lang="en-US" sz="1400" dirty="0">
              <a:solidFill>
                <a:prstClr val="black"/>
              </a:solidFill>
              <a:latin typeface="+mj-lt"/>
            </a:endParaRPr>
          </a:p>
        </p:txBody>
      </p:sp>
      <p:sp>
        <p:nvSpPr>
          <p:cNvPr id="13" name="Text 7">
            <a:extLst>
              <a:ext uri="{FF2B5EF4-FFF2-40B4-BE49-F238E27FC236}">
                <a16:creationId xmlns:a16="http://schemas.microsoft.com/office/drawing/2014/main" id="{F4F3EA43-3F65-5559-3974-D0121A17BE67}"/>
              </a:ext>
            </a:extLst>
          </p:cNvPr>
          <p:cNvSpPr/>
          <p:nvPr/>
        </p:nvSpPr>
        <p:spPr>
          <a:xfrm>
            <a:off x="1508760" y="1499616"/>
            <a:ext cx="1755648" cy="310896"/>
          </a:xfrm>
          <a:prstGeom prst="rect">
            <a:avLst/>
          </a:prstGeom>
          <a:noFill/>
          <a:ln/>
        </p:spPr>
        <p:txBody>
          <a:bodyPr wrap="square" lIns="0" tIns="0" rIns="0" bIns="0" rtlCol="0" anchor="ctr">
            <a:noAutofit/>
          </a:bodyPr>
          <a:lstStyle/>
          <a:p>
            <a:r>
              <a:rPr lang="en-US" sz="1400" b="1" dirty="0">
                <a:solidFill>
                  <a:srgbClr val="0B2739"/>
                </a:solidFill>
                <a:latin typeface="+mj-lt"/>
              </a:rPr>
              <a:t>Chhattisgarh AI Mission</a:t>
            </a:r>
            <a:endParaRPr lang="en-US" sz="1400" dirty="0">
              <a:solidFill>
                <a:prstClr val="black"/>
              </a:solidFill>
              <a:latin typeface="+mj-lt"/>
            </a:endParaRPr>
          </a:p>
        </p:txBody>
      </p:sp>
      <p:sp>
        <p:nvSpPr>
          <p:cNvPr id="14" name="Text 8">
            <a:extLst>
              <a:ext uri="{FF2B5EF4-FFF2-40B4-BE49-F238E27FC236}">
                <a16:creationId xmlns:a16="http://schemas.microsoft.com/office/drawing/2014/main" id="{38BF3EB0-2003-3090-BCB8-0C716A0EBEA2}"/>
              </a:ext>
            </a:extLst>
          </p:cNvPr>
          <p:cNvSpPr/>
          <p:nvPr/>
        </p:nvSpPr>
        <p:spPr>
          <a:xfrm>
            <a:off x="1508760" y="1883664"/>
            <a:ext cx="1993392" cy="182880"/>
          </a:xfrm>
          <a:prstGeom prst="rect">
            <a:avLst/>
          </a:prstGeom>
          <a:noFill/>
          <a:ln/>
        </p:spPr>
        <p:txBody>
          <a:bodyPr wrap="square" lIns="0" tIns="0" rIns="0" bIns="0" rtlCol="0" anchor="ctr">
            <a:normAutofit/>
          </a:bodyPr>
          <a:lstStyle/>
          <a:p>
            <a:r>
              <a:rPr lang="en-US" sz="800" b="1" dirty="0">
                <a:solidFill>
                  <a:srgbClr val="43B02A"/>
                </a:solidFill>
                <a:latin typeface="+mj-lt"/>
              </a:rPr>
              <a:t>INSTITUTION &amp; ECOSYSTEM BUILDING</a:t>
            </a:r>
            <a:endParaRPr lang="en-US" sz="800" dirty="0">
              <a:solidFill>
                <a:prstClr val="black"/>
              </a:solidFill>
              <a:latin typeface="+mj-lt"/>
            </a:endParaRPr>
          </a:p>
        </p:txBody>
      </p:sp>
      <p:sp>
        <p:nvSpPr>
          <p:cNvPr id="15" name="Text 9">
            <a:extLst>
              <a:ext uri="{FF2B5EF4-FFF2-40B4-BE49-F238E27FC236}">
                <a16:creationId xmlns:a16="http://schemas.microsoft.com/office/drawing/2014/main" id="{B64627AB-2C24-8F21-D42F-839005B1C48A}"/>
              </a:ext>
            </a:extLst>
          </p:cNvPr>
          <p:cNvSpPr/>
          <p:nvPr/>
        </p:nvSpPr>
        <p:spPr>
          <a:xfrm>
            <a:off x="795528" y="2359152"/>
            <a:ext cx="2770632" cy="1170432"/>
          </a:xfrm>
          <a:prstGeom prst="rect">
            <a:avLst/>
          </a:prstGeom>
          <a:noFill/>
          <a:ln/>
        </p:spPr>
        <p:txBody>
          <a:bodyPr wrap="square" lIns="254" tIns="254" rIns="254" bIns="254" rtlCol="0" anchor="ctr">
            <a:normAutofit/>
          </a:bodyPr>
          <a:lstStyle/>
          <a:p>
            <a:pPr marL="139700" indent="-139700">
              <a:buSzPct val="100000"/>
              <a:buFontTx/>
              <a:buChar char="•"/>
            </a:pPr>
            <a:r>
              <a:rPr lang="en-US" sz="900" dirty="0">
                <a:solidFill>
                  <a:srgbClr val="596875"/>
                </a:solidFill>
                <a:latin typeface="+mj-lt"/>
              </a:rPr>
              <a:t>AI Mission strategy, roadmap and governance</a:t>
            </a:r>
            <a:endParaRPr lang="en-US" sz="900" dirty="0">
              <a:solidFill>
                <a:prstClr val="black"/>
              </a:solidFill>
              <a:latin typeface="+mj-lt"/>
            </a:endParaRPr>
          </a:p>
          <a:p>
            <a:pPr marL="139700" indent="-139700">
              <a:buSzPct val="100000"/>
              <a:buFontTx/>
              <a:buChar char="•"/>
            </a:pPr>
            <a:r>
              <a:rPr lang="en-US" sz="900" dirty="0">
                <a:solidFill>
                  <a:srgbClr val="596875"/>
                </a:solidFill>
                <a:latin typeface="+mj-lt"/>
              </a:rPr>
              <a:t>CoE, Data Lab and capacity-building design</a:t>
            </a:r>
            <a:endParaRPr lang="en-US" sz="900" dirty="0">
              <a:solidFill>
                <a:prstClr val="black"/>
              </a:solidFill>
              <a:latin typeface="+mj-lt"/>
            </a:endParaRPr>
          </a:p>
          <a:p>
            <a:pPr marL="139700" indent="-139700">
              <a:buSzPct val="100000"/>
              <a:buFontTx/>
              <a:buChar char="•"/>
            </a:pPr>
            <a:r>
              <a:rPr lang="en-US" sz="900" dirty="0">
                <a:solidFill>
                  <a:srgbClr val="596875"/>
                </a:solidFill>
                <a:latin typeface="+mj-lt"/>
              </a:rPr>
              <a:t>Startup incubation and innovation ecosystem</a:t>
            </a:r>
            <a:endParaRPr lang="en-US" sz="900" dirty="0">
              <a:solidFill>
                <a:prstClr val="black"/>
              </a:solidFill>
              <a:latin typeface="+mj-lt"/>
            </a:endParaRPr>
          </a:p>
          <a:p>
            <a:pPr marL="139700" indent="-139700">
              <a:buSzPct val="100000"/>
              <a:buFontTx/>
              <a:buChar char="•"/>
            </a:pPr>
            <a:r>
              <a:rPr lang="en-US" sz="900" dirty="0">
                <a:solidFill>
                  <a:srgbClr val="596875"/>
                </a:solidFill>
                <a:latin typeface="+mj-lt"/>
              </a:rPr>
              <a:t>Academia, industry and IndiaAI alignment</a:t>
            </a:r>
            <a:endParaRPr lang="en-US" sz="900" dirty="0">
              <a:solidFill>
                <a:prstClr val="black"/>
              </a:solidFill>
              <a:latin typeface="+mj-lt"/>
            </a:endParaRPr>
          </a:p>
          <a:p>
            <a:pPr marL="139700" indent="-139700">
              <a:buSzPct val="100000"/>
              <a:buFontTx/>
              <a:buChar char="•"/>
            </a:pPr>
            <a:r>
              <a:rPr lang="en-US" sz="900" dirty="0">
                <a:solidFill>
                  <a:srgbClr val="596875"/>
                </a:solidFill>
                <a:latin typeface="+mj-lt"/>
              </a:rPr>
              <a:t>KPI and outcome-management framework</a:t>
            </a:r>
            <a:endParaRPr lang="en-US" sz="900" dirty="0">
              <a:solidFill>
                <a:prstClr val="black"/>
              </a:solidFill>
              <a:latin typeface="+mj-lt"/>
            </a:endParaRPr>
          </a:p>
        </p:txBody>
      </p:sp>
      <p:sp>
        <p:nvSpPr>
          <p:cNvPr id="16" name="Shape 10">
            <a:extLst>
              <a:ext uri="{FF2B5EF4-FFF2-40B4-BE49-F238E27FC236}">
                <a16:creationId xmlns:a16="http://schemas.microsoft.com/office/drawing/2014/main" id="{2936A253-5B43-2536-86D6-1747893376AF}"/>
              </a:ext>
            </a:extLst>
          </p:cNvPr>
          <p:cNvSpPr/>
          <p:nvPr/>
        </p:nvSpPr>
        <p:spPr>
          <a:xfrm>
            <a:off x="731520" y="3703320"/>
            <a:ext cx="2907792" cy="475488"/>
          </a:xfrm>
          <a:prstGeom prst="roundRect">
            <a:avLst>
              <a:gd name="adj" fmla="val 11538"/>
            </a:avLst>
          </a:prstGeom>
          <a:solidFill>
            <a:srgbClr val="EFF6DF"/>
          </a:solidFill>
          <a:ln w="12700">
            <a:solidFill>
              <a:srgbClr val="D1E2B1"/>
            </a:solidFill>
            <a:prstDash val="solid"/>
          </a:ln>
        </p:spPr>
        <p:txBody>
          <a:bodyPr/>
          <a:lstStyle/>
          <a:p>
            <a:endParaRPr lang="en-IN" sz="2000">
              <a:solidFill>
                <a:prstClr val="black"/>
              </a:solidFill>
              <a:latin typeface="+mj-lt"/>
            </a:endParaRPr>
          </a:p>
        </p:txBody>
      </p:sp>
      <p:sp>
        <p:nvSpPr>
          <p:cNvPr id="17" name="Text 11">
            <a:extLst>
              <a:ext uri="{FF2B5EF4-FFF2-40B4-BE49-F238E27FC236}">
                <a16:creationId xmlns:a16="http://schemas.microsoft.com/office/drawing/2014/main" id="{3F82C06B-1E03-DF43-B2F5-82C7BFA609D3}"/>
              </a:ext>
            </a:extLst>
          </p:cNvPr>
          <p:cNvSpPr/>
          <p:nvPr/>
        </p:nvSpPr>
        <p:spPr>
          <a:xfrm>
            <a:off x="896112" y="3822192"/>
            <a:ext cx="777240" cy="118872"/>
          </a:xfrm>
          <a:prstGeom prst="rect">
            <a:avLst/>
          </a:prstGeom>
          <a:noFill/>
          <a:ln/>
        </p:spPr>
        <p:txBody>
          <a:bodyPr wrap="square" lIns="0" tIns="0" rIns="0" bIns="0" rtlCol="0" anchor="ctr"/>
          <a:lstStyle/>
          <a:p>
            <a:r>
              <a:rPr lang="en-US" sz="700" b="1" dirty="0">
                <a:solidFill>
                  <a:srgbClr val="43B02A"/>
                </a:solidFill>
                <a:latin typeface="+mj-lt"/>
              </a:rPr>
              <a:t>KEY LEARNING</a:t>
            </a:r>
            <a:endParaRPr lang="en-US" sz="700" dirty="0">
              <a:solidFill>
                <a:prstClr val="black"/>
              </a:solidFill>
              <a:latin typeface="+mj-lt"/>
            </a:endParaRPr>
          </a:p>
        </p:txBody>
      </p:sp>
      <p:sp>
        <p:nvSpPr>
          <p:cNvPr id="18" name="Text 12">
            <a:extLst>
              <a:ext uri="{FF2B5EF4-FFF2-40B4-BE49-F238E27FC236}">
                <a16:creationId xmlns:a16="http://schemas.microsoft.com/office/drawing/2014/main" id="{2C964EBE-8B75-00AD-FA7D-9EE4F29E17FC}"/>
              </a:ext>
            </a:extLst>
          </p:cNvPr>
          <p:cNvSpPr/>
          <p:nvPr/>
        </p:nvSpPr>
        <p:spPr>
          <a:xfrm>
            <a:off x="1636776" y="3785616"/>
            <a:ext cx="1810512" cy="182880"/>
          </a:xfrm>
          <a:prstGeom prst="rect">
            <a:avLst/>
          </a:prstGeom>
          <a:noFill/>
          <a:ln/>
        </p:spPr>
        <p:txBody>
          <a:bodyPr wrap="square" lIns="0" tIns="0" rIns="0" bIns="0" rtlCol="0" anchor="ctr">
            <a:noAutofit/>
          </a:bodyPr>
          <a:lstStyle/>
          <a:p>
            <a:r>
              <a:rPr lang="en-US" sz="800" b="1" dirty="0">
                <a:solidFill>
                  <a:srgbClr val="0B2739"/>
                </a:solidFill>
                <a:latin typeface="+mj-lt"/>
              </a:rPr>
              <a:t>AI transformation needs an integrated institution, not isolated projects.</a:t>
            </a:r>
            <a:endParaRPr lang="en-US" sz="800" dirty="0">
              <a:solidFill>
                <a:prstClr val="black"/>
              </a:solidFill>
              <a:latin typeface="+mj-lt"/>
            </a:endParaRPr>
          </a:p>
        </p:txBody>
      </p:sp>
      <p:sp>
        <p:nvSpPr>
          <p:cNvPr id="28" name="Shape 13">
            <a:extLst>
              <a:ext uri="{FF2B5EF4-FFF2-40B4-BE49-F238E27FC236}">
                <a16:creationId xmlns:a16="http://schemas.microsoft.com/office/drawing/2014/main" id="{287FF81E-16BC-8FAE-7FAE-533D024BCC1C}"/>
              </a:ext>
            </a:extLst>
          </p:cNvPr>
          <p:cNvSpPr/>
          <p:nvPr/>
        </p:nvSpPr>
        <p:spPr>
          <a:xfrm>
            <a:off x="4407408" y="1225296"/>
            <a:ext cx="3364992" cy="3182112"/>
          </a:xfrm>
          <a:prstGeom prst="roundRect">
            <a:avLst>
              <a:gd name="adj" fmla="val 2874"/>
            </a:avLst>
          </a:prstGeom>
          <a:solidFill>
            <a:srgbClr val="FFFFFF"/>
          </a:solidFill>
          <a:ln w="12700">
            <a:solidFill>
              <a:srgbClr val="D8E2E7"/>
            </a:solidFill>
            <a:prstDash val="solid"/>
          </a:ln>
          <a:effectLst>
            <a:outerShdw blurRad="11430" dist="3810" dir="2700000" algn="bl" rotWithShape="0">
              <a:srgbClr val="000000">
                <a:alpha val="10000"/>
              </a:srgbClr>
            </a:outerShdw>
          </a:effectLst>
        </p:spPr>
        <p:txBody>
          <a:bodyPr/>
          <a:lstStyle/>
          <a:p>
            <a:endParaRPr lang="en-IN" sz="2000">
              <a:solidFill>
                <a:prstClr val="black"/>
              </a:solidFill>
              <a:latin typeface="+mj-lt"/>
            </a:endParaRPr>
          </a:p>
        </p:txBody>
      </p:sp>
      <p:sp>
        <p:nvSpPr>
          <p:cNvPr id="29" name="Shape 14">
            <a:extLst>
              <a:ext uri="{FF2B5EF4-FFF2-40B4-BE49-F238E27FC236}">
                <a16:creationId xmlns:a16="http://schemas.microsoft.com/office/drawing/2014/main" id="{268A44CB-BF23-37F9-71D0-448511347620}"/>
              </a:ext>
            </a:extLst>
          </p:cNvPr>
          <p:cNvSpPr/>
          <p:nvPr/>
        </p:nvSpPr>
        <p:spPr>
          <a:xfrm>
            <a:off x="4407408" y="1225296"/>
            <a:ext cx="3364992" cy="109728"/>
          </a:xfrm>
          <a:prstGeom prst="rect">
            <a:avLst/>
          </a:prstGeom>
          <a:solidFill>
            <a:srgbClr val="007CB0"/>
          </a:solidFill>
          <a:ln w="12700">
            <a:solidFill>
              <a:srgbClr val="007CB0"/>
            </a:solidFill>
            <a:prstDash val="solid"/>
          </a:ln>
        </p:spPr>
        <p:txBody>
          <a:bodyPr/>
          <a:lstStyle/>
          <a:p>
            <a:endParaRPr lang="en-IN" sz="2000">
              <a:solidFill>
                <a:prstClr val="black"/>
              </a:solidFill>
              <a:latin typeface="+mj-lt"/>
            </a:endParaRPr>
          </a:p>
        </p:txBody>
      </p:sp>
      <p:sp>
        <p:nvSpPr>
          <p:cNvPr id="30" name="Shape 15">
            <a:extLst>
              <a:ext uri="{FF2B5EF4-FFF2-40B4-BE49-F238E27FC236}">
                <a16:creationId xmlns:a16="http://schemas.microsoft.com/office/drawing/2014/main" id="{7A0D9DA7-BB4A-4E66-9463-764798952748}"/>
              </a:ext>
            </a:extLst>
          </p:cNvPr>
          <p:cNvSpPr/>
          <p:nvPr/>
        </p:nvSpPr>
        <p:spPr>
          <a:xfrm>
            <a:off x="4663440" y="1517904"/>
            <a:ext cx="621792" cy="621792"/>
          </a:xfrm>
          <a:prstGeom prst="ellipse">
            <a:avLst/>
          </a:prstGeom>
          <a:solidFill>
            <a:srgbClr val="007CB0"/>
          </a:solidFill>
          <a:ln w="12700">
            <a:solidFill>
              <a:srgbClr val="007CB0"/>
            </a:solidFill>
            <a:prstDash val="solid"/>
          </a:ln>
        </p:spPr>
        <p:txBody>
          <a:bodyPr/>
          <a:lstStyle/>
          <a:p>
            <a:endParaRPr lang="en-IN" sz="2000">
              <a:solidFill>
                <a:prstClr val="black"/>
              </a:solidFill>
              <a:latin typeface="+mj-lt"/>
            </a:endParaRPr>
          </a:p>
        </p:txBody>
      </p:sp>
      <p:pic>
        <p:nvPicPr>
          <p:cNvPr id="31" name="Image 1" descr="preencoded.png">
            <a:extLst>
              <a:ext uri="{FF2B5EF4-FFF2-40B4-BE49-F238E27FC236}">
                <a16:creationId xmlns:a16="http://schemas.microsoft.com/office/drawing/2014/main" id="{FAD889FA-4904-858E-0845-274ABECF219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46320" y="1700784"/>
            <a:ext cx="256032" cy="256032"/>
          </a:xfrm>
          <a:prstGeom prst="rect">
            <a:avLst/>
          </a:prstGeom>
        </p:spPr>
      </p:pic>
      <p:sp>
        <p:nvSpPr>
          <p:cNvPr id="32" name="Text 16">
            <a:extLst>
              <a:ext uri="{FF2B5EF4-FFF2-40B4-BE49-F238E27FC236}">
                <a16:creationId xmlns:a16="http://schemas.microsoft.com/office/drawing/2014/main" id="{288DBD46-8BA9-522C-DB7A-14A468AB6843}"/>
              </a:ext>
            </a:extLst>
          </p:cNvPr>
          <p:cNvSpPr/>
          <p:nvPr/>
        </p:nvSpPr>
        <p:spPr>
          <a:xfrm>
            <a:off x="7242048" y="1527048"/>
            <a:ext cx="256032" cy="219456"/>
          </a:xfrm>
          <a:prstGeom prst="rect">
            <a:avLst/>
          </a:prstGeom>
          <a:noFill/>
          <a:ln/>
        </p:spPr>
        <p:txBody>
          <a:bodyPr wrap="square" lIns="0" tIns="0" rIns="0" bIns="0" rtlCol="0" anchor="ctr"/>
          <a:lstStyle/>
          <a:p>
            <a:pPr algn="r"/>
            <a:r>
              <a:rPr lang="en-US" sz="1400" b="1" dirty="0">
                <a:solidFill>
                  <a:srgbClr val="007CB0"/>
                </a:solidFill>
                <a:latin typeface="+mj-lt"/>
              </a:rPr>
              <a:t>02</a:t>
            </a:r>
            <a:endParaRPr lang="en-US" sz="1400" dirty="0">
              <a:solidFill>
                <a:prstClr val="black"/>
              </a:solidFill>
              <a:latin typeface="+mj-lt"/>
            </a:endParaRPr>
          </a:p>
        </p:txBody>
      </p:sp>
      <p:sp>
        <p:nvSpPr>
          <p:cNvPr id="33" name="Text 17">
            <a:extLst>
              <a:ext uri="{FF2B5EF4-FFF2-40B4-BE49-F238E27FC236}">
                <a16:creationId xmlns:a16="http://schemas.microsoft.com/office/drawing/2014/main" id="{B8C1BD6F-1EAF-1DA3-7DCF-88FCC17AFCDA}"/>
              </a:ext>
            </a:extLst>
          </p:cNvPr>
          <p:cNvSpPr/>
          <p:nvPr/>
        </p:nvSpPr>
        <p:spPr>
          <a:xfrm>
            <a:off x="5413248" y="1499616"/>
            <a:ext cx="1755648" cy="310896"/>
          </a:xfrm>
          <a:prstGeom prst="rect">
            <a:avLst/>
          </a:prstGeom>
          <a:noFill/>
          <a:ln/>
        </p:spPr>
        <p:txBody>
          <a:bodyPr wrap="square" lIns="0" tIns="0" rIns="0" bIns="0" rtlCol="0" anchor="ctr">
            <a:noAutofit/>
          </a:bodyPr>
          <a:lstStyle/>
          <a:p>
            <a:r>
              <a:rPr lang="en-US" sz="1400" b="1" dirty="0">
                <a:solidFill>
                  <a:srgbClr val="0B2739"/>
                </a:solidFill>
                <a:latin typeface="+mj-lt"/>
              </a:rPr>
              <a:t>Uttar Pradesh AI Mission</a:t>
            </a:r>
            <a:endParaRPr lang="en-US" sz="1400" dirty="0">
              <a:solidFill>
                <a:prstClr val="black"/>
              </a:solidFill>
              <a:latin typeface="+mj-lt"/>
            </a:endParaRPr>
          </a:p>
        </p:txBody>
      </p:sp>
      <p:sp>
        <p:nvSpPr>
          <p:cNvPr id="34" name="Text 18">
            <a:extLst>
              <a:ext uri="{FF2B5EF4-FFF2-40B4-BE49-F238E27FC236}">
                <a16:creationId xmlns:a16="http://schemas.microsoft.com/office/drawing/2014/main" id="{7B6A1E4D-170B-D158-A615-03CACA975F80}"/>
              </a:ext>
            </a:extLst>
          </p:cNvPr>
          <p:cNvSpPr/>
          <p:nvPr/>
        </p:nvSpPr>
        <p:spPr>
          <a:xfrm>
            <a:off x="5413248" y="1883664"/>
            <a:ext cx="1993392" cy="182880"/>
          </a:xfrm>
          <a:prstGeom prst="rect">
            <a:avLst/>
          </a:prstGeom>
          <a:noFill/>
          <a:ln/>
        </p:spPr>
        <p:txBody>
          <a:bodyPr wrap="square" lIns="0" tIns="0" rIns="0" bIns="0" rtlCol="0" anchor="ctr">
            <a:noAutofit/>
          </a:bodyPr>
          <a:lstStyle/>
          <a:p>
            <a:r>
              <a:rPr lang="en-US" sz="800" b="1" dirty="0">
                <a:solidFill>
                  <a:srgbClr val="007CB0"/>
                </a:solidFill>
                <a:latin typeface="+mj-lt"/>
              </a:rPr>
              <a:t>TECHNOLOGY &amp; ADOPTION FOUNDATION</a:t>
            </a:r>
            <a:endParaRPr lang="en-US" sz="800" dirty="0">
              <a:solidFill>
                <a:prstClr val="black"/>
              </a:solidFill>
              <a:latin typeface="+mj-lt"/>
            </a:endParaRPr>
          </a:p>
        </p:txBody>
      </p:sp>
      <p:sp>
        <p:nvSpPr>
          <p:cNvPr id="35" name="Text 19">
            <a:extLst>
              <a:ext uri="{FF2B5EF4-FFF2-40B4-BE49-F238E27FC236}">
                <a16:creationId xmlns:a16="http://schemas.microsoft.com/office/drawing/2014/main" id="{4A9B8044-8D64-4AE8-CE20-A388754E3D0D}"/>
              </a:ext>
            </a:extLst>
          </p:cNvPr>
          <p:cNvSpPr/>
          <p:nvPr/>
        </p:nvSpPr>
        <p:spPr>
          <a:xfrm>
            <a:off x="4700016" y="2359152"/>
            <a:ext cx="2770632" cy="1170432"/>
          </a:xfrm>
          <a:prstGeom prst="rect">
            <a:avLst/>
          </a:prstGeom>
          <a:noFill/>
          <a:ln/>
        </p:spPr>
        <p:txBody>
          <a:bodyPr wrap="square" lIns="254" tIns="254" rIns="254" bIns="254" rtlCol="0" anchor="ctr">
            <a:normAutofit/>
          </a:bodyPr>
          <a:lstStyle/>
          <a:p>
            <a:pPr marL="139700" indent="-139700">
              <a:buSzPct val="100000"/>
              <a:buFontTx/>
              <a:buChar char="•"/>
            </a:pPr>
            <a:r>
              <a:rPr lang="en-US" sz="900" dirty="0">
                <a:solidFill>
                  <a:srgbClr val="596875"/>
                </a:solidFill>
                <a:latin typeface="+mj-lt"/>
              </a:rPr>
              <a:t>State AI and data stack design</a:t>
            </a:r>
            <a:endParaRPr lang="en-US" sz="900" dirty="0">
              <a:solidFill>
                <a:prstClr val="black"/>
              </a:solidFill>
              <a:latin typeface="+mj-lt"/>
            </a:endParaRPr>
          </a:p>
          <a:p>
            <a:pPr marL="139700" indent="-139700">
              <a:buSzPct val="100000"/>
              <a:buFontTx/>
              <a:buChar char="•"/>
            </a:pPr>
            <a:r>
              <a:rPr lang="en-US" sz="900" dirty="0">
                <a:solidFill>
                  <a:srgbClr val="596875"/>
                </a:solidFill>
                <a:latin typeface="+mj-lt"/>
              </a:rPr>
              <a:t>Department readiness and data-maturity assessment</a:t>
            </a:r>
            <a:endParaRPr lang="en-US" sz="900" dirty="0">
              <a:solidFill>
                <a:prstClr val="black"/>
              </a:solidFill>
              <a:latin typeface="+mj-lt"/>
            </a:endParaRPr>
          </a:p>
          <a:p>
            <a:pPr marL="139700" indent="-139700">
              <a:buSzPct val="100000"/>
              <a:buFontTx/>
              <a:buChar char="•"/>
            </a:pPr>
            <a:r>
              <a:rPr lang="en-US" sz="900" dirty="0">
                <a:solidFill>
                  <a:srgbClr val="596875"/>
                </a:solidFill>
                <a:latin typeface="+mj-lt"/>
              </a:rPr>
              <a:t>Use-case identification and prioritization</a:t>
            </a:r>
            <a:endParaRPr lang="en-US" sz="900" dirty="0">
              <a:solidFill>
                <a:prstClr val="black"/>
              </a:solidFill>
              <a:latin typeface="+mj-lt"/>
            </a:endParaRPr>
          </a:p>
          <a:p>
            <a:pPr marL="139700" indent="-139700">
              <a:buSzPct val="100000"/>
              <a:buFontTx/>
              <a:buChar char="•"/>
            </a:pPr>
            <a:r>
              <a:rPr lang="en-US" sz="900" dirty="0">
                <a:solidFill>
                  <a:srgbClr val="596875"/>
                </a:solidFill>
                <a:latin typeface="+mj-lt"/>
              </a:rPr>
              <a:t>Architecture, privacy, security and model considerations</a:t>
            </a:r>
            <a:endParaRPr lang="en-US" sz="900" dirty="0">
              <a:solidFill>
                <a:prstClr val="black"/>
              </a:solidFill>
              <a:latin typeface="+mj-lt"/>
            </a:endParaRPr>
          </a:p>
          <a:p>
            <a:pPr marL="139700" indent="-139700">
              <a:buSzPct val="100000"/>
              <a:buFontTx/>
              <a:buChar char="•"/>
            </a:pPr>
            <a:r>
              <a:rPr lang="en-US" sz="900" dirty="0">
                <a:solidFill>
                  <a:srgbClr val="596875"/>
                </a:solidFill>
                <a:latin typeface="+mj-lt"/>
              </a:rPr>
              <a:t>Partner mobilization and reusable foundations</a:t>
            </a:r>
            <a:endParaRPr lang="en-US" sz="900" dirty="0">
              <a:solidFill>
                <a:prstClr val="black"/>
              </a:solidFill>
              <a:latin typeface="+mj-lt"/>
            </a:endParaRPr>
          </a:p>
        </p:txBody>
      </p:sp>
      <p:sp>
        <p:nvSpPr>
          <p:cNvPr id="36" name="Shape 20">
            <a:extLst>
              <a:ext uri="{FF2B5EF4-FFF2-40B4-BE49-F238E27FC236}">
                <a16:creationId xmlns:a16="http://schemas.microsoft.com/office/drawing/2014/main" id="{14401FEB-5952-8D7B-7A17-CA275F8E56DB}"/>
              </a:ext>
            </a:extLst>
          </p:cNvPr>
          <p:cNvSpPr/>
          <p:nvPr/>
        </p:nvSpPr>
        <p:spPr>
          <a:xfrm>
            <a:off x="4636008" y="3703320"/>
            <a:ext cx="2907792" cy="475488"/>
          </a:xfrm>
          <a:prstGeom prst="roundRect">
            <a:avLst>
              <a:gd name="adj" fmla="val 11538"/>
            </a:avLst>
          </a:prstGeom>
          <a:solidFill>
            <a:srgbClr val="EAF4F8"/>
          </a:solidFill>
          <a:ln w="12700">
            <a:solidFill>
              <a:srgbClr val="C9DDE6"/>
            </a:solidFill>
            <a:prstDash val="solid"/>
          </a:ln>
        </p:spPr>
        <p:txBody>
          <a:bodyPr/>
          <a:lstStyle/>
          <a:p>
            <a:endParaRPr lang="en-IN" sz="2000">
              <a:solidFill>
                <a:prstClr val="black"/>
              </a:solidFill>
              <a:latin typeface="+mj-lt"/>
            </a:endParaRPr>
          </a:p>
        </p:txBody>
      </p:sp>
      <p:sp>
        <p:nvSpPr>
          <p:cNvPr id="37" name="Text 21">
            <a:extLst>
              <a:ext uri="{FF2B5EF4-FFF2-40B4-BE49-F238E27FC236}">
                <a16:creationId xmlns:a16="http://schemas.microsoft.com/office/drawing/2014/main" id="{6C606557-4D11-B54D-E6A6-C322E6659537}"/>
              </a:ext>
            </a:extLst>
          </p:cNvPr>
          <p:cNvSpPr/>
          <p:nvPr/>
        </p:nvSpPr>
        <p:spPr>
          <a:xfrm>
            <a:off x="4800600" y="3822192"/>
            <a:ext cx="777240" cy="118872"/>
          </a:xfrm>
          <a:prstGeom prst="rect">
            <a:avLst/>
          </a:prstGeom>
          <a:noFill/>
          <a:ln/>
        </p:spPr>
        <p:txBody>
          <a:bodyPr wrap="square" lIns="0" tIns="0" rIns="0" bIns="0" rtlCol="0" anchor="ctr"/>
          <a:lstStyle/>
          <a:p>
            <a:r>
              <a:rPr lang="en-US" sz="700" b="1" dirty="0">
                <a:solidFill>
                  <a:srgbClr val="007CB0"/>
                </a:solidFill>
                <a:latin typeface="+mj-lt"/>
              </a:rPr>
              <a:t>KEY LEARNING</a:t>
            </a:r>
            <a:endParaRPr lang="en-US" sz="700" dirty="0">
              <a:solidFill>
                <a:prstClr val="black"/>
              </a:solidFill>
              <a:latin typeface="+mj-lt"/>
            </a:endParaRPr>
          </a:p>
        </p:txBody>
      </p:sp>
      <p:sp>
        <p:nvSpPr>
          <p:cNvPr id="38" name="Text 22">
            <a:extLst>
              <a:ext uri="{FF2B5EF4-FFF2-40B4-BE49-F238E27FC236}">
                <a16:creationId xmlns:a16="http://schemas.microsoft.com/office/drawing/2014/main" id="{A41D1D7F-8B4A-A039-CC89-597EEA031825}"/>
              </a:ext>
            </a:extLst>
          </p:cNvPr>
          <p:cNvSpPr/>
          <p:nvPr/>
        </p:nvSpPr>
        <p:spPr>
          <a:xfrm>
            <a:off x="5541264" y="3785616"/>
            <a:ext cx="1810512" cy="182880"/>
          </a:xfrm>
          <a:prstGeom prst="rect">
            <a:avLst/>
          </a:prstGeom>
          <a:noFill/>
          <a:ln/>
        </p:spPr>
        <p:txBody>
          <a:bodyPr wrap="square" lIns="0" tIns="0" rIns="0" bIns="0" rtlCol="0" anchor="ctr">
            <a:noAutofit/>
          </a:bodyPr>
          <a:lstStyle/>
          <a:p>
            <a:r>
              <a:rPr lang="en-US" sz="700" b="1" dirty="0">
                <a:solidFill>
                  <a:srgbClr val="0B2739"/>
                </a:solidFill>
                <a:latin typeface="+mj-lt"/>
              </a:rPr>
              <a:t>Government-wide scale needs a common platform and a structured adoption journey.</a:t>
            </a:r>
            <a:endParaRPr lang="en-US" sz="700" dirty="0">
              <a:solidFill>
                <a:prstClr val="black"/>
              </a:solidFill>
              <a:latin typeface="+mj-lt"/>
            </a:endParaRPr>
          </a:p>
        </p:txBody>
      </p:sp>
      <p:sp>
        <p:nvSpPr>
          <p:cNvPr id="39" name="Shape 23">
            <a:extLst>
              <a:ext uri="{FF2B5EF4-FFF2-40B4-BE49-F238E27FC236}">
                <a16:creationId xmlns:a16="http://schemas.microsoft.com/office/drawing/2014/main" id="{F400F659-CBE3-9362-BEA8-0E3B9488F0FD}"/>
              </a:ext>
            </a:extLst>
          </p:cNvPr>
          <p:cNvSpPr/>
          <p:nvPr/>
        </p:nvSpPr>
        <p:spPr>
          <a:xfrm>
            <a:off x="8311896" y="1225296"/>
            <a:ext cx="3364992" cy="3182112"/>
          </a:xfrm>
          <a:prstGeom prst="roundRect">
            <a:avLst>
              <a:gd name="adj" fmla="val 2874"/>
            </a:avLst>
          </a:prstGeom>
          <a:solidFill>
            <a:srgbClr val="0B2739"/>
          </a:solidFill>
          <a:ln w="12700">
            <a:solidFill>
              <a:srgbClr val="0B2739"/>
            </a:solidFill>
            <a:prstDash val="solid"/>
          </a:ln>
          <a:effectLst>
            <a:outerShdw blurRad="12700" dist="4445" dir="2700000" algn="bl" rotWithShape="0">
              <a:srgbClr val="000000">
                <a:alpha val="13000"/>
              </a:srgbClr>
            </a:outerShdw>
          </a:effectLst>
        </p:spPr>
        <p:txBody>
          <a:bodyPr/>
          <a:lstStyle/>
          <a:p>
            <a:endParaRPr lang="en-IN" sz="2000">
              <a:solidFill>
                <a:prstClr val="black"/>
              </a:solidFill>
              <a:latin typeface="+mj-lt"/>
            </a:endParaRPr>
          </a:p>
        </p:txBody>
      </p:sp>
      <p:sp>
        <p:nvSpPr>
          <p:cNvPr id="40" name="Text 24">
            <a:extLst>
              <a:ext uri="{FF2B5EF4-FFF2-40B4-BE49-F238E27FC236}">
                <a16:creationId xmlns:a16="http://schemas.microsoft.com/office/drawing/2014/main" id="{3782DA31-1753-D73B-6E01-2930007648F8}"/>
              </a:ext>
            </a:extLst>
          </p:cNvPr>
          <p:cNvSpPr/>
          <p:nvPr/>
        </p:nvSpPr>
        <p:spPr>
          <a:xfrm>
            <a:off x="11128248" y="1517904"/>
            <a:ext cx="256032" cy="219456"/>
          </a:xfrm>
          <a:prstGeom prst="rect">
            <a:avLst/>
          </a:prstGeom>
          <a:noFill/>
          <a:ln/>
        </p:spPr>
        <p:txBody>
          <a:bodyPr wrap="square" lIns="0" tIns="0" rIns="0" bIns="0" rtlCol="0" anchor="ctr"/>
          <a:lstStyle/>
          <a:p>
            <a:pPr algn="r"/>
            <a:r>
              <a:rPr lang="en-US" sz="1400" b="1" dirty="0">
                <a:solidFill>
                  <a:srgbClr val="86BC25"/>
                </a:solidFill>
                <a:latin typeface="+mj-lt"/>
              </a:rPr>
              <a:t>03</a:t>
            </a:r>
            <a:endParaRPr lang="en-US" sz="1400" dirty="0">
              <a:solidFill>
                <a:prstClr val="black"/>
              </a:solidFill>
              <a:latin typeface="+mj-lt"/>
            </a:endParaRPr>
          </a:p>
        </p:txBody>
      </p:sp>
      <p:sp>
        <p:nvSpPr>
          <p:cNvPr id="41" name="Shape 25">
            <a:extLst>
              <a:ext uri="{FF2B5EF4-FFF2-40B4-BE49-F238E27FC236}">
                <a16:creationId xmlns:a16="http://schemas.microsoft.com/office/drawing/2014/main" id="{EF4E831B-7037-53C8-B32E-13694444BC31}"/>
              </a:ext>
            </a:extLst>
          </p:cNvPr>
          <p:cNvSpPr/>
          <p:nvPr/>
        </p:nvSpPr>
        <p:spPr>
          <a:xfrm>
            <a:off x="8577072" y="1517904"/>
            <a:ext cx="621792" cy="621792"/>
          </a:xfrm>
          <a:prstGeom prst="ellipse">
            <a:avLst/>
          </a:prstGeom>
          <a:solidFill>
            <a:srgbClr val="86BC25"/>
          </a:solidFill>
          <a:ln w="12700">
            <a:solidFill>
              <a:srgbClr val="86BC25"/>
            </a:solidFill>
            <a:prstDash val="solid"/>
          </a:ln>
        </p:spPr>
        <p:txBody>
          <a:bodyPr/>
          <a:lstStyle/>
          <a:p>
            <a:endParaRPr lang="en-IN" sz="2000">
              <a:solidFill>
                <a:prstClr val="black"/>
              </a:solidFill>
              <a:latin typeface="+mj-lt"/>
            </a:endParaRPr>
          </a:p>
        </p:txBody>
      </p:sp>
      <p:pic>
        <p:nvPicPr>
          <p:cNvPr id="42" name="Image 2" descr="preencoded.png">
            <a:extLst>
              <a:ext uri="{FF2B5EF4-FFF2-40B4-BE49-F238E27FC236}">
                <a16:creationId xmlns:a16="http://schemas.microsoft.com/office/drawing/2014/main" id="{DC046D36-FA96-AD77-B8A8-80660DD64BA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759952" y="1700784"/>
            <a:ext cx="256032" cy="256032"/>
          </a:xfrm>
          <a:prstGeom prst="rect">
            <a:avLst/>
          </a:prstGeom>
        </p:spPr>
      </p:pic>
      <p:sp>
        <p:nvSpPr>
          <p:cNvPr id="43" name="Text 26">
            <a:extLst>
              <a:ext uri="{FF2B5EF4-FFF2-40B4-BE49-F238E27FC236}">
                <a16:creationId xmlns:a16="http://schemas.microsoft.com/office/drawing/2014/main" id="{784D471C-D0BD-0DB9-380F-AB216C823A8B}"/>
              </a:ext>
            </a:extLst>
          </p:cNvPr>
          <p:cNvSpPr/>
          <p:nvPr/>
        </p:nvSpPr>
        <p:spPr>
          <a:xfrm>
            <a:off x="9317736" y="1499616"/>
            <a:ext cx="1600200" cy="310896"/>
          </a:xfrm>
          <a:prstGeom prst="rect">
            <a:avLst/>
          </a:prstGeom>
          <a:noFill/>
          <a:ln/>
        </p:spPr>
        <p:txBody>
          <a:bodyPr wrap="square" lIns="0" tIns="0" rIns="0" bIns="0" rtlCol="0" anchor="ctr"/>
          <a:lstStyle/>
          <a:p>
            <a:r>
              <a:rPr lang="en-US" sz="1600" b="1" dirty="0">
                <a:solidFill>
                  <a:srgbClr val="FFFFFF"/>
                </a:solidFill>
                <a:latin typeface="+mj-lt"/>
              </a:rPr>
              <a:t>Sikkim AI-CoE</a:t>
            </a:r>
            <a:endParaRPr lang="en-US" sz="1600" dirty="0">
              <a:solidFill>
                <a:prstClr val="black"/>
              </a:solidFill>
              <a:latin typeface="+mj-lt"/>
            </a:endParaRPr>
          </a:p>
        </p:txBody>
      </p:sp>
      <p:sp>
        <p:nvSpPr>
          <p:cNvPr id="44" name="Text 27">
            <a:extLst>
              <a:ext uri="{FF2B5EF4-FFF2-40B4-BE49-F238E27FC236}">
                <a16:creationId xmlns:a16="http://schemas.microsoft.com/office/drawing/2014/main" id="{64DFED2F-2ABE-98BF-DB6F-C42162D0EDDB}"/>
              </a:ext>
            </a:extLst>
          </p:cNvPr>
          <p:cNvSpPr/>
          <p:nvPr/>
        </p:nvSpPr>
        <p:spPr>
          <a:xfrm>
            <a:off x="9317736" y="1883664"/>
            <a:ext cx="2011680" cy="182880"/>
          </a:xfrm>
          <a:prstGeom prst="rect">
            <a:avLst/>
          </a:prstGeom>
          <a:noFill/>
          <a:ln/>
        </p:spPr>
        <p:txBody>
          <a:bodyPr wrap="square" lIns="0" tIns="0" rIns="0" bIns="0" rtlCol="0" anchor="ctr">
            <a:noAutofit/>
          </a:bodyPr>
          <a:lstStyle/>
          <a:p>
            <a:r>
              <a:rPr lang="en-US" sz="800" b="1" dirty="0">
                <a:solidFill>
                  <a:srgbClr val="86BC25"/>
                </a:solidFill>
                <a:latin typeface="+mj-lt"/>
              </a:rPr>
              <a:t>INTEGRATED MODEL FOR SCALABLE IMPACT</a:t>
            </a:r>
            <a:endParaRPr lang="en-US" sz="800" dirty="0">
              <a:solidFill>
                <a:prstClr val="black"/>
              </a:solidFill>
              <a:latin typeface="+mj-lt"/>
            </a:endParaRPr>
          </a:p>
        </p:txBody>
      </p:sp>
      <p:sp>
        <p:nvSpPr>
          <p:cNvPr id="45" name="Shape 28">
            <a:extLst>
              <a:ext uri="{FF2B5EF4-FFF2-40B4-BE49-F238E27FC236}">
                <a16:creationId xmlns:a16="http://schemas.microsoft.com/office/drawing/2014/main" id="{260DC879-004C-20A9-46BA-27886FAFD82B}"/>
              </a:ext>
            </a:extLst>
          </p:cNvPr>
          <p:cNvSpPr/>
          <p:nvPr/>
        </p:nvSpPr>
        <p:spPr>
          <a:xfrm>
            <a:off x="8613648" y="2331720"/>
            <a:ext cx="2724912" cy="283464"/>
          </a:xfrm>
          <a:prstGeom prst="roundRect">
            <a:avLst>
              <a:gd name="adj" fmla="val 16129"/>
            </a:avLst>
          </a:prstGeom>
          <a:solidFill>
            <a:srgbClr val="123447"/>
          </a:solidFill>
          <a:ln w="7620">
            <a:solidFill>
              <a:srgbClr val="315565"/>
            </a:solidFill>
            <a:prstDash val="solid"/>
          </a:ln>
        </p:spPr>
        <p:txBody>
          <a:bodyPr/>
          <a:lstStyle/>
          <a:p>
            <a:endParaRPr lang="en-IN" sz="2000">
              <a:solidFill>
                <a:prstClr val="black"/>
              </a:solidFill>
              <a:latin typeface="+mj-lt"/>
            </a:endParaRPr>
          </a:p>
        </p:txBody>
      </p:sp>
      <p:pic>
        <p:nvPicPr>
          <p:cNvPr id="46" name="Image 3" descr="preencoded.png">
            <a:extLst>
              <a:ext uri="{FF2B5EF4-FFF2-40B4-BE49-F238E27FC236}">
                <a16:creationId xmlns:a16="http://schemas.microsoft.com/office/drawing/2014/main" id="{15402083-74CA-A7A0-CA18-F7AEA14E36E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759952" y="2404872"/>
            <a:ext cx="137160" cy="137160"/>
          </a:xfrm>
          <a:prstGeom prst="rect">
            <a:avLst/>
          </a:prstGeom>
        </p:spPr>
      </p:pic>
      <p:sp>
        <p:nvSpPr>
          <p:cNvPr id="47" name="Text 29">
            <a:extLst>
              <a:ext uri="{FF2B5EF4-FFF2-40B4-BE49-F238E27FC236}">
                <a16:creationId xmlns:a16="http://schemas.microsoft.com/office/drawing/2014/main" id="{79FB1741-55E0-7137-5FE3-983B3CD905DA}"/>
              </a:ext>
            </a:extLst>
          </p:cNvPr>
          <p:cNvSpPr/>
          <p:nvPr/>
        </p:nvSpPr>
        <p:spPr>
          <a:xfrm>
            <a:off x="8997696" y="2400300"/>
            <a:ext cx="548640" cy="118872"/>
          </a:xfrm>
          <a:prstGeom prst="rect">
            <a:avLst/>
          </a:prstGeom>
          <a:noFill/>
          <a:ln/>
        </p:spPr>
        <p:txBody>
          <a:bodyPr wrap="square" lIns="0" tIns="0" rIns="0" bIns="0" rtlCol="0" anchor="ctr"/>
          <a:lstStyle/>
          <a:p>
            <a:r>
              <a:rPr lang="en-US" sz="800" b="1" dirty="0">
                <a:solidFill>
                  <a:srgbClr val="FFFFFF"/>
                </a:solidFill>
                <a:latin typeface="+mj-lt"/>
              </a:rPr>
              <a:t>Govern</a:t>
            </a:r>
            <a:endParaRPr lang="en-US" sz="800" dirty="0">
              <a:solidFill>
                <a:prstClr val="black"/>
              </a:solidFill>
              <a:latin typeface="+mj-lt"/>
            </a:endParaRPr>
          </a:p>
        </p:txBody>
      </p:sp>
      <p:sp>
        <p:nvSpPr>
          <p:cNvPr id="48" name="Text 30">
            <a:extLst>
              <a:ext uri="{FF2B5EF4-FFF2-40B4-BE49-F238E27FC236}">
                <a16:creationId xmlns:a16="http://schemas.microsoft.com/office/drawing/2014/main" id="{798757E5-806D-779B-C9FD-18C2042A6C45}"/>
              </a:ext>
            </a:extLst>
          </p:cNvPr>
          <p:cNvSpPr/>
          <p:nvPr/>
        </p:nvSpPr>
        <p:spPr>
          <a:xfrm>
            <a:off x="9564624" y="2395728"/>
            <a:ext cx="1554480" cy="128016"/>
          </a:xfrm>
          <a:prstGeom prst="rect">
            <a:avLst/>
          </a:prstGeom>
          <a:noFill/>
          <a:ln/>
        </p:spPr>
        <p:txBody>
          <a:bodyPr wrap="square" lIns="0" tIns="0" rIns="0" bIns="0" rtlCol="0" anchor="ctr">
            <a:normAutofit/>
          </a:bodyPr>
          <a:lstStyle/>
          <a:p>
            <a:pPr algn="r"/>
            <a:r>
              <a:rPr lang="en-US" sz="800" dirty="0">
                <a:solidFill>
                  <a:srgbClr val="D9E6EB"/>
                </a:solidFill>
                <a:latin typeface="+mj-lt"/>
              </a:rPr>
              <a:t>Institutional governance</a:t>
            </a:r>
            <a:endParaRPr lang="en-US" sz="800" dirty="0">
              <a:solidFill>
                <a:prstClr val="black"/>
              </a:solidFill>
              <a:latin typeface="+mj-lt"/>
            </a:endParaRPr>
          </a:p>
        </p:txBody>
      </p:sp>
      <p:sp>
        <p:nvSpPr>
          <p:cNvPr id="49" name="Shape 31">
            <a:extLst>
              <a:ext uri="{FF2B5EF4-FFF2-40B4-BE49-F238E27FC236}">
                <a16:creationId xmlns:a16="http://schemas.microsoft.com/office/drawing/2014/main" id="{AABFD896-5590-6F84-0C59-38EB39BD214D}"/>
              </a:ext>
            </a:extLst>
          </p:cNvPr>
          <p:cNvSpPr/>
          <p:nvPr/>
        </p:nvSpPr>
        <p:spPr>
          <a:xfrm>
            <a:off x="8613648" y="2688336"/>
            <a:ext cx="2724912" cy="283464"/>
          </a:xfrm>
          <a:prstGeom prst="roundRect">
            <a:avLst>
              <a:gd name="adj" fmla="val 16129"/>
            </a:avLst>
          </a:prstGeom>
          <a:solidFill>
            <a:srgbClr val="163F56"/>
          </a:solidFill>
          <a:ln w="7620">
            <a:solidFill>
              <a:srgbClr val="315565"/>
            </a:solidFill>
            <a:prstDash val="solid"/>
          </a:ln>
        </p:spPr>
        <p:txBody>
          <a:bodyPr/>
          <a:lstStyle/>
          <a:p>
            <a:endParaRPr lang="en-IN" sz="2000">
              <a:solidFill>
                <a:prstClr val="black"/>
              </a:solidFill>
              <a:latin typeface="+mj-lt"/>
            </a:endParaRPr>
          </a:p>
        </p:txBody>
      </p:sp>
      <p:pic>
        <p:nvPicPr>
          <p:cNvPr id="50" name="Image 4" descr="preencoded.png">
            <a:extLst>
              <a:ext uri="{FF2B5EF4-FFF2-40B4-BE49-F238E27FC236}">
                <a16:creationId xmlns:a16="http://schemas.microsoft.com/office/drawing/2014/main" id="{8EEFF7DA-AE1C-3DAF-5D91-4B9B7917EA4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759952" y="2761488"/>
            <a:ext cx="137160" cy="137160"/>
          </a:xfrm>
          <a:prstGeom prst="rect">
            <a:avLst/>
          </a:prstGeom>
        </p:spPr>
      </p:pic>
      <p:sp>
        <p:nvSpPr>
          <p:cNvPr id="51" name="Text 32">
            <a:extLst>
              <a:ext uri="{FF2B5EF4-FFF2-40B4-BE49-F238E27FC236}">
                <a16:creationId xmlns:a16="http://schemas.microsoft.com/office/drawing/2014/main" id="{FF3161E6-CBA7-2D1B-3313-81CCBD52EC43}"/>
              </a:ext>
            </a:extLst>
          </p:cNvPr>
          <p:cNvSpPr/>
          <p:nvPr/>
        </p:nvSpPr>
        <p:spPr>
          <a:xfrm>
            <a:off x="8997696" y="2756916"/>
            <a:ext cx="548640" cy="118872"/>
          </a:xfrm>
          <a:prstGeom prst="rect">
            <a:avLst/>
          </a:prstGeom>
          <a:noFill/>
          <a:ln/>
        </p:spPr>
        <p:txBody>
          <a:bodyPr wrap="square" lIns="0" tIns="0" rIns="0" bIns="0" rtlCol="0" anchor="ctr"/>
          <a:lstStyle/>
          <a:p>
            <a:r>
              <a:rPr lang="en-US" sz="800" b="1" dirty="0">
                <a:solidFill>
                  <a:srgbClr val="FFFFFF"/>
                </a:solidFill>
                <a:latin typeface="+mj-lt"/>
              </a:rPr>
              <a:t>Build</a:t>
            </a:r>
            <a:endParaRPr lang="en-US" sz="800" dirty="0">
              <a:solidFill>
                <a:prstClr val="black"/>
              </a:solidFill>
              <a:latin typeface="+mj-lt"/>
            </a:endParaRPr>
          </a:p>
        </p:txBody>
      </p:sp>
      <p:sp>
        <p:nvSpPr>
          <p:cNvPr id="52" name="Text 33">
            <a:extLst>
              <a:ext uri="{FF2B5EF4-FFF2-40B4-BE49-F238E27FC236}">
                <a16:creationId xmlns:a16="http://schemas.microsoft.com/office/drawing/2014/main" id="{C19A84F8-3941-3850-50FF-CCB50461B107}"/>
              </a:ext>
            </a:extLst>
          </p:cNvPr>
          <p:cNvSpPr/>
          <p:nvPr/>
        </p:nvSpPr>
        <p:spPr>
          <a:xfrm>
            <a:off x="9564624" y="2752344"/>
            <a:ext cx="1554480" cy="128016"/>
          </a:xfrm>
          <a:prstGeom prst="rect">
            <a:avLst/>
          </a:prstGeom>
          <a:noFill/>
          <a:ln/>
        </p:spPr>
        <p:txBody>
          <a:bodyPr wrap="square" lIns="0" tIns="0" rIns="0" bIns="0" rtlCol="0" anchor="ctr">
            <a:normAutofit/>
          </a:bodyPr>
          <a:lstStyle/>
          <a:p>
            <a:pPr algn="r"/>
            <a:r>
              <a:rPr lang="en-US" sz="800" dirty="0">
                <a:solidFill>
                  <a:srgbClr val="D9E6EB"/>
                </a:solidFill>
                <a:latin typeface="+mj-lt"/>
              </a:rPr>
              <a:t>Common AI platform &amp; data</a:t>
            </a:r>
            <a:endParaRPr lang="en-US" sz="800" dirty="0">
              <a:solidFill>
                <a:prstClr val="black"/>
              </a:solidFill>
              <a:latin typeface="+mj-lt"/>
            </a:endParaRPr>
          </a:p>
        </p:txBody>
      </p:sp>
      <p:sp>
        <p:nvSpPr>
          <p:cNvPr id="53" name="Shape 34">
            <a:extLst>
              <a:ext uri="{FF2B5EF4-FFF2-40B4-BE49-F238E27FC236}">
                <a16:creationId xmlns:a16="http://schemas.microsoft.com/office/drawing/2014/main" id="{B5454298-0928-DC3A-D21D-71E8D1D0AE77}"/>
              </a:ext>
            </a:extLst>
          </p:cNvPr>
          <p:cNvSpPr/>
          <p:nvPr/>
        </p:nvSpPr>
        <p:spPr>
          <a:xfrm>
            <a:off x="8613648" y="3044952"/>
            <a:ext cx="2724912" cy="283464"/>
          </a:xfrm>
          <a:prstGeom prst="roundRect">
            <a:avLst>
              <a:gd name="adj" fmla="val 16129"/>
            </a:avLst>
          </a:prstGeom>
          <a:solidFill>
            <a:srgbClr val="123447"/>
          </a:solidFill>
          <a:ln w="7620">
            <a:solidFill>
              <a:srgbClr val="315565"/>
            </a:solidFill>
            <a:prstDash val="solid"/>
          </a:ln>
        </p:spPr>
        <p:txBody>
          <a:bodyPr/>
          <a:lstStyle/>
          <a:p>
            <a:endParaRPr lang="en-IN" sz="2000">
              <a:solidFill>
                <a:prstClr val="black"/>
              </a:solidFill>
              <a:latin typeface="+mj-lt"/>
            </a:endParaRPr>
          </a:p>
        </p:txBody>
      </p:sp>
      <p:pic>
        <p:nvPicPr>
          <p:cNvPr id="57" name="Image 5" descr="preencoded.png">
            <a:extLst>
              <a:ext uri="{FF2B5EF4-FFF2-40B4-BE49-F238E27FC236}">
                <a16:creationId xmlns:a16="http://schemas.microsoft.com/office/drawing/2014/main" id="{9C34ADAD-F7D2-338F-EEEA-41A2C2C6EA5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759952" y="3118104"/>
            <a:ext cx="137160" cy="137160"/>
          </a:xfrm>
          <a:prstGeom prst="rect">
            <a:avLst/>
          </a:prstGeom>
        </p:spPr>
      </p:pic>
      <p:sp>
        <p:nvSpPr>
          <p:cNvPr id="58" name="Text 35">
            <a:extLst>
              <a:ext uri="{FF2B5EF4-FFF2-40B4-BE49-F238E27FC236}">
                <a16:creationId xmlns:a16="http://schemas.microsoft.com/office/drawing/2014/main" id="{EF73CC31-9273-33D3-11AD-AADA73031232}"/>
              </a:ext>
            </a:extLst>
          </p:cNvPr>
          <p:cNvSpPr/>
          <p:nvPr/>
        </p:nvSpPr>
        <p:spPr>
          <a:xfrm>
            <a:off x="8997696" y="3113532"/>
            <a:ext cx="548640" cy="118872"/>
          </a:xfrm>
          <a:prstGeom prst="rect">
            <a:avLst/>
          </a:prstGeom>
          <a:noFill/>
          <a:ln/>
        </p:spPr>
        <p:txBody>
          <a:bodyPr wrap="square" lIns="0" tIns="0" rIns="0" bIns="0" rtlCol="0" anchor="ctr"/>
          <a:lstStyle/>
          <a:p>
            <a:r>
              <a:rPr lang="en-US" sz="800" b="1" dirty="0">
                <a:solidFill>
                  <a:srgbClr val="FFFFFF"/>
                </a:solidFill>
                <a:latin typeface="+mj-lt"/>
              </a:rPr>
              <a:t>Adopt</a:t>
            </a:r>
            <a:endParaRPr lang="en-US" sz="800" dirty="0">
              <a:solidFill>
                <a:prstClr val="black"/>
              </a:solidFill>
              <a:latin typeface="+mj-lt"/>
            </a:endParaRPr>
          </a:p>
        </p:txBody>
      </p:sp>
      <p:sp>
        <p:nvSpPr>
          <p:cNvPr id="59" name="Text 36">
            <a:extLst>
              <a:ext uri="{FF2B5EF4-FFF2-40B4-BE49-F238E27FC236}">
                <a16:creationId xmlns:a16="http://schemas.microsoft.com/office/drawing/2014/main" id="{51CB8C29-6230-AB37-53D9-BAB454F43D44}"/>
              </a:ext>
            </a:extLst>
          </p:cNvPr>
          <p:cNvSpPr/>
          <p:nvPr/>
        </p:nvSpPr>
        <p:spPr>
          <a:xfrm>
            <a:off x="9564624" y="3108960"/>
            <a:ext cx="1554480" cy="128016"/>
          </a:xfrm>
          <a:prstGeom prst="rect">
            <a:avLst/>
          </a:prstGeom>
          <a:noFill/>
          <a:ln/>
        </p:spPr>
        <p:txBody>
          <a:bodyPr wrap="square" lIns="0" tIns="0" rIns="0" bIns="0" rtlCol="0" anchor="ctr">
            <a:normAutofit/>
          </a:bodyPr>
          <a:lstStyle/>
          <a:p>
            <a:pPr algn="r"/>
            <a:r>
              <a:rPr lang="en-US" sz="800" dirty="0">
                <a:solidFill>
                  <a:srgbClr val="D9E6EB"/>
                </a:solidFill>
                <a:latin typeface="+mj-lt"/>
              </a:rPr>
              <a:t>Departmental adoption</a:t>
            </a:r>
            <a:endParaRPr lang="en-US" sz="800" dirty="0">
              <a:solidFill>
                <a:prstClr val="black"/>
              </a:solidFill>
              <a:latin typeface="+mj-lt"/>
            </a:endParaRPr>
          </a:p>
        </p:txBody>
      </p:sp>
      <p:sp>
        <p:nvSpPr>
          <p:cNvPr id="60" name="Shape 37">
            <a:extLst>
              <a:ext uri="{FF2B5EF4-FFF2-40B4-BE49-F238E27FC236}">
                <a16:creationId xmlns:a16="http://schemas.microsoft.com/office/drawing/2014/main" id="{B24A4FA2-EE4F-A7DF-0170-7F71386BA6D8}"/>
              </a:ext>
            </a:extLst>
          </p:cNvPr>
          <p:cNvSpPr/>
          <p:nvPr/>
        </p:nvSpPr>
        <p:spPr>
          <a:xfrm>
            <a:off x="8613648" y="3401568"/>
            <a:ext cx="2724912" cy="283464"/>
          </a:xfrm>
          <a:prstGeom prst="roundRect">
            <a:avLst>
              <a:gd name="adj" fmla="val 16129"/>
            </a:avLst>
          </a:prstGeom>
          <a:solidFill>
            <a:srgbClr val="163F56"/>
          </a:solidFill>
          <a:ln w="7620">
            <a:solidFill>
              <a:srgbClr val="315565"/>
            </a:solidFill>
            <a:prstDash val="solid"/>
          </a:ln>
        </p:spPr>
        <p:txBody>
          <a:bodyPr/>
          <a:lstStyle/>
          <a:p>
            <a:endParaRPr lang="en-IN" sz="2000">
              <a:solidFill>
                <a:prstClr val="black"/>
              </a:solidFill>
              <a:latin typeface="+mj-lt"/>
            </a:endParaRPr>
          </a:p>
        </p:txBody>
      </p:sp>
      <p:pic>
        <p:nvPicPr>
          <p:cNvPr id="61" name="Image 6" descr="preencoded.png">
            <a:extLst>
              <a:ext uri="{FF2B5EF4-FFF2-40B4-BE49-F238E27FC236}">
                <a16:creationId xmlns:a16="http://schemas.microsoft.com/office/drawing/2014/main" id="{09263E52-560F-0417-655A-82B893A8E8E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59952" y="3474720"/>
            <a:ext cx="137160" cy="137160"/>
          </a:xfrm>
          <a:prstGeom prst="rect">
            <a:avLst/>
          </a:prstGeom>
        </p:spPr>
      </p:pic>
      <p:sp>
        <p:nvSpPr>
          <p:cNvPr id="62" name="Text 38">
            <a:extLst>
              <a:ext uri="{FF2B5EF4-FFF2-40B4-BE49-F238E27FC236}">
                <a16:creationId xmlns:a16="http://schemas.microsoft.com/office/drawing/2014/main" id="{95B44192-9C39-838E-7B4A-DAC3C9CC4C78}"/>
              </a:ext>
            </a:extLst>
          </p:cNvPr>
          <p:cNvSpPr/>
          <p:nvPr/>
        </p:nvSpPr>
        <p:spPr>
          <a:xfrm>
            <a:off x="8997696" y="3470148"/>
            <a:ext cx="548640" cy="118872"/>
          </a:xfrm>
          <a:prstGeom prst="rect">
            <a:avLst/>
          </a:prstGeom>
          <a:noFill/>
          <a:ln/>
        </p:spPr>
        <p:txBody>
          <a:bodyPr wrap="square" lIns="0" tIns="0" rIns="0" bIns="0" rtlCol="0" anchor="ctr"/>
          <a:lstStyle/>
          <a:p>
            <a:r>
              <a:rPr lang="en-US" sz="800" b="1" dirty="0">
                <a:solidFill>
                  <a:srgbClr val="FFFFFF"/>
                </a:solidFill>
                <a:latin typeface="+mj-lt"/>
              </a:rPr>
              <a:t>Enable</a:t>
            </a:r>
            <a:endParaRPr lang="en-US" sz="800" dirty="0">
              <a:solidFill>
                <a:prstClr val="black"/>
              </a:solidFill>
              <a:latin typeface="+mj-lt"/>
            </a:endParaRPr>
          </a:p>
        </p:txBody>
      </p:sp>
      <p:sp>
        <p:nvSpPr>
          <p:cNvPr id="63" name="Text 39">
            <a:extLst>
              <a:ext uri="{FF2B5EF4-FFF2-40B4-BE49-F238E27FC236}">
                <a16:creationId xmlns:a16="http://schemas.microsoft.com/office/drawing/2014/main" id="{E2457272-BEC3-2F1B-0226-CB338D9FFD29}"/>
              </a:ext>
            </a:extLst>
          </p:cNvPr>
          <p:cNvSpPr/>
          <p:nvPr/>
        </p:nvSpPr>
        <p:spPr>
          <a:xfrm>
            <a:off x="9564624" y="3465576"/>
            <a:ext cx="1554480" cy="128016"/>
          </a:xfrm>
          <a:prstGeom prst="rect">
            <a:avLst/>
          </a:prstGeom>
          <a:noFill/>
          <a:ln/>
        </p:spPr>
        <p:txBody>
          <a:bodyPr wrap="square" lIns="0" tIns="0" rIns="0" bIns="0" rtlCol="0" anchor="ctr">
            <a:normAutofit/>
          </a:bodyPr>
          <a:lstStyle/>
          <a:p>
            <a:pPr algn="r"/>
            <a:r>
              <a:rPr lang="en-US" sz="800" dirty="0">
                <a:solidFill>
                  <a:srgbClr val="D9E6EB"/>
                </a:solidFill>
                <a:latin typeface="+mj-lt"/>
              </a:rPr>
              <a:t>Ecosystem capability</a:t>
            </a:r>
            <a:endParaRPr lang="en-US" sz="800" dirty="0">
              <a:solidFill>
                <a:prstClr val="black"/>
              </a:solidFill>
              <a:latin typeface="+mj-lt"/>
            </a:endParaRPr>
          </a:p>
        </p:txBody>
      </p:sp>
      <p:sp>
        <p:nvSpPr>
          <p:cNvPr id="64" name="Shape 40">
            <a:extLst>
              <a:ext uri="{FF2B5EF4-FFF2-40B4-BE49-F238E27FC236}">
                <a16:creationId xmlns:a16="http://schemas.microsoft.com/office/drawing/2014/main" id="{BBA7E68E-196C-D748-A8C2-1C6B092D40A0}"/>
              </a:ext>
            </a:extLst>
          </p:cNvPr>
          <p:cNvSpPr/>
          <p:nvPr/>
        </p:nvSpPr>
        <p:spPr>
          <a:xfrm>
            <a:off x="8613648" y="3758184"/>
            <a:ext cx="2724912" cy="283464"/>
          </a:xfrm>
          <a:prstGeom prst="roundRect">
            <a:avLst>
              <a:gd name="adj" fmla="val 16129"/>
            </a:avLst>
          </a:prstGeom>
          <a:solidFill>
            <a:srgbClr val="123447"/>
          </a:solidFill>
          <a:ln w="16510">
            <a:solidFill>
              <a:srgbClr val="86BC25"/>
            </a:solidFill>
            <a:prstDash val="solid"/>
          </a:ln>
        </p:spPr>
        <p:txBody>
          <a:bodyPr/>
          <a:lstStyle/>
          <a:p>
            <a:endParaRPr lang="en-IN" sz="2000">
              <a:solidFill>
                <a:prstClr val="black"/>
              </a:solidFill>
              <a:latin typeface="+mj-lt"/>
            </a:endParaRPr>
          </a:p>
        </p:txBody>
      </p:sp>
      <p:pic>
        <p:nvPicPr>
          <p:cNvPr id="65" name="Image 7" descr="preencoded.png">
            <a:extLst>
              <a:ext uri="{FF2B5EF4-FFF2-40B4-BE49-F238E27FC236}">
                <a16:creationId xmlns:a16="http://schemas.microsoft.com/office/drawing/2014/main" id="{4E62D1F2-DCE2-49E8-1DF4-5C106454938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759952" y="3831336"/>
            <a:ext cx="137160" cy="137160"/>
          </a:xfrm>
          <a:prstGeom prst="rect">
            <a:avLst/>
          </a:prstGeom>
        </p:spPr>
      </p:pic>
      <p:sp>
        <p:nvSpPr>
          <p:cNvPr id="66" name="Text 41">
            <a:extLst>
              <a:ext uri="{FF2B5EF4-FFF2-40B4-BE49-F238E27FC236}">
                <a16:creationId xmlns:a16="http://schemas.microsoft.com/office/drawing/2014/main" id="{A28F4E51-BE4D-C956-F6E4-C1C9779425C4}"/>
              </a:ext>
            </a:extLst>
          </p:cNvPr>
          <p:cNvSpPr/>
          <p:nvPr/>
        </p:nvSpPr>
        <p:spPr>
          <a:xfrm>
            <a:off x="8997696" y="3826764"/>
            <a:ext cx="548640" cy="118872"/>
          </a:xfrm>
          <a:prstGeom prst="rect">
            <a:avLst/>
          </a:prstGeom>
          <a:noFill/>
          <a:ln/>
        </p:spPr>
        <p:txBody>
          <a:bodyPr wrap="square" lIns="0" tIns="0" rIns="0" bIns="0" rtlCol="0" anchor="ctr"/>
          <a:lstStyle/>
          <a:p>
            <a:r>
              <a:rPr lang="en-US" sz="800" b="1" dirty="0">
                <a:solidFill>
                  <a:srgbClr val="FFFFFF"/>
                </a:solidFill>
                <a:latin typeface="+mj-lt"/>
              </a:rPr>
              <a:t>Sustain</a:t>
            </a:r>
            <a:endParaRPr lang="en-US" sz="800" dirty="0">
              <a:solidFill>
                <a:prstClr val="black"/>
              </a:solidFill>
              <a:latin typeface="+mj-lt"/>
            </a:endParaRPr>
          </a:p>
        </p:txBody>
      </p:sp>
      <p:sp>
        <p:nvSpPr>
          <p:cNvPr id="67" name="Text 42">
            <a:extLst>
              <a:ext uri="{FF2B5EF4-FFF2-40B4-BE49-F238E27FC236}">
                <a16:creationId xmlns:a16="http://schemas.microsoft.com/office/drawing/2014/main" id="{1FC23A19-2C38-D5F6-FF9C-8E27FC240C4A}"/>
              </a:ext>
            </a:extLst>
          </p:cNvPr>
          <p:cNvSpPr/>
          <p:nvPr/>
        </p:nvSpPr>
        <p:spPr>
          <a:xfrm>
            <a:off x="9564624" y="3822192"/>
            <a:ext cx="1554480" cy="128016"/>
          </a:xfrm>
          <a:prstGeom prst="rect">
            <a:avLst/>
          </a:prstGeom>
          <a:noFill/>
          <a:ln/>
        </p:spPr>
        <p:txBody>
          <a:bodyPr wrap="square" lIns="0" tIns="0" rIns="0" bIns="0" rtlCol="0" anchor="ctr">
            <a:normAutofit/>
          </a:bodyPr>
          <a:lstStyle/>
          <a:p>
            <a:pPr algn="r"/>
            <a:r>
              <a:rPr lang="en-US" sz="800" dirty="0">
                <a:solidFill>
                  <a:srgbClr val="D9E6EB"/>
                </a:solidFill>
                <a:latin typeface="+mj-lt"/>
              </a:rPr>
              <a:t>Sustainable operations</a:t>
            </a:r>
            <a:endParaRPr lang="en-US" sz="800" dirty="0">
              <a:solidFill>
                <a:prstClr val="black"/>
              </a:solidFill>
              <a:latin typeface="+mj-lt"/>
            </a:endParaRPr>
          </a:p>
        </p:txBody>
      </p:sp>
      <p:sp>
        <p:nvSpPr>
          <p:cNvPr id="68" name="Shape 43">
            <a:extLst>
              <a:ext uri="{FF2B5EF4-FFF2-40B4-BE49-F238E27FC236}">
                <a16:creationId xmlns:a16="http://schemas.microsoft.com/office/drawing/2014/main" id="{F2A5B263-EBCE-2D31-2BB1-05EA544B1E89}"/>
              </a:ext>
            </a:extLst>
          </p:cNvPr>
          <p:cNvSpPr/>
          <p:nvPr/>
        </p:nvSpPr>
        <p:spPr>
          <a:xfrm>
            <a:off x="8613648" y="4096512"/>
            <a:ext cx="2724912" cy="173736"/>
          </a:xfrm>
          <a:prstGeom prst="roundRect">
            <a:avLst>
              <a:gd name="adj" fmla="val 47368"/>
            </a:avLst>
          </a:prstGeom>
          <a:solidFill>
            <a:srgbClr val="86BC25"/>
          </a:solidFill>
          <a:ln w="12700">
            <a:solidFill>
              <a:srgbClr val="86BC25"/>
            </a:solidFill>
            <a:prstDash val="solid"/>
          </a:ln>
        </p:spPr>
        <p:txBody>
          <a:bodyPr/>
          <a:lstStyle/>
          <a:p>
            <a:endParaRPr lang="en-IN" sz="2000">
              <a:solidFill>
                <a:prstClr val="black"/>
              </a:solidFill>
              <a:latin typeface="+mj-lt"/>
            </a:endParaRPr>
          </a:p>
        </p:txBody>
      </p:sp>
      <p:sp>
        <p:nvSpPr>
          <p:cNvPr id="69" name="Text 44">
            <a:extLst>
              <a:ext uri="{FF2B5EF4-FFF2-40B4-BE49-F238E27FC236}">
                <a16:creationId xmlns:a16="http://schemas.microsoft.com/office/drawing/2014/main" id="{3C15C6EA-6EBC-29FF-6DEC-155E92163716}"/>
              </a:ext>
            </a:extLst>
          </p:cNvPr>
          <p:cNvSpPr/>
          <p:nvPr/>
        </p:nvSpPr>
        <p:spPr>
          <a:xfrm>
            <a:off x="8851392" y="4151376"/>
            <a:ext cx="2249424" cy="64008"/>
          </a:xfrm>
          <a:prstGeom prst="rect">
            <a:avLst/>
          </a:prstGeom>
          <a:noFill/>
          <a:ln/>
        </p:spPr>
        <p:txBody>
          <a:bodyPr wrap="square" lIns="0" tIns="0" rIns="0" bIns="0" rtlCol="0" anchor="ctr"/>
          <a:lstStyle/>
          <a:p>
            <a:pPr algn="ctr"/>
            <a:r>
              <a:rPr lang="en-US" sz="600" b="1" dirty="0">
                <a:solidFill>
                  <a:srgbClr val="0B2739"/>
                </a:solidFill>
                <a:latin typeface="+mj-lt"/>
              </a:rPr>
              <a:t>FROM AMBITION TO STATE-OWNED CAPABILITY</a:t>
            </a:r>
            <a:endParaRPr lang="en-US" sz="600" dirty="0">
              <a:solidFill>
                <a:prstClr val="black"/>
              </a:solidFill>
              <a:latin typeface="+mj-lt"/>
            </a:endParaRPr>
          </a:p>
        </p:txBody>
      </p:sp>
      <p:sp>
        <p:nvSpPr>
          <p:cNvPr id="70" name="Shape 45">
            <a:extLst>
              <a:ext uri="{FF2B5EF4-FFF2-40B4-BE49-F238E27FC236}">
                <a16:creationId xmlns:a16="http://schemas.microsoft.com/office/drawing/2014/main" id="{E3255B2B-A635-2490-1CD0-309BC546A875}"/>
              </a:ext>
            </a:extLst>
          </p:cNvPr>
          <p:cNvSpPr/>
          <p:nvPr/>
        </p:nvSpPr>
        <p:spPr>
          <a:xfrm>
            <a:off x="7891272" y="2423160"/>
            <a:ext cx="365760" cy="749808"/>
          </a:xfrm>
          <a:prstGeom prst="chevron">
            <a:avLst/>
          </a:prstGeom>
          <a:solidFill>
            <a:srgbClr val="86BC25"/>
          </a:solidFill>
          <a:ln w="12700">
            <a:solidFill>
              <a:srgbClr val="FFFFFF"/>
            </a:solidFill>
            <a:prstDash val="solid"/>
          </a:ln>
        </p:spPr>
        <p:txBody>
          <a:bodyPr/>
          <a:lstStyle/>
          <a:p>
            <a:endParaRPr lang="en-IN" sz="2000">
              <a:solidFill>
                <a:prstClr val="black"/>
              </a:solidFill>
              <a:latin typeface="+mj-lt"/>
            </a:endParaRPr>
          </a:p>
        </p:txBody>
      </p:sp>
      <p:sp>
        <p:nvSpPr>
          <p:cNvPr id="71" name="Text 46">
            <a:extLst>
              <a:ext uri="{FF2B5EF4-FFF2-40B4-BE49-F238E27FC236}">
                <a16:creationId xmlns:a16="http://schemas.microsoft.com/office/drawing/2014/main" id="{7E2E1D21-8866-A37C-2F50-7578D65E90B8}"/>
              </a:ext>
            </a:extLst>
          </p:cNvPr>
          <p:cNvSpPr/>
          <p:nvPr/>
        </p:nvSpPr>
        <p:spPr>
          <a:xfrm rot="16200000">
            <a:off x="7845552" y="3310128"/>
            <a:ext cx="475488" cy="109728"/>
          </a:xfrm>
          <a:prstGeom prst="rect">
            <a:avLst/>
          </a:prstGeom>
          <a:noFill/>
          <a:ln/>
        </p:spPr>
        <p:txBody>
          <a:bodyPr wrap="square" lIns="0" tIns="0" rIns="0" bIns="0" rtlCol="0" anchor="ctr"/>
          <a:lstStyle/>
          <a:p>
            <a:r>
              <a:rPr lang="en-US" sz="600" b="1" dirty="0">
                <a:solidFill>
                  <a:srgbClr val="43B02A"/>
                </a:solidFill>
                <a:latin typeface="+mj-lt"/>
              </a:rPr>
              <a:t>SYNTHESIZE</a:t>
            </a:r>
            <a:endParaRPr lang="en-US" sz="600" dirty="0">
              <a:solidFill>
                <a:prstClr val="black"/>
              </a:solidFill>
              <a:latin typeface="+mj-lt"/>
            </a:endParaRPr>
          </a:p>
        </p:txBody>
      </p:sp>
      <p:sp>
        <p:nvSpPr>
          <p:cNvPr id="72" name="Text 47">
            <a:extLst>
              <a:ext uri="{FF2B5EF4-FFF2-40B4-BE49-F238E27FC236}">
                <a16:creationId xmlns:a16="http://schemas.microsoft.com/office/drawing/2014/main" id="{0BB16082-CC7D-43D6-13EE-9F60037C9F17}"/>
              </a:ext>
            </a:extLst>
          </p:cNvPr>
          <p:cNvSpPr/>
          <p:nvPr/>
        </p:nvSpPr>
        <p:spPr>
          <a:xfrm>
            <a:off x="512064" y="4681728"/>
            <a:ext cx="3017520" cy="219456"/>
          </a:xfrm>
          <a:prstGeom prst="rect">
            <a:avLst/>
          </a:prstGeom>
          <a:noFill/>
          <a:ln/>
        </p:spPr>
        <p:txBody>
          <a:bodyPr wrap="square" lIns="0" tIns="0" rIns="0" bIns="0" rtlCol="0" anchor="ctr"/>
          <a:lstStyle/>
          <a:p>
            <a:r>
              <a:rPr lang="en-US" sz="1200" b="1" dirty="0">
                <a:solidFill>
                  <a:srgbClr val="0B2739"/>
                </a:solidFill>
                <a:latin typeface="+mj-lt"/>
              </a:rPr>
              <a:t>Design principles carried into Sikkim</a:t>
            </a:r>
            <a:endParaRPr lang="en-US" sz="1200" dirty="0">
              <a:solidFill>
                <a:prstClr val="black"/>
              </a:solidFill>
              <a:latin typeface="+mj-lt"/>
            </a:endParaRPr>
          </a:p>
        </p:txBody>
      </p:sp>
      <p:sp>
        <p:nvSpPr>
          <p:cNvPr id="74" name="Shape 48">
            <a:extLst>
              <a:ext uri="{FF2B5EF4-FFF2-40B4-BE49-F238E27FC236}">
                <a16:creationId xmlns:a16="http://schemas.microsoft.com/office/drawing/2014/main" id="{E8694BF5-F157-03AC-DE23-C59C9E72475A}"/>
              </a:ext>
            </a:extLst>
          </p:cNvPr>
          <p:cNvSpPr/>
          <p:nvPr/>
        </p:nvSpPr>
        <p:spPr>
          <a:xfrm>
            <a:off x="502920" y="5084064"/>
            <a:ext cx="1746504" cy="758952"/>
          </a:xfrm>
          <a:prstGeom prst="roundRect">
            <a:avLst>
              <a:gd name="adj" fmla="val 7229"/>
            </a:avLst>
          </a:prstGeom>
          <a:solidFill>
            <a:srgbClr val="FFFFFF"/>
          </a:solidFill>
          <a:ln w="12700">
            <a:solidFill>
              <a:srgbClr val="D8E2E7"/>
            </a:solidFill>
            <a:prstDash val="solid"/>
          </a:ln>
          <a:effectLst>
            <a:outerShdw blurRad="6350" dist="2286" dir="2700000" algn="bl" rotWithShape="0">
              <a:srgbClr val="000000">
                <a:alpha val="6000"/>
              </a:srgbClr>
            </a:outerShdw>
          </a:effectLst>
        </p:spPr>
        <p:txBody>
          <a:bodyPr/>
          <a:lstStyle/>
          <a:p>
            <a:endParaRPr lang="en-IN" sz="2000">
              <a:solidFill>
                <a:prstClr val="black"/>
              </a:solidFill>
              <a:latin typeface="+mj-lt"/>
            </a:endParaRPr>
          </a:p>
        </p:txBody>
      </p:sp>
      <p:sp>
        <p:nvSpPr>
          <p:cNvPr id="75" name="Shape 49">
            <a:extLst>
              <a:ext uri="{FF2B5EF4-FFF2-40B4-BE49-F238E27FC236}">
                <a16:creationId xmlns:a16="http://schemas.microsoft.com/office/drawing/2014/main" id="{67AA1152-4D3C-81B4-AB89-80490B22FBBC}"/>
              </a:ext>
            </a:extLst>
          </p:cNvPr>
          <p:cNvSpPr/>
          <p:nvPr/>
        </p:nvSpPr>
        <p:spPr>
          <a:xfrm>
            <a:off x="502920" y="5084064"/>
            <a:ext cx="1746504" cy="73152"/>
          </a:xfrm>
          <a:prstGeom prst="rect">
            <a:avLst/>
          </a:prstGeom>
          <a:solidFill>
            <a:srgbClr val="43B02A"/>
          </a:solidFill>
          <a:ln w="12700">
            <a:solidFill>
              <a:srgbClr val="43B02A"/>
            </a:solidFill>
            <a:prstDash val="solid"/>
          </a:ln>
        </p:spPr>
        <p:txBody>
          <a:bodyPr/>
          <a:lstStyle/>
          <a:p>
            <a:endParaRPr lang="en-IN" sz="2000">
              <a:solidFill>
                <a:prstClr val="black"/>
              </a:solidFill>
              <a:latin typeface="+mj-lt"/>
            </a:endParaRPr>
          </a:p>
        </p:txBody>
      </p:sp>
      <p:pic>
        <p:nvPicPr>
          <p:cNvPr id="76" name="Image 8" descr="preencoded.png">
            <a:extLst>
              <a:ext uri="{FF2B5EF4-FFF2-40B4-BE49-F238E27FC236}">
                <a16:creationId xmlns:a16="http://schemas.microsoft.com/office/drawing/2014/main" id="{908C63FB-6E0F-9C6B-B380-C76A3FAF8AE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40080" y="5294376"/>
            <a:ext cx="210312" cy="210312"/>
          </a:xfrm>
          <a:prstGeom prst="rect">
            <a:avLst/>
          </a:prstGeom>
        </p:spPr>
      </p:pic>
      <p:sp>
        <p:nvSpPr>
          <p:cNvPr id="77" name="Text 50">
            <a:extLst>
              <a:ext uri="{FF2B5EF4-FFF2-40B4-BE49-F238E27FC236}">
                <a16:creationId xmlns:a16="http://schemas.microsoft.com/office/drawing/2014/main" id="{E41A121A-BA56-2EAB-35FC-19F0B24CF5D9}"/>
              </a:ext>
            </a:extLst>
          </p:cNvPr>
          <p:cNvSpPr/>
          <p:nvPr/>
        </p:nvSpPr>
        <p:spPr>
          <a:xfrm>
            <a:off x="941832" y="5230368"/>
            <a:ext cx="1143000" cy="182880"/>
          </a:xfrm>
          <a:prstGeom prst="rect">
            <a:avLst/>
          </a:prstGeom>
          <a:noFill/>
          <a:ln/>
        </p:spPr>
        <p:txBody>
          <a:bodyPr wrap="square" lIns="0" tIns="0" rIns="0" bIns="0" rtlCol="0" anchor="ctr">
            <a:normAutofit/>
          </a:bodyPr>
          <a:lstStyle/>
          <a:p>
            <a:r>
              <a:rPr lang="en-US" sz="900" b="1" dirty="0">
                <a:solidFill>
                  <a:srgbClr val="0B2739"/>
                </a:solidFill>
                <a:latin typeface="+mj-lt"/>
              </a:rPr>
              <a:t>Institution first</a:t>
            </a:r>
            <a:endParaRPr lang="en-US" sz="900" dirty="0">
              <a:solidFill>
                <a:prstClr val="black"/>
              </a:solidFill>
              <a:latin typeface="+mj-lt"/>
            </a:endParaRPr>
          </a:p>
        </p:txBody>
      </p:sp>
      <p:sp>
        <p:nvSpPr>
          <p:cNvPr id="78" name="Text 51">
            <a:extLst>
              <a:ext uri="{FF2B5EF4-FFF2-40B4-BE49-F238E27FC236}">
                <a16:creationId xmlns:a16="http://schemas.microsoft.com/office/drawing/2014/main" id="{F72DC5F0-67F4-C0C1-7B6D-CFAF76BE420D}"/>
              </a:ext>
            </a:extLst>
          </p:cNvPr>
          <p:cNvSpPr/>
          <p:nvPr/>
        </p:nvSpPr>
        <p:spPr>
          <a:xfrm>
            <a:off x="640080" y="5532120"/>
            <a:ext cx="1444752" cy="164592"/>
          </a:xfrm>
          <a:prstGeom prst="rect">
            <a:avLst/>
          </a:prstGeom>
          <a:noFill/>
          <a:ln/>
        </p:spPr>
        <p:txBody>
          <a:bodyPr wrap="square" lIns="0" tIns="0" rIns="0" bIns="0" rtlCol="0" anchor="ctr">
            <a:noAutofit/>
          </a:bodyPr>
          <a:lstStyle/>
          <a:p>
            <a:pPr algn="ctr"/>
            <a:r>
              <a:rPr lang="en-US" sz="700" dirty="0">
                <a:solidFill>
                  <a:srgbClr val="596875"/>
                </a:solidFill>
                <a:latin typeface="+mj-lt"/>
              </a:rPr>
              <a:t>Ownership and governance before scale</a:t>
            </a:r>
            <a:endParaRPr lang="en-US" sz="700" dirty="0">
              <a:solidFill>
                <a:prstClr val="black"/>
              </a:solidFill>
              <a:latin typeface="+mj-lt"/>
            </a:endParaRPr>
          </a:p>
        </p:txBody>
      </p:sp>
      <p:sp>
        <p:nvSpPr>
          <p:cNvPr id="79" name="Shape 52">
            <a:extLst>
              <a:ext uri="{FF2B5EF4-FFF2-40B4-BE49-F238E27FC236}">
                <a16:creationId xmlns:a16="http://schemas.microsoft.com/office/drawing/2014/main" id="{1813A675-1919-1F70-4F56-3DEE810C964A}"/>
              </a:ext>
            </a:extLst>
          </p:cNvPr>
          <p:cNvSpPr/>
          <p:nvPr/>
        </p:nvSpPr>
        <p:spPr>
          <a:xfrm>
            <a:off x="2359152" y="5084064"/>
            <a:ext cx="1746504" cy="758952"/>
          </a:xfrm>
          <a:prstGeom prst="roundRect">
            <a:avLst>
              <a:gd name="adj" fmla="val 7229"/>
            </a:avLst>
          </a:prstGeom>
          <a:solidFill>
            <a:srgbClr val="FFFFFF"/>
          </a:solidFill>
          <a:ln w="12700">
            <a:solidFill>
              <a:srgbClr val="D8E2E7"/>
            </a:solidFill>
            <a:prstDash val="solid"/>
          </a:ln>
          <a:effectLst>
            <a:outerShdw blurRad="6350" dist="2286" dir="2700000" algn="bl" rotWithShape="0">
              <a:srgbClr val="000000">
                <a:alpha val="6000"/>
              </a:srgbClr>
            </a:outerShdw>
          </a:effectLst>
        </p:spPr>
        <p:txBody>
          <a:bodyPr/>
          <a:lstStyle/>
          <a:p>
            <a:endParaRPr lang="en-IN" sz="2000">
              <a:solidFill>
                <a:prstClr val="black"/>
              </a:solidFill>
              <a:latin typeface="+mj-lt"/>
            </a:endParaRPr>
          </a:p>
        </p:txBody>
      </p:sp>
      <p:sp>
        <p:nvSpPr>
          <p:cNvPr id="80" name="Shape 53">
            <a:extLst>
              <a:ext uri="{FF2B5EF4-FFF2-40B4-BE49-F238E27FC236}">
                <a16:creationId xmlns:a16="http://schemas.microsoft.com/office/drawing/2014/main" id="{64DEF9F1-D7FE-C2A8-F9A4-92632CDD7086}"/>
              </a:ext>
            </a:extLst>
          </p:cNvPr>
          <p:cNvSpPr/>
          <p:nvPr/>
        </p:nvSpPr>
        <p:spPr>
          <a:xfrm>
            <a:off x="2359152" y="5084064"/>
            <a:ext cx="1746504" cy="73152"/>
          </a:xfrm>
          <a:prstGeom prst="rect">
            <a:avLst/>
          </a:prstGeom>
          <a:solidFill>
            <a:srgbClr val="007CB0"/>
          </a:solidFill>
          <a:ln w="12700">
            <a:solidFill>
              <a:srgbClr val="007CB0"/>
            </a:solidFill>
            <a:prstDash val="solid"/>
          </a:ln>
        </p:spPr>
        <p:txBody>
          <a:bodyPr/>
          <a:lstStyle/>
          <a:p>
            <a:endParaRPr lang="en-IN" sz="2000">
              <a:solidFill>
                <a:prstClr val="black"/>
              </a:solidFill>
              <a:latin typeface="+mj-lt"/>
            </a:endParaRPr>
          </a:p>
        </p:txBody>
      </p:sp>
      <p:pic>
        <p:nvPicPr>
          <p:cNvPr id="81" name="Image 9" descr="preencoded.png">
            <a:extLst>
              <a:ext uri="{FF2B5EF4-FFF2-40B4-BE49-F238E27FC236}">
                <a16:creationId xmlns:a16="http://schemas.microsoft.com/office/drawing/2014/main" id="{FBF55EA6-9A29-E848-E49F-B98C6ECDC82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496312" y="5294376"/>
            <a:ext cx="210312" cy="210312"/>
          </a:xfrm>
          <a:prstGeom prst="rect">
            <a:avLst/>
          </a:prstGeom>
        </p:spPr>
      </p:pic>
      <p:sp>
        <p:nvSpPr>
          <p:cNvPr id="82" name="Text 54">
            <a:extLst>
              <a:ext uri="{FF2B5EF4-FFF2-40B4-BE49-F238E27FC236}">
                <a16:creationId xmlns:a16="http://schemas.microsoft.com/office/drawing/2014/main" id="{7BEDDB5E-DA7C-AACA-2C77-DC1987C4718E}"/>
              </a:ext>
            </a:extLst>
          </p:cNvPr>
          <p:cNvSpPr/>
          <p:nvPr/>
        </p:nvSpPr>
        <p:spPr>
          <a:xfrm>
            <a:off x="2798064" y="5230368"/>
            <a:ext cx="1143000" cy="182880"/>
          </a:xfrm>
          <a:prstGeom prst="rect">
            <a:avLst/>
          </a:prstGeom>
          <a:noFill/>
          <a:ln/>
        </p:spPr>
        <p:txBody>
          <a:bodyPr wrap="square" lIns="0" tIns="0" rIns="0" bIns="0" rtlCol="0" anchor="ctr">
            <a:normAutofit/>
          </a:bodyPr>
          <a:lstStyle/>
          <a:p>
            <a:r>
              <a:rPr lang="en-US" sz="900" b="1" dirty="0">
                <a:solidFill>
                  <a:srgbClr val="0B2739"/>
                </a:solidFill>
                <a:latin typeface="+mj-lt"/>
              </a:rPr>
              <a:t>Reusable foundation</a:t>
            </a:r>
            <a:endParaRPr lang="en-US" sz="900" dirty="0">
              <a:solidFill>
                <a:prstClr val="black"/>
              </a:solidFill>
              <a:latin typeface="+mj-lt"/>
            </a:endParaRPr>
          </a:p>
        </p:txBody>
      </p:sp>
      <p:sp>
        <p:nvSpPr>
          <p:cNvPr id="83" name="Text 55">
            <a:extLst>
              <a:ext uri="{FF2B5EF4-FFF2-40B4-BE49-F238E27FC236}">
                <a16:creationId xmlns:a16="http://schemas.microsoft.com/office/drawing/2014/main" id="{818528DE-EDD4-604A-947F-0D5D5530DFA3}"/>
              </a:ext>
            </a:extLst>
          </p:cNvPr>
          <p:cNvSpPr/>
          <p:nvPr/>
        </p:nvSpPr>
        <p:spPr>
          <a:xfrm>
            <a:off x="2496312" y="5532120"/>
            <a:ext cx="1444752" cy="164592"/>
          </a:xfrm>
          <a:prstGeom prst="rect">
            <a:avLst/>
          </a:prstGeom>
          <a:noFill/>
          <a:ln/>
        </p:spPr>
        <p:txBody>
          <a:bodyPr wrap="square" lIns="0" tIns="0" rIns="0" bIns="0" rtlCol="0" anchor="ctr">
            <a:normAutofit/>
          </a:bodyPr>
          <a:lstStyle/>
          <a:p>
            <a:pPr algn="ctr"/>
            <a:r>
              <a:rPr lang="en-US" sz="700" dirty="0">
                <a:solidFill>
                  <a:srgbClr val="596875"/>
                </a:solidFill>
                <a:latin typeface="+mj-lt"/>
              </a:rPr>
              <a:t>Common AI and data capabilities</a:t>
            </a:r>
            <a:endParaRPr lang="en-US" sz="700" dirty="0">
              <a:solidFill>
                <a:prstClr val="black"/>
              </a:solidFill>
              <a:latin typeface="+mj-lt"/>
            </a:endParaRPr>
          </a:p>
        </p:txBody>
      </p:sp>
      <p:sp>
        <p:nvSpPr>
          <p:cNvPr id="84" name="Shape 56">
            <a:extLst>
              <a:ext uri="{FF2B5EF4-FFF2-40B4-BE49-F238E27FC236}">
                <a16:creationId xmlns:a16="http://schemas.microsoft.com/office/drawing/2014/main" id="{346DEB18-16D0-5147-21AF-CEADDF0F0B90}"/>
              </a:ext>
            </a:extLst>
          </p:cNvPr>
          <p:cNvSpPr/>
          <p:nvPr/>
        </p:nvSpPr>
        <p:spPr>
          <a:xfrm>
            <a:off x="4215384" y="5084064"/>
            <a:ext cx="1746504" cy="758952"/>
          </a:xfrm>
          <a:prstGeom prst="roundRect">
            <a:avLst>
              <a:gd name="adj" fmla="val 7229"/>
            </a:avLst>
          </a:prstGeom>
          <a:solidFill>
            <a:srgbClr val="FFFFFF"/>
          </a:solidFill>
          <a:ln w="12700">
            <a:solidFill>
              <a:srgbClr val="D8E2E7"/>
            </a:solidFill>
            <a:prstDash val="solid"/>
          </a:ln>
          <a:effectLst>
            <a:outerShdw blurRad="6350" dist="2286" dir="2700000" algn="bl" rotWithShape="0">
              <a:srgbClr val="000000">
                <a:alpha val="6000"/>
              </a:srgbClr>
            </a:outerShdw>
          </a:effectLst>
        </p:spPr>
        <p:txBody>
          <a:bodyPr/>
          <a:lstStyle/>
          <a:p>
            <a:endParaRPr lang="en-IN" sz="2000">
              <a:solidFill>
                <a:prstClr val="black"/>
              </a:solidFill>
              <a:latin typeface="+mj-lt"/>
            </a:endParaRPr>
          </a:p>
        </p:txBody>
      </p:sp>
      <p:sp>
        <p:nvSpPr>
          <p:cNvPr id="85" name="Shape 57">
            <a:extLst>
              <a:ext uri="{FF2B5EF4-FFF2-40B4-BE49-F238E27FC236}">
                <a16:creationId xmlns:a16="http://schemas.microsoft.com/office/drawing/2014/main" id="{820E3EED-35FB-C9BE-7AA4-3726E1140D19}"/>
              </a:ext>
            </a:extLst>
          </p:cNvPr>
          <p:cNvSpPr/>
          <p:nvPr/>
        </p:nvSpPr>
        <p:spPr>
          <a:xfrm>
            <a:off x="4215384" y="5084064"/>
            <a:ext cx="1746504" cy="73152"/>
          </a:xfrm>
          <a:prstGeom prst="rect">
            <a:avLst/>
          </a:prstGeom>
          <a:solidFill>
            <a:srgbClr val="23B5D3"/>
          </a:solidFill>
          <a:ln w="12700">
            <a:solidFill>
              <a:srgbClr val="23B5D3"/>
            </a:solidFill>
            <a:prstDash val="solid"/>
          </a:ln>
        </p:spPr>
        <p:txBody>
          <a:bodyPr/>
          <a:lstStyle/>
          <a:p>
            <a:endParaRPr lang="en-IN" sz="2000">
              <a:solidFill>
                <a:prstClr val="black"/>
              </a:solidFill>
              <a:latin typeface="+mj-lt"/>
            </a:endParaRPr>
          </a:p>
        </p:txBody>
      </p:sp>
      <p:pic>
        <p:nvPicPr>
          <p:cNvPr id="86" name="Image 10" descr="preencoded.png">
            <a:extLst>
              <a:ext uri="{FF2B5EF4-FFF2-40B4-BE49-F238E27FC236}">
                <a16:creationId xmlns:a16="http://schemas.microsoft.com/office/drawing/2014/main" id="{2C8C631C-8AE8-6048-B0BC-09204DD92266}"/>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352544" y="5294376"/>
            <a:ext cx="210312" cy="210312"/>
          </a:xfrm>
          <a:prstGeom prst="rect">
            <a:avLst/>
          </a:prstGeom>
        </p:spPr>
      </p:pic>
      <p:sp>
        <p:nvSpPr>
          <p:cNvPr id="87" name="Text 58">
            <a:extLst>
              <a:ext uri="{FF2B5EF4-FFF2-40B4-BE49-F238E27FC236}">
                <a16:creationId xmlns:a16="http://schemas.microsoft.com/office/drawing/2014/main" id="{787D509C-89C0-2778-2E3A-8B08020DB66F}"/>
              </a:ext>
            </a:extLst>
          </p:cNvPr>
          <p:cNvSpPr/>
          <p:nvPr/>
        </p:nvSpPr>
        <p:spPr>
          <a:xfrm>
            <a:off x="4654296" y="5230368"/>
            <a:ext cx="1143000" cy="182880"/>
          </a:xfrm>
          <a:prstGeom prst="rect">
            <a:avLst/>
          </a:prstGeom>
          <a:noFill/>
          <a:ln/>
        </p:spPr>
        <p:txBody>
          <a:bodyPr wrap="square" lIns="0" tIns="0" rIns="0" bIns="0" rtlCol="0" anchor="ctr">
            <a:normAutofit/>
          </a:bodyPr>
          <a:lstStyle/>
          <a:p>
            <a:r>
              <a:rPr lang="en-US" sz="900" b="1" dirty="0">
                <a:solidFill>
                  <a:srgbClr val="0B2739"/>
                </a:solidFill>
                <a:latin typeface="+mj-lt"/>
              </a:rPr>
              <a:t>Adoption journey</a:t>
            </a:r>
            <a:endParaRPr lang="en-US" sz="900" dirty="0">
              <a:solidFill>
                <a:prstClr val="black"/>
              </a:solidFill>
              <a:latin typeface="+mj-lt"/>
            </a:endParaRPr>
          </a:p>
        </p:txBody>
      </p:sp>
      <p:sp>
        <p:nvSpPr>
          <p:cNvPr id="88" name="Text 59">
            <a:extLst>
              <a:ext uri="{FF2B5EF4-FFF2-40B4-BE49-F238E27FC236}">
                <a16:creationId xmlns:a16="http://schemas.microsoft.com/office/drawing/2014/main" id="{AF2DA38E-84A8-7425-0446-5519C80DB4DF}"/>
              </a:ext>
            </a:extLst>
          </p:cNvPr>
          <p:cNvSpPr/>
          <p:nvPr/>
        </p:nvSpPr>
        <p:spPr>
          <a:xfrm>
            <a:off x="4352544" y="5532120"/>
            <a:ext cx="1444752" cy="164592"/>
          </a:xfrm>
          <a:prstGeom prst="rect">
            <a:avLst/>
          </a:prstGeom>
          <a:noFill/>
          <a:ln/>
        </p:spPr>
        <p:txBody>
          <a:bodyPr wrap="square" lIns="0" tIns="0" rIns="0" bIns="0" rtlCol="0" anchor="ctr">
            <a:noAutofit/>
          </a:bodyPr>
          <a:lstStyle/>
          <a:p>
            <a:pPr algn="ctr"/>
            <a:r>
              <a:rPr lang="en-US" sz="700" dirty="0">
                <a:solidFill>
                  <a:srgbClr val="596875"/>
                </a:solidFill>
                <a:latin typeface="+mj-lt"/>
              </a:rPr>
              <a:t>Readiness to production and benefits</a:t>
            </a:r>
            <a:endParaRPr lang="en-US" sz="700" dirty="0">
              <a:solidFill>
                <a:prstClr val="black"/>
              </a:solidFill>
              <a:latin typeface="+mj-lt"/>
            </a:endParaRPr>
          </a:p>
        </p:txBody>
      </p:sp>
      <p:sp>
        <p:nvSpPr>
          <p:cNvPr id="89" name="Shape 60">
            <a:extLst>
              <a:ext uri="{FF2B5EF4-FFF2-40B4-BE49-F238E27FC236}">
                <a16:creationId xmlns:a16="http://schemas.microsoft.com/office/drawing/2014/main" id="{A8E635B7-E47F-25F9-8A79-400F3CE19A1C}"/>
              </a:ext>
            </a:extLst>
          </p:cNvPr>
          <p:cNvSpPr/>
          <p:nvPr/>
        </p:nvSpPr>
        <p:spPr>
          <a:xfrm>
            <a:off x="6071616" y="5084064"/>
            <a:ext cx="1746504" cy="758952"/>
          </a:xfrm>
          <a:prstGeom prst="roundRect">
            <a:avLst>
              <a:gd name="adj" fmla="val 7229"/>
            </a:avLst>
          </a:prstGeom>
          <a:solidFill>
            <a:srgbClr val="FFFFFF"/>
          </a:solidFill>
          <a:ln w="12700">
            <a:solidFill>
              <a:srgbClr val="D8E2E7"/>
            </a:solidFill>
            <a:prstDash val="solid"/>
          </a:ln>
          <a:effectLst>
            <a:outerShdw blurRad="6350" dist="2286" dir="2700000" algn="bl" rotWithShape="0">
              <a:srgbClr val="000000">
                <a:alpha val="6000"/>
              </a:srgbClr>
            </a:outerShdw>
          </a:effectLst>
        </p:spPr>
        <p:txBody>
          <a:bodyPr/>
          <a:lstStyle/>
          <a:p>
            <a:endParaRPr lang="en-IN" sz="2000">
              <a:solidFill>
                <a:prstClr val="black"/>
              </a:solidFill>
              <a:latin typeface="+mj-lt"/>
            </a:endParaRPr>
          </a:p>
        </p:txBody>
      </p:sp>
      <p:sp>
        <p:nvSpPr>
          <p:cNvPr id="90" name="Shape 61">
            <a:extLst>
              <a:ext uri="{FF2B5EF4-FFF2-40B4-BE49-F238E27FC236}">
                <a16:creationId xmlns:a16="http://schemas.microsoft.com/office/drawing/2014/main" id="{B9FEA980-A671-F608-163C-43AA6A37F551}"/>
              </a:ext>
            </a:extLst>
          </p:cNvPr>
          <p:cNvSpPr/>
          <p:nvPr/>
        </p:nvSpPr>
        <p:spPr>
          <a:xfrm>
            <a:off x="6071616" y="5084064"/>
            <a:ext cx="1746504" cy="73152"/>
          </a:xfrm>
          <a:prstGeom prst="rect">
            <a:avLst/>
          </a:prstGeom>
          <a:solidFill>
            <a:srgbClr val="86BC25"/>
          </a:solidFill>
          <a:ln w="12700">
            <a:solidFill>
              <a:srgbClr val="86BC25"/>
            </a:solidFill>
            <a:prstDash val="solid"/>
          </a:ln>
        </p:spPr>
        <p:txBody>
          <a:bodyPr/>
          <a:lstStyle/>
          <a:p>
            <a:endParaRPr lang="en-IN" sz="2000">
              <a:solidFill>
                <a:prstClr val="black"/>
              </a:solidFill>
              <a:latin typeface="+mj-lt"/>
            </a:endParaRPr>
          </a:p>
        </p:txBody>
      </p:sp>
      <p:pic>
        <p:nvPicPr>
          <p:cNvPr id="91" name="Image 11" descr="preencoded.png">
            <a:extLst>
              <a:ext uri="{FF2B5EF4-FFF2-40B4-BE49-F238E27FC236}">
                <a16:creationId xmlns:a16="http://schemas.microsoft.com/office/drawing/2014/main" id="{DA04564C-A133-F98E-1209-9D243729D72B}"/>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208776" y="5294376"/>
            <a:ext cx="210312" cy="210312"/>
          </a:xfrm>
          <a:prstGeom prst="rect">
            <a:avLst/>
          </a:prstGeom>
        </p:spPr>
      </p:pic>
      <p:sp>
        <p:nvSpPr>
          <p:cNvPr id="92" name="Text 62">
            <a:extLst>
              <a:ext uri="{FF2B5EF4-FFF2-40B4-BE49-F238E27FC236}">
                <a16:creationId xmlns:a16="http://schemas.microsoft.com/office/drawing/2014/main" id="{49BA5C71-C067-7D7D-2338-A54DC6F41CA7}"/>
              </a:ext>
            </a:extLst>
          </p:cNvPr>
          <p:cNvSpPr/>
          <p:nvPr/>
        </p:nvSpPr>
        <p:spPr>
          <a:xfrm>
            <a:off x="6510528" y="5230368"/>
            <a:ext cx="1143000" cy="182880"/>
          </a:xfrm>
          <a:prstGeom prst="rect">
            <a:avLst/>
          </a:prstGeom>
          <a:noFill/>
          <a:ln/>
        </p:spPr>
        <p:txBody>
          <a:bodyPr wrap="square" lIns="0" tIns="0" rIns="0" bIns="0" rtlCol="0" anchor="ctr">
            <a:normAutofit/>
          </a:bodyPr>
          <a:lstStyle/>
          <a:p>
            <a:r>
              <a:rPr lang="en-US" sz="900" b="1" dirty="0">
                <a:solidFill>
                  <a:srgbClr val="0B2739"/>
                </a:solidFill>
                <a:latin typeface="+mj-lt"/>
              </a:rPr>
              <a:t>Ecosystem enablers</a:t>
            </a:r>
            <a:endParaRPr lang="en-US" sz="900" dirty="0">
              <a:solidFill>
                <a:prstClr val="black"/>
              </a:solidFill>
              <a:latin typeface="+mj-lt"/>
            </a:endParaRPr>
          </a:p>
        </p:txBody>
      </p:sp>
      <p:sp>
        <p:nvSpPr>
          <p:cNvPr id="93" name="Text 63">
            <a:extLst>
              <a:ext uri="{FF2B5EF4-FFF2-40B4-BE49-F238E27FC236}">
                <a16:creationId xmlns:a16="http://schemas.microsoft.com/office/drawing/2014/main" id="{577FB915-FFD8-6459-7762-D5FAC20FBD07}"/>
              </a:ext>
            </a:extLst>
          </p:cNvPr>
          <p:cNvSpPr/>
          <p:nvPr/>
        </p:nvSpPr>
        <p:spPr>
          <a:xfrm>
            <a:off x="6208776" y="5532120"/>
            <a:ext cx="1444752" cy="164592"/>
          </a:xfrm>
          <a:prstGeom prst="rect">
            <a:avLst/>
          </a:prstGeom>
          <a:noFill/>
          <a:ln/>
        </p:spPr>
        <p:txBody>
          <a:bodyPr wrap="square" lIns="0" tIns="0" rIns="0" bIns="0" rtlCol="0" anchor="ctr">
            <a:noAutofit/>
          </a:bodyPr>
          <a:lstStyle/>
          <a:p>
            <a:pPr algn="ctr"/>
            <a:r>
              <a:rPr lang="en-US" sz="700" dirty="0">
                <a:solidFill>
                  <a:srgbClr val="596875"/>
                </a:solidFill>
                <a:latin typeface="+mj-lt"/>
              </a:rPr>
              <a:t>Talent, academia, startups and industry</a:t>
            </a:r>
            <a:endParaRPr lang="en-US" sz="700" dirty="0">
              <a:solidFill>
                <a:prstClr val="black"/>
              </a:solidFill>
              <a:latin typeface="+mj-lt"/>
            </a:endParaRPr>
          </a:p>
        </p:txBody>
      </p:sp>
      <p:sp>
        <p:nvSpPr>
          <p:cNvPr id="94" name="Shape 64">
            <a:extLst>
              <a:ext uri="{FF2B5EF4-FFF2-40B4-BE49-F238E27FC236}">
                <a16:creationId xmlns:a16="http://schemas.microsoft.com/office/drawing/2014/main" id="{BD6E8259-8841-1788-3752-EEC9513D30CB}"/>
              </a:ext>
            </a:extLst>
          </p:cNvPr>
          <p:cNvSpPr/>
          <p:nvPr/>
        </p:nvSpPr>
        <p:spPr>
          <a:xfrm>
            <a:off x="7927848" y="5084064"/>
            <a:ext cx="1746504" cy="758952"/>
          </a:xfrm>
          <a:prstGeom prst="roundRect">
            <a:avLst>
              <a:gd name="adj" fmla="val 7229"/>
            </a:avLst>
          </a:prstGeom>
          <a:solidFill>
            <a:srgbClr val="FFFFFF"/>
          </a:solidFill>
          <a:ln w="12700">
            <a:solidFill>
              <a:srgbClr val="D8E2E7"/>
            </a:solidFill>
            <a:prstDash val="solid"/>
          </a:ln>
          <a:effectLst>
            <a:outerShdw blurRad="6350" dist="2286" dir="2700000" algn="bl" rotWithShape="0">
              <a:srgbClr val="000000">
                <a:alpha val="6000"/>
              </a:srgbClr>
            </a:outerShdw>
          </a:effectLst>
        </p:spPr>
        <p:txBody>
          <a:bodyPr/>
          <a:lstStyle/>
          <a:p>
            <a:endParaRPr lang="en-IN" sz="2000">
              <a:solidFill>
                <a:prstClr val="black"/>
              </a:solidFill>
              <a:latin typeface="+mj-lt"/>
            </a:endParaRPr>
          </a:p>
        </p:txBody>
      </p:sp>
      <p:sp>
        <p:nvSpPr>
          <p:cNvPr id="95" name="Shape 65">
            <a:extLst>
              <a:ext uri="{FF2B5EF4-FFF2-40B4-BE49-F238E27FC236}">
                <a16:creationId xmlns:a16="http://schemas.microsoft.com/office/drawing/2014/main" id="{18FB8638-E7D3-4314-B1C8-03ACC1C986DF}"/>
              </a:ext>
            </a:extLst>
          </p:cNvPr>
          <p:cNvSpPr/>
          <p:nvPr/>
        </p:nvSpPr>
        <p:spPr>
          <a:xfrm>
            <a:off x="7927848" y="5084064"/>
            <a:ext cx="1746504" cy="73152"/>
          </a:xfrm>
          <a:prstGeom prst="rect">
            <a:avLst/>
          </a:prstGeom>
          <a:solidFill>
            <a:srgbClr val="007CB0"/>
          </a:solidFill>
          <a:ln w="12700">
            <a:solidFill>
              <a:srgbClr val="007CB0"/>
            </a:solidFill>
            <a:prstDash val="solid"/>
          </a:ln>
        </p:spPr>
        <p:txBody>
          <a:bodyPr/>
          <a:lstStyle/>
          <a:p>
            <a:endParaRPr lang="en-IN" sz="2000">
              <a:solidFill>
                <a:prstClr val="black"/>
              </a:solidFill>
              <a:latin typeface="+mj-lt"/>
            </a:endParaRPr>
          </a:p>
        </p:txBody>
      </p:sp>
      <p:pic>
        <p:nvPicPr>
          <p:cNvPr id="96" name="Image 12" descr="preencoded.png">
            <a:extLst>
              <a:ext uri="{FF2B5EF4-FFF2-40B4-BE49-F238E27FC236}">
                <a16:creationId xmlns:a16="http://schemas.microsoft.com/office/drawing/2014/main" id="{55A0C954-4C40-B82A-C55A-5D224816B406}"/>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8065008" y="5294376"/>
            <a:ext cx="210312" cy="210312"/>
          </a:xfrm>
          <a:prstGeom prst="rect">
            <a:avLst/>
          </a:prstGeom>
        </p:spPr>
      </p:pic>
      <p:sp>
        <p:nvSpPr>
          <p:cNvPr id="97" name="Text 66">
            <a:extLst>
              <a:ext uri="{FF2B5EF4-FFF2-40B4-BE49-F238E27FC236}">
                <a16:creationId xmlns:a16="http://schemas.microsoft.com/office/drawing/2014/main" id="{08F8D691-1BF3-BCF1-4E1F-55A8131BF619}"/>
              </a:ext>
            </a:extLst>
          </p:cNvPr>
          <p:cNvSpPr/>
          <p:nvPr/>
        </p:nvSpPr>
        <p:spPr>
          <a:xfrm>
            <a:off x="8366760" y="5230368"/>
            <a:ext cx="1143000" cy="182880"/>
          </a:xfrm>
          <a:prstGeom prst="rect">
            <a:avLst/>
          </a:prstGeom>
          <a:noFill/>
          <a:ln/>
        </p:spPr>
        <p:txBody>
          <a:bodyPr wrap="square" lIns="0" tIns="0" rIns="0" bIns="0" rtlCol="0" anchor="ctr">
            <a:normAutofit/>
          </a:bodyPr>
          <a:lstStyle/>
          <a:p>
            <a:r>
              <a:rPr lang="en-US" sz="900" b="1" dirty="0">
                <a:solidFill>
                  <a:srgbClr val="0B2739"/>
                </a:solidFill>
                <a:latin typeface="+mj-lt"/>
              </a:rPr>
              <a:t>National alignment</a:t>
            </a:r>
            <a:endParaRPr lang="en-US" sz="900" dirty="0">
              <a:solidFill>
                <a:prstClr val="black"/>
              </a:solidFill>
              <a:latin typeface="+mj-lt"/>
            </a:endParaRPr>
          </a:p>
        </p:txBody>
      </p:sp>
      <p:sp>
        <p:nvSpPr>
          <p:cNvPr id="98" name="Text 67">
            <a:extLst>
              <a:ext uri="{FF2B5EF4-FFF2-40B4-BE49-F238E27FC236}">
                <a16:creationId xmlns:a16="http://schemas.microsoft.com/office/drawing/2014/main" id="{929B5542-2227-171E-9BE7-5F6948951E8B}"/>
              </a:ext>
            </a:extLst>
          </p:cNvPr>
          <p:cNvSpPr/>
          <p:nvPr/>
        </p:nvSpPr>
        <p:spPr>
          <a:xfrm>
            <a:off x="8065008" y="5532120"/>
            <a:ext cx="1444752" cy="164592"/>
          </a:xfrm>
          <a:prstGeom prst="rect">
            <a:avLst/>
          </a:prstGeom>
          <a:noFill/>
          <a:ln/>
        </p:spPr>
        <p:txBody>
          <a:bodyPr wrap="square" lIns="0" tIns="0" rIns="0" bIns="0" rtlCol="0" anchor="ctr">
            <a:normAutofit/>
          </a:bodyPr>
          <a:lstStyle/>
          <a:p>
            <a:pPr algn="ctr"/>
            <a:r>
              <a:rPr lang="en-US" sz="700" dirty="0">
                <a:solidFill>
                  <a:srgbClr val="596875"/>
                </a:solidFill>
                <a:latin typeface="+mj-lt"/>
              </a:rPr>
              <a:t>Leverage IndiaAI capabilities</a:t>
            </a:r>
            <a:endParaRPr lang="en-US" sz="700" dirty="0">
              <a:solidFill>
                <a:prstClr val="black"/>
              </a:solidFill>
              <a:latin typeface="+mj-lt"/>
            </a:endParaRPr>
          </a:p>
        </p:txBody>
      </p:sp>
      <p:sp>
        <p:nvSpPr>
          <p:cNvPr id="99" name="Shape 68">
            <a:extLst>
              <a:ext uri="{FF2B5EF4-FFF2-40B4-BE49-F238E27FC236}">
                <a16:creationId xmlns:a16="http://schemas.microsoft.com/office/drawing/2014/main" id="{7B99F793-3DA2-0BA2-569C-CD5BE428F45C}"/>
              </a:ext>
            </a:extLst>
          </p:cNvPr>
          <p:cNvSpPr/>
          <p:nvPr/>
        </p:nvSpPr>
        <p:spPr>
          <a:xfrm>
            <a:off x="9784080" y="5084064"/>
            <a:ext cx="1746504" cy="758952"/>
          </a:xfrm>
          <a:prstGeom prst="roundRect">
            <a:avLst>
              <a:gd name="adj" fmla="val 7229"/>
            </a:avLst>
          </a:prstGeom>
          <a:solidFill>
            <a:srgbClr val="FFFFFF"/>
          </a:solidFill>
          <a:ln w="12700">
            <a:solidFill>
              <a:srgbClr val="D8E2E7"/>
            </a:solidFill>
            <a:prstDash val="solid"/>
          </a:ln>
          <a:effectLst>
            <a:outerShdw blurRad="6350" dist="2286" dir="2700000" algn="bl" rotWithShape="0">
              <a:srgbClr val="000000">
                <a:alpha val="6000"/>
              </a:srgbClr>
            </a:outerShdw>
          </a:effectLst>
        </p:spPr>
        <p:txBody>
          <a:bodyPr/>
          <a:lstStyle/>
          <a:p>
            <a:endParaRPr lang="en-IN" sz="2000">
              <a:solidFill>
                <a:prstClr val="black"/>
              </a:solidFill>
              <a:latin typeface="+mj-lt"/>
            </a:endParaRPr>
          </a:p>
        </p:txBody>
      </p:sp>
      <p:sp>
        <p:nvSpPr>
          <p:cNvPr id="100" name="Shape 69">
            <a:extLst>
              <a:ext uri="{FF2B5EF4-FFF2-40B4-BE49-F238E27FC236}">
                <a16:creationId xmlns:a16="http://schemas.microsoft.com/office/drawing/2014/main" id="{2BA78A7A-3363-0179-B8B0-4A999D53BE30}"/>
              </a:ext>
            </a:extLst>
          </p:cNvPr>
          <p:cNvSpPr/>
          <p:nvPr/>
        </p:nvSpPr>
        <p:spPr>
          <a:xfrm>
            <a:off x="9784080" y="5084064"/>
            <a:ext cx="1746504" cy="73152"/>
          </a:xfrm>
          <a:prstGeom prst="rect">
            <a:avLst/>
          </a:prstGeom>
          <a:solidFill>
            <a:srgbClr val="43B02A"/>
          </a:solidFill>
          <a:ln w="12700">
            <a:solidFill>
              <a:srgbClr val="43B02A"/>
            </a:solidFill>
            <a:prstDash val="solid"/>
          </a:ln>
        </p:spPr>
        <p:txBody>
          <a:bodyPr/>
          <a:lstStyle/>
          <a:p>
            <a:endParaRPr lang="en-IN" sz="2000">
              <a:solidFill>
                <a:prstClr val="black"/>
              </a:solidFill>
              <a:latin typeface="+mj-lt"/>
            </a:endParaRPr>
          </a:p>
        </p:txBody>
      </p:sp>
      <p:pic>
        <p:nvPicPr>
          <p:cNvPr id="101" name="Image 13" descr="preencoded.png">
            <a:extLst>
              <a:ext uri="{FF2B5EF4-FFF2-40B4-BE49-F238E27FC236}">
                <a16:creationId xmlns:a16="http://schemas.microsoft.com/office/drawing/2014/main" id="{5B276D3A-E4CC-44CC-B61C-7ABEFF3001FA}"/>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9921240" y="5294376"/>
            <a:ext cx="210312" cy="210312"/>
          </a:xfrm>
          <a:prstGeom prst="rect">
            <a:avLst/>
          </a:prstGeom>
        </p:spPr>
      </p:pic>
      <p:sp>
        <p:nvSpPr>
          <p:cNvPr id="102" name="Text 70">
            <a:extLst>
              <a:ext uri="{FF2B5EF4-FFF2-40B4-BE49-F238E27FC236}">
                <a16:creationId xmlns:a16="http://schemas.microsoft.com/office/drawing/2014/main" id="{E3EF029D-2D68-1C35-2EE9-A27A62E28CD2}"/>
              </a:ext>
            </a:extLst>
          </p:cNvPr>
          <p:cNvSpPr/>
          <p:nvPr/>
        </p:nvSpPr>
        <p:spPr>
          <a:xfrm>
            <a:off x="10222992" y="5230368"/>
            <a:ext cx="1143000" cy="182880"/>
          </a:xfrm>
          <a:prstGeom prst="rect">
            <a:avLst/>
          </a:prstGeom>
          <a:noFill/>
          <a:ln/>
        </p:spPr>
        <p:txBody>
          <a:bodyPr wrap="square" lIns="0" tIns="0" rIns="0" bIns="0" rtlCol="0" anchor="ctr">
            <a:noAutofit/>
          </a:bodyPr>
          <a:lstStyle/>
          <a:p>
            <a:r>
              <a:rPr lang="en-US" sz="800" b="1" dirty="0">
                <a:solidFill>
                  <a:srgbClr val="0B2739"/>
                </a:solidFill>
                <a:latin typeface="+mj-lt"/>
              </a:rPr>
              <a:t>Sustainability by design</a:t>
            </a:r>
            <a:endParaRPr lang="en-US" sz="800" dirty="0">
              <a:solidFill>
                <a:prstClr val="black"/>
              </a:solidFill>
              <a:latin typeface="+mj-lt"/>
            </a:endParaRPr>
          </a:p>
        </p:txBody>
      </p:sp>
      <p:sp>
        <p:nvSpPr>
          <p:cNvPr id="103" name="Text 71">
            <a:extLst>
              <a:ext uri="{FF2B5EF4-FFF2-40B4-BE49-F238E27FC236}">
                <a16:creationId xmlns:a16="http://schemas.microsoft.com/office/drawing/2014/main" id="{CE9260FA-35F4-291B-2B40-2C0761BCDF97}"/>
              </a:ext>
            </a:extLst>
          </p:cNvPr>
          <p:cNvSpPr/>
          <p:nvPr/>
        </p:nvSpPr>
        <p:spPr>
          <a:xfrm>
            <a:off x="9921240" y="5532120"/>
            <a:ext cx="1444752" cy="164592"/>
          </a:xfrm>
          <a:prstGeom prst="rect">
            <a:avLst/>
          </a:prstGeom>
          <a:noFill/>
          <a:ln/>
        </p:spPr>
        <p:txBody>
          <a:bodyPr wrap="square" lIns="0" tIns="0" rIns="0" bIns="0" rtlCol="0" anchor="ctr">
            <a:normAutofit/>
          </a:bodyPr>
          <a:lstStyle/>
          <a:p>
            <a:pPr algn="ctr"/>
            <a:r>
              <a:rPr lang="en-US" sz="700" dirty="0">
                <a:solidFill>
                  <a:srgbClr val="596875"/>
                </a:solidFill>
                <a:latin typeface="+mj-lt"/>
              </a:rPr>
              <a:t>Knowledge transfer from Day 1</a:t>
            </a:r>
            <a:endParaRPr lang="en-US" sz="700" dirty="0">
              <a:solidFill>
                <a:prstClr val="black"/>
              </a:solidFill>
              <a:latin typeface="+mj-lt"/>
            </a:endParaRPr>
          </a:p>
        </p:txBody>
      </p:sp>
      <p:sp>
        <p:nvSpPr>
          <p:cNvPr id="104" name="Shape 72">
            <a:extLst>
              <a:ext uri="{FF2B5EF4-FFF2-40B4-BE49-F238E27FC236}">
                <a16:creationId xmlns:a16="http://schemas.microsoft.com/office/drawing/2014/main" id="{74E9FE60-CF3E-24EC-7E9F-1E14C3A39770}"/>
              </a:ext>
            </a:extLst>
          </p:cNvPr>
          <p:cNvSpPr/>
          <p:nvPr/>
        </p:nvSpPr>
        <p:spPr>
          <a:xfrm>
            <a:off x="502920" y="6016752"/>
            <a:ext cx="11091672" cy="384048"/>
          </a:xfrm>
          <a:prstGeom prst="roundRect">
            <a:avLst>
              <a:gd name="adj" fmla="val 11905"/>
            </a:avLst>
          </a:prstGeom>
          <a:solidFill>
            <a:srgbClr val="EFF6DF"/>
          </a:solidFill>
          <a:ln w="12700">
            <a:solidFill>
              <a:srgbClr val="D0E1B0"/>
            </a:solidFill>
            <a:prstDash val="solid"/>
          </a:ln>
        </p:spPr>
        <p:txBody>
          <a:bodyPr/>
          <a:lstStyle/>
          <a:p>
            <a:endParaRPr lang="en-IN" sz="2000">
              <a:solidFill>
                <a:prstClr val="black"/>
              </a:solidFill>
              <a:latin typeface="+mj-lt"/>
            </a:endParaRPr>
          </a:p>
        </p:txBody>
      </p:sp>
      <p:pic>
        <p:nvPicPr>
          <p:cNvPr id="105" name="Image 14" descr="preencoded.png">
            <a:extLst>
              <a:ext uri="{FF2B5EF4-FFF2-40B4-BE49-F238E27FC236}">
                <a16:creationId xmlns:a16="http://schemas.microsoft.com/office/drawing/2014/main" id="{6BA85E75-96B9-DD0D-B89A-4028B12A61BB}"/>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31520" y="6126480"/>
            <a:ext cx="164592" cy="164592"/>
          </a:xfrm>
          <a:prstGeom prst="rect">
            <a:avLst/>
          </a:prstGeom>
        </p:spPr>
      </p:pic>
      <p:sp>
        <p:nvSpPr>
          <p:cNvPr id="106" name="Text 73">
            <a:extLst>
              <a:ext uri="{FF2B5EF4-FFF2-40B4-BE49-F238E27FC236}">
                <a16:creationId xmlns:a16="http://schemas.microsoft.com/office/drawing/2014/main" id="{16F47D04-57B0-427E-66BC-8FB0D447B00A}"/>
              </a:ext>
            </a:extLst>
          </p:cNvPr>
          <p:cNvSpPr/>
          <p:nvPr/>
        </p:nvSpPr>
        <p:spPr>
          <a:xfrm>
            <a:off x="1069848" y="6117336"/>
            <a:ext cx="10131552" cy="146304"/>
          </a:xfrm>
          <a:prstGeom prst="rect">
            <a:avLst/>
          </a:prstGeom>
          <a:noFill/>
          <a:ln/>
        </p:spPr>
        <p:txBody>
          <a:bodyPr wrap="square" lIns="0" tIns="0" rIns="0" bIns="0" rtlCol="0" anchor="ctr">
            <a:normAutofit/>
          </a:bodyPr>
          <a:lstStyle/>
          <a:p>
            <a:pPr algn="ctr"/>
            <a:r>
              <a:rPr lang="en-US" sz="900" b="1" dirty="0">
                <a:solidFill>
                  <a:srgbClr val="0B2739"/>
                </a:solidFill>
                <a:latin typeface="+mj-lt"/>
              </a:rPr>
              <a:t>Result: a governed, reusable and State-owned AI capability that can onboard departments progressively and demonstrate measurable public value.</a:t>
            </a:r>
            <a:endParaRPr lang="en-US" sz="900" dirty="0">
              <a:solidFill>
                <a:prstClr val="black"/>
              </a:solidFill>
              <a:latin typeface="+mj-lt"/>
            </a:endParaRPr>
          </a:p>
        </p:txBody>
      </p:sp>
    </p:spTree>
    <p:extLst>
      <p:ext uri="{BB962C8B-B14F-4D97-AF65-F5344CB8AC3E}">
        <p14:creationId xmlns:p14="http://schemas.microsoft.com/office/powerpoint/2010/main" val="20208287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6E8E4-6E0D-20FB-407A-0AFF00D7FD5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BC1D6C9-FCAC-24C9-50F3-C0DADE39910E}"/>
              </a:ext>
            </a:extLst>
          </p:cNvPr>
          <p:cNvSpPr txBox="1"/>
          <p:nvPr/>
        </p:nvSpPr>
        <p:spPr>
          <a:xfrm>
            <a:off x="190499" y="19735"/>
            <a:ext cx="8562975" cy="677108"/>
          </a:xfrm>
          <a:prstGeom prst="rect">
            <a:avLst/>
          </a:prstGeom>
          <a:noFill/>
        </p:spPr>
        <p:txBody>
          <a:bodyPr wrap="square">
            <a:spAutoFit/>
          </a:bodyPr>
          <a:lstStyle/>
          <a:p>
            <a:r>
              <a:rPr lang="en-US" sz="2000" b="1" dirty="0">
                <a:latin typeface="+mj-lt"/>
              </a:rPr>
              <a:t>Key Objectives of the Engagement</a:t>
            </a:r>
            <a:br>
              <a:rPr lang="en-US" dirty="0">
                <a:latin typeface="+mj-lt"/>
              </a:rPr>
            </a:br>
            <a:r>
              <a:rPr lang="en-US" i="1" dirty="0">
                <a:latin typeface="+mj-lt"/>
              </a:rPr>
              <a:t>Our Understanding</a:t>
            </a:r>
          </a:p>
        </p:txBody>
      </p:sp>
      <p:grpSp>
        <p:nvGrpSpPr>
          <p:cNvPr id="3" name="Group 2">
            <a:extLst>
              <a:ext uri="{FF2B5EF4-FFF2-40B4-BE49-F238E27FC236}">
                <a16:creationId xmlns:a16="http://schemas.microsoft.com/office/drawing/2014/main" id="{72CC0F88-62BD-669E-952D-8C66E5E23E99}"/>
              </a:ext>
            </a:extLst>
          </p:cNvPr>
          <p:cNvGrpSpPr/>
          <p:nvPr/>
        </p:nvGrpSpPr>
        <p:grpSpPr>
          <a:xfrm>
            <a:off x="0" y="680575"/>
            <a:ext cx="5752976" cy="151621"/>
            <a:chOff x="0" y="786578"/>
            <a:chExt cx="5752976" cy="151621"/>
          </a:xfrm>
        </p:grpSpPr>
        <p:cxnSp>
          <p:nvCxnSpPr>
            <p:cNvPr id="5" name="Straight Connector 4">
              <a:extLst>
                <a:ext uri="{FF2B5EF4-FFF2-40B4-BE49-F238E27FC236}">
                  <a16:creationId xmlns:a16="http://schemas.microsoft.com/office/drawing/2014/main" id="{DA97DCFC-B05E-6CF5-9704-890AC421FED8}"/>
                </a:ext>
              </a:extLst>
            </p:cNvPr>
            <p:cNvCxnSpPr>
              <a:cxnSpLocks/>
            </p:cNvCxnSpPr>
            <p:nvPr/>
          </p:nvCxnSpPr>
          <p:spPr>
            <a:xfrm>
              <a:off x="0" y="862388"/>
              <a:ext cx="5673213" cy="0"/>
            </a:xfrm>
            <a:prstGeom prst="line">
              <a:avLst/>
            </a:prstGeom>
            <a:ln>
              <a:solidFill>
                <a:srgbClr val="92D050"/>
              </a:solidFill>
            </a:ln>
          </p:spPr>
          <p:style>
            <a:lnRef idx="2">
              <a:schemeClr val="accent1"/>
            </a:lnRef>
            <a:fillRef idx="0">
              <a:schemeClr val="accent1"/>
            </a:fillRef>
            <a:effectRef idx="1">
              <a:schemeClr val="accent1"/>
            </a:effectRef>
            <a:fontRef idx="minor">
              <a:schemeClr val="tx1"/>
            </a:fontRef>
          </p:style>
        </p:cxnSp>
        <p:sp>
          <p:nvSpPr>
            <p:cNvPr id="6" name="Diamond 5">
              <a:extLst>
                <a:ext uri="{FF2B5EF4-FFF2-40B4-BE49-F238E27FC236}">
                  <a16:creationId xmlns:a16="http://schemas.microsoft.com/office/drawing/2014/main" id="{6063FF1F-C963-7697-C767-23950FBE3A58}"/>
                </a:ext>
              </a:extLst>
            </p:cNvPr>
            <p:cNvSpPr/>
            <p:nvPr/>
          </p:nvSpPr>
          <p:spPr>
            <a:xfrm>
              <a:off x="5661536" y="786578"/>
              <a:ext cx="91440" cy="151621"/>
            </a:xfrm>
            <a:prstGeom prst="diamond">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grpSp>
      <p:sp>
        <p:nvSpPr>
          <p:cNvPr id="257" name="Text 2">
            <a:extLst>
              <a:ext uri="{FF2B5EF4-FFF2-40B4-BE49-F238E27FC236}">
                <a16:creationId xmlns:a16="http://schemas.microsoft.com/office/drawing/2014/main" id="{2E487DAB-11A5-F999-D9B7-6D194D017DC7}"/>
              </a:ext>
            </a:extLst>
          </p:cNvPr>
          <p:cNvSpPr/>
          <p:nvPr/>
        </p:nvSpPr>
        <p:spPr>
          <a:xfrm>
            <a:off x="502920" y="796837"/>
            <a:ext cx="10881360" cy="256032"/>
          </a:xfrm>
          <a:prstGeom prst="rect">
            <a:avLst/>
          </a:prstGeom>
          <a:noFill/>
          <a:ln/>
        </p:spPr>
        <p:txBody>
          <a:bodyPr wrap="square" lIns="0" tIns="0" rIns="0" bIns="0" rtlCol="0" anchor="ctr"/>
          <a:lstStyle/>
          <a:p>
            <a:r>
              <a:rPr lang="en-US" sz="1020" dirty="0">
                <a:solidFill>
                  <a:srgbClr val="596875"/>
                </a:solidFill>
                <a:latin typeface="+mj-lt"/>
              </a:rPr>
              <a:t>A responsible, inclusive and sustainable AI ecosystem that strengthens governance, services, talent and innovation</a:t>
            </a:r>
            <a:endParaRPr lang="en-US" sz="1020" dirty="0">
              <a:solidFill>
                <a:prstClr val="black"/>
              </a:solidFill>
              <a:latin typeface="+mj-lt"/>
            </a:endParaRPr>
          </a:p>
        </p:txBody>
      </p:sp>
      <p:sp>
        <p:nvSpPr>
          <p:cNvPr id="258" name="Shape 3">
            <a:extLst>
              <a:ext uri="{FF2B5EF4-FFF2-40B4-BE49-F238E27FC236}">
                <a16:creationId xmlns:a16="http://schemas.microsoft.com/office/drawing/2014/main" id="{B626BA52-BE77-B923-EA5D-43C64E41DF95}"/>
              </a:ext>
            </a:extLst>
          </p:cNvPr>
          <p:cNvSpPr/>
          <p:nvPr/>
        </p:nvSpPr>
        <p:spPr>
          <a:xfrm>
            <a:off x="502920" y="1227903"/>
            <a:ext cx="11109960" cy="694944"/>
          </a:xfrm>
          <a:prstGeom prst="roundRect">
            <a:avLst>
              <a:gd name="adj" fmla="val 11842"/>
            </a:avLst>
          </a:prstGeom>
          <a:solidFill>
            <a:srgbClr val="0B2739"/>
          </a:solidFill>
          <a:ln w="12700">
            <a:solidFill>
              <a:srgbClr val="0B2739"/>
            </a:solidFill>
            <a:prstDash val="solid"/>
          </a:ln>
        </p:spPr>
        <p:txBody>
          <a:bodyPr/>
          <a:lstStyle/>
          <a:p>
            <a:endParaRPr lang="en-IN">
              <a:solidFill>
                <a:prstClr val="black"/>
              </a:solidFill>
              <a:latin typeface="+mj-lt"/>
            </a:endParaRPr>
          </a:p>
        </p:txBody>
      </p:sp>
      <p:pic>
        <p:nvPicPr>
          <p:cNvPr id="259" name="Image 0" descr="preencoded.png">
            <a:extLst>
              <a:ext uri="{FF2B5EF4-FFF2-40B4-BE49-F238E27FC236}">
                <a16:creationId xmlns:a16="http://schemas.microsoft.com/office/drawing/2014/main" id="{C1067C5A-1CAE-2D9D-2C51-D84FACFC3F7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68096" y="1419927"/>
            <a:ext cx="301752" cy="301752"/>
          </a:xfrm>
          <a:prstGeom prst="rect">
            <a:avLst/>
          </a:prstGeom>
        </p:spPr>
      </p:pic>
      <p:sp>
        <p:nvSpPr>
          <p:cNvPr id="260" name="Text 4">
            <a:extLst>
              <a:ext uri="{FF2B5EF4-FFF2-40B4-BE49-F238E27FC236}">
                <a16:creationId xmlns:a16="http://schemas.microsoft.com/office/drawing/2014/main" id="{4FCA7076-92D8-02D4-9BE5-3BCC55C5D173}"/>
              </a:ext>
            </a:extLst>
          </p:cNvPr>
          <p:cNvSpPr/>
          <p:nvPr/>
        </p:nvSpPr>
        <p:spPr>
          <a:xfrm>
            <a:off x="1234440" y="1392495"/>
            <a:ext cx="685800" cy="164592"/>
          </a:xfrm>
          <a:prstGeom prst="rect">
            <a:avLst/>
          </a:prstGeom>
          <a:noFill/>
          <a:ln/>
        </p:spPr>
        <p:txBody>
          <a:bodyPr wrap="square" lIns="0" tIns="0" rIns="0" bIns="0" rtlCol="0" anchor="ctr"/>
          <a:lstStyle/>
          <a:p>
            <a:r>
              <a:rPr lang="en-US" sz="750" b="1" dirty="0">
                <a:solidFill>
                  <a:srgbClr val="86BC25"/>
                </a:solidFill>
                <a:latin typeface="+mj-lt"/>
              </a:rPr>
              <a:t>VISION</a:t>
            </a:r>
            <a:endParaRPr lang="en-US" sz="750" dirty="0">
              <a:solidFill>
                <a:prstClr val="black"/>
              </a:solidFill>
              <a:latin typeface="+mj-lt"/>
            </a:endParaRPr>
          </a:p>
        </p:txBody>
      </p:sp>
      <p:sp>
        <p:nvSpPr>
          <p:cNvPr id="261" name="Text 5">
            <a:extLst>
              <a:ext uri="{FF2B5EF4-FFF2-40B4-BE49-F238E27FC236}">
                <a16:creationId xmlns:a16="http://schemas.microsoft.com/office/drawing/2014/main" id="{E930F6A8-6A9A-3A38-23AE-1E7A4129B7E0}"/>
              </a:ext>
            </a:extLst>
          </p:cNvPr>
          <p:cNvSpPr/>
          <p:nvPr/>
        </p:nvSpPr>
        <p:spPr>
          <a:xfrm>
            <a:off x="1874520" y="1355919"/>
            <a:ext cx="9098280" cy="256032"/>
          </a:xfrm>
          <a:prstGeom prst="rect">
            <a:avLst/>
          </a:prstGeom>
          <a:noFill/>
          <a:ln/>
        </p:spPr>
        <p:txBody>
          <a:bodyPr wrap="square" lIns="0" tIns="0" rIns="0" bIns="0" rtlCol="0" anchor="ctr">
            <a:normAutofit lnSpcReduction="10000"/>
          </a:bodyPr>
          <a:lstStyle/>
          <a:p>
            <a:pPr algn="ctr"/>
            <a:r>
              <a:rPr lang="en-US" sz="1700" b="1" dirty="0">
                <a:solidFill>
                  <a:srgbClr val="FFFFFF"/>
                </a:solidFill>
                <a:latin typeface="+mj-lt"/>
              </a:rPr>
              <a:t>Transform Sikkim into a leading AI-enabled governance and innovation hub</a:t>
            </a:r>
            <a:endParaRPr lang="en-US" sz="1700" dirty="0">
              <a:solidFill>
                <a:prstClr val="black"/>
              </a:solidFill>
              <a:latin typeface="+mj-lt"/>
            </a:endParaRPr>
          </a:p>
        </p:txBody>
      </p:sp>
      <p:sp>
        <p:nvSpPr>
          <p:cNvPr id="262" name="Text 6">
            <a:extLst>
              <a:ext uri="{FF2B5EF4-FFF2-40B4-BE49-F238E27FC236}">
                <a16:creationId xmlns:a16="http://schemas.microsoft.com/office/drawing/2014/main" id="{62E634A4-6B2C-011A-F13D-1C46E9BED51A}"/>
              </a:ext>
            </a:extLst>
          </p:cNvPr>
          <p:cNvSpPr/>
          <p:nvPr/>
        </p:nvSpPr>
        <p:spPr>
          <a:xfrm>
            <a:off x="640080" y="2327614"/>
            <a:ext cx="2743200" cy="210312"/>
          </a:xfrm>
          <a:prstGeom prst="rect">
            <a:avLst/>
          </a:prstGeom>
          <a:noFill/>
          <a:ln/>
        </p:spPr>
        <p:txBody>
          <a:bodyPr wrap="square" lIns="0" tIns="0" rIns="0" bIns="0" rtlCol="0" anchor="ctr"/>
          <a:lstStyle/>
          <a:p>
            <a:r>
              <a:rPr lang="en-US" sz="1050" b="1" dirty="0">
                <a:solidFill>
                  <a:srgbClr val="0B2739"/>
                </a:solidFill>
                <a:latin typeface="+mj-lt"/>
              </a:rPr>
              <a:t>National capabilities as force multipliers</a:t>
            </a:r>
            <a:endParaRPr lang="en-US" sz="1050" dirty="0">
              <a:solidFill>
                <a:prstClr val="black"/>
              </a:solidFill>
              <a:latin typeface="+mj-lt"/>
            </a:endParaRPr>
          </a:p>
        </p:txBody>
      </p:sp>
      <p:sp>
        <p:nvSpPr>
          <p:cNvPr id="263" name="Shape 7">
            <a:extLst>
              <a:ext uri="{FF2B5EF4-FFF2-40B4-BE49-F238E27FC236}">
                <a16:creationId xmlns:a16="http://schemas.microsoft.com/office/drawing/2014/main" id="{BD3E066B-0F88-F400-8B28-2ADB8396AEB1}"/>
              </a:ext>
            </a:extLst>
          </p:cNvPr>
          <p:cNvSpPr/>
          <p:nvPr/>
        </p:nvSpPr>
        <p:spPr>
          <a:xfrm>
            <a:off x="548640" y="1696678"/>
            <a:ext cx="1609344" cy="612648"/>
          </a:xfrm>
          <a:prstGeom prst="roundRect">
            <a:avLst>
              <a:gd name="adj" fmla="val 11940"/>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a:solidFill>
                <a:prstClr val="black"/>
              </a:solidFill>
              <a:latin typeface="+mj-lt"/>
            </a:endParaRPr>
          </a:p>
        </p:txBody>
      </p:sp>
      <p:sp>
        <p:nvSpPr>
          <p:cNvPr id="264" name="Shape 8">
            <a:extLst>
              <a:ext uri="{FF2B5EF4-FFF2-40B4-BE49-F238E27FC236}">
                <a16:creationId xmlns:a16="http://schemas.microsoft.com/office/drawing/2014/main" id="{2201F298-E35A-D84B-3E7E-3743C95A9EFB}"/>
              </a:ext>
            </a:extLst>
          </p:cNvPr>
          <p:cNvSpPr/>
          <p:nvPr/>
        </p:nvSpPr>
        <p:spPr>
          <a:xfrm>
            <a:off x="685800" y="1852126"/>
            <a:ext cx="310896" cy="310896"/>
          </a:xfrm>
          <a:prstGeom prst="ellipse">
            <a:avLst/>
          </a:prstGeom>
          <a:solidFill>
            <a:srgbClr val="43B02A"/>
          </a:solidFill>
          <a:ln w="12700">
            <a:solidFill>
              <a:srgbClr val="43B02A"/>
            </a:solidFill>
            <a:prstDash val="solid"/>
          </a:ln>
        </p:spPr>
        <p:txBody>
          <a:bodyPr/>
          <a:lstStyle/>
          <a:p>
            <a:endParaRPr lang="en-IN">
              <a:solidFill>
                <a:prstClr val="black"/>
              </a:solidFill>
              <a:latin typeface="+mj-lt"/>
            </a:endParaRPr>
          </a:p>
        </p:txBody>
      </p:sp>
      <p:pic>
        <p:nvPicPr>
          <p:cNvPr id="265" name="Image 1" descr="preencoded.png">
            <a:extLst>
              <a:ext uri="{FF2B5EF4-FFF2-40B4-BE49-F238E27FC236}">
                <a16:creationId xmlns:a16="http://schemas.microsoft.com/office/drawing/2014/main" id="{7CB199E9-A31B-6C07-2BFA-4D18A29F71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77240" y="1943566"/>
            <a:ext cx="128016" cy="128016"/>
          </a:xfrm>
          <a:prstGeom prst="rect">
            <a:avLst/>
          </a:prstGeom>
        </p:spPr>
      </p:pic>
      <p:sp>
        <p:nvSpPr>
          <p:cNvPr id="266" name="Text 9">
            <a:extLst>
              <a:ext uri="{FF2B5EF4-FFF2-40B4-BE49-F238E27FC236}">
                <a16:creationId xmlns:a16="http://schemas.microsoft.com/office/drawing/2014/main" id="{854E4BF4-0BB7-3239-5D5F-E84248CA3E7A}"/>
              </a:ext>
            </a:extLst>
          </p:cNvPr>
          <p:cNvSpPr/>
          <p:nvPr/>
        </p:nvSpPr>
        <p:spPr>
          <a:xfrm>
            <a:off x="1069848" y="1870414"/>
            <a:ext cx="914400" cy="210312"/>
          </a:xfrm>
          <a:prstGeom prst="rect">
            <a:avLst/>
          </a:prstGeom>
          <a:noFill/>
          <a:ln/>
        </p:spPr>
        <p:txBody>
          <a:bodyPr wrap="square" lIns="0" tIns="0" rIns="0" bIns="0" rtlCol="0" anchor="ctr">
            <a:normAutofit/>
          </a:bodyPr>
          <a:lstStyle/>
          <a:p>
            <a:pPr algn="ctr"/>
            <a:r>
              <a:rPr lang="en-US" sz="760" b="1" dirty="0">
                <a:solidFill>
                  <a:srgbClr val="0B2739"/>
                </a:solidFill>
                <a:latin typeface="+mj-lt"/>
              </a:rPr>
              <a:t>IndiaAI Mission</a:t>
            </a:r>
            <a:endParaRPr lang="en-US" sz="760" dirty="0">
              <a:solidFill>
                <a:prstClr val="black"/>
              </a:solidFill>
              <a:latin typeface="+mj-lt"/>
            </a:endParaRPr>
          </a:p>
        </p:txBody>
      </p:sp>
      <p:sp>
        <p:nvSpPr>
          <p:cNvPr id="267" name="Shape 10">
            <a:extLst>
              <a:ext uri="{FF2B5EF4-FFF2-40B4-BE49-F238E27FC236}">
                <a16:creationId xmlns:a16="http://schemas.microsoft.com/office/drawing/2014/main" id="{E8E6EF6D-64CD-529D-ABE9-9980EC6D67B0}"/>
              </a:ext>
            </a:extLst>
          </p:cNvPr>
          <p:cNvSpPr/>
          <p:nvPr/>
        </p:nvSpPr>
        <p:spPr>
          <a:xfrm>
            <a:off x="2286000" y="1696678"/>
            <a:ext cx="1609344" cy="612648"/>
          </a:xfrm>
          <a:prstGeom prst="roundRect">
            <a:avLst>
              <a:gd name="adj" fmla="val 11940"/>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a:solidFill>
                <a:prstClr val="black"/>
              </a:solidFill>
              <a:latin typeface="+mj-lt"/>
            </a:endParaRPr>
          </a:p>
        </p:txBody>
      </p:sp>
      <p:sp>
        <p:nvSpPr>
          <p:cNvPr id="268" name="Shape 11">
            <a:extLst>
              <a:ext uri="{FF2B5EF4-FFF2-40B4-BE49-F238E27FC236}">
                <a16:creationId xmlns:a16="http://schemas.microsoft.com/office/drawing/2014/main" id="{899A8003-7673-64AE-E569-53A672080C29}"/>
              </a:ext>
            </a:extLst>
          </p:cNvPr>
          <p:cNvSpPr/>
          <p:nvPr/>
        </p:nvSpPr>
        <p:spPr>
          <a:xfrm>
            <a:off x="2423160" y="1852126"/>
            <a:ext cx="310896" cy="310896"/>
          </a:xfrm>
          <a:prstGeom prst="ellipse">
            <a:avLst/>
          </a:prstGeom>
          <a:solidFill>
            <a:srgbClr val="007CB0"/>
          </a:solidFill>
          <a:ln w="12700">
            <a:solidFill>
              <a:srgbClr val="007CB0"/>
            </a:solidFill>
            <a:prstDash val="solid"/>
          </a:ln>
        </p:spPr>
        <p:txBody>
          <a:bodyPr/>
          <a:lstStyle/>
          <a:p>
            <a:endParaRPr lang="en-IN">
              <a:solidFill>
                <a:prstClr val="black"/>
              </a:solidFill>
              <a:latin typeface="+mj-lt"/>
            </a:endParaRPr>
          </a:p>
        </p:txBody>
      </p:sp>
      <p:pic>
        <p:nvPicPr>
          <p:cNvPr id="269" name="Image 2" descr="preencoded.png">
            <a:extLst>
              <a:ext uri="{FF2B5EF4-FFF2-40B4-BE49-F238E27FC236}">
                <a16:creationId xmlns:a16="http://schemas.microsoft.com/office/drawing/2014/main" id="{739E6403-781C-61BF-3667-AF6C8FF54FF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14600" y="1943566"/>
            <a:ext cx="128016" cy="128016"/>
          </a:xfrm>
          <a:prstGeom prst="rect">
            <a:avLst/>
          </a:prstGeom>
        </p:spPr>
      </p:pic>
      <p:sp>
        <p:nvSpPr>
          <p:cNvPr id="270" name="Text 12">
            <a:extLst>
              <a:ext uri="{FF2B5EF4-FFF2-40B4-BE49-F238E27FC236}">
                <a16:creationId xmlns:a16="http://schemas.microsoft.com/office/drawing/2014/main" id="{5AA16F4B-1D45-D7E2-9BDB-D89F71FC63E9}"/>
              </a:ext>
            </a:extLst>
          </p:cNvPr>
          <p:cNvSpPr/>
          <p:nvPr/>
        </p:nvSpPr>
        <p:spPr>
          <a:xfrm>
            <a:off x="2807208" y="1870414"/>
            <a:ext cx="914400" cy="210312"/>
          </a:xfrm>
          <a:prstGeom prst="rect">
            <a:avLst/>
          </a:prstGeom>
          <a:noFill/>
          <a:ln/>
        </p:spPr>
        <p:txBody>
          <a:bodyPr wrap="square" lIns="0" tIns="0" rIns="0" bIns="0" rtlCol="0" anchor="ctr">
            <a:normAutofit/>
          </a:bodyPr>
          <a:lstStyle/>
          <a:p>
            <a:pPr algn="ctr"/>
            <a:r>
              <a:rPr lang="en-US" sz="760" b="1" dirty="0">
                <a:solidFill>
                  <a:srgbClr val="0B2739"/>
                </a:solidFill>
                <a:latin typeface="+mj-lt"/>
              </a:rPr>
              <a:t>IndiaAI Compute</a:t>
            </a:r>
            <a:endParaRPr lang="en-US" sz="760" dirty="0">
              <a:solidFill>
                <a:prstClr val="black"/>
              </a:solidFill>
              <a:latin typeface="+mj-lt"/>
            </a:endParaRPr>
          </a:p>
        </p:txBody>
      </p:sp>
      <p:sp>
        <p:nvSpPr>
          <p:cNvPr id="271" name="Shape 13">
            <a:extLst>
              <a:ext uri="{FF2B5EF4-FFF2-40B4-BE49-F238E27FC236}">
                <a16:creationId xmlns:a16="http://schemas.microsoft.com/office/drawing/2014/main" id="{583A6707-55EC-37DA-7BEF-C3B488A60ACE}"/>
              </a:ext>
            </a:extLst>
          </p:cNvPr>
          <p:cNvSpPr/>
          <p:nvPr/>
        </p:nvSpPr>
        <p:spPr>
          <a:xfrm>
            <a:off x="4023360" y="1696678"/>
            <a:ext cx="1609344" cy="612648"/>
          </a:xfrm>
          <a:prstGeom prst="roundRect">
            <a:avLst>
              <a:gd name="adj" fmla="val 11940"/>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a:solidFill>
                <a:prstClr val="black"/>
              </a:solidFill>
              <a:latin typeface="+mj-lt"/>
            </a:endParaRPr>
          </a:p>
        </p:txBody>
      </p:sp>
      <p:sp>
        <p:nvSpPr>
          <p:cNvPr id="272" name="Shape 14">
            <a:extLst>
              <a:ext uri="{FF2B5EF4-FFF2-40B4-BE49-F238E27FC236}">
                <a16:creationId xmlns:a16="http://schemas.microsoft.com/office/drawing/2014/main" id="{3AF67197-3D39-8AC5-6FA1-E15A664A7FDF}"/>
              </a:ext>
            </a:extLst>
          </p:cNvPr>
          <p:cNvSpPr/>
          <p:nvPr/>
        </p:nvSpPr>
        <p:spPr>
          <a:xfrm>
            <a:off x="4160520" y="1852126"/>
            <a:ext cx="310896" cy="310896"/>
          </a:xfrm>
          <a:prstGeom prst="ellipse">
            <a:avLst/>
          </a:prstGeom>
          <a:solidFill>
            <a:srgbClr val="86BC25"/>
          </a:solidFill>
          <a:ln w="12700">
            <a:solidFill>
              <a:srgbClr val="86BC25"/>
            </a:solidFill>
            <a:prstDash val="solid"/>
          </a:ln>
        </p:spPr>
        <p:txBody>
          <a:bodyPr/>
          <a:lstStyle/>
          <a:p>
            <a:endParaRPr lang="en-IN">
              <a:solidFill>
                <a:prstClr val="black"/>
              </a:solidFill>
              <a:latin typeface="+mj-lt"/>
            </a:endParaRPr>
          </a:p>
        </p:txBody>
      </p:sp>
      <p:pic>
        <p:nvPicPr>
          <p:cNvPr id="273" name="Image 3" descr="preencoded.png">
            <a:extLst>
              <a:ext uri="{FF2B5EF4-FFF2-40B4-BE49-F238E27FC236}">
                <a16:creationId xmlns:a16="http://schemas.microsoft.com/office/drawing/2014/main" id="{299D0817-49C7-E8F5-FCD3-E9B2C8642E3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251960" y="1943566"/>
            <a:ext cx="128016" cy="128016"/>
          </a:xfrm>
          <a:prstGeom prst="rect">
            <a:avLst/>
          </a:prstGeom>
        </p:spPr>
      </p:pic>
      <p:sp>
        <p:nvSpPr>
          <p:cNvPr id="274" name="Text 15">
            <a:extLst>
              <a:ext uri="{FF2B5EF4-FFF2-40B4-BE49-F238E27FC236}">
                <a16:creationId xmlns:a16="http://schemas.microsoft.com/office/drawing/2014/main" id="{0D1BA9A9-A9AE-8A19-232C-7B68859A5383}"/>
              </a:ext>
            </a:extLst>
          </p:cNvPr>
          <p:cNvSpPr/>
          <p:nvPr/>
        </p:nvSpPr>
        <p:spPr>
          <a:xfrm>
            <a:off x="4544568" y="1870414"/>
            <a:ext cx="914400" cy="210312"/>
          </a:xfrm>
          <a:prstGeom prst="rect">
            <a:avLst/>
          </a:prstGeom>
          <a:noFill/>
          <a:ln/>
        </p:spPr>
        <p:txBody>
          <a:bodyPr wrap="square" lIns="0" tIns="0" rIns="0" bIns="0" rtlCol="0" anchor="ctr">
            <a:normAutofit/>
          </a:bodyPr>
          <a:lstStyle/>
          <a:p>
            <a:pPr algn="ctr"/>
            <a:r>
              <a:rPr lang="en-US" sz="760" b="1" dirty="0">
                <a:solidFill>
                  <a:srgbClr val="0B2739"/>
                </a:solidFill>
                <a:latin typeface="+mj-lt"/>
              </a:rPr>
              <a:t>AIKosh</a:t>
            </a:r>
            <a:endParaRPr lang="en-US" sz="760" dirty="0">
              <a:solidFill>
                <a:prstClr val="black"/>
              </a:solidFill>
              <a:latin typeface="+mj-lt"/>
            </a:endParaRPr>
          </a:p>
        </p:txBody>
      </p:sp>
      <p:sp>
        <p:nvSpPr>
          <p:cNvPr id="275" name="Shape 16">
            <a:extLst>
              <a:ext uri="{FF2B5EF4-FFF2-40B4-BE49-F238E27FC236}">
                <a16:creationId xmlns:a16="http://schemas.microsoft.com/office/drawing/2014/main" id="{E1AF12B3-ADB0-5E7B-0EF3-2344B40D72EA}"/>
              </a:ext>
            </a:extLst>
          </p:cNvPr>
          <p:cNvSpPr/>
          <p:nvPr/>
        </p:nvSpPr>
        <p:spPr>
          <a:xfrm>
            <a:off x="5760720" y="1696678"/>
            <a:ext cx="1609344" cy="612648"/>
          </a:xfrm>
          <a:prstGeom prst="roundRect">
            <a:avLst>
              <a:gd name="adj" fmla="val 11940"/>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a:solidFill>
                <a:prstClr val="black"/>
              </a:solidFill>
              <a:latin typeface="+mj-lt"/>
            </a:endParaRPr>
          </a:p>
        </p:txBody>
      </p:sp>
      <p:sp>
        <p:nvSpPr>
          <p:cNvPr id="276" name="Shape 17">
            <a:extLst>
              <a:ext uri="{FF2B5EF4-FFF2-40B4-BE49-F238E27FC236}">
                <a16:creationId xmlns:a16="http://schemas.microsoft.com/office/drawing/2014/main" id="{DDAC926E-52CB-DC15-B393-770896F79C57}"/>
              </a:ext>
            </a:extLst>
          </p:cNvPr>
          <p:cNvSpPr/>
          <p:nvPr/>
        </p:nvSpPr>
        <p:spPr>
          <a:xfrm>
            <a:off x="5897880" y="1852126"/>
            <a:ext cx="310896" cy="310896"/>
          </a:xfrm>
          <a:prstGeom prst="ellipse">
            <a:avLst/>
          </a:prstGeom>
          <a:solidFill>
            <a:srgbClr val="22B5D6"/>
          </a:solidFill>
          <a:ln w="12700">
            <a:solidFill>
              <a:srgbClr val="22B5D6"/>
            </a:solidFill>
            <a:prstDash val="solid"/>
          </a:ln>
        </p:spPr>
        <p:txBody>
          <a:bodyPr/>
          <a:lstStyle/>
          <a:p>
            <a:endParaRPr lang="en-IN">
              <a:solidFill>
                <a:prstClr val="black"/>
              </a:solidFill>
              <a:latin typeface="+mj-lt"/>
            </a:endParaRPr>
          </a:p>
        </p:txBody>
      </p:sp>
      <p:pic>
        <p:nvPicPr>
          <p:cNvPr id="277" name="Image 4" descr="preencoded.png">
            <a:extLst>
              <a:ext uri="{FF2B5EF4-FFF2-40B4-BE49-F238E27FC236}">
                <a16:creationId xmlns:a16="http://schemas.microsoft.com/office/drawing/2014/main" id="{21EC0B99-0FB8-04D2-40C9-967FE387AA0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989320" y="1943566"/>
            <a:ext cx="128016" cy="128016"/>
          </a:xfrm>
          <a:prstGeom prst="rect">
            <a:avLst/>
          </a:prstGeom>
        </p:spPr>
      </p:pic>
      <p:sp>
        <p:nvSpPr>
          <p:cNvPr id="278" name="Text 18">
            <a:extLst>
              <a:ext uri="{FF2B5EF4-FFF2-40B4-BE49-F238E27FC236}">
                <a16:creationId xmlns:a16="http://schemas.microsoft.com/office/drawing/2014/main" id="{445DB240-9240-3C2F-9A6A-263D9A08E04B}"/>
              </a:ext>
            </a:extLst>
          </p:cNvPr>
          <p:cNvSpPr/>
          <p:nvPr/>
        </p:nvSpPr>
        <p:spPr>
          <a:xfrm>
            <a:off x="6281928" y="1870414"/>
            <a:ext cx="914400" cy="210312"/>
          </a:xfrm>
          <a:prstGeom prst="rect">
            <a:avLst/>
          </a:prstGeom>
          <a:noFill/>
          <a:ln/>
        </p:spPr>
        <p:txBody>
          <a:bodyPr wrap="square" lIns="0" tIns="0" rIns="0" bIns="0" rtlCol="0" anchor="ctr">
            <a:normAutofit/>
          </a:bodyPr>
          <a:lstStyle/>
          <a:p>
            <a:pPr algn="ctr"/>
            <a:r>
              <a:rPr lang="en-US" sz="760" b="1" dirty="0">
                <a:solidFill>
                  <a:srgbClr val="0B2739"/>
                </a:solidFill>
                <a:latin typeface="+mj-lt"/>
              </a:rPr>
              <a:t>BHASHINI</a:t>
            </a:r>
            <a:endParaRPr lang="en-US" sz="760" dirty="0">
              <a:solidFill>
                <a:prstClr val="black"/>
              </a:solidFill>
              <a:latin typeface="+mj-lt"/>
            </a:endParaRPr>
          </a:p>
        </p:txBody>
      </p:sp>
      <p:sp>
        <p:nvSpPr>
          <p:cNvPr id="279" name="Shape 19">
            <a:extLst>
              <a:ext uri="{FF2B5EF4-FFF2-40B4-BE49-F238E27FC236}">
                <a16:creationId xmlns:a16="http://schemas.microsoft.com/office/drawing/2014/main" id="{39D69064-DB95-B84C-B298-83B3A90647CA}"/>
              </a:ext>
            </a:extLst>
          </p:cNvPr>
          <p:cNvSpPr/>
          <p:nvPr/>
        </p:nvSpPr>
        <p:spPr>
          <a:xfrm>
            <a:off x="7498080" y="1696678"/>
            <a:ext cx="1609344" cy="612648"/>
          </a:xfrm>
          <a:prstGeom prst="roundRect">
            <a:avLst>
              <a:gd name="adj" fmla="val 11940"/>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a:solidFill>
                <a:prstClr val="black"/>
              </a:solidFill>
              <a:latin typeface="+mj-lt"/>
            </a:endParaRPr>
          </a:p>
        </p:txBody>
      </p:sp>
      <p:sp>
        <p:nvSpPr>
          <p:cNvPr id="280" name="Shape 20">
            <a:extLst>
              <a:ext uri="{FF2B5EF4-FFF2-40B4-BE49-F238E27FC236}">
                <a16:creationId xmlns:a16="http://schemas.microsoft.com/office/drawing/2014/main" id="{0143D3DD-4E4A-8AE2-A046-E76125FCCC1E}"/>
              </a:ext>
            </a:extLst>
          </p:cNvPr>
          <p:cNvSpPr/>
          <p:nvPr/>
        </p:nvSpPr>
        <p:spPr>
          <a:xfrm>
            <a:off x="7635240" y="1852126"/>
            <a:ext cx="310896" cy="310896"/>
          </a:xfrm>
          <a:prstGeom prst="ellipse">
            <a:avLst/>
          </a:prstGeom>
          <a:solidFill>
            <a:srgbClr val="007CB0"/>
          </a:solidFill>
          <a:ln w="12700">
            <a:solidFill>
              <a:srgbClr val="007CB0"/>
            </a:solidFill>
            <a:prstDash val="solid"/>
          </a:ln>
        </p:spPr>
        <p:txBody>
          <a:bodyPr/>
          <a:lstStyle/>
          <a:p>
            <a:endParaRPr lang="en-IN">
              <a:solidFill>
                <a:prstClr val="black"/>
              </a:solidFill>
              <a:latin typeface="+mj-lt"/>
            </a:endParaRPr>
          </a:p>
        </p:txBody>
      </p:sp>
      <p:pic>
        <p:nvPicPr>
          <p:cNvPr id="281" name="Image 5" descr="preencoded.png">
            <a:extLst>
              <a:ext uri="{FF2B5EF4-FFF2-40B4-BE49-F238E27FC236}">
                <a16:creationId xmlns:a16="http://schemas.microsoft.com/office/drawing/2014/main" id="{3D8A59B9-8BB4-3321-7116-10AC3683ADD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726680" y="1943566"/>
            <a:ext cx="128016" cy="128016"/>
          </a:xfrm>
          <a:prstGeom prst="rect">
            <a:avLst/>
          </a:prstGeom>
        </p:spPr>
      </p:pic>
      <p:sp>
        <p:nvSpPr>
          <p:cNvPr id="282" name="Text 21">
            <a:extLst>
              <a:ext uri="{FF2B5EF4-FFF2-40B4-BE49-F238E27FC236}">
                <a16:creationId xmlns:a16="http://schemas.microsoft.com/office/drawing/2014/main" id="{75D5806E-1566-0A58-6170-C2552713B09D}"/>
              </a:ext>
            </a:extLst>
          </p:cNvPr>
          <p:cNvSpPr/>
          <p:nvPr/>
        </p:nvSpPr>
        <p:spPr>
          <a:xfrm>
            <a:off x="8019288" y="1870414"/>
            <a:ext cx="914400" cy="210312"/>
          </a:xfrm>
          <a:prstGeom prst="rect">
            <a:avLst/>
          </a:prstGeom>
          <a:noFill/>
          <a:ln/>
        </p:spPr>
        <p:txBody>
          <a:bodyPr wrap="square" lIns="0" tIns="0" rIns="0" bIns="0" rtlCol="0" anchor="ctr">
            <a:normAutofit/>
          </a:bodyPr>
          <a:lstStyle/>
          <a:p>
            <a:pPr algn="ctr"/>
            <a:r>
              <a:rPr lang="en-US" sz="760" b="1" dirty="0">
                <a:solidFill>
                  <a:srgbClr val="0B2739"/>
                </a:solidFill>
                <a:latin typeface="+mj-lt"/>
              </a:rPr>
              <a:t>Digital India</a:t>
            </a:r>
            <a:endParaRPr lang="en-US" sz="760" dirty="0">
              <a:solidFill>
                <a:prstClr val="black"/>
              </a:solidFill>
              <a:latin typeface="+mj-lt"/>
            </a:endParaRPr>
          </a:p>
        </p:txBody>
      </p:sp>
      <p:sp>
        <p:nvSpPr>
          <p:cNvPr id="283" name="Shape 22">
            <a:extLst>
              <a:ext uri="{FF2B5EF4-FFF2-40B4-BE49-F238E27FC236}">
                <a16:creationId xmlns:a16="http://schemas.microsoft.com/office/drawing/2014/main" id="{4F8D39F9-AA2C-E7BE-A712-34E286CB41C3}"/>
              </a:ext>
            </a:extLst>
          </p:cNvPr>
          <p:cNvSpPr/>
          <p:nvPr/>
        </p:nvSpPr>
        <p:spPr>
          <a:xfrm>
            <a:off x="9308592" y="1998430"/>
            <a:ext cx="1572768" cy="914"/>
          </a:xfrm>
          <a:prstGeom prst="line">
            <a:avLst/>
          </a:prstGeom>
          <a:noFill/>
          <a:ln w="25400">
            <a:solidFill>
              <a:srgbClr val="86BC25"/>
            </a:solidFill>
            <a:prstDash val="solid"/>
            <a:tailEnd type="triangle"/>
          </a:ln>
        </p:spPr>
        <p:txBody>
          <a:bodyPr/>
          <a:lstStyle/>
          <a:p>
            <a:endParaRPr lang="en-IN">
              <a:solidFill>
                <a:prstClr val="black"/>
              </a:solidFill>
              <a:latin typeface="+mj-lt"/>
            </a:endParaRPr>
          </a:p>
        </p:txBody>
      </p:sp>
      <p:sp>
        <p:nvSpPr>
          <p:cNvPr id="284" name="Text 23">
            <a:extLst>
              <a:ext uri="{FF2B5EF4-FFF2-40B4-BE49-F238E27FC236}">
                <a16:creationId xmlns:a16="http://schemas.microsoft.com/office/drawing/2014/main" id="{6BD9C6DA-EEB6-88CD-4962-D30ECA11E536}"/>
              </a:ext>
            </a:extLst>
          </p:cNvPr>
          <p:cNvSpPr/>
          <p:nvPr/>
        </p:nvSpPr>
        <p:spPr>
          <a:xfrm>
            <a:off x="9198864" y="1742398"/>
            <a:ext cx="1920240" cy="182880"/>
          </a:xfrm>
          <a:prstGeom prst="rect">
            <a:avLst/>
          </a:prstGeom>
          <a:noFill/>
          <a:ln/>
        </p:spPr>
        <p:txBody>
          <a:bodyPr wrap="square" lIns="0" tIns="0" rIns="0" bIns="0" rtlCol="0" anchor="ctr"/>
          <a:lstStyle/>
          <a:p>
            <a:pPr algn="ctr"/>
            <a:r>
              <a:rPr lang="en-US" sz="720" b="1" dirty="0">
                <a:solidFill>
                  <a:srgbClr val="43B02A"/>
                </a:solidFill>
                <a:latin typeface="+mj-lt"/>
              </a:rPr>
              <a:t>Accelerate State capability</a:t>
            </a:r>
            <a:endParaRPr lang="en-US" sz="720" dirty="0">
              <a:solidFill>
                <a:prstClr val="black"/>
              </a:solidFill>
              <a:latin typeface="+mj-lt"/>
            </a:endParaRPr>
          </a:p>
        </p:txBody>
      </p:sp>
      <p:sp>
        <p:nvSpPr>
          <p:cNvPr id="285" name="Text 24">
            <a:extLst>
              <a:ext uri="{FF2B5EF4-FFF2-40B4-BE49-F238E27FC236}">
                <a16:creationId xmlns:a16="http://schemas.microsoft.com/office/drawing/2014/main" id="{83FE0508-9B05-DE6C-3765-481F5E303C79}"/>
              </a:ext>
            </a:extLst>
          </p:cNvPr>
          <p:cNvSpPr/>
          <p:nvPr/>
        </p:nvSpPr>
        <p:spPr>
          <a:xfrm>
            <a:off x="548640" y="2848822"/>
            <a:ext cx="3566160" cy="210312"/>
          </a:xfrm>
          <a:prstGeom prst="rect">
            <a:avLst/>
          </a:prstGeom>
          <a:noFill/>
          <a:ln/>
        </p:spPr>
        <p:txBody>
          <a:bodyPr wrap="square" lIns="0" tIns="0" rIns="0" bIns="0" rtlCol="0" anchor="ctr"/>
          <a:lstStyle/>
          <a:p>
            <a:r>
              <a:rPr lang="en-US" sz="1050" b="1" dirty="0">
                <a:solidFill>
                  <a:srgbClr val="0B2739"/>
                </a:solidFill>
                <a:latin typeface="+mj-lt"/>
              </a:rPr>
              <a:t>Six strategic pillars translate the vision into action</a:t>
            </a:r>
            <a:endParaRPr lang="en-US" sz="1050" dirty="0">
              <a:solidFill>
                <a:prstClr val="black"/>
              </a:solidFill>
              <a:latin typeface="+mj-lt"/>
            </a:endParaRPr>
          </a:p>
        </p:txBody>
      </p:sp>
      <p:sp>
        <p:nvSpPr>
          <p:cNvPr id="286" name="Shape 25">
            <a:extLst>
              <a:ext uri="{FF2B5EF4-FFF2-40B4-BE49-F238E27FC236}">
                <a16:creationId xmlns:a16="http://schemas.microsoft.com/office/drawing/2014/main" id="{20D2D175-05F1-C483-F711-A3FBBA9D4965}"/>
              </a:ext>
            </a:extLst>
          </p:cNvPr>
          <p:cNvSpPr/>
          <p:nvPr/>
        </p:nvSpPr>
        <p:spPr>
          <a:xfrm>
            <a:off x="548640" y="3132286"/>
            <a:ext cx="1719072" cy="1170432"/>
          </a:xfrm>
          <a:prstGeom prst="roundRect">
            <a:avLst>
              <a:gd name="adj" fmla="val 6250"/>
            </a:avLst>
          </a:prstGeom>
          <a:solidFill>
            <a:srgbClr val="FFFFFF"/>
          </a:solidFill>
          <a:ln w="12700">
            <a:solidFill>
              <a:srgbClr val="D8E2E7"/>
            </a:solidFill>
            <a:prstDash val="solid"/>
          </a:ln>
          <a:effectLst>
            <a:outerShdw blurRad="8890" dist="3175" dir="2700000" algn="bl" rotWithShape="0">
              <a:srgbClr val="000000">
                <a:alpha val="8000"/>
              </a:srgbClr>
            </a:outerShdw>
          </a:effectLst>
        </p:spPr>
        <p:txBody>
          <a:bodyPr/>
          <a:lstStyle/>
          <a:p>
            <a:endParaRPr lang="en-IN">
              <a:solidFill>
                <a:prstClr val="black"/>
              </a:solidFill>
              <a:latin typeface="+mj-lt"/>
            </a:endParaRPr>
          </a:p>
        </p:txBody>
      </p:sp>
      <p:sp>
        <p:nvSpPr>
          <p:cNvPr id="287" name="Shape 26">
            <a:extLst>
              <a:ext uri="{FF2B5EF4-FFF2-40B4-BE49-F238E27FC236}">
                <a16:creationId xmlns:a16="http://schemas.microsoft.com/office/drawing/2014/main" id="{480047B9-2479-BB39-A5AE-EEE073244941}"/>
              </a:ext>
            </a:extLst>
          </p:cNvPr>
          <p:cNvSpPr/>
          <p:nvPr/>
        </p:nvSpPr>
        <p:spPr>
          <a:xfrm>
            <a:off x="548640" y="3132286"/>
            <a:ext cx="1719072" cy="82296"/>
          </a:xfrm>
          <a:prstGeom prst="rect">
            <a:avLst/>
          </a:prstGeom>
          <a:solidFill>
            <a:srgbClr val="007CB0"/>
          </a:solidFill>
          <a:ln w="12700">
            <a:solidFill>
              <a:srgbClr val="007CB0"/>
            </a:solidFill>
            <a:prstDash val="solid"/>
          </a:ln>
        </p:spPr>
        <p:txBody>
          <a:bodyPr/>
          <a:lstStyle/>
          <a:p>
            <a:endParaRPr lang="en-IN">
              <a:solidFill>
                <a:prstClr val="black"/>
              </a:solidFill>
              <a:latin typeface="+mj-lt"/>
            </a:endParaRPr>
          </a:p>
        </p:txBody>
      </p:sp>
      <p:sp>
        <p:nvSpPr>
          <p:cNvPr id="288" name="Shape 27">
            <a:extLst>
              <a:ext uri="{FF2B5EF4-FFF2-40B4-BE49-F238E27FC236}">
                <a16:creationId xmlns:a16="http://schemas.microsoft.com/office/drawing/2014/main" id="{8392A6C2-A125-8A5E-3E30-33869BCB5A28}"/>
              </a:ext>
            </a:extLst>
          </p:cNvPr>
          <p:cNvSpPr/>
          <p:nvPr/>
        </p:nvSpPr>
        <p:spPr>
          <a:xfrm>
            <a:off x="1115568" y="3379174"/>
            <a:ext cx="585216" cy="585216"/>
          </a:xfrm>
          <a:prstGeom prst="ellipse">
            <a:avLst/>
          </a:prstGeom>
          <a:solidFill>
            <a:srgbClr val="007CB0"/>
          </a:solidFill>
          <a:ln w="12700">
            <a:solidFill>
              <a:srgbClr val="007CB0"/>
            </a:solidFill>
            <a:prstDash val="solid"/>
          </a:ln>
        </p:spPr>
        <p:txBody>
          <a:bodyPr/>
          <a:lstStyle/>
          <a:p>
            <a:endParaRPr lang="en-IN">
              <a:solidFill>
                <a:prstClr val="black"/>
              </a:solidFill>
              <a:latin typeface="+mj-lt"/>
            </a:endParaRPr>
          </a:p>
        </p:txBody>
      </p:sp>
      <p:pic>
        <p:nvPicPr>
          <p:cNvPr id="289" name="Image 6" descr="preencoded.png">
            <a:extLst>
              <a:ext uri="{FF2B5EF4-FFF2-40B4-BE49-F238E27FC236}">
                <a16:creationId xmlns:a16="http://schemas.microsoft.com/office/drawing/2014/main" id="{512A8D2D-FDE1-F0E0-1DA1-DE48978AC42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289304" y="3552910"/>
            <a:ext cx="237744" cy="237744"/>
          </a:xfrm>
          <a:prstGeom prst="rect">
            <a:avLst/>
          </a:prstGeom>
        </p:spPr>
      </p:pic>
      <p:sp>
        <p:nvSpPr>
          <p:cNvPr id="290" name="Text 28">
            <a:extLst>
              <a:ext uri="{FF2B5EF4-FFF2-40B4-BE49-F238E27FC236}">
                <a16:creationId xmlns:a16="http://schemas.microsoft.com/office/drawing/2014/main" id="{53DD7986-0E58-77F3-EC48-71A3B8E78046}"/>
              </a:ext>
            </a:extLst>
          </p:cNvPr>
          <p:cNvSpPr/>
          <p:nvPr/>
        </p:nvSpPr>
        <p:spPr>
          <a:xfrm>
            <a:off x="676656" y="4037542"/>
            <a:ext cx="1463040" cy="201168"/>
          </a:xfrm>
          <a:prstGeom prst="rect">
            <a:avLst/>
          </a:prstGeom>
          <a:noFill/>
          <a:ln/>
        </p:spPr>
        <p:txBody>
          <a:bodyPr wrap="square" lIns="0" tIns="0" rIns="0" bIns="0" rtlCol="0" anchor="ctr">
            <a:normAutofit/>
          </a:bodyPr>
          <a:lstStyle/>
          <a:p>
            <a:pPr algn="ctr"/>
            <a:r>
              <a:rPr lang="en-US" sz="1000" b="1" dirty="0">
                <a:solidFill>
                  <a:srgbClr val="0B2739"/>
                </a:solidFill>
                <a:latin typeface="+mj-lt"/>
              </a:rPr>
              <a:t>AI-enabled governance</a:t>
            </a:r>
            <a:endParaRPr lang="en-US" sz="1000" dirty="0">
              <a:solidFill>
                <a:prstClr val="black"/>
              </a:solidFill>
              <a:latin typeface="+mj-lt"/>
            </a:endParaRPr>
          </a:p>
        </p:txBody>
      </p:sp>
      <p:sp>
        <p:nvSpPr>
          <p:cNvPr id="291" name="Text 29">
            <a:extLst>
              <a:ext uri="{FF2B5EF4-FFF2-40B4-BE49-F238E27FC236}">
                <a16:creationId xmlns:a16="http://schemas.microsoft.com/office/drawing/2014/main" id="{7317DC81-8774-6173-559A-FA67AC8B4A84}"/>
              </a:ext>
            </a:extLst>
          </p:cNvPr>
          <p:cNvSpPr/>
          <p:nvPr/>
        </p:nvSpPr>
        <p:spPr>
          <a:xfrm>
            <a:off x="676656" y="4348438"/>
            <a:ext cx="1463040" cy="274320"/>
          </a:xfrm>
          <a:prstGeom prst="rect">
            <a:avLst/>
          </a:prstGeom>
          <a:noFill/>
          <a:ln/>
        </p:spPr>
        <p:txBody>
          <a:bodyPr wrap="square" lIns="0" tIns="0" rIns="0" bIns="0" rtlCol="0" anchor="ctr">
            <a:normAutofit/>
          </a:bodyPr>
          <a:lstStyle/>
          <a:p>
            <a:pPr algn="ctr"/>
            <a:r>
              <a:rPr lang="en-US" sz="900" dirty="0">
                <a:solidFill>
                  <a:srgbClr val="596875"/>
                </a:solidFill>
                <a:latin typeface="+mj-lt"/>
              </a:rPr>
              <a:t>Faster, evidence-led decisions</a:t>
            </a:r>
            <a:endParaRPr lang="en-US" sz="900" dirty="0">
              <a:solidFill>
                <a:prstClr val="black"/>
              </a:solidFill>
              <a:latin typeface="+mj-lt"/>
            </a:endParaRPr>
          </a:p>
        </p:txBody>
      </p:sp>
      <p:sp>
        <p:nvSpPr>
          <p:cNvPr id="292" name="Shape 30">
            <a:extLst>
              <a:ext uri="{FF2B5EF4-FFF2-40B4-BE49-F238E27FC236}">
                <a16:creationId xmlns:a16="http://schemas.microsoft.com/office/drawing/2014/main" id="{C2114F37-23FC-D574-D694-4DAF00FB8672}"/>
              </a:ext>
            </a:extLst>
          </p:cNvPr>
          <p:cNvSpPr/>
          <p:nvPr/>
        </p:nvSpPr>
        <p:spPr>
          <a:xfrm>
            <a:off x="2404872" y="3132286"/>
            <a:ext cx="1719072" cy="1170432"/>
          </a:xfrm>
          <a:prstGeom prst="roundRect">
            <a:avLst>
              <a:gd name="adj" fmla="val 6250"/>
            </a:avLst>
          </a:prstGeom>
          <a:solidFill>
            <a:srgbClr val="FFFFFF"/>
          </a:solidFill>
          <a:ln w="12700">
            <a:solidFill>
              <a:srgbClr val="D8E2E7"/>
            </a:solidFill>
            <a:prstDash val="solid"/>
          </a:ln>
          <a:effectLst>
            <a:outerShdw blurRad="8890" dist="3175" dir="2700000" algn="bl" rotWithShape="0">
              <a:srgbClr val="000000">
                <a:alpha val="8000"/>
              </a:srgbClr>
            </a:outerShdw>
          </a:effectLst>
        </p:spPr>
        <p:txBody>
          <a:bodyPr/>
          <a:lstStyle/>
          <a:p>
            <a:endParaRPr lang="en-IN">
              <a:solidFill>
                <a:prstClr val="black"/>
              </a:solidFill>
              <a:latin typeface="+mj-lt"/>
            </a:endParaRPr>
          </a:p>
        </p:txBody>
      </p:sp>
      <p:sp>
        <p:nvSpPr>
          <p:cNvPr id="293" name="Shape 31">
            <a:extLst>
              <a:ext uri="{FF2B5EF4-FFF2-40B4-BE49-F238E27FC236}">
                <a16:creationId xmlns:a16="http://schemas.microsoft.com/office/drawing/2014/main" id="{B3745EFD-4992-889F-1168-0A87A704F9F3}"/>
              </a:ext>
            </a:extLst>
          </p:cNvPr>
          <p:cNvSpPr/>
          <p:nvPr/>
        </p:nvSpPr>
        <p:spPr>
          <a:xfrm>
            <a:off x="2404872" y="3132286"/>
            <a:ext cx="1719072" cy="82296"/>
          </a:xfrm>
          <a:prstGeom prst="rect">
            <a:avLst/>
          </a:prstGeom>
          <a:solidFill>
            <a:srgbClr val="22B5D6"/>
          </a:solidFill>
          <a:ln w="12700">
            <a:solidFill>
              <a:srgbClr val="22B5D6"/>
            </a:solidFill>
            <a:prstDash val="solid"/>
          </a:ln>
        </p:spPr>
        <p:txBody>
          <a:bodyPr/>
          <a:lstStyle/>
          <a:p>
            <a:endParaRPr lang="en-IN">
              <a:solidFill>
                <a:prstClr val="black"/>
              </a:solidFill>
              <a:latin typeface="+mj-lt"/>
            </a:endParaRPr>
          </a:p>
        </p:txBody>
      </p:sp>
      <p:sp>
        <p:nvSpPr>
          <p:cNvPr id="294" name="Shape 32">
            <a:extLst>
              <a:ext uri="{FF2B5EF4-FFF2-40B4-BE49-F238E27FC236}">
                <a16:creationId xmlns:a16="http://schemas.microsoft.com/office/drawing/2014/main" id="{AAFF3663-500E-6847-29D7-8D545620655B}"/>
              </a:ext>
            </a:extLst>
          </p:cNvPr>
          <p:cNvSpPr/>
          <p:nvPr/>
        </p:nvSpPr>
        <p:spPr>
          <a:xfrm>
            <a:off x="2971800" y="3379174"/>
            <a:ext cx="585216" cy="585216"/>
          </a:xfrm>
          <a:prstGeom prst="ellipse">
            <a:avLst/>
          </a:prstGeom>
          <a:solidFill>
            <a:srgbClr val="22B5D6"/>
          </a:solidFill>
          <a:ln w="12700">
            <a:solidFill>
              <a:srgbClr val="22B5D6"/>
            </a:solidFill>
            <a:prstDash val="solid"/>
          </a:ln>
        </p:spPr>
        <p:txBody>
          <a:bodyPr/>
          <a:lstStyle/>
          <a:p>
            <a:endParaRPr lang="en-IN">
              <a:solidFill>
                <a:prstClr val="black"/>
              </a:solidFill>
              <a:latin typeface="+mj-lt"/>
            </a:endParaRPr>
          </a:p>
        </p:txBody>
      </p:sp>
      <p:pic>
        <p:nvPicPr>
          <p:cNvPr id="295" name="Image 7" descr="preencoded.png">
            <a:extLst>
              <a:ext uri="{FF2B5EF4-FFF2-40B4-BE49-F238E27FC236}">
                <a16:creationId xmlns:a16="http://schemas.microsoft.com/office/drawing/2014/main" id="{D33C357E-A2B4-CC25-F208-B66F646CD0B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145536" y="3552910"/>
            <a:ext cx="237744" cy="237744"/>
          </a:xfrm>
          <a:prstGeom prst="rect">
            <a:avLst/>
          </a:prstGeom>
        </p:spPr>
      </p:pic>
      <p:sp>
        <p:nvSpPr>
          <p:cNvPr id="296" name="Text 33">
            <a:extLst>
              <a:ext uri="{FF2B5EF4-FFF2-40B4-BE49-F238E27FC236}">
                <a16:creationId xmlns:a16="http://schemas.microsoft.com/office/drawing/2014/main" id="{82CA65AF-365E-37EC-FCD5-C7C672355083}"/>
              </a:ext>
            </a:extLst>
          </p:cNvPr>
          <p:cNvSpPr/>
          <p:nvPr/>
        </p:nvSpPr>
        <p:spPr>
          <a:xfrm>
            <a:off x="2532888" y="4037542"/>
            <a:ext cx="1463040" cy="201168"/>
          </a:xfrm>
          <a:prstGeom prst="rect">
            <a:avLst/>
          </a:prstGeom>
          <a:noFill/>
          <a:ln/>
        </p:spPr>
        <p:txBody>
          <a:bodyPr wrap="square" lIns="0" tIns="0" rIns="0" bIns="0" rtlCol="0" anchor="ctr">
            <a:normAutofit/>
          </a:bodyPr>
          <a:lstStyle/>
          <a:p>
            <a:pPr algn="ctr"/>
            <a:r>
              <a:rPr lang="en-US" sz="1000" b="1" dirty="0">
                <a:solidFill>
                  <a:srgbClr val="0B2739"/>
                </a:solidFill>
                <a:latin typeface="+mj-lt"/>
              </a:rPr>
              <a:t>Citizen-centric services</a:t>
            </a:r>
            <a:endParaRPr lang="en-US" sz="1000" dirty="0">
              <a:solidFill>
                <a:prstClr val="black"/>
              </a:solidFill>
              <a:latin typeface="+mj-lt"/>
            </a:endParaRPr>
          </a:p>
        </p:txBody>
      </p:sp>
      <p:sp>
        <p:nvSpPr>
          <p:cNvPr id="297" name="Text 34">
            <a:extLst>
              <a:ext uri="{FF2B5EF4-FFF2-40B4-BE49-F238E27FC236}">
                <a16:creationId xmlns:a16="http://schemas.microsoft.com/office/drawing/2014/main" id="{6A62C999-7B6F-ED29-3EB2-889AF65AD465}"/>
              </a:ext>
            </a:extLst>
          </p:cNvPr>
          <p:cNvSpPr/>
          <p:nvPr/>
        </p:nvSpPr>
        <p:spPr>
          <a:xfrm>
            <a:off x="2532888" y="4348438"/>
            <a:ext cx="1463040" cy="274320"/>
          </a:xfrm>
          <a:prstGeom prst="rect">
            <a:avLst/>
          </a:prstGeom>
          <a:noFill/>
          <a:ln/>
        </p:spPr>
        <p:txBody>
          <a:bodyPr wrap="square" lIns="0" tIns="0" rIns="0" bIns="0" rtlCol="0" anchor="ctr">
            <a:normAutofit/>
          </a:bodyPr>
          <a:lstStyle/>
          <a:p>
            <a:pPr algn="ctr"/>
            <a:r>
              <a:rPr lang="en-US" sz="900" dirty="0">
                <a:solidFill>
                  <a:srgbClr val="596875"/>
                </a:solidFill>
                <a:latin typeface="+mj-lt"/>
              </a:rPr>
              <a:t>Accessible and multilingual</a:t>
            </a:r>
            <a:endParaRPr lang="en-US" sz="900" dirty="0">
              <a:solidFill>
                <a:prstClr val="black"/>
              </a:solidFill>
              <a:latin typeface="+mj-lt"/>
            </a:endParaRPr>
          </a:p>
        </p:txBody>
      </p:sp>
      <p:sp>
        <p:nvSpPr>
          <p:cNvPr id="298" name="Shape 35">
            <a:extLst>
              <a:ext uri="{FF2B5EF4-FFF2-40B4-BE49-F238E27FC236}">
                <a16:creationId xmlns:a16="http://schemas.microsoft.com/office/drawing/2014/main" id="{3682AAB5-1ED6-2453-20A1-A8D8903FF0B1}"/>
              </a:ext>
            </a:extLst>
          </p:cNvPr>
          <p:cNvSpPr/>
          <p:nvPr/>
        </p:nvSpPr>
        <p:spPr>
          <a:xfrm>
            <a:off x="4261104" y="3132286"/>
            <a:ext cx="1719072" cy="1170432"/>
          </a:xfrm>
          <a:prstGeom prst="roundRect">
            <a:avLst>
              <a:gd name="adj" fmla="val 6250"/>
            </a:avLst>
          </a:prstGeom>
          <a:solidFill>
            <a:srgbClr val="FFFFFF"/>
          </a:solidFill>
          <a:ln w="12700">
            <a:solidFill>
              <a:srgbClr val="D8E2E7"/>
            </a:solidFill>
            <a:prstDash val="solid"/>
          </a:ln>
          <a:effectLst>
            <a:outerShdw blurRad="8890" dist="3175" dir="2700000" algn="bl" rotWithShape="0">
              <a:srgbClr val="000000">
                <a:alpha val="8000"/>
              </a:srgbClr>
            </a:outerShdw>
          </a:effectLst>
        </p:spPr>
        <p:txBody>
          <a:bodyPr/>
          <a:lstStyle/>
          <a:p>
            <a:endParaRPr lang="en-IN">
              <a:solidFill>
                <a:prstClr val="black"/>
              </a:solidFill>
              <a:latin typeface="+mj-lt"/>
            </a:endParaRPr>
          </a:p>
        </p:txBody>
      </p:sp>
      <p:sp>
        <p:nvSpPr>
          <p:cNvPr id="299" name="Shape 36">
            <a:extLst>
              <a:ext uri="{FF2B5EF4-FFF2-40B4-BE49-F238E27FC236}">
                <a16:creationId xmlns:a16="http://schemas.microsoft.com/office/drawing/2014/main" id="{598B6E11-EAE4-2837-4E92-A675FA3F783C}"/>
              </a:ext>
            </a:extLst>
          </p:cNvPr>
          <p:cNvSpPr/>
          <p:nvPr/>
        </p:nvSpPr>
        <p:spPr>
          <a:xfrm>
            <a:off x="4261104" y="3132286"/>
            <a:ext cx="1719072" cy="82296"/>
          </a:xfrm>
          <a:prstGeom prst="rect">
            <a:avLst/>
          </a:prstGeom>
          <a:solidFill>
            <a:srgbClr val="43B02A"/>
          </a:solidFill>
          <a:ln w="12700">
            <a:solidFill>
              <a:srgbClr val="43B02A"/>
            </a:solidFill>
            <a:prstDash val="solid"/>
          </a:ln>
        </p:spPr>
        <p:txBody>
          <a:bodyPr/>
          <a:lstStyle/>
          <a:p>
            <a:endParaRPr lang="en-IN">
              <a:solidFill>
                <a:prstClr val="black"/>
              </a:solidFill>
              <a:latin typeface="+mj-lt"/>
            </a:endParaRPr>
          </a:p>
        </p:txBody>
      </p:sp>
      <p:sp>
        <p:nvSpPr>
          <p:cNvPr id="300" name="Shape 37">
            <a:extLst>
              <a:ext uri="{FF2B5EF4-FFF2-40B4-BE49-F238E27FC236}">
                <a16:creationId xmlns:a16="http://schemas.microsoft.com/office/drawing/2014/main" id="{9326EFC2-9627-868A-C5D7-61743B7EF716}"/>
              </a:ext>
            </a:extLst>
          </p:cNvPr>
          <p:cNvSpPr/>
          <p:nvPr/>
        </p:nvSpPr>
        <p:spPr>
          <a:xfrm>
            <a:off x="4828032" y="3379174"/>
            <a:ext cx="585216" cy="585216"/>
          </a:xfrm>
          <a:prstGeom prst="ellipse">
            <a:avLst/>
          </a:prstGeom>
          <a:solidFill>
            <a:srgbClr val="43B02A"/>
          </a:solidFill>
          <a:ln w="12700">
            <a:solidFill>
              <a:srgbClr val="43B02A"/>
            </a:solidFill>
            <a:prstDash val="solid"/>
          </a:ln>
        </p:spPr>
        <p:txBody>
          <a:bodyPr/>
          <a:lstStyle/>
          <a:p>
            <a:endParaRPr lang="en-IN">
              <a:solidFill>
                <a:prstClr val="black"/>
              </a:solidFill>
              <a:latin typeface="+mj-lt"/>
            </a:endParaRPr>
          </a:p>
        </p:txBody>
      </p:sp>
      <p:pic>
        <p:nvPicPr>
          <p:cNvPr id="301" name="Image 8" descr="preencoded.png">
            <a:extLst>
              <a:ext uri="{FF2B5EF4-FFF2-40B4-BE49-F238E27FC236}">
                <a16:creationId xmlns:a16="http://schemas.microsoft.com/office/drawing/2014/main" id="{CF7C7C33-3812-481A-66D8-EC541C4E395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001768" y="3552910"/>
            <a:ext cx="237744" cy="237744"/>
          </a:xfrm>
          <a:prstGeom prst="rect">
            <a:avLst/>
          </a:prstGeom>
        </p:spPr>
      </p:pic>
      <p:sp>
        <p:nvSpPr>
          <p:cNvPr id="302" name="Text 38">
            <a:extLst>
              <a:ext uri="{FF2B5EF4-FFF2-40B4-BE49-F238E27FC236}">
                <a16:creationId xmlns:a16="http://schemas.microsoft.com/office/drawing/2014/main" id="{A81E67F9-9FBE-E80D-C292-4A2CA1FBB8E0}"/>
              </a:ext>
            </a:extLst>
          </p:cNvPr>
          <p:cNvSpPr/>
          <p:nvPr/>
        </p:nvSpPr>
        <p:spPr>
          <a:xfrm>
            <a:off x="4389120" y="4037542"/>
            <a:ext cx="1463040" cy="201168"/>
          </a:xfrm>
          <a:prstGeom prst="rect">
            <a:avLst/>
          </a:prstGeom>
          <a:noFill/>
          <a:ln/>
        </p:spPr>
        <p:txBody>
          <a:bodyPr wrap="square" lIns="0" tIns="0" rIns="0" bIns="0" rtlCol="0" anchor="ctr">
            <a:normAutofit/>
          </a:bodyPr>
          <a:lstStyle/>
          <a:p>
            <a:pPr algn="ctr"/>
            <a:r>
              <a:rPr lang="en-US" sz="1000" b="1" dirty="0">
                <a:solidFill>
                  <a:srgbClr val="0B2739"/>
                </a:solidFill>
                <a:latin typeface="+mj-lt"/>
              </a:rPr>
              <a:t>Innovation ecosystem</a:t>
            </a:r>
            <a:endParaRPr lang="en-US" sz="1000" dirty="0">
              <a:solidFill>
                <a:prstClr val="black"/>
              </a:solidFill>
              <a:latin typeface="+mj-lt"/>
            </a:endParaRPr>
          </a:p>
        </p:txBody>
      </p:sp>
      <p:sp>
        <p:nvSpPr>
          <p:cNvPr id="303" name="Text 39">
            <a:extLst>
              <a:ext uri="{FF2B5EF4-FFF2-40B4-BE49-F238E27FC236}">
                <a16:creationId xmlns:a16="http://schemas.microsoft.com/office/drawing/2014/main" id="{87F4BA6E-6A97-852B-B98E-4C0EF8F84EA7}"/>
              </a:ext>
            </a:extLst>
          </p:cNvPr>
          <p:cNvSpPr/>
          <p:nvPr/>
        </p:nvSpPr>
        <p:spPr>
          <a:xfrm>
            <a:off x="4389120" y="4348438"/>
            <a:ext cx="1463040" cy="274320"/>
          </a:xfrm>
          <a:prstGeom prst="rect">
            <a:avLst/>
          </a:prstGeom>
          <a:noFill/>
          <a:ln/>
        </p:spPr>
        <p:txBody>
          <a:bodyPr wrap="square" lIns="0" tIns="0" rIns="0" bIns="0" rtlCol="0" anchor="ctr">
            <a:normAutofit/>
          </a:bodyPr>
          <a:lstStyle/>
          <a:p>
            <a:pPr algn="ctr"/>
            <a:r>
              <a:rPr lang="en-US" sz="900" dirty="0">
                <a:solidFill>
                  <a:srgbClr val="596875"/>
                </a:solidFill>
                <a:latin typeface="+mj-lt"/>
              </a:rPr>
              <a:t>Startups and co-creation</a:t>
            </a:r>
            <a:endParaRPr lang="en-US" sz="900" dirty="0">
              <a:solidFill>
                <a:prstClr val="black"/>
              </a:solidFill>
              <a:latin typeface="+mj-lt"/>
            </a:endParaRPr>
          </a:p>
        </p:txBody>
      </p:sp>
      <p:sp>
        <p:nvSpPr>
          <p:cNvPr id="304" name="Shape 40">
            <a:extLst>
              <a:ext uri="{FF2B5EF4-FFF2-40B4-BE49-F238E27FC236}">
                <a16:creationId xmlns:a16="http://schemas.microsoft.com/office/drawing/2014/main" id="{B080A0A4-2EC3-3723-1E67-B76A3B68DE1A}"/>
              </a:ext>
            </a:extLst>
          </p:cNvPr>
          <p:cNvSpPr/>
          <p:nvPr/>
        </p:nvSpPr>
        <p:spPr>
          <a:xfrm>
            <a:off x="6117336" y="3132286"/>
            <a:ext cx="1719072" cy="1170432"/>
          </a:xfrm>
          <a:prstGeom prst="roundRect">
            <a:avLst>
              <a:gd name="adj" fmla="val 6250"/>
            </a:avLst>
          </a:prstGeom>
          <a:solidFill>
            <a:srgbClr val="FFFFFF"/>
          </a:solidFill>
          <a:ln w="12700">
            <a:solidFill>
              <a:srgbClr val="D8E2E7"/>
            </a:solidFill>
            <a:prstDash val="solid"/>
          </a:ln>
          <a:effectLst>
            <a:outerShdw blurRad="8890" dist="3175" dir="2700000" algn="bl" rotWithShape="0">
              <a:srgbClr val="000000">
                <a:alpha val="8000"/>
              </a:srgbClr>
            </a:outerShdw>
          </a:effectLst>
        </p:spPr>
        <p:txBody>
          <a:bodyPr/>
          <a:lstStyle/>
          <a:p>
            <a:endParaRPr lang="en-IN">
              <a:solidFill>
                <a:prstClr val="black"/>
              </a:solidFill>
              <a:latin typeface="+mj-lt"/>
            </a:endParaRPr>
          </a:p>
        </p:txBody>
      </p:sp>
      <p:sp>
        <p:nvSpPr>
          <p:cNvPr id="305" name="Shape 41">
            <a:extLst>
              <a:ext uri="{FF2B5EF4-FFF2-40B4-BE49-F238E27FC236}">
                <a16:creationId xmlns:a16="http://schemas.microsoft.com/office/drawing/2014/main" id="{1FE0D8F7-E7DA-93E4-5661-A715EDC94D02}"/>
              </a:ext>
            </a:extLst>
          </p:cNvPr>
          <p:cNvSpPr/>
          <p:nvPr/>
        </p:nvSpPr>
        <p:spPr>
          <a:xfrm>
            <a:off x="6117336" y="3132286"/>
            <a:ext cx="1719072" cy="82296"/>
          </a:xfrm>
          <a:prstGeom prst="rect">
            <a:avLst/>
          </a:prstGeom>
          <a:solidFill>
            <a:srgbClr val="86BC25"/>
          </a:solidFill>
          <a:ln w="12700">
            <a:solidFill>
              <a:srgbClr val="86BC25"/>
            </a:solidFill>
            <a:prstDash val="solid"/>
          </a:ln>
        </p:spPr>
        <p:txBody>
          <a:bodyPr/>
          <a:lstStyle/>
          <a:p>
            <a:endParaRPr lang="en-IN">
              <a:solidFill>
                <a:prstClr val="black"/>
              </a:solidFill>
              <a:latin typeface="+mj-lt"/>
            </a:endParaRPr>
          </a:p>
        </p:txBody>
      </p:sp>
      <p:sp>
        <p:nvSpPr>
          <p:cNvPr id="306" name="Shape 42">
            <a:extLst>
              <a:ext uri="{FF2B5EF4-FFF2-40B4-BE49-F238E27FC236}">
                <a16:creationId xmlns:a16="http://schemas.microsoft.com/office/drawing/2014/main" id="{8C83F415-FD29-1EFF-99B6-0BAA78841EBC}"/>
              </a:ext>
            </a:extLst>
          </p:cNvPr>
          <p:cNvSpPr/>
          <p:nvPr/>
        </p:nvSpPr>
        <p:spPr>
          <a:xfrm>
            <a:off x="6684264" y="3379174"/>
            <a:ext cx="585216" cy="585216"/>
          </a:xfrm>
          <a:prstGeom prst="ellipse">
            <a:avLst/>
          </a:prstGeom>
          <a:solidFill>
            <a:srgbClr val="86BC25"/>
          </a:solidFill>
          <a:ln w="12700">
            <a:solidFill>
              <a:srgbClr val="86BC25"/>
            </a:solidFill>
            <a:prstDash val="solid"/>
          </a:ln>
        </p:spPr>
        <p:txBody>
          <a:bodyPr/>
          <a:lstStyle/>
          <a:p>
            <a:endParaRPr lang="en-IN">
              <a:solidFill>
                <a:prstClr val="black"/>
              </a:solidFill>
              <a:latin typeface="+mj-lt"/>
            </a:endParaRPr>
          </a:p>
        </p:txBody>
      </p:sp>
      <p:pic>
        <p:nvPicPr>
          <p:cNvPr id="307" name="Image 9" descr="preencoded.png">
            <a:extLst>
              <a:ext uri="{FF2B5EF4-FFF2-40B4-BE49-F238E27FC236}">
                <a16:creationId xmlns:a16="http://schemas.microsoft.com/office/drawing/2014/main" id="{725CC9DE-083F-4240-C1CA-EF2583DEBB5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858000" y="3552910"/>
            <a:ext cx="237744" cy="237744"/>
          </a:xfrm>
          <a:prstGeom prst="rect">
            <a:avLst/>
          </a:prstGeom>
        </p:spPr>
      </p:pic>
      <p:sp>
        <p:nvSpPr>
          <p:cNvPr id="308" name="Text 43">
            <a:extLst>
              <a:ext uri="{FF2B5EF4-FFF2-40B4-BE49-F238E27FC236}">
                <a16:creationId xmlns:a16="http://schemas.microsoft.com/office/drawing/2014/main" id="{10BB9C96-08EF-96A2-280B-DA73B8FB035F}"/>
              </a:ext>
            </a:extLst>
          </p:cNvPr>
          <p:cNvSpPr/>
          <p:nvPr/>
        </p:nvSpPr>
        <p:spPr>
          <a:xfrm>
            <a:off x="6245352" y="4037542"/>
            <a:ext cx="1463040" cy="201168"/>
          </a:xfrm>
          <a:prstGeom prst="rect">
            <a:avLst/>
          </a:prstGeom>
          <a:noFill/>
          <a:ln/>
        </p:spPr>
        <p:txBody>
          <a:bodyPr wrap="square" lIns="0" tIns="0" rIns="0" bIns="0" rtlCol="0" anchor="ctr">
            <a:normAutofit/>
          </a:bodyPr>
          <a:lstStyle/>
          <a:p>
            <a:pPr algn="ctr"/>
            <a:r>
              <a:rPr lang="en-US" sz="1000" b="1" dirty="0">
                <a:solidFill>
                  <a:srgbClr val="0B2739"/>
                </a:solidFill>
                <a:latin typeface="+mj-lt"/>
              </a:rPr>
              <a:t>Capacity building</a:t>
            </a:r>
            <a:endParaRPr lang="en-US" sz="1000" dirty="0">
              <a:solidFill>
                <a:prstClr val="black"/>
              </a:solidFill>
              <a:latin typeface="+mj-lt"/>
            </a:endParaRPr>
          </a:p>
        </p:txBody>
      </p:sp>
      <p:sp>
        <p:nvSpPr>
          <p:cNvPr id="309" name="Text 44">
            <a:extLst>
              <a:ext uri="{FF2B5EF4-FFF2-40B4-BE49-F238E27FC236}">
                <a16:creationId xmlns:a16="http://schemas.microsoft.com/office/drawing/2014/main" id="{AF22E0B6-DC22-5110-B1EC-2BF4FCB11A9D}"/>
              </a:ext>
            </a:extLst>
          </p:cNvPr>
          <p:cNvSpPr/>
          <p:nvPr/>
        </p:nvSpPr>
        <p:spPr>
          <a:xfrm>
            <a:off x="6245352" y="4348438"/>
            <a:ext cx="1463040" cy="274320"/>
          </a:xfrm>
          <a:prstGeom prst="rect">
            <a:avLst/>
          </a:prstGeom>
          <a:noFill/>
          <a:ln/>
        </p:spPr>
        <p:txBody>
          <a:bodyPr wrap="square" lIns="0" tIns="0" rIns="0" bIns="0" rtlCol="0" anchor="ctr">
            <a:normAutofit/>
          </a:bodyPr>
          <a:lstStyle/>
          <a:p>
            <a:pPr algn="ctr"/>
            <a:r>
              <a:rPr lang="en-US" sz="900" dirty="0">
                <a:solidFill>
                  <a:srgbClr val="596875"/>
                </a:solidFill>
                <a:latin typeface="+mj-lt"/>
              </a:rPr>
              <a:t>Leaders and practitioners</a:t>
            </a:r>
            <a:endParaRPr lang="en-US" sz="900" dirty="0">
              <a:solidFill>
                <a:prstClr val="black"/>
              </a:solidFill>
              <a:latin typeface="+mj-lt"/>
            </a:endParaRPr>
          </a:p>
        </p:txBody>
      </p:sp>
      <p:sp>
        <p:nvSpPr>
          <p:cNvPr id="310" name="Shape 45">
            <a:extLst>
              <a:ext uri="{FF2B5EF4-FFF2-40B4-BE49-F238E27FC236}">
                <a16:creationId xmlns:a16="http://schemas.microsoft.com/office/drawing/2014/main" id="{D3BE21D2-4197-76B4-78D0-B8DF2CFB67FC}"/>
              </a:ext>
            </a:extLst>
          </p:cNvPr>
          <p:cNvSpPr/>
          <p:nvPr/>
        </p:nvSpPr>
        <p:spPr>
          <a:xfrm>
            <a:off x="7973568" y="3132286"/>
            <a:ext cx="1719072" cy="1170432"/>
          </a:xfrm>
          <a:prstGeom prst="roundRect">
            <a:avLst>
              <a:gd name="adj" fmla="val 6250"/>
            </a:avLst>
          </a:prstGeom>
          <a:solidFill>
            <a:srgbClr val="FFFFFF"/>
          </a:solidFill>
          <a:ln w="12700">
            <a:solidFill>
              <a:srgbClr val="D8E2E7"/>
            </a:solidFill>
            <a:prstDash val="solid"/>
          </a:ln>
          <a:effectLst>
            <a:outerShdw blurRad="8890" dist="3175" dir="2700000" algn="bl" rotWithShape="0">
              <a:srgbClr val="000000">
                <a:alpha val="8000"/>
              </a:srgbClr>
            </a:outerShdw>
          </a:effectLst>
        </p:spPr>
        <p:txBody>
          <a:bodyPr/>
          <a:lstStyle/>
          <a:p>
            <a:endParaRPr lang="en-IN">
              <a:solidFill>
                <a:prstClr val="black"/>
              </a:solidFill>
              <a:latin typeface="+mj-lt"/>
            </a:endParaRPr>
          </a:p>
        </p:txBody>
      </p:sp>
      <p:sp>
        <p:nvSpPr>
          <p:cNvPr id="311" name="Shape 46">
            <a:extLst>
              <a:ext uri="{FF2B5EF4-FFF2-40B4-BE49-F238E27FC236}">
                <a16:creationId xmlns:a16="http://schemas.microsoft.com/office/drawing/2014/main" id="{FB9A3143-FA10-1207-5C5A-0E0B5E99B8BA}"/>
              </a:ext>
            </a:extLst>
          </p:cNvPr>
          <p:cNvSpPr/>
          <p:nvPr/>
        </p:nvSpPr>
        <p:spPr>
          <a:xfrm>
            <a:off x="7973568" y="3132286"/>
            <a:ext cx="1719072" cy="82296"/>
          </a:xfrm>
          <a:prstGeom prst="rect">
            <a:avLst/>
          </a:prstGeom>
          <a:solidFill>
            <a:srgbClr val="007CB0"/>
          </a:solidFill>
          <a:ln w="12700">
            <a:solidFill>
              <a:srgbClr val="007CB0"/>
            </a:solidFill>
            <a:prstDash val="solid"/>
          </a:ln>
        </p:spPr>
        <p:txBody>
          <a:bodyPr/>
          <a:lstStyle/>
          <a:p>
            <a:endParaRPr lang="en-IN">
              <a:solidFill>
                <a:prstClr val="black"/>
              </a:solidFill>
              <a:latin typeface="+mj-lt"/>
            </a:endParaRPr>
          </a:p>
        </p:txBody>
      </p:sp>
      <p:sp>
        <p:nvSpPr>
          <p:cNvPr id="312" name="Shape 47">
            <a:extLst>
              <a:ext uri="{FF2B5EF4-FFF2-40B4-BE49-F238E27FC236}">
                <a16:creationId xmlns:a16="http://schemas.microsoft.com/office/drawing/2014/main" id="{881273E8-62A8-D68E-542C-E4F112ECE27B}"/>
              </a:ext>
            </a:extLst>
          </p:cNvPr>
          <p:cNvSpPr/>
          <p:nvPr/>
        </p:nvSpPr>
        <p:spPr>
          <a:xfrm>
            <a:off x="8540496" y="3379174"/>
            <a:ext cx="585216" cy="585216"/>
          </a:xfrm>
          <a:prstGeom prst="ellipse">
            <a:avLst/>
          </a:prstGeom>
          <a:solidFill>
            <a:srgbClr val="007CB0"/>
          </a:solidFill>
          <a:ln w="12700">
            <a:solidFill>
              <a:srgbClr val="007CB0"/>
            </a:solidFill>
            <a:prstDash val="solid"/>
          </a:ln>
        </p:spPr>
        <p:txBody>
          <a:bodyPr/>
          <a:lstStyle/>
          <a:p>
            <a:endParaRPr lang="en-IN">
              <a:solidFill>
                <a:prstClr val="black"/>
              </a:solidFill>
              <a:latin typeface="+mj-lt"/>
            </a:endParaRPr>
          </a:p>
        </p:txBody>
      </p:sp>
      <p:pic>
        <p:nvPicPr>
          <p:cNvPr id="313" name="Image 10" descr="preencoded.png">
            <a:extLst>
              <a:ext uri="{FF2B5EF4-FFF2-40B4-BE49-F238E27FC236}">
                <a16:creationId xmlns:a16="http://schemas.microsoft.com/office/drawing/2014/main" id="{34E1ABAE-2B5E-74FA-7D85-7D3847AE4EC4}"/>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714232" y="3552910"/>
            <a:ext cx="237744" cy="237744"/>
          </a:xfrm>
          <a:prstGeom prst="rect">
            <a:avLst/>
          </a:prstGeom>
        </p:spPr>
      </p:pic>
      <p:sp>
        <p:nvSpPr>
          <p:cNvPr id="314" name="Text 48">
            <a:extLst>
              <a:ext uri="{FF2B5EF4-FFF2-40B4-BE49-F238E27FC236}">
                <a16:creationId xmlns:a16="http://schemas.microsoft.com/office/drawing/2014/main" id="{F94DA4E8-805B-6498-9C8F-004AF3C55537}"/>
              </a:ext>
            </a:extLst>
          </p:cNvPr>
          <p:cNvSpPr/>
          <p:nvPr/>
        </p:nvSpPr>
        <p:spPr>
          <a:xfrm>
            <a:off x="8101584" y="4037542"/>
            <a:ext cx="1463040" cy="201168"/>
          </a:xfrm>
          <a:prstGeom prst="rect">
            <a:avLst/>
          </a:prstGeom>
          <a:noFill/>
          <a:ln/>
        </p:spPr>
        <p:txBody>
          <a:bodyPr wrap="square" lIns="0" tIns="0" rIns="0" bIns="0" rtlCol="0" anchor="ctr">
            <a:normAutofit/>
          </a:bodyPr>
          <a:lstStyle/>
          <a:p>
            <a:pPr algn="ctr"/>
            <a:r>
              <a:rPr lang="en-US" sz="1000" b="1" dirty="0">
                <a:solidFill>
                  <a:srgbClr val="0B2739"/>
                </a:solidFill>
                <a:latin typeface="+mj-lt"/>
              </a:rPr>
              <a:t>Applied research</a:t>
            </a:r>
            <a:endParaRPr lang="en-US" sz="1000" dirty="0">
              <a:solidFill>
                <a:prstClr val="black"/>
              </a:solidFill>
              <a:latin typeface="+mj-lt"/>
            </a:endParaRPr>
          </a:p>
        </p:txBody>
      </p:sp>
      <p:sp>
        <p:nvSpPr>
          <p:cNvPr id="315" name="Text 49">
            <a:extLst>
              <a:ext uri="{FF2B5EF4-FFF2-40B4-BE49-F238E27FC236}">
                <a16:creationId xmlns:a16="http://schemas.microsoft.com/office/drawing/2014/main" id="{E27E3191-F656-62A1-D082-5F7CEEA7F140}"/>
              </a:ext>
            </a:extLst>
          </p:cNvPr>
          <p:cNvSpPr/>
          <p:nvPr/>
        </p:nvSpPr>
        <p:spPr>
          <a:xfrm>
            <a:off x="8101584" y="4348438"/>
            <a:ext cx="1463040" cy="274320"/>
          </a:xfrm>
          <a:prstGeom prst="rect">
            <a:avLst/>
          </a:prstGeom>
          <a:noFill/>
          <a:ln/>
        </p:spPr>
        <p:txBody>
          <a:bodyPr wrap="square" lIns="0" tIns="0" rIns="0" bIns="0" rtlCol="0" anchor="ctr">
            <a:normAutofit/>
          </a:bodyPr>
          <a:lstStyle/>
          <a:p>
            <a:pPr algn="ctr"/>
            <a:r>
              <a:rPr lang="en-US" sz="900" dirty="0">
                <a:solidFill>
                  <a:srgbClr val="596875"/>
                </a:solidFill>
                <a:latin typeface="+mj-lt"/>
              </a:rPr>
              <a:t>Sikkim-specific knowledge</a:t>
            </a:r>
            <a:endParaRPr lang="en-US" sz="900" dirty="0">
              <a:solidFill>
                <a:prstClr val="black"/>
              </a:solidFill>
              <a:latin typeface="+mj-lt"/>
            </a:endParaRPr>
          </a:p>
        </p:txBody>
      </p:sp>
      <p:sp>
        <p:nvSpPr>
          <p:cNvPr id="316" name="Shape 50">
            <a:extLst>
              <a:ext uri="{FF2B5EF4-FFF2-40B4-BE49-F238E27FC236}">
                <a16:creationId xmlns:a16="http://schemas.microsoft.com/office/drawing/2014/main" id="{BFA4692A-2BE2-AFAB-B3F4-97DDF67DF218}"/>
              </a:ext>
            </a:extLst>
          </p:cNvPr>
          <p:cNvSpPr/>
          <p:nvPr/>
        </p:nvSpPr>
        <p:spPr>
          <a:xfrm>
            <a:off x="9829800" y="3132286"/>
            <a:ext cx="1719072" cy="1170432"/>
          </a:xfrm>
          <a:prstGeom prst="roundRect">
            <a:avLst>
              <a:gd name="adj" fmla="val 6250"/>
            </a:avLst>
          </a:prstGeom>
          <a:solidFill>
            <a:srgbClr val="FFFFFF"/>
          </a:solidFill>
          <a:ln w="12700">
            <a:solidFill>
              <a:srgbClr val="D8E2E7"/>
            </a:solidFill>
            <a:prstDash val="solid"/>
          </a:ln>
          <a:effectLst>
            <a:outerShdw blurRad="8890" dist="3175" dir="2700000" algn="bl" rotWithShape="0">
              <a:srgbClr val="000000">
                <a:alpha val="8000"/>
              </a:srgbClr>
            </a:outerShdw>
          </a:effectLst>
        </p:spPr>
        <p:txBody>
          <a:bodyPr/>
          <a:lstStyle/>
          <a:p>
            <a:endParaRPr lang="en-IN">
              <a:solidFill>
                <a:prstClr val="black"/>
              </a:solidFill>
              <a:latin typeface="+mj-lt"/>
            </a:endParaRPr>
          </a:p>
        </p:txBody>
      </p:sp>
      <p:sp>
        <p:nvSpPr>
          <p:cNvPr id="317" name="Shape 51">
            <a:extLst>
              <a:ext uri="{FF2B5EF4-FFF2-40B4-BE49-F238E27FC236}">
                <a16:creationId xmlns:a16="http://schemas.microsoft.com/office/drawing/2014/main" id="{6EDAAF8E-8333-08C1-3903-BDFB1AE40CB8}"/>
              </a:ext>
            </a:extLst>
          </p:cNvPr>
          <p:cNvSpPr/>
          <p:nvPr/>
        </p:nvSpPr>
        <p:spPr>
          <a:xfrm>
            <a:off x="9829800" y="3132286"/>
            <a:ext cx="1719072" cy="82296"/>
          </a:xfrm>
          <a:prstGeom prst="rect">
            <a:avLst/>
          </a:prstGeom>
          <a:solidFill>
            <a:srgbClr val="43B02A"/>
          </a:solidFill>
          <a:ln w="12700">
            <a:solidFill>
              <a:srgbClr val="43B02A"/>
            </a:solidFill>
            <a:prstDash val="solid"/>
          </a:ln>
        </p:spPr>
        <p:txBody>
          <a:bodyPr/>
          <a:lstStyle/>
          <a:p>
            <a:endParaRPr lang="en-IN">
              <a:solidFill>
                <a:prstClr val="black"/>
              </a:solidFill>
              <a:latin typeface="+mj-lt"/>
            </a:endParaRPr>
          </a:p>
        </p:txBody>
      </p:sp>
      <p:sp>
        <p:nvSpPr>
          <p:cNvPr id="318" name="Shape 52">
            <a:extLst>
              <a:ext uri="{FF2B5EF4-FFF2-40B4-BE49-F238E27FC236}">
                <a16:creationId xmlns:a16="http://schemas.microsoft.com/office/drawing/2014/main" id="{914F9BE7-783E-5BE2-8F51-17A7D3E7C0A4}"/>
              </a:ext>
            </a:extLst>
          </p:cNvPr>
          <p:cNvSpPr/>
          <p:nvPr/>
        </p:nvSpPr>
        <p:spPr>
          <a:xfrm>
            <a:off x="10396728" y="3379174"/>
            <a:ext cx="585216" cy="585216"/>
          </a:xfrm>
          <a:prstGeom prst="ellipse">
            <a:avLst/>
          </a:prstGeom>
          <a:solidFill>
            <a:srgbClr val="43B02A"/>
          </a:solidFill>
          <a:ln w="12700">
            <a:solidFill>
              <a:srgbClr val="43B02A"/>
            </a:solidFill>
            <a:prstDash val="solid"/>
          </a:ln>
        </p:spPr>
        <p:txBody>
          <a:bodyPr/>
          <a:lstStyle/>
          <a:p>
            <a:endParaRPr lang="en-IN">
              <a:solidFill>
                <a:prstClr val="black"/>
              </a:solidFill>
              <a:latin typeface="+mj-lt"/>
            </a:endParaRPr>
          </a:p>
        </p:txBody>
      </p:sp>
      <p:pic>
        <p:nvPicPr>
          <p:cNvPr id="319" name="Image 11" descr="preencoded.png">
            <a:extLst>
              <a:ext uri="{FF2B5EF4-FFF2-40B4-BE49-F238E27FC236}">
                <a16:creationId xmlns:a16="http://schemas.microsoft.com/office/drawing/2014/main" id="{CBB6C6FA-FDBE-C469-82F5-A61FD06740B3}"/>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570464" y="3552910"/>
            <a:ext cx="237744" cy="237744"/>
          </a:xfrm>
          <a:prstGeom prst="rect">
            <a:avLst/>
          </a:prstGeom>
        </p:spPr>
      </p:pic>
      <p:sp>
        <p:nvSpPr>
          <p:cNvPr id="320" name="Text 53">
            <a:extLst>
              <a:ext uri="{FF2B5EF4-FFF2-40B4-BE49-F238E27FC236}">
                <a16:creationId xmlns:a16="http://schemas.microsoft.com/office/drawing/2014/main" id="{A972343E-5E39-9D31-2EA0-75E75D4CE93C}"/>
              </a:ext>
            </a:extLst>
          </p:cNvPr>
          <p:cNvSpPr/>
          <p:nvPr/>
        </p:nvSpPr>
        <p:spPr>
          <a:xfrm>
            <a:off x="9957816" y="4037542"/>
            <a:ext cx="1463040" cy="201168"/>
          </a:xfrm>
          <a:prstGeom prst="rect">
            <a:avLst/>
          </a:prstGeom>
          <a:noFill/>
          <a:ln/>
        </p:spPr>
        <p:txBody>
          <a:bodyPr wrap="square" lIns="0" tIns="0" rIns="0" bIns="0" rtlCol="0" anchor="ctr">
            <a:normAutofit/>
          </a:bodyPr>
          <a:lstStyle/>
          <a:p>
            <a:pPr algn="ctr"/>
            <a:r>
              <a:rPr lang="en-US" sz="1000" b="1" dirty="0">
                <a:solidFill>
                  <a:srgbClr val="0B2739"/>
                </a:solidFill>
                <a:latin typeface="+mj-lt"/>
              </a:rPr>
              <a:t>Responsible AI</a:t>
            </a:r>
            <a:endParaRPr lang="en-US" sz="1000" dirty="0">
              <a:solidFill>
                <a:prstClr val="black"/>
              </a:solidFill>
              <a:latin typeface="+mj-lt"/>
            </a:endParaRPr>
          </a:p>
        </p:txBody>
      </p:sp>
      <p:sp>
        <p:nvSpPr>
          <p:cNvPr id="321" name="Text 54">
            <a:extLst>
              <a:ext uri="{FF2B5EF4-FFF2-40B4-BE49-F238E27FC236}">
                <a16:creationId xmlns:a16="http://schemas.microsoft.com/office/drawing/2014/main" id="{FE9C7026-271A-F3D7-C51D-B1AD9D8D367D}"/>
              </a:ext>
            </a:extLst>
          </p:cNvPr>
          <p:cNvSpPr/>
          <p:nvPr/>
        </p:nvSpPr>
        <p:spPr>
          <a:xfrm>
            <a:off x="9957816" y="4348438"/>
            <a:ext cx="1463040" cy="274320"/>
          </a:xfrm>
          <a:prstGeom prst="rect">
            <a:avLst/>
          </a:prstGeom>
          <a:noFill/>
          <a:ln/>
        </p:spPr>
        <p:txBody>
          <a:bodyPr wrap="square" lIns="0" tIns="0" rIns="0" bIns="0" rtlCol="0" anchor="ctr">
            <a:normAutofit/>
          </a:bodyPr>
          <a:lstStyle/>
          <a:p>
            <a:pPr algn="ctr"/>
            <a:r>
              <a:rPr lang="en-US" sz="900" dirty="0">
                <a:solidFill>
                  <a:srgbClr val="596875"/>
                </a:solidFill>
                <a:latin typeface="+mj-lt"/>
              </a:rPr>
              <a:t>Human authority and trust</a:t>
            </a:r>
            <a:endParaRPr lang="en-US" sz="900" dirty="0">
              <a:solidFill>
                <a:prstClr val="black"/>
              </a:solidFill>
              <a:latin typeface="+mj-lt"/>
            </a:endParaRPr>
          </a:p>
        </p:txBody>
      </p:sp>
      <p:sp>
        <p:nvSpPr>
          <p:cNvPr id="322" name="Text 55">
            <a:extLst>
              <a:ext uri="{FF2B5EF4-FFF2-40B4-BE49-F238E27FC236}">
                <a16:creationId xmlns:a16="http://schemas.microsoft.com/office/drawing/2014/main" id="{34ABD0E5-813B-F184-2658-2EF2D1FBAF99}"/>
              </a:ext>
            </a:extLst>
          </p:cNvPr>
          <p:cNvSpPr/>
          <p:nvPr/>
        </p:nvSpPr>
        <p:spPr>
          <a:xfrm>
            <a:off x="548640" y="4842214"/>
            <a:ext cx="2377440" cy="210312"/>
          </a:xfrm>
          <a:prstGeom prst="rect">
            <a:avLst/>
          </a:prstGeom>
          <a:noFill/>
          <a:ln/>
        </p:spPr>
        <p:txBody>
          <a:bodyPr wrap="square" lIns="0" tIns="0" rIns="0" bIns="0" rtlCol="0" anchor="ctr"/>
          <a:lstStyle/>
          <a:p>
            <a:r>
              <a:rPr lang="en-US" sz="1100" b="1" dirty="0">
                <a:solidFill>
                  <a:srgbClr val="0B2739"/>
                </a:solidFill>
                <a:latin typeface="+mj-lt"/>
              </a:rPr>
              <a:t>What success looks like</a:t>
            </a:r>
            <a:endParaRPr lang="en-US" sz="1100" dirty="0">
              <a:solidFill>
                <a:prstClr val="black"/>
              </a:solidFill>
              <a:latin typeface="+mj-lt"/>
            </a:endParaRPr>
          </a:p>
        </p:txBody>
      </p:sp>
      <p:sp>
        <p:nvSpPr>
          <p:cNvPr id="323" name="Shape 56">
            <a:extLst>
              <a:ext uri="{FF2B5EF4-FFF2-40B4-BE49-F238E27FC236}">
                <a16:creationId xmlns:a16="http://schemas.microsoft.com/office/drawing/2014/main" id="{1BA69464-0664-4418-696D-55E4D7E7F444}"/>
              </a:ext>
            </a:extLst>
          </p:cNvPr>
          <p:cNvSpPr/>
          <p:nvPr/>
        </p:nvSpPr>
        <p:spPr>
          <a:xfrm>
            <a:off x="548640" y="5171398"/>
            <a:ext cx="3364992" cy="576072"/>
          </a:xfrm>
          <a:prstGeom prst="roundRect">
            <a:avLst>
              <a:gd name="adj" fmla="val 9524"/>
            </a:avLst>
          </a:prstGeom>
          <a:solidFill>
            <a:srgbClr val="FFFFFF"/>
          </a:solidFill>
          <a:ln w="12700">
            <a:solidFill>
              <a:srgbClr val="D8E2E7"/>
            </a:solidFill>
            <a:prstDash val="solid"/>
          </a:ln>
        </p:spPr>
        <p:txBody>
          <a:bodyPr/>
          <a:lstStyle/>
          <a:p>
            <a:endParaRPr lang="en-IN" sz="2000">
              <a:solidFill>
                <a:prstClr val="black"/>
              </a:solidFill>
              <a:latin typeface="+mj-lt"/>
            </a:endParaRPr>
          </a:p>
        </p:txBody>
      </p:sp>
      <p:sp>
        <p:nvSpPr>
          <p:cNvPr id="324" name="Shape 57">
            <a:extLst>
              <a:ext uri="{FF2B5EF4-FFF2-40B4-BE49-F238E27FC236}">
                <a16:creationId xmlns:a16="http://schemas.microsoft.com/office/drawing/2014/main" id="{14EDC5B4-ACD0-01E2-9760-AFDFA0455097}"/>
              </a:ext>
            </a:extLst>
          </p:cNvPr>
          <p:cNvSpPr/>
          <p:nvPr/>
        </p:nvSpPr>
        <p:spPr>
          <a:xfrm>
            <a:off x="704088" y="5317702"/>
            <a:ext cx="283464" cy="283464"/>
          </a:xfrm>
          <a:prstGeom prst="ellipse">
            <a:avLst/>
          </a:prstGeom>
          <a:solidFill>
            <a:srgbClr val="43B02A"/>
          </a:solidFill>
          <a:ln w="12700">
            <a:solidFill>
              <a:srgbClr val="43B02A"/>
            </a:solidFill>
            <a:prstDash val="solid"/>
          </a:ln>
        </p:spPr>
        <p:txBody>
          <a:bodyPr/>
          <a:lstStyle/>
          <a:p>
            <a:endParaRPr lang="en-IN" sz="2000">
              <a:solidFill>
                <a:prstClr val="black"/>
              </a:solidFill>
              <a:latin typeface="+mj-lt"/>
            </a:endParaRPr>
          </a:p>
        </p:txBody>
      </p:sp>
      <p:pic>
        <p:nvPicPr>
          <p:cNvPr id="325" name="Image 12" descr="preencoded.png">
            <a:extLst>
              <a:ext uri="{FF2B5EF4-FFF2-40B4-BE49-F238E27FC236}">
                <a16:creationId xmlns:a16="http://schemas.microsoft.com/office/drawing/2014/main" id="{23337708-DD3F-05FC-DB00-9CAC9A89B5A8}"/>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77240" y="5390854"/>
            <a:ext cx="137160" cy="137160"/>
          </a:xfrm>
          <a:prstGeom prst="rect">
            <a:avLst/>
          </a:prstGeom>
        </p:spPr>
      </p:pic>
      <p:sp>
        <p:nvSpPr>
          <p:cNvPr id="326" name="Text 58">
            <a:extLst>
              <a:ext uri="{FF2B5EF4-FFF2-40B4-BE49-F238E27FC236}">
                <a16:creationId xmlns:a16="http://schemas.microsoft.com/office/drawing/2014/main" id="{D8A2A024-6329-7910-442E-01085B36AAA8}"/>
              </a:ext>
            </a:extLst>
          </p:cNvPr>
          <p:cNvSpPr/>
          <p:nvPr/>
        </p:nvSpPr>
        <p:spPr>
          <a:xfrm>
            <a:off x="1115568" y="5271982"/>
            <a:ext cx="2487168" cy="164592"/>
          </a:xfrm>
          <a:prstGeom prst="rect">
            <a:avLst/>
          </a:prstGeom>
          <a:noFill/>
          <a:ln/>
        </p:spPr>
        <p:txBody>
          <a:bodyPr wrap="square" lIns="0" tIns="0" rIns="0" bIns="0" rtlCol="0" anchor="ctr">
            <a:normAutofit/>
          </a:bodyPr>
          <a:lstStyle/>
          <a:p>
            <a:r>
              <a:rPr lang="en-US" sz="900" b="1" dirty="0">
                <a:solidFill>
                  <a:srgbClr val="0B2739"/>
                </a:solidFill>
                <a:latin typeface="+mj-lt"/>
              </a:rPr>
              <a:t>Sustainable AI ecosystem</a:t>
            </a:r>
            <a:endParaRPr lang="en-US" sz="900" dirty="0">
              <a:solidFill>
                <a:prstClr val="black"/>
              </a:solidFill>
              <a:latin typeface="+mj-lt"/>
            </a:endParaRPr>
          </a:p>
        </p:txBody>
      </p:sp>
      <p:sp>
        <p:nvSpPr>
          <p:cNvPr id="327" name="Text 59">
            <a:extLst>
              <a:ext uri="{FF2B5EF4-FFF2-40B4-BE49-F238E27FC236}">
                <a16:creationId xmlns:a16="http://schemas.microsoft.com/office/drawing/2014/main" id="{DD7144F8-E3CF-1DB6-E3F7-02BAABF07A6C}"/>
              </a:ext>
            </a:extLst>
          </p:cNvPr>
          <p:cNvSpPr/>
          <p:nvPr/>
        </p:nvSpPr>
        <p:spPr>
          <a:xfrm>
            <a:off x="1115568" y="5482294"/>
            <a:ext cx="2487168" cy="128016"/>
          </a:xfrm>
          <a:prstGeom prst="rect">
            <a:avLst/>
          </a:prstGeom>
          <a:noFill/>
          <a:ln/>
        </p:spPr>
        <p:txBody>
          <a:bodyPr wrap="square" lIns="0" tIns="0" rIns="0" bIns="0" rtlCol="0" anchor="ctr">
            <a:noAutofit/>
          </a:bodyPr>
          <a:lstStyle/>
          <a:p>
            <a:r>
              <a:rPr lang="en-US" sz="800" dirty="0">
                <a:solidFill>
                  <a:srgbClr val="596875"/>
                </a:solidFill>
                <a:latin typeface="+mj-lt"/>
              </a:rPr>
              <a:t>State-owned capability with long-term operating mechanisms</a:t>
            </a:r>
            <a:endParaRPr lang="en-US" sz="800" dirty="0">
              <a:solidFill>
                <a:prstClr val="black"/>
              </a:solidFill>
              <a:latin typeface="+mj-lt"/>
            </a:endParaRPr>
          </a:p>
        </p:txBody>
      </p:sp>
      <p:sp>
        <p:nvSpPr>
          <p:cNvPr id="328" name="Shape 60">
            <a:extLst>
              <a:ext uri="{FF2B5EF4-FFF2-40B4-BE49-F238E27FC236}">
                <a16:creationId xmlns:a16="http://schemas.microsoft.com/office/drawing/2014/main" id="{EA908977-5A04-9CE7-306F-127914C7E4DB}"/>
              </a:ext>
            </a:extLst>
          </p:cNvPr>
          <p:cNvSpPr/>
          <p:nvPr/>
        </p:nvSpPr>
        <p:spPr>
          <a:xfrm>
            <a:off x="4114800" y="5171398"/>
            <a:ext cx="3364992" cy="576072"/>
          </a:xfrm>
          <a:prstGeom prst="roundRect">
            <a:avLst>
              <a:gd name="adj" fmla="val 9524"/>
            </a:avLst>
          </a:prstGeom>
          <a:solidFill>
            <a:srgbClr val="FFFFFF"/>
          </a:solidFill>
          <a:ln w="12700">
            <a:solidFill>
              <a:srgbClr val="D8E2E7"/>
            </a:solidFill>
            <a:prstDash val="solid"/>
          </a:ln>
        </p:spPr>
        <p:txBody>
          <a:bodyPr/>
          <a:lstStyle/>
          <a:p>
            <a:endParaRPr lang="en-IN" sz="2000">
              <a:solidFill>
                <a:prstClr val="black"/>
              </a:solidFill>
              <a:latin typeface="+mj-lt"/>
            </a:endParaRPr>
          </a:p>
        </p:txBody>
      </p:sp>
      <p:sp>
        <p:nvSpPr>
          <p:cNvPr id="329" name="Shape 61">
            <a:extLst>
              <a:ext uri="{FF2B5EF4-FFF2-40B4-BE49-F238E27FC236}">
                <a16:creationId xmlns:a16="http://schemas.microsoft.com/office/drawing/2014/main" id="{75D45F22-1D9F-313F-0B32-0F1FC74F5BEB}"/>
              </a:ext>
            </a:extLst>
          </p:cNvPr>
          <p:cNvSpPr/>
          <p:nvPr/>
        </p:nvSpPr>
        <p:spPr>
          <a:xfrm>
            <a:off x="4270248" y="5317702"/>
            <a:ext cx="283464" cy="283464"/>
          </a:xfrm>
          <a:prstGeom prst="ellipse">
            <a:avLst/>
          </a:prstGeom>
          <a:solidFill>
            <a:srgbClr val="007CB0"/>
          </a:solidFill>
          <a:ln w="12700">
            <a:solidFill>
              <a:srgbClr val="007CB0"/>
            </a:solidFill>
            <a:prstDash val="solid"/>
          </a:ln>
        </p:spPr>
        <p:txBody>
          <a:bodyPr/>
          <a:lstStyle/>
          <a:p>
            <a:endParaRPr lang="en-IN" sz="2000">
              <a:solidFill>
                <a:prstClr val="black"/>
              </a:solidFill>
              <a:latin typeface="+mj-lt"/>
            </a:endParaRPr>
          </a:p>
        </p:txBody>
      </p:sp>
      <p:pic>
        <p:nvPicPr>
          <p:cNvPr id="330" name="Image 13" descr="preencoded.png">
            <a:extLst>
              <a:ext uri="{FF2B5EF4-FFF2-40B4-BE49-F238E27FC236}">
                <a16:creationId xmlns:a16="http://schemas.microsoft.com/office/drawing/2014/main" id="{D6407DCF-D9AE-5292-ED02-F8AF2F8E199A}"/>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4343400" y="5390854"/>
            <a:ext cx="137160" cy="137160"/>
          </a:xfrm>
          <a:prstGeom prst="rect">
            <a:avLst/>
          </a:prstGeom>
        </p:spPr>
      </p:pic>
      <p:sp>
        <p:nvSpPr>
          <p:cNvPr id="331" name="Text 62">
            <a:extLst>
              <a:ext uri="{FF2B5EF4-FFF2-40B4-BE49-F238E27FC236}">
                <a16:creationId xmlns:a16="http://schemas.microsoft.com/office/drawing/2014/main" id="{2C71B3A4-D434-53B8-52DA-CB75D4B4B700}"/>
              </a:ext>
            </a:extLst>
          </p:cNvPr>
          <p:cNvSpPr/>
          <p:nvPr/>
        </p:nvSpPr>
        <p:spPr>
          <a:xfrm>
            <a:off x="4681728" y="5271982"/>
            <a:ext cx="2487168" cy="164592"/>
          </a:xfrm>
          <a:prstGeom prst="rect">
            <a:avLst/>
          </a:prstGeom>
          <a:noFill/>
          <a:ln/>
        </p:spPr>
        <p:txBody>
          <a:bodyPr wrap="square" lIns="0" tIns="0" rIns="0" bIns="0" rtlCol="0" anchor="ctr">
            <a:normAutofit/>
          </a:bodyPr>
          <a:lstStyle/>
          <a:p>
            <a:r>
              <a:rPr lang="en-US" sz="900" b="1" dirty="0">
                <a:solidFill>
                  <a:srgbClr val="0B2739"/>
                </a:solidFill>
                <a:latin typeface="+mj-lt"/>
              </a:rPr>
              <a:t>AI adoption across departments</a:t>
            </a:r>
            <a:endParaRPr lang="en-US" sz="900" dirty="0">
              <a:solidFill>
                <a:prstClr val="black"/>
              </a:solidFill>
              <a:latin typeface="+mj-lt"/>
            </a:endParaRPr>
          </a:p>
        </p:txBody>
      </p:sp>
      <p:sp>
        <p:nvSpPr>
          <p:cNvPr id="332" name="Text 63">
            <a:extLst>
              <a:ext uri="{FF2B5EF4-FFF2-40B4-BE49-F238E27FC236}">
                <a16:creationId xmlns:a16="http://schemas.microsoft.com/office/drawing/2014/main" id="{7F427CE5-3FB3-F8AB-391E-710A2A3F64E8}"/>
              </a:ext>
            </a:extLst>
          </p:cNvPr>
          <p:cNvSpPr/>
          <p:nvPr/>
        </p:nvSpPr>
        <p:spPr>
          <a:xfrm>
            <a:off x="4681728" y="5482294"/>
            <a:ext cx="2487168" cy="128016"/>
          </a:xfrm>
          <a:prstGeom prst="rect">
            <a:avLst/>
          </a:prstGeom>
          <a:noFill/>
          <a:ln/>
        </p:spPr>
        <p:txBody>
          <a:bodyPr wrap="square" lIns="0" tIns="0" rIns="0" bIns="0" rtlCol="0" anchor="ctr">
            <a:noAutofit/>
          </a:bodyPr>
          <a:lstStyle/>
          <a:p>
            <a:r>
              <a:rPr lang="en-US" sz="800" dirty="0">
                <a:solidFill>
                  <a:srgbClr val="596875"/>
                </a:solidFill>
                <a:latin typeface="+mj-lt"/>
              </a:rPr>
              <a:t>Reusable platform and structured departmental onboarding</a:t>
            </a:r>
            <a:endParaRPr lang="en-US" sz="800" dirty="0">
              <a:solidFill>
                <a:prstClr val="black"/>
              </a:solidFill>
              <a:latin typeface="+mj-lt"/>
            </a:endParaRPr>
          </a:p>
        </p:txBody>
      </p:sp>
      <p:sp>
        <p:nvSpPr>
          <p:cNvPr id="333" name="Shape 64">
            <a:extLst>
              <a:ext uri="{FF2B5EF4-FFF2-40B4-BE49-F238E27FC236}">
                <a16:creationId xmlns:a16="http://schemas.microsoft.com/office/drawing/2014/main" id="{DCD91FA7-5461-6047-F250-8F01B944BF92}"/>
              </a:ext>
            </a:extLst>
          </p:cNvPr>
          <p:cNvSpPr/>
          <p:nvPr/>
        </p:nvSpPr>
        <p:spPr>
          <a:xfrm>
            <a:off x="7680960" y="5171398"/>
            <a:ext cx="3364992" cy="576072"/>
          </a:xfrm>
          <a:prstGeom prst="roundRect">
            <a:avLst>
              <a:gd name="adj" fmla="val 9524"/>
            </a:avLst>
          </a:prstGeom>
          <a:solidFill>
            <a:srgbClr val="FFFFFF"/>
          </a:solidFill>
          <a:ln w="12700">
            <a:solidFill>
              <a:srgbClr val="D8E2E7"/>
            </a:solidFill>
            <a:prstDash val="solid"/>
          </a:ln>
        </p:spPr>
        <p:txBody>
          <a:bodyPr/>
          <a:lstStyle/>
          <a:p>
            <a:endParaRPr lang="en-IN" sz="2000">
              <a:solidFill>
                <a:prstClr val="black"/>
              </a:solidFill>
              <a:latin typeface="+mj-lt"/>
            </a:endParaRPr>
          </a:p>
        </p:txBody>
      </p:sp>
      <p:sp>
        <p:nvSpPr>
          <p:cNvPr id="334" name="Shape 65">
            <a:extLst>
              <a:ext uri="{FF2B5EF4-FFF2-40B4-BE49-F238E27FC236}">
                <a16:creationId xmlns:a16="http://schemas.microsoft.com/office/drawing/2014/main" id="{F9723588-AF63-A9FD-2F84-926DCE0CEB0A}"/>
              </a:ext>
            </a:extLst>
          </p:cNvPr>
          <p:cNvSpPr/>
          <p:nvPr/>
        </p:nvSpPr>
        <p:spPr>
          <a:xfrm>
            <a:off x="7836408" y="5317702"/>
            <a:ext cx="283464" cy="283464"/>
          </a:xfrm>
          <a:prstGeom prst="ellipse">
            <a:avLst/>
          </a:prstGeom>
          <a:solidFill>
            <a:srgbClr val="22B5D6"/>
          </a:solidFill>
          <a:ln w="12700">
            <a:solidFill>
              <a:srgbClr val="22B5D6"/>
            </a:solidFill>
            <a:prstDash val="solid"/>
          </a:ln>
        </p:spPr>
        <p:txBody>
          <a:bodyPr/>
          <a:lstStyle/>
          <a:p>
            <a:endParaRPr lang="en-IN" sz="2000">
              <a:solidFill>
                <a:prstClr val="black"/>
              </a:solidFill>
              <a:latin typeface="+mj-lt"/>
            </a:endParaRPr>
          </a:p>
        </p:txBody>
      </p:sp>
      <p:pic>
        <p:nvPicPr>
          <p:cNvPr id="335" name="Image 14" descr="preencoded.png">
            <a:extLst>
              <a:ext uri="{FF2B5EF4-FFF2-40B4-BE49-F238E27FC236}">
                <a16:creationId xmlns:a16="http://schemas.microsoft.com/office/drawing/2014/main" id="{BDEDF9EC-1F79-343D-7818-E18335C86C15}"/>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909560" y="5390854"/>
            <a:ext cx="137160" cy="137160"/>
          </a:xfrm>
          <a:prstGeom prst="rect">
            <a:avLst/>
          </a:prstGeom>
        </p:spPr>
      </p:pic>
      <p:sp>
        <p:nvSpPr>
          <p:cNvPr id="336" name="Text 66">
            <a:extLst>
              <a:ext uri="{FF2B5EF4-FFF2-40B4-BE49-F238E27FC236}">
                <a16:creationId xmlns:a16="http://schemas.microsoft.com/office/drawing/2014/main" id="{2F97AB6E-229C-832D-9620-89E26DC84ADC}"/>
              </a:ext>
            </a:extLst>
          </p:cNvPr>
          <p:cNvSpPr/>
          <p:nvPr/>
        </p:nvSpPr>
        <p:spPr>
          <a:xfrm>
            <a:off x="8247888" y="5271982"/>
            <a:ext cx="2487168" cy="164592"/>
          </a:xfrm>
          <a:prstGeom prst="rect">
            <a:avLst/>
          </a:prstGeom>
          <a:noFill/>
          <a:ln/>
        </p:spPr>
        <p:txBody>
          <a:bodyPr wrap="square" lIns="0" tIns="0" rIns="0" bIns="0" rtlCol="0" anchor="ctr">
            <a:normAutofit/>
          </a:bodyPr>
          <a:lstStyle/>
          <a:p>
            <a:r>
              <a:rPr lang="en-US" sz="900" b="1" dirty="0">
                <a:solidFill>
                  <a:srgbClr val="0B2739"/>
                </a:solidFill>
                <a:latin typeface="+mj-lt"/>
              </a:rPr>
              <a:t>AI-skilled State workforce</a:t>
            </a:r>
            <a:endParaRPr lang="en-US" sz="900" dirty="0">
              <a:solidFill>
                <a:prstClr val="black"/>
              </a:solidFill>
              <a:latin typeface="+mj-lt"/>
            </a:endParaRPr>
          </a:p>
        </p:txBody>
      </p:sp>
      <p:sp>
        <p:nvSpPr>
          <p:cNvPr id="337" name="Text 67">
            <a:extLst>
              <a:ext uri="{FF2B5EF4-FFF2-40B4-BE49-F238E27FC236}">
                <a16:creationId xmlns:a16="http://schemas.microsoft.com/office/drawing/2014/main" id="{814F59C4-1869-30EA-641E-BE5D553C0D21}"/>
              </a:ext>
            </a:extLst>
          </p:cNvPr>
          <p:cNvSpPr/>
          <p:nvPr/>
        </p:nvSpPr>
        <p:spPr>
          <a:xfrm>
            <a:off x="8247888" y="5482294"/>
            <a:ext cx="2487168" cy="128016"/>
          </a:xfrm>
          <a:prstGeom prst="rect">
            <a:avLst/>
          </a:prstGeom>
          <a:noFill/>
          <a:ln/>
        </p:spPr>
        <p:txBody>
          <a:bodyPr wrap="square" lIns="0" tIns="0" rIns="0" bIns="0" rtlCol="0" anchor="ctr">
            <a:noAutofit/>
          </a:bodyPr>
          <a:lstStyle/>
          <a:p>
            <a:r>
              <a:rPr lang="en-US" sz="800" dirty="0">
                <a:solidFill>
                  <a:srgbClr val="596875"/>
                </a:solidFill>
                <a:latin typeface="+mj-lt"/>
              </a:rPr>
              <a:t>Government, academia and practitioner capacity developed</a:t>
            </a:r>
            <a:endParaRPr lang="en-US" sz="800" dirty="0">
              <a:solidFill>
                <a:prstClr val="black"/>
              </a:solidFill>
              <a:latin typeface="+mj-lt"/>
            </a:endParaRPr>
          </a:p>
        </p:txBody>
      </p:sp>
      <p:sp>
        <p:nvSpPr>
          <p:cNvPr id="338" name="Shape 68">
            <a:extLst>
              <a:ext uri="{FF2B5EF4-FFF2-40B4-BE49-F238E27FC236}">
                <a16:creationId xmlns:a16="http://schemas.microsoft.com/office/drawing/2014/main" id="{33A5BEAB-1092-16EB-4814-2C37180EC7BB}"/>
              </a:ext>
            </a:extLst>
          </p:cNvPr>
          <p:cNvSpPr/>
          <p:nvPr/>
        </p:nvSpPr>
        <p:spPr>
          <a:xfrm>
            <a:off x="548640" y="5866342"/>
            <a:ext cx="3364992" cy="576072"/>
          </a:xfrm>
          <a:prstGeom prst="roundRect">
            <a:avLst>
              <a:gd name="adj" fmla="val 9524"/>
            </a:avLst>
          </a:prstGeom>
          <a:solidFill>
            <a:srgbClr val="FFFFFF"/>
          </a:solidFill>
          <a:ln w="12700">
            <a:solidFill>
              <a:srgbClr val="D8E2E7"/>
            </a:solidFill>
            <a:prstDash val="solid"/>
          </a:ln>
        </p:spPr>
        <p:txBody>
          <a:bodyPr/>
          <a:lstStyle/>
          <a:p>
            <a:endParaRPr lang="en-IN" sz="2000">
              <a:solidFill>
                <a:prstClr val="black"/>
              </a:solidFill>
              <a:latin typeface="+mj-lt"/>
            </a:endParaRPr>
          </a:p>
        </p:txBody>
      </p:sp>
      <p:sp>
        <p:nvSpPr>
          <p:cNvPr id="339" name="Shape 69">
            <a:extLst>
              <a:ext uri="{FF2B5EF4-FFF2-40B4-BE49-F238E27FC236}">
                <a16:creationId xmlns:a16="http://schemas.microsoft.com/office/drawing/2014/main" id="{DC447A78-E879-BF6C-36FE-7C14B038F3FF}"/>
              </a:ext>
            </a:extLst>
          </p:cNvPr>
          <p:cNvSpPr/>
          <p:nvPr/>
        </p:nvSpPr>
        <p:spPr>
          <a:xfrm>
            <a:off x="704088" y="6012646"/>
            <a:ext cx="283464" cy="283464"/>
          </a:xfrm>
          <a:prstGeom prst="ellipse">
            <a:avLst/>
          </a:prstGeom>
          <a:solidFill>
            <a:srgbClr val="86BC25"/>
          </a:solidFill>
          <a:ln w="12700">
            <a:solidFill>
              <a:srgbClr val="86BC25"/>
            </a:solidFill>
            <a:prstDash val="solid"/>
          </a:ln>
        </p:spPr>
        <p:txBody>
          <a:bodyPr/>
          <a:lstStyle/>
          <a:p>
            <a:endParaRPr lang="en-IN" sz="2000">
              <a:solidFill>
                <a:prstClr val="black"/>
              </a:solidFill>
              <a:latin typeface="+mj-lt"/>
            </a:endParaRPr>
          </a:p>
        </p:txBody>
      </p:sp>
      <p:pic>
        <p:nvPicPr>
          <p:cNvPr id="340" name="Image 15" descr="preencoded.png">
            <a:extLst>
              <a:ext uri="{FF2B5EF4-FFF2-40B4-BE49-F238E27FC236}">
                <a16:creationId xmlns:a16="http://schemas.microsoft.com/office/drawing/2014/main" id="{74D4EFA3-E892-92EE-522C-BB6F121DBD67}"/>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77240" y="6085798"/>
            <a:ext cx="137160" cy="137160"/>
          </a:xfrm>
          <a:prstGeom prst="rect">
            <a:avLst/>
          </a:prstGeom>
        </p:spPr>
      </p:pic>
      <p:sp>
        <p:nvSpPr>
          <p:cNvPr id="341" name="Text 70">
            <a:extLst>
              <a:ext uri="{FF2B5EF4-FFF2-40B4-BE49-F238E27FC236}">
                <a16:creationId xmlns:a16="http://schemas.microsoft.com/office/drawing/2014/main" id="{3C36E158-C1FC-22A5-4B8B-EDEACFF43A7A}"/>
              </a:ext>
            </a:extLst>
          </p:cNvPr>
          <p:cNvSpPr/>
          <p:nvPr/>
        </p:nvSpPr>
        <p:spPr>
          <a:xfrm>
            <a:off x="1115568" y="5966926"/>
            <a:ext cx="2487168" cy="164592"/>
          </a:xfrm>
          <a:prstGeom prst="rect">
            <a:avLst/>
          </a:prstGeom>
          <a:noFill/>
          <a:ln/>
        </p:spPr>
        <p:txBody>
          <a:bodyPr wrap="square" lIns="0" tIns="0" rIns="0" bIns="0" rtlCol="0" anchor="ctr">
            <a:normAutofit/>
          </a:bodyPr>
          <a:lstStyle/>
          <a:p>
            <a:r>
              <a:rPr lang="en-US" sz="900" b="1" dirty="0">
                <a:solidFill>
                  <a:srgbClr val="0B2739"/>
                </a:solidFill>
                <a:latin typeface="+mj-lt"/>
              </a:rPr>
              <a:t>Vibrant startup ecosystem</a:t>
            </a:r>
            <a:endParaRPr lang="en-US" sz="900" dirty="0">
              <a:solidFill>
                <a:prstClr val="black"/>
              </a:solidFill>
              <a:latin typeface="+mj-lt"/>
            </a:endParaRPr>
          </a:p>
        </p:txBody>
      </p:sp>
      <p:sp>
        <p:nvSpPr>
          <p:cNvPr id="342" name="Text 71">
            <a:extLst>
              <a:ext uri="{FF2B5EF4-FFF2-40B4-BE49-F238E27FC236}">
                <a16:creationId xmlns:a16="http://schemas.microsoft.com/office/drawing/2014/main" id="{479A7601-F4DC-E825-F16D-37B4B13D40A9}"/>
              </a:ext>
            </a:extLst>
          </p:cNvPr>
          <p:cNvSpPr/>
          <p:nvPr/>
        </p:nvSpPr>
        <p:spPr>
          <a:xfrm>
            <a:off x="1115568" y="6177238"/>
            <a:ext cx="2487168" cy="128016"/>
          </a:xfrm>
          <a:prstGeom prst="rect">
            <a:avLst/>
          </a:prstGeom>
          <a:noFill/>
          <a:ln/>
        </p:spPr>
        <p:txBody>
          <a:bodyPr wrap="square" lIns="0" tIns="0" rIns="0" bIns="0" rtlCol="0" anchor="ctr">
            <a:noAutofit/>
          </a:bodyPr>
          <a:lstStyle/>
          <a:p>
            <a:r>
              <a:rPr lang="en-US" sz="800" dirty="0">
                <a:solidFill>
                  <a:srgbClr val="596875"/>
                </a:solidFill>
                <a:latin typeface="+mj-lt"/>
              </a:rPr>
              <a:t>Challenge-led pilots, mentorship and market pathways</a:t>
            </a:r>
            <a:endParaRPr lang="en-US" sz="800" dirty="0">
              <a:solidFill>
                <a:prstClr val="black"/>
              </a:solidFill>
              <a:latin typeface="+mj-lt"/>
            </a:endParaRPr>
          </a:p>
        </p:txBody>
      </p:sp>
      <p:sp>
        <p:nvSpPr>
          <p:cNvPr id="343" name="Shape 72">
            <a:extLst>
              <a:ext uri="{FF2B5EF4-FFF2-40B4-BE49-F238E27FC236}">
                <a16:creationId xmlns:a16="http://schemas.microsoft.com/office/drawing/2014/main" id="{0A120734-3E16-51F8-8EBD-1C6065F3B17B}"/>
              </a:ext>
            </a:extLst>
          </p:cNvPr>
          <p:cNvSpPr/>
          <p:nvPr/>
        </p:nvSpPr>
        <p:spPr>
          <a:xfrm>
            <a:off x="4114800" y="5866342"/>
            <a:ext cx="3364992" cy="576072"/>
          </a:xfrm>
          <a:prstGeom prst="roundRect">
            <a:avLst>
              <a:gd name="adj" fmla="val 9524"/>
            </a:avLst>
          </a:prstGeom>
          <a:solidFill>
            <a:srgbClr val="FFFFFF"/>
          </a:solidFill>
          <a:ln w="12700">
            <a:solidFill>
              <a:srgbClr val="D8E2E7"/>
            </a:solidFill>
            <a:prstDash val="solid"/>
          </a:ln>
        </p:spPr>
        <p:txBody>
          <a:bodyPr/>
          <a:lstStyle/>
          <a:p>
            <a:endParaRPr lang="en-IN" sz="2000">
              <a:solidFill>
                <a:prstClr val="black"/>
              </a:solidFill>
              <a:latin typeface="+mj-lt"/>
            </a:endParaRPr>
          </a:p>
        </p:txBody>
      </p:sp>
      <p:sp>
        <p:nvSpPr>
          <p:cNvPr id="344" name="Shape 73">
            <a:extLst>
              <a:ext uri="{FF2B5EF4-FFF2-40B4-BE49-F238E27FC236}">
                <a16:creationId xmlns:a16="http://schemas.microsoft.com/office/drawing/2014/main" id="{5BC29BBC-0DC1-93C7-157A-0E6F110383D7}"/>
              </a:ext>
            </a:extLst>
          </p:cNvPr>
          <p:cNvSpPr/>
          <p:nvPr/>
        </p:nvSpPr>
        <p:spPr>
          <a:xfrm>
            <a:off x="4270248" y="6012646"/>
            <a:ext cx="283464" cy="283464"/>
          </a:xfrm>
          <a:prstGeom prst="ellipse">
            <a:avLst/>
          </a:prstGeom>
          <a:solidFill>
            <a:srgbClr val="007CB0"/>
          </a:solidFill>
          <a:ln w="12700">
            <a:solidFill>
              <a:srgbClr val="007CB0"/>
            </a:solidFill>
            <a:prstDash val="solid"/>
          </a:ln>
        </p:spPr>
        <p:txBody>
          <a:bodyPr/>
          <a:lstStyle/>
          <a:p>
            <a:endParaRPr lang="en-IN" sz="2000">
              <a:solidFill>
                <a:prstClr val="black"/>
              </a:solidFill>
              <a:latin typeface="+mj-lt"/>
            </a:endParaRPr>
          </a:p>
        </p:txBody>
      </p:sp>
      <p:pic>
        <p:nvPicPr>
          <p:cNvPr id="345" name="Image 16" descr="preencoded.png">
            <a:extLst>
              <a:ext uri="{FF2B5EF4-FFF2-40B4-BE49-F238E27FC236}">
                <a16:creationId xmlns:a16="http://schemas.microsoft.com/office/drawing/2014/main" id="{5A1EB335-D6A2-A39F-868F-104A2BD8E967}"/>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4343400" y="6085798"/>
            <a:ext cx="137160" cy="137160"/>
          </a:xfrm>
          <a:prstGeom prst="rect">
            <a:avLst/>
          </a:prstGeom>
        </p:spPr>
      </p:pic>
      <p:sp>
        <p:nvSpPr>
          <p:cNvPr id="346" name="Text 74">
            <a:extLst>
              <a:ext uri="{FF2B5EF4-FFF2-40B4-BE49-F238E27FC236}">
                <a16:creationId xmlns:a16="http://schemas.microsoft.com/office/drawing/2014/main" id="{543E855A-150A-D4FE-1B3A-A08C96EC88F0}"/>
              </a:ext>
            </a:extLst>
          </p:cNvPr>
          <p:cNvSpPr/>
          <p:nvPr/>
        </p:nvSpPr>
        <p:spPr>
          <a:xfrm>
            <a:off x="4681728" y="5966926"/>
            <a:ext cx="2487168" cy="164592"/>
          </a:xfrm>
          <a:prstGeom prst="rect">
            <a:avLst/>
          </a:prstGeom>
          <a:noFill/>
          <a:ln/>
        </p:spPr>
        <p:txBody>
          <a:bodyPr wrap="square" lIns="0" tIns="0" rIns="0" bIns="0" rtlCol="0" anchor="ctr">
            <a:normAutofit/>
          </a:bodyPr>
          <a:lstStyle/>
          <a:p>
            <a:r>
              <a:rPr lang="en-US" sz="900" b="1" dirty="0">
                <a:solidFill>
                  <a:srgbClr val="0B2739"/>
                </a:solidFill>
                <a:latin typeface="+mj-lt"/>
              </a:rPr>
              <a:t>Stronger collaboration</a:t>
            </a:r>
            <a:endParaRPr lang="en-US" sz="900" dirty="0">
              <a:solidFill>
                <a:prstClr val="black"/>
              </a:solidFill>
              <a:latin typeface="+mj-lt"/>
            </a:endParaRPr>
          </a:p>
        </p:txBody>
      </p:sp>
      <p:sp>
        <p:nvSpPr>
          <p:cNvPr id="347" name="Text 75">
            <a:extLst>
              <a:ext uri="{FF2B5EF4-FFF2-40B4-BE49-F238E27FC236}">
                <a16:creationId xmlns:a16="http://schemas.microsoft.com/office/drawing/2014/main" id="{4141AA9C-E9EB-1D02-ED76-781A88D20EB4}"/>
              </a:ext>
            </a:extLst>
          </p:cNvPr>
          <p:cNvSpPr/>
          <p:nvPr/>
        </p:nvSpPr>
        <p:spPr>
          <a:xfrm>
            <a:off x="4681728" y="6177238"/>
            <a:ext cx="2487168" cy="128016"/>
          </a:xfrm>
          <a:prstGeom prst="rect">
            <a:avLst/>
          </a:prstGeom>
          <a:noFill/>
          <a:ln/>
        </p:spPr>
        <p:txBody>
          <a:bodyPr wrap="square" lIns="0" tIns="0" rIns="0" bIns="0" rtlCol="0" anchor="ctr">
            <a:normAutofit/>
          </a:bodyPr>
          <a:lstStyle/>
          <a:p>
            <a:r>
              <a:rPr lang="en-US" sz="600" dirty="0">
                <a:solidFill>
                  <a:srgbClr val="596875"/>
                </a:solidFill>
                <a:latin typeface="+mj-lt"/>
              </a:rPr>
              <a:t>Government, academia and industry co-create solutions</a:t>
            </a:r>
            <a:endParaRPr lang="en-US" sz="600" dirty="0">
              <a:solidFill>
                <a:prstClr val="black"/>
              </a:solidFill>
              <a:latin typeface="+mj-lt"/>
            </a:endParaRPr>
          </a:p>
        </p:txBody>
      </p:sp>
      <p:sp>
        <p:nvSpPr>
          <p:cNvPr id="348" name="Shape 76">
            <a:extLst>
              <a:ext uri="{FF2B5EF4-FFF2-40B4-BE49-F238E27FC236}">
                <a16:creationId xmlns:a16="http://schemas.microsoft.com/office/drawing/2014/main" id="{F5566B32-7ED9-33A6-A861-74933B38D773}"/>
              </a:ext>
            </a:extLst>
          </p:cNvPr>
          <p:cNvSpPr/>
          <p:nvPr/>
        </p:nvSpPr>
        <p:spPr>
          <a:xfrm>
            <a:off x="7680960" y="5866342"/>
            <a:ext cx="3364992" cy="576072"/>
          </a:xfrm>
          <a:prstGeom prst="roundRect">
            <a:avLst>
              <a:gd name="adj" fmla="val 9524"/>
            </a:avLst>
          </a:prstGeom>
          <a:solidFill>
            <a:srgbClr val="FFFFFF"/>
          </a:solidFill>
          <a:ln w="12700">
            <a:solidFill>
              <a:srgbClr val="D8E2E7"/>
            </a:solidFill>
            <a:prstDash val="solid"/>
          </a:ln>
        </p:spPr>
        <p:txBody>
          <a:bodyPr/>
          <a:lstStyle/>
          <a:p>
            <a:endParaRPr lang="en-IN" sz="2000">
              <a:solidFill>
                <a:prstClr val="black"/>
              </a:solidFill>
              <a:latin typeface="+mj-lt"/>
            </a:endParaRPr>
          </a:p>
        </p:txBody>
      </p:sp>
      <p:sp>
        <p:nvSpPr>
          <p:cNvPr id="349" name="Shape 77">
            <a:extLst>
              <a:ext uri="{FF2B5EF4-FFF2-40B4-BE49-F238E27FC236}">
                <a16:creationId xmlns:a16="http://schemas.microsoft.com/office/drawing/2014/main" id="{6CFBFFD7-6401-3C18-5A2F-D863A0A7F2EC}"/>
              </a:ext>
            </a:extLst>
          </p:cNvPr>
          <p:cNvSpPr/>
          <p:nvPr/>
        </p:nvSpPr>
        <p:spPr>
          <a:xfrm>
            <a:off x="7836408" y="6012646"/>
            <a:ext cx="283464" cy="283464"/>
          </a:xfrm>
          <a:prstGeom prst="ellipse">
            <a:avLst/>
          </a:prstGeom>
          <a:solidFill>
            <a:srgbClr val="43B02A"/>
          </a:solidFill>
          <a:ln w="12700">
            <a:solidFill>
              <a:srgbClr val="43B02A"/>
            </a:solidFill>
            <a:prstDash val="solid"/>
          </a:ln>
        </p:spPr>
        <p:txBody>
          <a:bodyPr/>
          <a:lstStyle/>
          <a:p>
            <a:endParaRPr lang="en-IN" sz="2000">
              <a:solidFill>
                <a:prstClr val="black"/>
              </a:solidFill>
              <a:latin typeface="+mj-lt"/>
            </a:endParaRPr>
          </a:p>
        </p:txBody>
      </p:sp>
      <p:pic>
        <p:nvPicPr>
          <p:cNvPr id="350" name="Image 17" descr="preencoded.png">
            <a:extLst>
              <a:ext uri="{FF2B5EF4-FFF2-40B4-BE49-F238E27FC236}">
                <a16:creationId xmlns:a16="http://schemas.microsoft.com/office/drawing/2014/main" id="{94501134-CBC6-D3B9-4FCE-490DE3BFE174}"/>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909560" y="6085798"/>
            <a:ext cx="137160" cy="137160"/>
          </a:xfrm>
          <a:prstGeom prst="rect">
            <a:avLst/>
          </a:prstGeom>
        </p:spPr>
      </p:pic>
      <p:sp>
        <p:nvSpPr>
          <p:cNvPr id="351" name="Text 78">
            <a:extLst>
              <a:ext uri="{FF2B5EF4-FFF2-40B4-BE49-F238E27FC236}">
                <a16:creationId xmlns:a16="http://schemas.microsoft.com/office/drawing/2014/main" id="{9A7C897A-4BC0-AE61-13C2-A8DA435465BC}"/>
              </a:ext>
            </a:extLst>
          </p:cNvPr>
          <p:cNvSpPr/>
          <p:nvPr/>
        </p:nvSpPr>
        <p:spPr>
          <a:xfrm>
            <a:off x="8247888" y="5966926"/>
            <a:ext cx="2487168" cy="164592"/>
          </a:xfrm>
          <a:prstGeom prst="rect">
            <a:avLst/>
          </a:prstGeom>
          <a:noFill/>
          <a:ln/>
        </p:spPr>
        <p:txBody>
          <a:bodyPr wrap="square" lIns="0" tIns="0" rIns="0" bIns="0" rtlCol="0" anchor="ctr">
            <a:normAutofit/>
          </a:bodyPr>
          <a:lstStyle/>
          <a:p>
            <a:r>
              <a:rPr lang="en-US" sz="900" b="1" dirty="0">
                <a:solidFill>
                  <a:srgbClr val="0B2739"/>
                </a:solidFill>
                <a:latin typeface="+mj-lt"/>
              </a:rPr>
              <a:t>Himalayan AI lighthouse</a:t>
            </a:r>
            <a:endParaRPr lang="en-US" sz="900" dirty="0">
              <a:solidFill>
                <a:prstClr val="black"/>
              </a:solidFill>
              <a:latin typeface="+mj-lt"/>
            </a:endParaRPr>
          </a:p>
        </p:txBody>
      </p:sp>
      <p:sp>
        <p:nvSpPr>
          <p:cNvPr id="352" name="Text 79">
            <a:extLst>
              <a:ext uri="{FF2B5EF4-FFF2-40B4-BE49-F238E27FC236}">
                <a16:creationId xmlns:a16="http://schemas.microsoft.com/office/drawing/2014/main" id="{281D2C31-EC61-6AEE-30AB-40843971844C}"/>
              </a:ext>
            </a:extLst>
          </p:cNvPr>
          <p:cNvSpPr/>
          <p:nvPr/>
        </p:nvSpPr>
        <p:spPr>
          <a:xfrm>
            <a:off x="8247888" y="6177238"/>
            <a:ext cx="2487168" cy="128016"/>
          </a:xfrm>
          <a:prstGeom prst="rect">
            <a:avLst/>
          </a:prstGeom>
          <a:noFill/>
          <a:ln/>
        </p:spPr>
        <p:txBody>
          <a:bodyPr wrap="square" lIns="0" tIns="0" rIns="0" bIns="0" rtlCol="0" anchor="ctr">
            <a:normAutofit/>
          </a:bodyPr>
          <a:lstStyle/>
          <a:p>
            <a:r>
              <a:rPr lang="en-US" sz="700" dirty="0">
                <a:solidFill>
                  <a:srgbClr val="596875"/>
                </a:solidFill>
                <a:latin typeface="+mj-lt"/>
              </a:rPr>
              <a:t>A responsible model replicable across similar regions</a:t>
            </a:r>
            <a:endParaRPr lang="en-US" sz="700" dirty="0">
              <a:solidFill>
                <a:prstClr val="black"/>
              </a:solidFill>
              <a:latin typeface="+mj-lt"/>
            </a:endParaRPr>
          </a:p>
        </p:txBody>
      </p:sp>
    </p:spTree>
    <p:extLst>
      <p:ext uri="{BB962C8B-B14F-4D97-AF65-F5344CB8AC3E}">
        <p14:creationId xmlns:p14="http://schemas.microsoft.com/office/powerpoint/2010/main" val="2494004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69900" y="146946"/>
            <a:ext cx="11252200" cy="334102"/>
          </a:xfrm>
        </p:spPr>
        <p:txBody>
          <a:bodyPr/>
          <a:lstStyle/>
          <a:p>
            <a:r>
              <a:rPr lang="en-US" b="1" dirty="0">
                <a:solidFill>
                  <a:srgbClr val="0B2739"/>
                </a:solidFill>
              </a:rPr>
              <a:t>An integrated AI-CoE converts fragmented initiatives into sustained public value</a:t>
            </a:r>
            <a:endParaRPr lang="en-US" dirty="0"/>
          </a:p>
        </p:txBody>
      </p:sp>
      <p:grpSp>
        <p:nvGrpSpPr>
          <p:cNvPr id="2" name="Group 1">
            <a:extLst>
              <a:ext uri="{FF2B5EF4-FFF2-40B4-BE49-F238E27FC236}">
                <a16:creationId xmlns:a16="http://schemas.microsoft.com/office/drawing/2014/main" id="{1B743C18-0223-5C28-67A5-3C1403DE11B6}"/>
              </a:ext>
            </a:extLst>
          </p:cNvPr>
          <p:cNvGrpSpPr/>
          <p:nvPr/>
        </p:nvGrpSpPr>
        <p:grpSpPr>
          <a:xfrm>
            <a:off x="0" y="680575"/>
            <a:ext cx="5752976" cy="151621"/>
            <a:chOff x="0" y="786578"/>
            <a:chExt cx="5752976" cy="151621"/>
          </a:xfrm>
        </p:grpSpPr>
        <p:cxnSp>
          <p:nvCxnSpPr>
            <p:cNvPr id="5" name="Straight Connector 4">
              <a:extLst>
                <a:ext uri="{FF2B5EF4-FFF2-40B4-BE49-F238E27FC236}">
                  <a16:creationId xmlns:a16="http://schemas.microsoft.com/office/drawing/2014/main" id="{70A8F7B7-9106-5FAD-6FC5-E430CF765DFD}"/>
                </a:ext>
              </a:extLst>
            </p:cNvPr>
            <p:cNvCxnSpPr>
              <a:cxnSpLocks/>
            </p:cNvCxnSpPr>
            <p:nvPr/>
          </p:nvCxnSpPr>
          <p:spPr>
            <a:xfrm>
              <a:off x="0" y="862388"/>
              <a:ext cx="5673213" cy="0"/>
            </a:xfrm>
            <a:prstGeom prst="line">
              <a:avLst/>
            </a:prstGeom>
            <a:ln>
              <a:solidFill>
                <a:srgbClr val="92D050"/>
              </a:solidFill>
            </a:ln>
          </p:spPr>
          <p:style>
            <a:lnRef idx="2">
              <a:schemeClr val="accent1"/>
            </a:lnRef>
            <a:fillRef idx="0">
              <a:schemeClr val="accent1"/>
            </a:fillRef>
            <a:effectRef idx="1">
              <a:schemeClr val="accent1"/>
            </a:effectRef>
            <a:fontRef idx="minor">
              <a:schemeClr val="tx1"/>
            </a:fontRef>
          </p:style>
        </p:cxnSp>
        <p:sp>
          <p:nvSpPr>
            <p:cNvPr id="6" name="Diamond 5">
              <a:extLst>
                <a:ext uri="{FF2B5EF4-FFF2-40B4-BE49-F238E27FC236}">
                  <a16:creationId xmlns:a16="http://schemas.microsoft.com/office/drawing/2014/main" id="{19DDA633-2BAE-8CE4-1FC9-1A285CFDC879}"/>
                </a:ext>
              </a:extLst>
            </p:cNvPr>
            <p:cNvSpPr/>
            <p:nvPr/>
          </p:nvSpPr>
          <p:spPr>
            <a:xfrm>
              <a:off x="5661536" y="786578"/>
              <a:ext cx="91440" cy="151621"/>
            </a:xfrm>
            <a:prstGeom prst="diamond">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grpSp>
      <p:sp>
        <p:nvSpPr>
          <p:cNvPr id="8" name="Text 2">
            <a:extLst>
              <a:ext uri="{FF2B5EF4-FFF2-40B4-BE49-F238E27FC236}">
                <a16:creationId xmlns:a16="http://schemas.microsoft.com/office/drawing/2014/main" id="{950B7A86-1E27-9A92-E62E-D6E47C65320B}"/>
              </a:ext>
            </a:extLst>
          </p:cNvPr>
          <p:cNvSpPr/>
          <p:nvPr/>
        </p:nvSpPr>
        <p:spPr>
          <a:xfrm>
            <a:off x="502920" y="426184"/>
            <a:ext cx="10698480" cy="246888"/>
          </a:xfrm>
          <a:prstGeom prst="rect">
            <a:avLst/>
          </a:prstGeom>
          <a:noFill/>
          <a:ln/>
        </p:spPr>
        <p:txBody>
          <a:bodyPr wrap="square" lIns="0" tIns="0" rIns="0" bIns="0" rtlCol="0" anchor="ctr"/>
          <a:lstStyle/>
          <a:p>
            <a:pPr marL="0" indent="0">
              <a:buNone/>
            </a:pPr>
            <a:r>
              <a:rPr lang="en-US" sz="1050" dirty="0">
                <a:solidFill>
                  <a:srgbClr val="596875"/>
                </a:solidFill>
                <a:latin typeface="+mj-lt"/>
              </a:rPr>
              <a:t>The Centre of Excellence combines strategy, shared capabilities, delivery governance and adoption to scale trusted AI across the State</a:t>
            </a:r>
            <a:endParaRPr lang="en-US" sz="1050" dirty="0">
              <a:latin typeface="+mj-lt"/>
            </a:endParaRPr>
          </a:p>
        </p:txBody>
      </p:sp>
      <p:sp>
        <p:nvSpPr>
          <p:cNvPr id="10" name="Shape 3">
            <a:extLst>
              <a:ext uri="{FF2B5EF4-FFF2-40B4-BE49-F238E27FC236}">
                <a16:creationId xmlns:a16="http://schemas.microsoft.com/office/drawing/2014/main" id="{089A0B47-3150-8561-A025-C65785182E5C}"/>
              </a:ext>
            </a:extLst>
          </p:cNvPr>
          <p:cNvSpPr/>
          <p:nvPr/>
        </p:nvSpPr>
        <p:spPr>
          <a:xfrm>
            <a:off x="469900" y="1031723"/>
            <a:ext cx="5321808" cy="4498848"/>
          </a:xfrm>
          <a:prstGeom prst="roundRect">
            <a:avLst>
              <a:gd name="adj" fmla="val 2033"/>
            </a:avLst>
          </a:prstGeom>
          <a:solidFill>
            <a:srgbClr val="F1F5F6"/>
          </a:solidFill>
          <a:ln w="12700">
            <a:solidFill>
              <a:srgbClr val="D8E2E7"/>
            </a:solidFill>
            <a:prstDash val="solid"/>
          </a:ln>
        </p:spPr>
        <p:txBody>
          <a:bodyPr/>
          <a:lstStyle/>
          <a:p>
            <a:endParaRPr lang="en-IN" sz="2400">
              <a:latin typeface="+mj-lt"/>
            </a:endParaRPr>
          </a:p>
        </p:txBody>
      </p:sp>
      <p:sp>
        <p:nvSpPr>
          <p:cNvPr id="12" name="Text 4">
            <a:extLst>
              <a:ext uri="{FF2B5EF4-FFF2-40B4-BE49-F238E27FC236}">
                <a16:creationId xmlns:a16="http://schemas.microsoft.com/office/drawing/2014/main" id="{CABE28DF-EB5E-77DA-D9EF-4A7774159DA6}"/>
              </a:ext>
            </a:extLst>
          </p:cNvPr>
          <p:cNvSpPr/>
          <p:nvPr/>
        </p:nvSpPr>
        <p:spPr>
          <a:xfrm>
            <a:off x="753364" y="1306043"/>
            <a:ext cx="3474720" cy="182880"/>
          </a:xfrm>
          <a:prstGeom prst="rect">
            <a:avLst/>
          </a:prstGeom>
          <a:noFill/>
          <a:ln/>
        </p:spPr>
        <p:txBody>
          <a:bodyPr wrap="square" lIns="0" tIns="0" rIns="0" bIns="0" rtlCol="0" anchor="ctr"/>
          <a:lstStyle/>
          <a:p>
            <a:pPr marL="0" indent="0">
              <a:buNone/>
            </a:pPr>
            <a:r>
              <a:rPr lang="en-US" sz="1000" b="1" dirty="0">
                <a:solidFill>
                  <a:srgbClr val="43B02A"/>
                </a:solidFill>
                <a:latin typeface="+mj-lt"/>
              </a:rPr>
              <a:t>WHAT THE INTEGRATED COE UNLOCKS</a:t>
            </a:r>
            <a:endParaRPr lang="en-US" sz="1000" dirty="0">
              <a:latin typeface="+mj-lt"/>
            </a:endParaRPr>
          </a:p>
        </p:txBody>
      </p:sp>
      <p:sp>
        <p:nvSpPr>
          <p:cNvPr id="14" name="Text 5">
            <a:extLst>
              <a:ext uri="{FF2B5EF4-FFF2-40B4-BE49-F238E27FC236}">
                <a16:creationId xmlns:a16="http://schemas.microsoft.com/office/drawing/2014/main" id="{8D8CEB5A-0FA2-CE6A-F741-1DF98587BDF5}"/>
              </a:ext>
            </a:extLst>
          </p:cNvPr>
          <p:cNvSpPr/>
          <p:nvPr/>
        </p:nvSpPr>
        <p:spPr>
          <a:xfrm>
            <a:off x="753364" y="1626083"/>
            <a:ext cx="4389120" cy="310896"/>
          </a:xfrm>
          <a:prstGeom prst="rect">
            <a:avLst/>
          </a:prstGeom>
          <a:noFill/>
          <a:ln/>
        </p:spPr>
        <p:txBody>
          <a:bodyPr wrap="square" lIns="0" tIns="0" rIns="0" bIns="0" rtlCol="0" anchor="ctr"/>
          <a:lstStyle/>
          <a:p>
            <a:pPr marL="0" indent="0">
              <a:buNone/>
            </a:pPr>
            <a:r>
              <a:rPr lang="en-US" sz="2000" b="1" dirty="0">
                <a:solidFill>
                  <a:srgbClr val="0B2739"/>
                </a:solidFill>
                <a:latin typeface="+mj-lt"/>
              </a:rPr>
              <a:t>Six capabilities working as one operating system</a:t>
            </a:r>
            <a:endParaRPr lang="en-US" sz="2000" dirty="0">
              <a:latin typeface="+mj-lt"/>
            </a:endParaRPr>
          </a:p>
        </p:txBody>
      </p:sp>
      <p:sp>
        <p:nvSpPr>
          <p:cNvPr id="16" name="Shape 6">
            <a:extLst>
              <a:ext uri="{FF2B5EF4-FFF2-40B4-BE49-F238E27FC236}">
                <a16:creationId xmlns:a16="http://schemas.microsoft.com/office/drawing/2014/main" id="{0F769C31-699B-FF1A-EB42-538452A35758}"/>
              </a:ext>
            </a:extLst>
          </p:cNvPr>
          <p:cNvSpPr/>
          <p:nvPr/>
        </p:nvSpPr>
        <p:spPr>
          <a:xfrm flipH="1" flipV="1">
            <a:off x="1823212" y="2686787"/>
            <a:ext cx="1307592" cy="740664"/>
          </a:xfrm>
          <a:prstGeom prst="line">
            <a:avLst/>
          </a:prstGeom>
          <a:noFill/>
          <a:ln w="15240">
            <a:solidFill>
              <a:srgbClr val="BACCD3"/>
            </a:solidFill>
            <a:prstDash val="solid"/>
          </a:ln>
        </p:spPr>
        <p:txBody>
          <a:bodyPr/>
          <a:lstStyle/>
          <a:p>
            <a:endParaRPr lang="en-IN" sz="2400">
              <a:latin typeface="+mj-lt"/>
            </a:endParaRPr>
          </a:p>
        </p:txBody>
      </p:sp>
      <p:sp>
        <p:nvSpPr>
          <p:cNvPr id="18" name="Shape 7">
            <a:extLst>
              <a:ext uri="{FF2B5EF4-FFF2-40B4-BE49-F238E27FC236}">
                <a16:creationId xmlns:a16="http://schemas.microsoft.com/office/drawing/2014/main" id="{02B97B78-2275-B069-C92A-031B9710A0F0}"/>
              </a:ext>
            </a:extLst>
          </p:cNvPr>
          <p:cNvSpPr/>
          <p:nvPr/>
        </p:nvSpPr>
        <p:spPr>
          <a:xfrm flipV="1">
            <a:off x="3130804" y="2686787"/>
            <a:ext cx="1161288" cy="740664"/>
          </a:xfrm>
          <a:prstGeom prst="line">
            <a:avLst/>
          </a:prstGeom>
          <a:noFill/>
          <a:ln w="15240">
            <a:solidFill>
              <a:srgbClr val="BACCD3"/>
            </a:solidFill>
            <a:prstDash val="solid"/>
          </a:ln>
        </p:spPr>
        <p:txBody>
          <a:bodyPr/>
          <a:lstStyle/>
          <a:p>
            <a:endParaRPr lang="en-IN" sz="2400">
              <a:latin typeface="+mj-lt"/>
            </a:endParaRPr>
          </a:p>
        </p:txBody>
      </p:sp>
      <p:sp>
        <p:nvSpPr>
          <p:cNvPr id="20" name="Shape 8">
            <a:extLst>
              <a:ext uri="{FF2B5EF4-FFF2-40B4-BE49-F238E27FC236}">
                <a16:creationId xmlns:a16="http://schemas.microsoft.com/office/drawing/2014/main" id="{11EEC78F-68F5-C9A8-973E-8B1789DE8AD5}"/>
              </a:ext>
            </a:extLst>
          </p:cNvPr>
          <p:cNvSpPr/>
          <p:nvPr/>
        </p:nvSpPr>
        <p:spPr>
          <a:xfrm flipH="1">
            <a:off x="1823212" y="3427451"/>
            <a:ext cx="1307592" cy="585216"/>
          </a:xfrm>
          <a:prstGeom prst="line">
            <a:avLst/>
          </a:prstGeom>
          <a:noFill/>
          <a:ln w="15240">
            <a:solidFill>
              <a:srgbClr val="BACCD3"/>
            </a:solidFill>
            <a:prstDash val="solid"/>
          </a:ln>
        </p:spPr>
        <p:txBody>
          <a:bodyPr/>
          <a:lstStyle/>
          <a:p>
            <a:endParaRPr lang="en-IN" sz="2400">
              <a:latin typeface="+mj-lt"/>
            </a:endParaRPr>
          </a:p>
        </p:txBody>
      </p:sp>
      <p:sp>
        <p:nvSpPr>
          <p:cNvPr id="22" name="Shape 9">
            <a:extLst>
              <a:ext uri="{FF2B5EF4-FFF2-40B4-BE49-F238E27FC236}">
                <a16:creationId xmlns:a16="http://schemas.microsoft.com/office/drawing/2014/main" id="{80A9E297-9FC9-9F87-B83F-A9AA9DC57CB7}"/>
              </a:ext>
            </a:extLst>
          </p:cNvPr>
          <p:cNvSpPr/>
          <p:nvPr/>
        </p:nvSpPr>
        <p:spPr>
          <a:xfrm>
            <a:off x="3130804" y="3427451"/>
            <a:ext cx="1161288" cy="585216"/>
          </a:xfrm>
          <a:prstGeom prst="line">
            <a:avLst/>
          </a:prstGeom>
          <a:noFill/>
          <a:ln w="15240">
            <a:solidFill>
              <a:srgbClr val="BACCD3"/>
            </a:solidFill>
            <a:prstDash val="solid"/>
          </a:ln>
        </p:spPr>
        <p:txBody>
          <a:bodyPr/>
          <a:lstStyle/>
          <a:p>
            <a:endParaRPr lang="en-IN" sz="2400">
              <a:latin typeface="+mj-lt"/>
            </a:endParaRPr>
          </a:p>
        </p:txBody>
      </p:sp>
      <p:sp>
        <p:nvSpPr>
          <p:cNvPr id="24" name="Shape 10">
            <a:extLst>
              <a:ext uri="{FF2B5EF4-FFF2-40B4-BE49-F238E27FC236}">
                <a16:creationId xmlns:a16="http://schemas.microsoft.com/office/drawing/2014/main" id="{0766A448-262C-8CDC-9779-14953B04803C}"/>
              </a:ext>
            </a:extLst>
          </p:cNvPr>
          <p:cNvSpPr/>
          <p:nvPr/>
        </p:nvSpPr>
        <p:spPr>
          <a:xfrm flipH="1">
            <a:off x="1823212" y="3427451"/>
            <a:ext cx="1307592" cy="1911096"/>
          </a:xfrm>
          <a:prstGeom prst="line">
            <a:avLst/>
          </a:prstGeom>
          <a:noFill/>
          <a:ln w="15240">
            <a:solidFill>
              <a:srgbClr val="BACCD3"/>
            </a:solidFill>
            <a:prstDash val="solid"/>
          </a:ln>
        </p:spPr>
        <p:txBody>
          <a:bodyPr/>
          <a:lstStyle/>
          <a:p>
            <a:endParaRPr lang="en-IN" sz="2400">
              <a:latin typeface="+mj-lt"/>
            </a:endParaRPr>
          </a:p>
        </p:txBody>
      </p:sp>
      <p:sp>
        <p:nvSpPr>
          <p:cNvPr id="26" name="Shape 11">
            <a:extLst>
              <a:ext uri="{FF2B5EF4-FFF2-40B4-BE49-F238E27FC236}">
                <a16:creationId xmlns:a16="http://schemas.microsoft.com/office/drawing/2014/main" id="{423EB872-2BC3-7652-5EE3-6CF8133B5C82}"/>
              </a:ext>
            </a:extLst>
          </p:cNvPr>
          <p:cNvSpPr/>
          <p:nvPr/>
        </p:nvSpPr>
        <p:spPr>
          <a:xfrm>
            <a:off x="3130804" y="3427451"/>
            <a:ext cx="1161288" cy="1911096"/>
          </a:xfrm>
          <a:prstGeom prst="line">
            <a:avLst/>
          </a:prstGeom>
          <a:noFill/>
          <a:ln w="15240">
            <a:solidFill>
              <a:srgbClr val="BACCD3"/>
            </a:solidFill>
            <a:prstDash val="solid"/>
          </a:ln>
        </p:spPr>
        <p:txBody>
          <a:bodyPr/>
          <a:lstStyle/>
          <a:p>
            <a:endParaRPr lang="en-IN" sz="2400">
              <a:latin typeface="+mj-lt"/>
            </a:endParaRPr>
          </a:p>
        </p:txBody>
      </p:sp>
      <p:sp>
        <p:nvSpPr>
          <p:cNvPr id="28" name="Shape 12">
            <a:extLst>
              <a:ext uri="{FF2B5EF4-FFF2-40B4-BE49-F238E27FC236}">
                <a16:creationId xmlns:a16="http://schemas.microsoft.com/office/drawing/2014/main" id="{9C47460A-DB84-017A-E77C-8A3786ED17DF}"/>
              </a:ext>
            </a:extLst>
          </p:cNvPr>
          <p:cNvSpPr/>
          <p:nvPr/>
        </p:nvSpPr>
        <p:spPr>
          <a:xfrm>
            <a:off x="2545588" y="2842235"/>
            <a:ext cx="1170432" cy="1170432"/>
          </a:xfrm>
          <a:prstGeom prst="ellipse">
            <a:avLst/>
          </a:prstGeom>
          <a:solidFill>
            <a:srgbClr val="0B2739"/>
          </a:solidFill>
          <a:ln w="31750">
            <a:solidFill>
              <a:srgbClr val="86BC25"/>
            </a:solidFill>
            <a:prstDash val="solid"/>
          </a:ln>
          <a:effectLst>
            <a:outerShdw blurRad="12700" dist="4445" dir="2700000" algn="bl" rotWithShape="0">
              <a:srgbClr val="000000">
                <a:alpha val="12000"/>
              </a:srgbClr>
            </a:outerShdw>
          </a:effectLst>
        </p:spPr>
        <p:txBody>
          <a:bodyPr/>
          <a:lstStyle/>
          <a:p>
            <a:endParaRPr lang="en-IN" sz="2400">
              <a:latin typeface="+mj-lt"/>
            </a:endParaRPr>
          </a:p>
        </p:txBody>
      </p:sp>
      <p:pic>
        <p:nvPicPr>
          <p:cNvPr id="30" name="Image 0" descr="preencoded.png">
            <a:extLst>
              <a:ext uri="{FF2B5EF4-FFF2-40B4-BE49-F238E27FC236}">
                <a16:creationId xmlns:a16="http://schemas.microsoft.com/office/drawing/2014/main" id="{A24B68EE-A60F-23D7-EA52-09D7199529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883916" y="3107411"/>
            <a:ext cx="438912" cy="438912"/>
          </a:xfrm>
          <a:prstGeom prst="rect">
            <a:avLst/>
          </a:prstGeom>
        </p:spPr>
      </p:pic>
      <p:sp>
        <p:nvSpPr>
          <p:cNvPr id="32" name="Text 13">
            <a:extLst>
              <a:ext uri="{FF2B5EF4-FFF2-40B4-BE49-F238E27FC236}">
                <a16:creationId xmlns:a16="http://schemas.microsoft.com/office/drawing/2014/main" id="{7C5F0C12-A11A-64E6-445E-1606374674C4}"/>
              </a:ext>
            </a:extLst>
          </p:cNvPr>
          <p:cNvSpPr/>
          <p:nvPr/>
        </p:nvSpPr>
        <p:spPr>
          <a:xfrm>
            <a:off x="2765044" y="3665195"/>
            <a:ext cx="740664" cy="155448"/>
          </a:xfrm>
          <a:prstGeom prst="rect">
            <a:avLst/>
          </a:prstGeom>
          <a:noFill/>
          <a:ln/>
        </p:spPr>
        <p:txBody>
          <a:bodyPr wrap="square" lIns="0" tIns="0" rIns="0" bIns="0" rtlCol="0" anchor="ctr"/>
          <a:lstStyle/>
          <a:p>
            <a:pPr marL="0" indent="0" algn="ctr">
              <a:buNone/>
            </a:pPr>
            <a:r>
              <a:rPr lang="en-US" sz="1000" b="1" dirty="0">
                <a:solidFill>
                  <a:srgbClr val="FFFFFF"/>
                </a:solidFill>
                <a:latin typeface="+mj-lt"/>
              </a:rPr>
              <a:t>AI-CoE</a:t>
            </a:r>
            <a:endParaRPr lang="en-US" sz="1000" dirty="0">
              <a:latin typeface="+mj-lt"/>
            </a:endParaRPr>
          </a:p>
        </p:txBody>
      </p:sp>
      <p:sp>
        <p:nvSpPr>
          <p:cNvPr id="34" name="Shape 14">
            <a:extLst>
              <a:ext uri="{FF2B5EF4-FFF2-40B4-BE49-F238E27FC236}">
                <a16:creationId xmlns:a16="http://schemas.microsoft.com/office/drawing/2014/main" id="{3A95FB58-8304-46D7-6342-E801AB3781BC}"/>
              </a:ext>
            </a:extLst>
          </p:cNvPr>
          <p:cNvSpPr/>
          <p:nvPr/>
        </p:nvSpPr>
        <p:spPr>
          <a:xfrm>
            <a:off x="716788" y="2083283"/>
            <a:ext cx="2157984" cy="1024128"/>
          </a:xfrm>
          <a:prstGeom prst="roundRect">
            <a:avLst>
              <a:gd name="adj" fmla="val 7143"/>
            </a:avLst>
          </a:prstGeom>
          <a:solidFill>
            <a:srgbClr val="FFFFFF"/>
          </a:solidFill>
          <a:ln w="12700">
            <a:solidFill>
              <a:srgbClr val="D8E2E7"/>
            </a:solidFill>
            <a:prstDash val="solid"/>
          </a:ln>
          <a:effectLst>
            <a:outerShdw blurRad="8890" dist="2794" dir="2700000" algn="bl" rotWithShape="0">
              <a:srgbClr val="000000">
                <a:alpha val="8000"/>
              </a:srgbClr>
            </a:outerShdw>
          </a:effectLst>
        </p:spPr>
        <p:txBody>
          <a:bodyPr/>
          <a:lstStyle/>
          <a:p>
            <a:endParaRPr lang="en-IN" sz="2400">
              <a:latin typeface="+mj-lt"/>
            </a:endParaRPr>
          </a:p>
        </p:txBody>
      </p:sp>
      <p:sp>
        <p:nvSpPr>
          <p:cNvPr id="36" name="Shape 15">
            <a:extLst>
              <a:ext uri="{FF2B5EF4-FFF2-40B4-BE49-F238E27FC236}">
                <a16:creationId xmlns:a16="http://schemas.microsoft.com/office/drawing/2014/main" id="{DE2EAE78-2EB8-3F3C-1951-A8990B5ACA59}"/>
              </a:ext>
            </a:extLst>
          </p:cNvPr>
          <p:cNvSpPr/>
          <p:nvPr/>
        </p:nvSpPr>
        <p:spPr>
          <a:xfrm>
            <a:off x="716788" y="2083283"/>
            <a:ext cx="64008" cy="1024128"/>
          </a:xfrm>
          <a:prstGeom prst="rect">
            <a:avLst/>
          </a:prstGeom>
          <a:solidFill>
            <a:srgbClr val="43B02A"/>
          </a:solidFill>
          <a:ln w="12700">
            <a:solidFill>
              <a:srgbClr val="43B02A"/>
            </a:solidFill>
            <a:prstDash val="solid"/>
          </a:ln>
        </p:spPr>
        <p:txBody>
          <a:bodyPr/>
          <a:lstStyle/>
          <a:p>
            <a:endParaRPr lang="en-IN" sz="2400">
              <a:latin typeface="+mj-lt"/>
            </a:endParaRPr>
          </a:p>
        </p:txBody>
      </p:sp>
      <p:sp>
        <p:nvSpPr>
          <p:cNvPr id="38" name="Shape 16">
            <a:extLst>
              <a:ext uri="{FF2B5EF4-FFF2-40B4-BE49-F238E27FC236}">
                <a16:creationId xmlns:a16="http://schemas.microsoft.com/office/drawing/2014/main" id="{8C8453E8-2265-8D83-E277-3456EEDEBFC4}"/>
              </a:ext>
            </a:extLst>
          </p:cNvPr>
          <p:cNvSpPr/>
          <p:nvPr/>
        </p:nvSpPr>
        <p:spPr>
          <a:xfrm>
            <a:off x="881380" y="2238731"/>
            <a:ext cx="438912" cy="438912"/>
          </a:xfrm>
          <a:prstGeom prst="ellipse">
            <a:avLst/>
          </a:prstGeom>
          <a:solidFill>
            <a:srgbClr val="43B02A"/>
          </a:solidFill>
          <a:ln w="12700">
            <a:solidFill>
              <a:srgbClr val="43B02A"/>
            </a:solidFill>
            <a:prstDash val="solid"/>
          </a:ln>
        </p:spPr>
        <p:txBody>
          <a:bodyPr/>
          <a:lstStyle/>
          <a:p>
            <a:endParaRPr lang="en-IN" sz="2400">
              <a:latin typeface="+mj-lt"/>
            </a:endParaRPr>
          </a:p>
        </p:txBody>
      </p:sp>
      <p:pic>
        <p:nvPicPr>
          <p:cNvPr id="40" name="Image 1" descr="preencoded.png">
            <a:extLst>
              <a:ext uri="{FF2B5EF4-FFF2-40B4-BE49-F238E27FC236}">
                <a16:creationId xmlns:a16="http://schemas.microsoft.com/office/drawing/2014/main" id="{9233106C-EBB3-7186-C406-736E8E02413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09396" y="2366747"/>
            <a:ext cx="182880" cy="182880"/>
          </a:xfrm>
          <a:prstGeom prst="rect">
            <a:avLst/>
          </a:prstGeom>
        </p:spPr>
      </p:pic>
      <p:sp>
        <p:nvSpPr>
          <p:cNvPr id="42" name="Text 17">
            <a:extLst>
              <a:ext uri="{FF2B5EF4-FFF2-40B4-BE49-F238E27FC236}">
                <a16:creationId xmlns:a16="http://schemas.microsoft.com/office/drawing/2014/main" id="{913ABAB7-FB0F-D115-415A-C4E38F0200EA}"/>
              </a:ext>
            </a:extLst>
          </p:cNvPr>
          <p:cNvSpPr/>
          <p:nvPr/>
        </p:nvSpPr>
        <p:spPr>
          <a:xfrm>
            <a:off x="1430020" y="2229587"/>
            <a:ext cx="1234440" cy="237744"/>
          </a:xfrm>
          <a:prstGeom prst="rect">
            <a:avLst/>
          </a:prstGeom>
          <a:noFill/>
          <a:ln/>
        </p:spPr>
        <p:txBody>
          <a:bodyPr wrap="square" lIns="0" tIns="0" rIns="0" bIns="0" rtlCol="0" anchor="ctr">
            <a:normAutofit/>
          </a:bodyPr>
          <a:lstStyle/>
          <a:p>
            <a:pPr marL="0" indent="0">
              <a:buNone/>
            </a:pPr>
            <a:r>
              <a:rPr lang="en-US" sz="1050" b="1" dirty="0">
                <a:solidFill>
                  <a:srgbClr val="0B2739"/>
                </a:solidFill>
                <a:latin typeface="+mj-lt"/>
              </a:rPr>
              <a:t>Strategic foresight</a:t>
            </a:r>
            <a:endParaRPr lang="en-US" sz="1050" dirty="0">
              <a:latin typeface="+mj-lt"/>
            </a:endParaRPr>
          </a:p>
        </p:txBody>
      </p:sp>
      <p:sp>
        <p:nvSpPr>
          <p:cNvPr id="44" name="Text 18">
            <a:extLst>
              <a:ext uri="{FF2B5EF4-FFF2-40B4-BE49-F238E27FC236}">
                <a16:creationId xmlns:a16="http://schemas.microsoft.com/office/drawing/2014/main" id="{CD6957C5-F9DA-0BEE-80D5-35CDA0A42B66}"/>
              </a:ext>
            </a:extLst>
          </p:cNvPr>
          <p:cNvSpPr/>
          <p:nvPr/>
        </p:nvSpPr>
        <p:spPr>
          <a:xfrm>
            <a:off x="899668" y="2705075"/>
            <a:ext cx="1773936" cy="228600"/>
          </a:xfrm>
          <a:prstGeom prst="rect">
            <a:avLst/>
          </a:prstGeom>
          <a:noFill/>
          <a:ln/>
        </p:spPr>
        <p:txBody>
          <a:bodyPr wrap="square" lIns="0" tIns="0" rIns="0" bIns="0" rtlCol="0" anchor="ctr">
            <a:noAutofit/>
          </a:bodyPr>
          <a:lstStyle/>
          <a:p>
            <a:pPr marL="0" indent="0">
              <a:buNone/>
            </a:pPr>
            <a:r>
              <a:rPr lang="en-US" sz="900" dirty="0">
                <a:solidFill>
                  <a:srgbClr val="596875"/>
                </a:solidFill>
                <a:latin typeface="+mj-lt"/>
              </a:rPr>
              <a:t>A common vision, roadmap and investment agenda.</a:t>
            </a:r>
            <a:endParaRPr lang="en-US" sz="900" dirty="0">
              <a:latin typeface="+mj-lt"/>
            </a:endParaRPr>
          </a:p>
        </p:txBody>
      </p:sp>
      <p:sp>
        <p:nvSpPr>
          <p:cNvPr id="46" name="Shape 19">
            <a:extLst>
              <a:ext uri="{FF2B5EF4-FFF2-40B4-BE49-F238E27FC236}">
                <a16:creationId xmlns:a16="http://schemas.microsoft.com/office/drawing/2014/main" id="{F461E3D9-5E1F-7917-37F0-1C13846782AB}"/>
              </a:ext>
            </a:extLst>
          </p:cNvPr>
          <p:cNvSpPr/>
          <p:nvPr/>
        </p:nvSpPr>
        <p:spPr>
          <a:xfrm>
            <a:off x="3185668" y="2083283"/>
            <a:ext cx="2157984" cy="1024128"/>
          </a:xfrm>
          <a:prstGeom prst="roundRect">
            <a:avLst>
              <a:gd name="adj" fmla="val 7143"/>
            </a:avLst>
          </a:prstGeom>
          <a:solidFill>
            <a:srgbClr val="FFFFFF"/>
          </a:solidFill>
          <a:ln w="12700">
            <a:solidFill>
              <a:srgbClr val="D8E2E7"/>
            </a:solidFill>
            <a:prstDash val="solid"/>
          </a:ln>
          <a:effectLst>
            <a:outerShdw blurRad="8890" dist="2794" dir="2700000" algn="bl" rotWithShape="0">
              <a:srgbClr val="000000">
                <a:alpha val="8000"/>
              </a:srgbClr>
            </a:outerShdw>
          </a:effectLst>
        </p:spPr>
        <p:txBody>
          <a:bodyPr/>
          <a:lstStyle/>
          <a:p>
            <a:endParaRPr lang="en-IN" sz="2400">
              <a:latin typeface="+mj-lt"/>
            </a:endParaRPr>
          </a:p>
        </p:txBody>
      </p:sp>
      <p:sp>
        <p:nvSpPr>
          <p:cNvPr id="48" name="Shape 20">
            <a:extLst>
              <a:ext uri="{FF2B5EF4-FFF2-40B4-BE49-F238E27FC236}">
                <a16:creationId xmlns:a16="http://schemas.microsoft.com/office/drawing/2014/main" id="{B22A5F4A-1FA4-03AA-80A9-091A6656B0C6}"/>
              </a:ext>
            </a:extLst>
          </p:cNvPr>
          <p:cNvSpPr/>
          <p:nvPr/>
        </p:nvSpPr>
        <p:spPr>
          <a:xfrm>
            <a:off x="3185668" y="2083283"/>
            <a:ext cx="64008" cy="1024128"/>
          </a:xfrm>
          <a:prstGeom prst="rect">
            <a:avLst/>
          </a:prstGeom>
          <a:solidFill>
            <a:srgbClr val="22B5D6"/>
          </a:solidFill>
          <a:ln w="12700">
            <a:solidFill>
              <a:srgbClr val="22B5D6"/>
            </a:solidFill>
            <a:prstDash val="solid"/>
          </a:ln>
        </p:spPr>
        <p:txBody>
          <a:bodyPr/>
          <a:lstStyle/>
          <a:p>
            <a:endParaRPr lang="en-IN" sz="2400">
              <a:latin typeface="+mj-lt"/>
            </a:endParaRPr>
          </a:p>
        </p:txBody>
      </p:sp>
      <p:sp>
        <p:nvSpPr>
          <p:cNvPr id="50" name="Shape 21">
            <a:extLst>
              <a:ext uri="{FF2B5EF4-FFF2-40B4-BE49-F238E27FC236}">
                <a16:creationId xmlns:a16="http://schemas.microsoft.com/office/drawing/2014/main" id="{2E43E6A1-73DE-4926-51CA-FF9021945D6D}"/>
              </a:ext>
            </a:extLst>
          </p:cNvPr>
          <p:cNvSpPr/>
          <p:nvPr/>
        </p:nvSpPr>
        <p:spPr>
          <a:xfrm>
            <a:off x="3350260" y="2238731"/>
            <a:ext cx="438912" cy="438912"/>
          </a:xfrm>
          <a:prstGeom prst="ellipse">
            <a:avLst/>
          </a:prstGeom>
          <a:solidFill>
            <a:srgbClr val="22B5D6"/>
          </a:solidFill>
          <a:ln w="12700">
            <a:solidFill>
              <a:srgbClr val="22B5D6"/>
            </a:solidFill>
            <a:prstDash val="solid"/>
          </a:ln>
        </p:spPr>
        <p:txBody>
          <a:bodyPr/>
          <a:lstStyle/>
          <a:p>
            <a:endParaRPr lang="en-IN" sz="2400">
              <a:latin typeface="+mj-lt"/>
            </a:endParaRPr>
          </a:p>
        </p:txBody>
      </p:sp>
      <p:pic>
        <p:nvPicPr>
          <p:cNvPr id="52" name="Image 2" descr="preencoded.png">
            <a:extLst>
              <a:ext uri="{FF2B5EF4-FFF2-40B4-BE49-F238E27FC236}">
                <a16:creationId xmlns:a16="http://schemas.microsoft.com/office/drawing/2014/main" id="{6DBF2EC0-DDD0-F216-AB80-1155F43EF22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78276" y="2366747"/>
            <a:ext cx="182880" cy="182880"/>
          </a:xfrm>
          <a:prstGeom prst="rect">
            <a:avLst/>
          </a:prstGeom>
        </p:spPr>
      </p:pic>
      <p:sp>
        <p:nvSpPr>
          <p:cNvPr id="54" name="Text 22">
            <a:extLst>
              <a:ext uri="{FF2B5EF4-FFF2-40B4-BE49-F238E27FC236}">
                <a16:creationId xmlns:a16="http://schemas.microsoft.com/office/drawing/2014/main" id="{F9E1FD3A-0195-43C4-0C24-81F0143DD7E1}"/>
              </a:ext>
            </a:extLst>
          </p:cNvPr>
          <p:cNvSpPr/>
          <p:nvPr/>
        </p:nvSpPr>
        <p:spPr>
          <a:xfrm>
            <a:off x="3898900" y="2229587"/>
            <a:ext cx="1234440" cy="237744"/>
          </a:xfrm>
          <a:prstGeom prst="rect">
            <a:avLst/>
          </a:prstGeom>
          <a:noFill/>
          <a:ln/>
        </p:spPr>
        <p:txBody>
          <a:bodyPr wrap="square" lIns="0" tIns="0" rIns="0" bIns="0" rtlCol="0" anchor="ctr">
            <a:noAutofit/>
          </a:bodyPr>
          <a:lstStyle/>
          <a:p>
            <a:pPr marL="0" indent="0">
              <a:buNone/>
            </a:pPr>
            <a:r>
              <a:rPr lang="en-US" sz="1050" b="1" dirty="0">
                <a:solidFill>
                  <a:srgbClr val="0B2739"/>
                </a:solidFill>
                <a:latin typeface="+mj-lt"/>
              </a:rPr>
              <a:t>Reusable AI services</a:t>
            </a:r>
            <a:endParaRPr lang="en-US" sz="1050" dirty="0">
              <a:latin typeface="+mj-lt"/>
            </a:endParaRPr>
          </a:p>
        </p:txBody>
      </p:sp>
      <p:sp>
        <p:nvSpPr>
          <p:cNvPr id="56" name="Text 23">
            <a:extLst>
              <a:ext uri="{FF2B5EF4-FFF2-40B4-BE49-F238E27FC236}">
                <a16:creationId xmlns:a16="http://schemas.microsoft.com/office/drawing/2014/main" id="{181E2F36-0F66-6A88-F881-EBD2596D9CDA}"/>
              </a:ext>
            </a:extLst>
          </p:cNvPr>
          <p:cNvSpPr/>
          <p:nvPr/>
        </p:nvSpPr>
        <p:spPr>
          <a:xfrm>
            <a:off x="3368548" y="2705075"/>
            <a:ext cx="1773936" cy="228600"/>
          </a:xfrm>
          <a:prstGeom prst="rect">
            <a:avLst/>
          </a:prstGeom>
          <a:noFill/>
          <a:ln/>
        </p:spPr>
        <p:txBody>
          <a:bodyPr wrap="square" lIns="0" tIns="0" rIns="0" bIns="0" rtlCol="0" anchor="ctr">
            <a:noAutofit/>
          </a:bodyPr>
          <a:lstStyle/>
          <a:p>
            <a:pPr marL="0" indent="0">
              <a:buNone/>
            </a:pPr>
            <a:r>
              <a:rPr lang="en-US" sz="900" dirty="0">
                <a:solidFill>
                  <a:srgbClr val="596875"/>
                </a:solidFill>
                <a:latin typeface="+mj-lt"/>
              </a:rPr>
              <a:t>Shared data, models, APIs and delivery accelerators.</a:t>
            </a:r>
            <a:endParaRPr lang="en-US" sz="900" dirty="0">
              <a:latin typeface="+mj-lt"/>
            </a:endParaRPr>
          </a:p>
        </p:txBody>
      </p:sp>
      <p:sp>
        <p:nvSpPr>
          <p:cNvPr id="58" name="Shape 24">
            <a:extLst>
              <a:ext uri="{FF2B5EF4-FFF2-40B4-BE49-F238E27FC236}">
                <a16:creationId xmlns:a16="http://schemas.microsoft.com/office/drawing/2014/main" id="{63BE31F8-8C5B-1B2A-266E-EE18FE7644C0}"/>
              </a:ext>
            </a:extLst>
          </p:cNvPr>
          <p:cNvSpPr/>
          <p:nvPr/>
        </p:nvSpPr>
        <p:spPr>
          <a:xfrm>
            <a:off x="716788" y="3409163"/>
            <a:ext cx="2157984" cy="1024128"/>
          </a:xfrm>
          <a:prstGeom prst="roundRect">
            <a:avLst>
              <a:gd name="adj" fmla="val 7143"/>
            </a:avLst>
          </a:prstGeom>
          <a:solidFill>
            <a:srgbClr val="FFFFFF"/>
          </a:solidFill>
          <a:ln w="12700">
            <a:solidFill>
              <a:srgbClr val="D8E2E7"/>
            </a:solidFill>
            <a:prstDash val="solid"/>
          </a:ln>
          <a:effectLst>
            <a:outerShdw blurRad="8890" dist="2794" dir="2700000" algn="bl" rotWithShape="0">
              <a:srgbClr val="000000">
                <a:alpha val="8000"/>
              </a:srgbClr>
            </a:outerShdw>
          </a:effectLst>
        </p:spPr>
        <p:txBody>
          <a:bodyPr/>
          <a:lstStyle/>
          <a:p>
            <a:endParaRPr lang="en-IN" sz="2400">
              <a:latin typeface="+mj-lt"/>
            </a:endParaRPr>
          </a:p>
        </p:txBody>
      </p:sp>
      <p:sp>
        <p:nvSpPr>
          <p:cNvPr id="60" name="Shape 25">
            <a:extLst>
              <a:ext uri="{FF2B5EF4-FFF2-40B4-BE49-F238E27FC236}">
                <a16:creationId xmlns:a16="http://schemas.microsoft.com/office/drawing/2014/main" id="{F982DB2F-9429-2876-597B-87071B05AC5F}"/>
              </a:ext>
            </a:extLst>
          </p:cNvPr>
          <p:cNvSpPr/>
          <p:nvPr/>
        </p:nvSpPr>
        <p:spPr>
          <a:xfrm>
            <a:off x="716788" y="3409163"/>
            <a:ext cx="64008" cy="1024128"/>
          </a:xfrm>
          <a:prstGeom prst="rect">
            <a:avLst/>
          </a:prstGeom>
          <a:solidFill>
            <a:srgbClr val="007CB0"/>
          </a:solidFill>
          <a:ln w="12700">
            <a:solidFill>
              <a:srgbClr val="007CB0"/>
            </a:solidFill>
            <a:prstDash val="solid"/>
          </a:ln>
        </p:spPr>
        <p:txBody>
          <a:bodyPr/>
          <a:lstStyle/>
          <a:p>
            <a:endParaRPr lang="en-IN" sz="2400">
              <a:latin typeface="+mj-lt"/>
            </a:endParaRPr>
          </a:p>
        </p:txBody>
      </p:sp>
      <p:sp>
        <p:nvSpPr>
          <p:cNvPr id="62" name="Shape 26">
            <a:extLst>
              <a:ext uri="{FF2B5EF4-FFF2-40B4-BE49-F238E27FC236}">
                <a16:creationId xmlns:a16="http://schemas.microsoft.com/office/drawing/2014/main" id="{FF5BC788-594A-D719-6791-AE04669E89FC}"/>
              </a:ext>
            </a:extLst>
          </p:cNvPr>
          <p:cNvSpPr/>
          <p:nvPr/>
        </p:nvSpPr>
        <p:spPr>
          <a:xfrm>
            <a:off x="881380" y="3564611"/>
            <a:ext cx="438912" cy="438912"/>
          </a:xfrm>
          <a:prstGeom prst="ellipse">
            <a:avLst/>
          </a:prstGeom>
          <a:solidFill>
            <a:srgbClr val="007CB0"/>
          </a:solidFill>
          <a:ln w="12700">
            <a:solidFill>
              <a:srgbClr val="007CB0"/>
            </a:solidFill>
            <a:prstDash val="solid"/>
          </a:ln>
        </p:spPr>
        <p:txBody>
          <a:bodyPr/>
          <a:lstStyle/>
          <a:p>
            <a:endParaRPr lang="en-IN" sz="2400">
              <a:latin typeface="+mj-lt"/>
            </a:endParaRPr>
          </a:p>
        </p:txBody>
      </p:sp>
      <p:pic>
        <p:nvPicPr>
          <p:cNvPr id="64" name="Image 3" descr="preencoded.png">
            <a:extLst>
              <a:ext uri="{FF2B5EF4-FFF2-40B4-BE49-F238E27FC236}">
                <a16:creationId xmlns:a16="http://schemas.microsoft.com/office/drawing/2014/main" id="{CE696398-F438-887B-0A0A-F2690C254CE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09396" y="3692627"/>
            <a:ext cx="182880" cy="182880"/>
          </a:xfrm>
          <a:prstGeom prst="rect">
            <a:avLst/>
          </a:prstGeom>
        </p:spPr>
      </p:pic>
      <p:sp>
        <p:nvSpPr>
          <p:cNvPr id="66" name="Text 27">
            <a:extLst>
              <a:ext uri="{FF2B5EF4-FFF2-40B4-BE49-F238E27FC236}">
                <a16:creationId xmlns:a16="http://schemas.microsoft.com/office/drawing/2014/main" id="{89EEBB18-3908-684D-1B69-5E5043D9CA5F}"/>
              </a:ext>
            </a:extLst>
          </p:cNvPr>
          <p:cNvSpPr/>
          <p:nvPr/>
        </p:nvSpPr>
        <p:spPr>
          <a:xfrm>
            <a:off x="1430020" y="3555467"/>
            <a:ext cx="1234440" cy="237744"/>
          </a:xfrm>
          <a:prstGeom prst="rect">
            <a:avLst/>
          </a:prstGeom>
          <a:noFill/>
          <a:ln/>
        </p:spPr>
        <p:txBody>
          <a:bodyPr wrap="square" lIns="0" tIns="0" rIns="0" bIns="0" rtlCol="0" anchor="ctr">
            <a:normAutofit/>
          </a:bodyPr>
          <a:lstStyle/>
          <a:p>
            <a:pPr marL="0" indent="0">
              <a:buNone/>
            </a:pPr>
            <a:r>
              <a:rPr lang="en-US" sz="1050" b="1" dirty="0">
                <a:solidFill>
                  <a:srgbClr val="0B2739"/>
                </a:solidFill>
                <a:latin typeface="+mj-lt"/>
              </a:rPr>
              <a:t>Outcome portfolio</a:t>
            </a:r>
            <a:endParaRPr lang="en-US" sz="1050" dirty="0">
              <a:latin typeface="+mj-lt"/>
            </a:endParaRPr>
          </a:p>
        </p:txBody>
      </p:sp>
      <p:sp>
        <p:nvSpPr>
          <p:cNvPr id="68" name="Text 28">
            <a:extLst>
              <a:ext uri="{FF2B5EF4-FFF2-40B4-BE49-F238E27FC236}">
                <a16:creationId xmlns:a16="http://schemas.microsoft.com/office/drawing/2014/main" id="{475D3190-CFB0-EA89-8AE0-2B12657EA168}"/>
              </a:ext>
            </a:extLst>
          </p:cNvPr>
          <p:cNvSpPr/>
          <p:nvPr/>
        </p:nvSpPr>
        <p:spPr>
          <a:xfrm>
            <a:off x="899668" y="4030955"/>
            <a:ext cx="1773936" cy="228600"/>
          </a:xfrm>
          <a:prstGeom prst="rect">
            <a:avLst/>
          </a:prstGeom>
          <a:noFill/>
          <a:ln/>
        </p:spPr>
        <p:txBody>
          <a:bodyPr wrap="square" lIns="0" tIns="0" rIns="0" bIns="0" rtlCol="0" anchor="ctr">
            <a:noAutofit/>
          </a:bodyPr>
          <a:lstStyle/>
          <a:p>
            <a:pPr marL="0" indent="0">
              <a:buNone/>
            </a:pPr>
            <a:r>
              <a:rPr lang="en-US" sz="900" dirty="0">
                <a:solidFill>
                  <a:srgbClr val="596875"/>
                </a:solidFill>
                <a:latin typeface="+mj-lt"/>
              </a:rPr>
              <a:t>Prioritized use cases tied to measurable public value.</a:t>
            </a:r>
            <a:endParaRPr lang="en-US" sz="900" dirty="0">
              <a:latin typeface="+mj-lt"/>
            </a:endParaRPr>
          </a:p>
        </p:txBody>
      </p:sp>
      <p:sp>
        <p:nvSpPr>
          <p:cNvPr id="70" name="Shape 29">
            <a:extLst>
              <a:ext uri="{FF2B5EF4-FFF2-40B4-BE49-F238E27FC236}">
                <a16:creationId xmlns:a16="http://schemas.microsoft.com/office/drawing/2014/main" id="{3ACAE793-251B-2DE3-3C6E-4025002D130E}"/>
              </a:ext>
            </a:extLst>
          </p:cNvPr>
          <p:cNvSpPr/>
          <p:nvPr/>
        </p:nvSpPr>
        <p:spPr>
          <a:xfrm>
            <a:off x="3185668" y="3409163"/>
            <a:ext cx="2157984" cy="1024128"/>
          </a:xfrm>
          <a:prstGeom prst="roundRect">
            <a:avLst>
              <a:gd name="adj" fmla="val 7143"/>
            </a:avLst>
          </a:prstGeom>
          <a:solidFill>
            <a:srgbClr val="FFFFFF"/>
          </a:solidFill>
          <a:ln w="12700">
            <a:solidFill>
              <a:srgbClr val="D8E2E7"/>
            </a:solidFill>
            <a:prstDash val="solid"/>
          </a:ln>
          <a:effectLst>
            <a:outerShdw blurRad="8890" dist="2794" dir="2700000" algn="bl" rotWithShape="0">
              <a:srgbClr val="000000">
                <a:alpha val="8000"/>
              </a:srgbClr>
            </a:outerShdw>
          </a:effectLst>
        </p:spPr>
        <p:txBody>
          <a:bodyPr/>
          <a:lstStyle/>
          <a:p>
            <a:endParaRPr lang="en-IN" sz="2400">
              <a:latin typeface="+mj-lt"/>
            </a:endParaRPr>
          </a:p>
        </p:txBody>
      </p:sp>
      <p:sp>
        <p:nvSpPr>
          <p:cNvPr id="72" name="Shape 30">
            <a:extLst>
              <a:ext uri="{FF2B5EF4-FFF2-40B4-BE49-F238E27FC236}">
                <a16:creationId xmlns:a16="http://schemas.microsoft.com/office/drawing/2014/main" id="{9DA05003-EF1B-DB0D-CAA2-A54B9D5F2627}"/>
              </a:ext>
            </a:extLst>
          </p:cNvPr>
          <p:cNvSpPr/>
          <p:nvPr/>
        </p:nvSpPr>
        <p:spPr>
          <a:xfrm>
            <a:off x="3185668" y="3409163"/>
            <a:ext cx="64008" cy="1024128"/>
          </a:xfrm>
          <a:prstGeom prst="rect">
            <a:avLst/>
          </a:prstGeom>
          <a:solidFill>
            <a:srgbClr val="149B91"/>
          </a:solidFill>
          <a:ln w="12700">
            <a:solidFill>
              <a:srgbClr val="149B91"/>
            </a:solidFill>
            <a:prstDash val="solid"/>
          </a:ln>
        </p:spPr>
        <p:txBody>
          <a:bodyPr/>
          <a:lstStyle/>
          <a:p>
            <a:endParaRPr lang="en-IN" sz="2400">
              <a:latin typeface="+mj-lt"/>
            </a:endParaRPr>
          </a:p>
        </p:txBody>
      </p:sp>
      <p:sp>
        <p:nvSpPr>
          <p:cNvPr id="74" name="Shape 31">
            <a:extLst>
              <a:ext uri="{FF2B5EF4-FFF2-40B4-BE49-F238E27FC236}">
                <a16:creationId xmlns:a16="http://schemas.microsoft.com/office/drawing/2014/main" id="{D751A6B0-2BBA-3657-D337-F55D8E2F93DE}"/>
              </a:ext>
            </a:extLst>
          </p:cNvPr>
          <p:cNvSpPr/>
          <p:nvPr/>
        </p:nvSpPr>
        <p:spPr>
          <a:xfrm>
            <a:off x="3350260" y="3564611"/>
            <a:ext cx="438912" cy="438912"/>
          </a:xfrm>
          <a:prstGeom prst="ellipse">
            <a:avLst/>
          </a:prstGeom>
          <a:solidFill>
            <a:srgbClr val="149B91"/>
          </a:solidFill>
          <a:ln w="12700">
            <a:solidFill>
              <a:srgbClr val="149B91"/>
            </a:solidFill>
            <a:prstDash val="solid"/>
          </a:ln>
        </p:spPr>
        <p:txBody>
          <a:bodyPr/>
          <a:lstStyle/>
          <a:p>
            <a:endParaRPr lang="en-IN" sz="2400">
              <a:latin typeface="+mj-lt"/>
            </a:endParaRPr>
          </a:p>
        </p:txBody>
      </p:sp>
      <p:pic>
        <p:nvPicPr>
          <p:cNvPr id="76" name="Image 4" descr="preencoded.png">
            <a:extLst>
              <a:ext uri="{FF2B5EF4-FFF2-40B4-BE49-F238E27FC236}">
                <a16:creationId xmlns:a16="http://schemas.microsoft.com/office/drawing/2014/main" id="{9A24AF3E-A0B0-094F-08A1-E6813FB135D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478276" y="3692627"/>
            <a:ext cx="182880" cy="182880"/>
          </a:xfrm>
          <a:prstGeom prst="rect">
            <a:avLst/>
          </a:prstGeom>
        </p:spPr>
      </p:pic>
      <p:sp>
        <p:nvSpPr>
          <p:cNvPr id="78" name="Text 32">
            <a:extLst>
              <a:ext uri="{FF2B5EF4-FFF2-40B4-BE49-F238E27FC236}">
                <a16:creationId xmlns:a16="http://schemas.microsoft.com/office/drawing/2014/main" id="{ABB2F267-FD84-6F08-3EE8-D9375DE40303}"/>
              </a:ext>
            </a:extLst>
          </p:cNvPr>
          <p:cNvSpPr/>
          <p:nvPr/>
        </p:nvSpPr>
        <p:spPr>
          <a:xfrm>
            <a:off x="3898900" y="3555467"/>
            <a:ext cx="1234440" cy="237744"/>
          </a:xfrm>
          <a:prstGeom prst="rect">
            <a:avLst/>
          </a:prstGeom>
          <a:noFill/>
          <a:ln/>
        </p:spPr>
        <p:txBody>
          <a:bodyPr wrap="square" lIns="0" tIns="0" rIns="0" bIns="0" rtlCol="0" anchor="ctr">
            <a:noAutofit/>
          </a:bodyPr>
          <a:lstStyle/>
          <a:p>
            <a:pPr marL="0" indent="0">
              <a:buNone/>
            </a:pPr>
            <a:r>
              <a:rPr lang="en-US" sz="1050" b="1" dirty="0">
                <a:solidFill>
                  <a:srgbClr val="0B2739"/>
                </a:solidFill>
                <a:latin typeface="+mj-lt"/>
              </a:rPr>
              <a:t>Human-AI workflows</a:t>
            </a:r>
            <a:endParaRPr lang="en-US" sz="1050" dirty="0">
              <a:latin typeface="+mj-lt"/>
            </a:endParaRPr>
          </a:p>
        </p:txBody>
      </p:sp>
      <p:sp>
        <p:nvSpPr>
          <p:cNvPr id="80" name="Text 33">
            <a:extLst>
              <a:ext uri="{FF2B5EF4-FFF2-40B4-BE49-F238E27FC236}">
                <a16:creationId xmlns:a16="http://schemas.microsoft.com/office/drawing/2014/main" id="{30CF2BA6-A3A5-EBD6-657C-B7C7D22A20DF}"/>
              </a:ext>
            </a:extLst>
          </p:cNvPr>
          <p:cNvSpPr/>
          <p:nvPr/>
        </p:nvSpPr>
        <p:spPr>
          <a:xfrm>
            <a:off x="3368548" y="4030955"/>
            <a:ext cx="1773936" cy="228600"/>
          </a:xfrm>
          <a:prstGeom prst="rect">
            <a:avLst/>
          </a:prstGeom>
          <a:noFill/>
          <a:ln/>
        </p:spPr>
        <p:txBody>
          <a:bodyPr wrap="square" lIns="0" tIns="0" rIns="0" bIns="0" rtlCol="0" anchor="ctr">
            <a:noAutofit/>
          </a:bodyPr>
          <a:lstStyle/>
          <a:p>
            <a:pPr marL="0" indent="0">
              <a:buNone/>
            </a:pPr>
            <a:r>
              <a:rPr lang="en-US" sz="900" dirty="0">
                <a:solidFill>
                  <a:srgbClr val="596875"/>
                </a:solidFill>
                <a:latin typeface="+mj-lt"/>
              </a:rPr>
              <a:t>Clear decision rights, review gates and adoption.</a:t>
            </a:r>
            <a:endParaRPr lang="en-US" sz="900" dirty="0">
              <a:latin typeface="+mj-lt"/>
            </a:endParaRPr>
          </a:p>
        </p:txBody>
      </p:sp>
      <p:sp>
        <p:nvSpPr>
          <p:cNvPr id="82" name="Shape 34">
            <a:extLst>
              <a:ext uri="{FF2B5EF4-FFF2-40B4-BE49-F238E27FC236}">
                <a16:creationId xmlns:a16="http://schemas.microsoft.com/office/drawing/2014/main" id="{77B20E5A-8B17-87AF-E9B9-EA8FB47D9C69}"/>
              </a:ext>
            </a:extLst>
          </p:cNvPr>
          <p:cNvSpPr/>
          <p:nvPr/>
        </p:nvSpPr>
        <p:spPr>
          <a:xfrm>
            <a:off x="716788" y="4735043"/>
            <a:ext cx="2157984" cy="1024128"/>
          </a:xfrm>
          <a:prstGeom prst="roundRect">
            <a:avLst>
              <a:gd name="adj" fmla="val 7143"/>
            </a:avLst>
          </a:prstGeom>
          <a:solidFill>
            <a:srgbClr val="FFFFFF"/>
          </a:solidFill>
          <a:ln w="12700">
            <a:solidFill>
              <a:srgbClr val="D8E2E7"/>
            </a:solidFill>
            <a:prstDash val="solid"/>
          </a:ln>
          <a:effectLst>
            <a:outerShdw blurRad="8890" dist="2794" dir="2700000" algn="bl" rotWithShape="0">
              <a:srgbClr val="000000">
                <a:alpha val="8000"/>
              </a:srgbClr>
            </a:outerShdw>
          </a:effectLst>
        </p:spPr>
        <p:txBody>
          <a:bodyPr/>
          <a:lstStyle/>
          <a:p>
            <a:endParaRPr lang="en-IN" sz="2400">
              <a:latin typeface="+mj-lt"/>
            </a:endParaRPr>
          </a:p>
        </p:txBody>
      </p:sp>
      <p:sp>
        <p:nvSpPr>
          <p:cNvPr id="84" name="Shape 35">
            <a:extLst>
              <a:ext uri="{FF2B5EF4-FFF2-40B4-BE49-F238E27FC236}">
                <a16:creationId xmlns:a16="http://schemas.microsoft.com/office/drawing/2014/main" id="{9D91F3A8-3BE8-0A25-5B79-3551507F3AC8}"/>
              </a:ext>
            </a:extLst>
          </p:cNvPr>
          <p:cNvSpPr/>
          <p:nvPr/>
        </p:nvSpPr>
        <p:spPr>
          <a:xfrm>
            <a:off x="716788" y="4735043"/>
            <a:ext cx="64008" cy="1024128"/>
          </a:xfrm>
          <a:prstGeom prst="rect">
            <a:avLst/>
          </a:prstGeom>
          <a:solidFill>
            <a:srgbClr val="F3BE26"/>
          </a:solidFill>
          <a:ln w="12700">
            <a:solidFill>
              <a:srgbClr val="F3BE26"/>
            </a:solidFill>
            <a:prstDash val="solid"/>
          </a:ln>
        </p:spPr>
        <p:txBody>
          <a:bodyPr/>
          <a:lstStyle/>
          <a:p>
            <a:endParaRPr lang="en-IN" sz="2400">
              <a:latin typeface="+mj-lt"/>
            </a:endParaRPr>
          </a:p>
        </p:txBody>
      </p:sp>
      <p:sp>
        <p:nvSpPr>
          <p:cNvPr id="86" name="Shape 36">
            <a:extLst>
              <a:ext uri="{FF2B5EF4-FFF2-40B4-BE49-F238E27FC236}">
                <a16:creationId xmlns:a16="http://schemas.microsoft.com/office/drawing/2014/main" id="{AE08420A-E306-9FC4-C19C-ECBA0085B62E}"/>
              </a:ext>
            </a:extLst>
          </p:cNvPr>
          <p:cNvSpPr/>
          <p:nvPr/>
        </p:nvSpPr>
        <p:spPr>
          <a:xfrm>
            <a:off x="881380" y="4890491"/>
            <a:ext cx="438912" cy="438912"/>
          </a:xfrm>
          <a:prstGeom prst="ellipse">
            <a:avLst/>
          </a:prstGeom>
          <a:solidFill>
            <a:srgbClr val="F3BE26"/>
          </a:solidFill>
          <a:ln w="12700">
            <a:solidFill>
              <a:srgbClr val="F3BE26"/>
            </a:solidFill>
            <a:prstDash val="solid"/>
          </a:ln>
        </p:spPr>
        <p:txBody>
          <a:bodyPr/>
          <a:lstStyle/>
          <a:p>
            <a:endParaRPr lang="en-IN" sz="2400">
              <a:latin typeface="+mj-lt"/>
            </a:endParaRPr>
          </a:p>
        </p:txBody>
      </p:sp>
      <p:pic>
        <p:nvPicPr>
          <p:cNvPr id="88" name="Image 5" descr="preencoded.png">
            <a:extLst>
              <a:ext uri="{FF2B5EF4-FFF2-40B4-BE49-F238E27FC236}">
                <a16:creationId xmlns:a16="http://schemas.microsoft.com/office/drawing/2014/main" id="{CAAC879F-9B5B-EEF3-A468-4C8C2742AE5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09396" y="5018507"/>
            <a:ext cx="182880" cy="182880"/>
          </a:xfrm>
          <a:prstGeom prst="rect">
            <a:avLst/>
          </a:prstGeom>
        </p:spPr>
      </p:pic>
      <p:sp>
        <p:nvSpPr>
          <p:cNvPr id="91" name="Text 37">
            <a:extLst>
              <a:ext uri="{FF2B5EF4-FFF2-40B4-BE49-F238E27FC236}">
                <a16:creationId xmlns:a16="http://schemas.microsoft.com/office/drawing/2014/main" id="{F1CD1C1E-D4E7-CE79-6999-844F6C09519A}"/>
              </a:ext>
            </a:extLst>
          </p:cNvPr>
          <p:cNvSpPr/>
          <p:nvPr/>
        </p:nvSpPr>
        <p:spPr>
          <a:xfrm>
            <a:off x="1430020" y="4881347"/>
            <a:ext cx="1234440" cy="237744"/>
          </a:xfrm>
          <a:prstGeom prst="rect">
            <a:avLst/>
          </a:prstGeom>
          <a:noFill/>
          <a:ln/>
        </p:spPr>
        <p:txBody>
          <a:bodyPr wrap="square" lIns="0" tIns="0" rIns="0" bIns="0" rtlCol="0" anchor="ctr">
            <a:normAutofit/>
          </a:bodyPr>
          <a:lstStyle/>
          <a:p>
            <a:pPr marL="0" indent="0">
              <a:buNone/>
            </a:pPr>
            <a:r>
              <a:rPr lang="en-US" sz="1050" b="1" dirty="0">
                <a:solidFill>
                  <a:srgbClr val="0B2739"/>
                </a:solidFill>
                <a:latin typeface="+mj-lt"/>
              </a:rPr>
              <a:t>Specialist talent</a:t>
            </a:r>
            <a:endParaRPr lang="en-US" sz="1050" dirty="0">
              <a:latin typeface="+mj-lt"/>
            </a:endParaRPr>
          </a:p>
        </p:txBody>
      </p:sp>
      <p:sp>
        <p:nvSpPr>
          <p:cNvPr id="93" name="Text 38">
            <a:extLst>
              <a:ext uri="{FF2B5EF4-FFF2-40B4-BE49-F238E27FC236}">
                <a16:creationId xmlns:a16="http://schemas.microsoft.com/office/drawing/2014/main" id="{894BF2C5-7F5B-A934-FC5A-A7F3F8DE4BD2}"/>
              </a:ext>
            </a:extLst>
          </p:cNvPr>
          <p:cNvSpPr/>
          <p:nvPr/>
        </p:nvSpPr>
        <p:spPr>
          <a:xfrm>
            <a:off x="899668" y="5356835"/>
            <a:ext cx="1773936" cy="228600"/>
          </a:xfrm>
          <a:prstGeom prst="rect">
            <a:avLst/>
          </a:prstGeom>
          <a:noFill/>
          <a:ln/>
        </p:spPr>
        <p:txBody>
          <a:bodyPr wrap="square" lIns="0" tIns="0" rIns="0" bIns="0" rtlCol="0" anchor="ctr">
            <a:noAutofit/>
          </a:bodyPr>
          <a:lstStyle/>
          <a:p>
            <a:pPr marL="0" indent="0">
              <a:buNone/>
            </a:pPr>
            <a:r>
              <a:rPr lang="en-US" sz="900" dirty="0">
                <a:solidFill>
                  <a:srgbClr val="596875"/>
                </a:solidFill>
                <a:latin typeface="+mj-lt"/>
              </a:rPr>
              <a:t>Multidisciplinary teams and State capability building.</a:t>
            </a:r>
            <a:endParaRPr lang="en-US" sz="900" dirty="0">
              <a:latin typeface="+mj-lt"/>
            </a:endParaRPr>
          </a:p>
        </p:txBody>
      </p:sp>
      <p:sp>
        <p:nvSpPr>
          <p:cNvPr id="95" name="Shape 39">
            <a:extLst>
              <a:ext uri="{FF2B5EF4-FFF2-40B4-BE49-F238E27FC236}">
                <a16:creationId xmlns:a16="http://schemas.microsoft.com/office/drawing/2014/main" id="{2248D79A-EE04-3DC0-5572-3E1175B3B0CD}"/>
              </a:ext>
            </a:extLst>
          </p:cNvPr>
          <p:cNvSpPr/>
          <p:nvPr/>
        </p:nvSpPr>
        <p:spPr>
          <a:xfrm>
            <a:off x="3185668" y="4735043"/>
            <a:ext cx="2157984" cy="1024128"/>
          </a:xfrm>
          <a:prstGeom prst="roundRect">
            <a:avLst>
              <a:gd name="adj" fmla="val 7143"/>
            </a:avLst>
          </a:prstGeom>
          <a:solidFill>
            <a:srgbClr val="FFFFFF"/>
          </a:solidFill>
          <a:ln w="12700">
            <a:solidFill>
              <a:srgbClr val="D8E2E7"/>
            </a:solidFill>
            <a:prstDash val="solid"/>
          </a:ln>
          <a:effectLst>
            <a:outerShdw blurRad="8890" dist="2794" dir="2700000" algn="bl" rotWithShape="0">
              <a:srgbClr val="000000">
                <a:alpha val="8000"/>
              </a:srgbClr>
            </a:outerShdw>
          </a:effectLst>
        </p:spPr>
        <p:txBody>
          <a:bodyPr/>
          <a:lstStyle/>
          <a:p>
            <a:endParaRPr lang="en-IN" sz="2400">
              <a:latin typeface="+mj-lt"/>
            </a:endParaRPr>
          </a:p>
        </p:txBody>
      </p:sp>
      <p:sp>
        <p:nvSpPr>
          <p:cNvPr id="108" name="Shape 40">
            <a:extLst>
              <a:ext uri="{FF2B5EF4-FFF2-40B4-BE49-F238E27FC236}">
                <a16:creationId xmlns:a16="http://schemas.microsoft.com/office/drawing/2014/main" id="{7A9426CA-FF13-C72A-86DA-C78E5B284A7A}"/>
              </a:ext>
            </a:extLst>
          </p:cNvPr>
          <p:cNvSpPr/>
          <p:nvPr/>
        </p:nvSpPr>
        <p:spPr>
          <a:xfrm>
            <a:off x="3185668" y="4735043"/>
            <a:ext cx="64008" cy="1024128"/>
          </a:xfrm>
          <a:prstGeom prst="rect">
            <a:avLst/>
          </a:prstGeom>
          <a:solidFill>
            <a:srgbClr val="86BC25"/>
          </a:solidFill>
          <a:ln w="12700">
            <a:solidFill>
              <a:srgbClr val="86BC25"/>
            </a:solidFill>
            <a:prstDash val="solid"/>
          </a:ln>
        </p:spPr>
        <p:txBody>
          <a:bodyPr/>
          <a:lstStyle/>
          <a:p>
            <a:endParaRPr lang="en-IN" sz="2400">
              <a:latin typeface="+mj-lt"/>
            </a:endParaRPr>
          </a:p>
        </p:txBody>
      </p:sp>
      <p:sp>
        <p:nvSpPr>
          <p:cNvPr id="160" name="Shape 41">
            <a:extLst>
              <a:ext uri="{FF2B5EF4-FFF2-40B4-BE49-F238E27FC236}">
                <a16:creationId xmlns:a16="http://schemas.microsoft.com/office/drawing/2014/main" id="{30F92C16-B10E-BF6C-A72C-85F0D01BD0A8}"/>
              </a:ext>
            </a:extLst>
          </p:cNvPr>
          <p:cNvSpPr/>
          <p:nvPr/>
        </p:nvSpPr>
        <p:spPr>
          <a:xfrm>
            <a:off x="3350260" y="4890491"/>
            <a:ext cx="438912" cy="438912"/>
          </a:xfrm>
          <a:prstGeom prst="ellipse">
            <a:avLst/>
          </a:prstGeom>
          <a:solidFill>
            <a:srgbClr val="86BC25"/>
          </a:solidFill>
          <a:ln w="12700">
            <a:solidFill>
              <a:srgbClr val="86BC25"/>
            </a:solidFill>
            <a:prstDash val="solid"/>
          </a:ln>
        </p:spPr>
        <p:txBody>
          <a:bodyPr/>
          <a:lstStyle/>
          <a:p>
            <a:endParaRPr lang="en-IN" sz="2400">
              <a:latin typeface="+mj-lt"/>
            </a:endParaRPr>
          </a:p>
        </p:txBody>
      </p:sp>
      <p:pic>
        <p:nvPicPr>
          <p:cNvPr id="162" name="Image 6" descr="preencoded.png">
            <a:extLst>
              <a:ext uri="{FF2B5EF4-FFF2-40B4-BE49-F238E27FC236}">
                <a16:creationId xmlns:a16="http://schemas.microsoft.com/office/drawing/2014/main" id="{EAB00A91-B7AF-7A0A-4653-CEADADE3CCD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478276" y="5018507"/>
            <a:ext cx="182880" cy="182880"/>
          </a:xfrm>
          <a:prstGeom prst="rect">
            <a:avLst/>
          </a:prstGeom>
        </p:spPr>
      </p:pic>
      <p:sp>
        <p:nvSpPr>
          <p:cNvPr id="164" name="Text 42">
            <a:extLst>
              <a:ext uri="{FF2B5EF4-FFF2-40B4-BE49-F238E27FC236}">
                <a16:creationId xmlns:a16="http://schemas.microsoft.com/office/drawing/2014/main" id="{69811FDB-0D32-AD03-5CD3-B4ECB4EB87DF}"/>
              </a:ext>
            </a:extLst>
          </p:cNvPr>
          <p:cNvSpPr/>
          <p:nvPr/>
        </p:nvSpPr>
        <p:spPr>
          <a:xfrm>
            <a:off x="3898900" y="4881347"/>
            <a:ext cx="1234440" cy="237744"/>
          </a:xfrm>
          <a:prstGeom prst="rect">
            <a:avLst/>
          </a:prstGeom>
          <a:noFill/>
          <a:ln/>
        </p:spPr>
        <p:txBody>
          <a:bodyPr wrap="square" lIns="0" tIns="0" rIns="0" bIns="0" rtlCol="0" anchor="ctr">
            <a:noAutofit/>
          </a:bodyPr>
          <a:lstStyle/>
          <a:p>
            <a:pPr marL="0" indent="0">
              <a:buNone/>
            </a:pPr>
            <a:r>
              <a:rPr lang="en-US" sz="1050" b="1" dirty="0">
                <a:solidFill>
                  <a:srgbClr val="0B2739"/>
                </a:solidFill>
                <a:latin typeface="+mj-lt"/>
              </a:rPr>
              <a:t>Assurance &amp; learning</a:t>
            </a:r>
            <a:endParaRPr lang="en-US" sz="1050" dirty="0">
              <a:latin typeface="+mj-lt"/>
            </a:endParaRPr>
          </a:p>
        </p:txBody>
      </p:sp>
      <p:sp>
        <p:nvSpPr>
          <p:cNvPr id="166" name="Text 43">
            <a:extLst>
              <a:ext uri="{FF2B5EF4-FFF2-40B4-BE49-F238E27FC236}">
                <a16:creationId xmlns:a16="http://schemas.microsoft.com/office/drawing/2014/main" id="{EB8AB631-0624-B287-5169-4CB8ED11DCE9}"/>
              </a:ext>
            </a:extLst>
          </p:cNvPr>
          <p:cNvSpPr/>
          <p:nvPr/>
        </p:nvSpPr>
        <p:spPr>
          <a:xfrm>
            <a:off x="3368548" y="5356835"/>
            <a:ext cx="1773936" cy="228600"/>
          </a:xfrm>
          <a:prstGeom prst="rect">
            <a:avLst/>
          </a:prstGeom>
          <a:noFill/>
          <a:ln/>
        </p:spPr>
        <p:txBody>
          <a:bodyPr wrap="square" lIns="0" tIns="0" rIns="0" bIns="0" rtlCol="0" anchor="ctr">
            <a:noAutofit/>
          </a:bodyPr>
          <a:lstStyle/>
          <a:p>
            <a:pPr marL="0" indent="0">
              <a:buNone/>
            </a:pPr>
            <a:r>
              <a:rPr lang="en-US" sz="900" dirty="0">
                <a:solidFill>
                  <a:srgbClr val="596875"/>
                </a:solidFill>
                <a:latin typeface="+mj-lt"/>
              </a:rPr>
              <a:t>Responsible AI, monitoring and continuous improvement.</a:t>
            </a:r>
            <a:endParaRPr lang="en-US" sz="900" dirty="0">
              <a:latin typeface="+mj-lt"/>
            </a:endParaRPr>
          </a:p>
        </p:txBody>
      </p:sp>
      <p:sp>
        <p:nvSpPr>
          <p:cNvPr id="168" name="Shape 44">
            <a:extLst>
              <a:ext uri="{FF2B5EF4-FFF2-40B4-BE49-F238E27FC236}">
                <a16:creationId xmlns:a16="http://schemas.microsoft.com/office/drawing/2014/main" id="{93598259-DE43-341A-7419-A7FB929023A8}"/>
              </a:ext>
            </a:extLst>
          </p:cNvPr>
          <p:cNvSpPr/>
          <p:nvPr/>
        </p:nvSpPr>
        <p:spPr>
          <a:xfrm>
            <a:off x="6020308" y="1031723"/>
            <a:ext cx="5559552" cy="4498848"/>
          </a:xfrm>
          <a:prstGeom prst="roundRect">
            <a:avLst>
              <a:gd name="adj" fmla="val 2033"/>
            </a:avLst>
          </a:prstGeom>
          <a:solidFill>
            <a:srgbClr val="FFFFFF"/>
          </a:solidFill>
          <a:ln w="12700">
            <a:solidFill>
              <a:srgbClr val="D8E2E7"/>
            </a:solidFill>
            <a:prstDash val="solid"/>
          </a:ln>
          <a:effectLst>
            <a:outerShdw blurRad="10160" dist="3175" dir="2700000" algn="bl" rotWithShape="0">
              <a:srgbClr val="000000">
                <a:alpha val="8000"/>
              </a:srgbClr>
            </a:outerShdw>
          </a:effectLst>
        </p:spPr>
        <p:txBody>
          <a:bodyPr/>
          <a:lstStyle/>
          <a:p>
            <a:endParaRPr lang="en-IN" sz="2400">
              <a:latin typeface="+mj-lt"/>
            </a:endParaRPr>
          </a:p>
        </p:txBody>
      </p:sp>
      <p:sp>
        <p:nvSpPr>
          <p:cNvPr id="170" name="Text 45">
            <a:extLst>
              <a:ext uri="{FF2B5EF4-FFF2-40B4-BE49-F238E27FC236}">
                <a16:creationId xmlns:a16="http://schemas.microsoft.com/office/drawing/2014/main" id="{F01F885B-3B30-D07E-46BF-27C7B0449D0D}"/>
              </a:ext>
            </a:extLst>
          </p:cNvPr>
          <p:cNvSpPr/>
          <p:nvPr/>
        </p:nvSpPr>
        <p:spPr>
          <a:xfrm>
            <a:off x="6312916" y="1306043"/>
            <a:ext cx="2926080" cy="182880"/>
          </a:xfrm>
          <a:prstGeom prst="rect">
            <a:avLst/>
          </a:prstGeom>
          <a:noFill/>
          <a:ln/>
        </p:spPr>
        <p:txBody>
          <a:bodyPr wrap="square" lIns="0" tIns="0" rIns="0" bIns="0" rtlCol="0" anchor="ctr"/>
          <a:lstStyle/>
          <a:p>
            <a:pPr marL="0" indent="0">
              <a:buNone/>
            </a:pPr>
            <a:r>
              <a:rPr lang="en-US" sz="1000" b="1" dirty="0">
                <a:solidFill>
                  <a:srgbClr val="007CB0"/>
                </a:solidFill>
                <a:latin typeface="+mj-lt"/>
              </a:rPr>
              <a:t>VALUE DELIVERED STATEWIDE</a:t>
            </a:r>
            <a:endParaRPr lang="en-US" sz="1000" dirty="0">
              <a:latin typeface="+mj-lt"/>
            </a:endParaRPr>
          </a:p>
        </p:txBody>
      </p:sp>
      <p:sp>
        <p:nvSpPr>
          <p:cNvPr id="172" name="Text 46">
            <a:extLst>
              <a:ext uri="{FF2B5EF4-FFF2-40B4-BE49-F238E27FC236}">
                <a16:creationId xmlns:a16="http://schemas.microsoft.com/office/drawing/2014/main" id="{84FCA3D0-87E2-5639-4C90-FB43F4B88D87}"/>
              </a:ext>
            </a:extLst>
          </p:cNvPr>
          <p:cNvSpPr/>
          <p:nvPr/>
        </p:nvSpPr>
        <p:spPr>
          <a:xfrm>
            <a:off x="6312916" y="1626083"/>
            <a:ext cx="4617720" cy="310896"/>
          </a:xfrm>
          <a:prstGeom prst="rect">
            <a:avLst/>
          </a:prstGeom>
          <a:noFill/>
          <a:ln/>
        </p:spPr>
        <p:txBody>
          <a:bodyPr wrap="square" lIns="0" tIns="0" rIns="0" bIns="0" rtlCol="0" anchor="ctr"/>
          <a:lstStyle/>
          <a:p>
            <a:pPr marL="0" indent="0">
              <a:buNone/>
            </a:pPr>
            <a:r>
              <a:rPr lang="en-US" sz="2000" b="1" dirty="0">
                <a:solidFill>
                  <a:srgbClr val="0B2739"/>
                </a:solidFill>
                <a:latin typeface="+mj-lt"/>
              </a:rPr>
              <a:t>Four enterprise benefits from one integrated model</a:t>
            </a:r>
            <a:endParaRPr lang="en-US" sz="2000" dirty="0">
              <a:latin typeface="+mj-lt"/>
            </a:endParaRPr>
          </a:p>
        </p:txBody>
      </p:sp>
      <p:sp>
        <p:nvSpPr>
          <p:cNvPr id="174" name="Shape 47">
            <a:extLst>
              <a:ext uri="{FF2B5EF4-FFF2-40B4-BE49-F238E27FC236}">
                <a16:creationId xmlns:a16="http://schemas.microsoft.com/office/drawing/2014/main" id="{BA7550FC-D738-5024-5E15-14A153080AEF}"/>
              </a:ext>
            </a:extLst>
          </p:cNvPr>
          <p:cNvSpPr/>
          <p:nvPr/>
        </p:nvSpPr>
        <p:spPr>
          <a:xfrm>
            <a:off x="6312916" y="2110715"/>
            <a:ext cx="2514600" cy="1490472"/>
          </a:xfrm>
          <a:prstGeom prst="roundRect">
            <a:avLst>
              <a:gd name="adj" fmla="val 5521"/>
            </a:avLst>
          </a:prstGeom>
          <a:solidFill>
            <a:srgbClr val="FFFFFF"/>
          </a:solidFill>
          <a:ln w="12700">
            <a:solidFill>
              <a:srgbClr val="D8E2E7"/>
            </a:solidFill>
            <a:prstDash val="solid"/>
          </a:ln>
          <a:effectLst>
            <a:outerShdw blurRad="10160" dist="3302" dir="2700000" algn="bl" rotWithShape="0">
              <a:srgbClr val="000000">
                <a:alpha val="9000"/>
              </a:srgbClr>
            </a:outerShdw>
          </a:effectLst>
        </p:spPr>
        <p:txBody>
          <a:bodyPr/>
          <a:lstStyle/>
          <a:p>
            <a:endParaRPr lang="en-IN" sz="2400">
              <a:latin typeface="+mj-lt"/>
            </a:endParaRPr>
          </a:p>
        </p:txBody>
      </p:sp>
      <p:sp>
        <p:nvSpPr>
          <p:cNvPr id="176" name="Shape 48">
            <a:extLst>
              <a:ext uri="{FF2B5EF4-FFF2-40B4-BE49-F238E27FC236}">
                <a16:creationId xmlns:a16="http://schemas.microsoft.com/office/drawing/2014/main" id="{730BD2EF-7F5B-4154-9946-182A404EF607}"/>
              </a:ext>
            </a:extLst>
          </p:cNvPr>
          <p:cNvSpPr/>
          <p:nvPr/>
        </p:nvSpPr>
        <p:spPr>
          <a:xfrm>
            <a:off x="6312916" y="2110715"/>
            <a:ext cx="73152" cy="1490472"/>
          </a:xfrm>
          <a:prstGeom prst="rect">
            <a:avLst/>
          </a:prstGeom>
          <a:solidFill>
            <a:srgbClr val="43B02A"/>
          </a:solidFill>
          <a:ln w="12700">
            <a:solidFill>
              <a:srgbClr val="43B02A"/>
            </a:solidFill>
            <a:prstDash val="solid"/>
          </a:ln>
        </p:spPr>
        <p:txBody>
          <a:bodyPr/>
          <a:lstStyle/>
          <a:p>
            <a:endParaRPr lang="en-IN" sz="2400">
              <a:latin typeface="+mj-lt"/>
            </a:endParaRPr>
          </a:p>
        </p:txBody>
      </p:sp>
      <p:sp>
        <p:nvSpPr>
          <p:cNvPr id="178" name="Shape 49">
            <a:extLst>
              <a:ext uri="{FF2B5EF4-FFF2-40B4-BE49-F238E27FC236}">
                <a16:creationId xmlns:a16="http://schemas.microsoft.com/office/drawing/2014/main" id="{A6ADED37-9BF3-08E1-CD80-E4BFD295847E}"/>
              </a:ext>
            </a:extLst>
          </p:cNvPr>
          <p:cNvSpPr/>
          <p:nvPr/>
        </p:nvSpPr>
        <p:spPr>
          <a:xfrm>
            <a:off x="6514084" y="2293595"/>
            <a:ext cx="502920" cy="502920"/>
          </a:xfrm>
          <a:prstGeom prst="ellipse">
            <a:avLst/>
          </a:prstGeom>
          <a:solidFill>
            <a:srgbClr val="43B02A"/>
          </a:solidFill>
          <a:ln w="12700">
            <a:solidFill>
              <a:srgbClr val="43B02A"/>
            </a:solidFill>
            <a:prstDash val="solid"/>
          </a:ln>
        </p:spPr>
        <p:txBody>
          <a:bodyPr/>
          <a:lstStyle/>
          <a:p>
            <a:endParaRPr lang="en-IN" sz="2400">
              <a:latin typeface="+mj-lt"/>
            </a:endParaRPr>
          </a:p>
        </p:txBody>
      </p:sp>
      <p:pic>
        <p:nvPicPr>
          <p:cNvPr id="180" name="Image 7" descr="preencoded.png">
            <a:extLst>
              <a:ext uri="{FF2B5EF4-FFF2-40B4-BE49-F238E27FC236}">
                <a16:creationId xmlns:a16="http://schemas.microsoft.com/office/drawing/2014/main" id="{47B18A49-A390-4EBE-E0D5-61E7F92867D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660388" y="2439899"/>
            <a:ext cx="210312" cy="210312"/>
          </a:xfrm>
          <a:prstGeom prst="rect">
            <a:avLst/>
          </a:prstGeom>
        </p:spPr>
      </p:pic>
      <p:sp>
        <p:nvSpPr>
          <p:cNvPr id="182" name="Text 50">
            <a:extLst>
              <a:ext uri="{FF2B5EF4-FFF2-40B4-BE49-F238E27FC236}">
                <a16:creationId xmlns:a16="http://schemas.microsoft.com/office/drawing/2014/main" id="{CF597159-1280-7B63-4DA2-0CE19192EA99}"/>
              </a:ext>
            </a:extLst>
          </p:cNvPr>
          <p:cNvSpPr/>
          <p:nvPr/>
        </p:nvSpPr>
        <p:spPr>
          <a:xfrm>
            <a:off x="7154164" y="2275307"/>
            <a:ext cx="1417320" cy="310896"/>
          </a:xfrm>
          <a:prstGeom prst="rect">
            <a:avLst/>
          </a:prstGeom>
          <a:noFill/>
          <a:ln/>
        </p:spPr>
        <p:txBody>
          <a:bodyPr wrap="square" lIns="0" tIns="0" rIns="0" bIns="0" rtlCol="0" anchor="ctr">
            <a:noAutofit/>
          </a:bodyPr>
          <a:lstStyle/>
          <a:p>
            <a:pPr marL="0" indent="0">
              <a:buNone/>
            </a:pPr>
            <a:r>
              <a:rPr lang="en-US" sz="1400" b="1" dirty="0">
                <a:solidFill>
                  <a:srgbClr val="0B2739"/>
                </a:solidFill>
                <a:latin typeface="+mj-lt"/>
              </a:rPr>
              <a:t>Human-centred adoption</a:t>
            </a:r>
            <a:endParaRPr lang="en-US" sz="1400" dirty="0">
              <a:latin typeface="+mj-lt"/>
            </a:endParaRPr>
          </a:p>
        </p:txBody>
      </p:sp>
      <p:sp>
        <p:nvSpPr>
          <p:cNvPr id="184" name="Text 51">
            <a:extLst>
              <a:ext uri="{FF2B5EF4-FFF2-40B4-BE49-F238E27FC236}">
                <a16:creationId xmlns:a16="http://schemas.microsoft.com/office/drawing/2014/main" id="{42E05B16-A68B-5EB9-21E1-8B1E127B0ED4}"/>
              </a:ext>
            </a:extLst>
          </p:cNvPr>
          <p:cNvSpPr/>
          <p:nvPr/>
        </p:nvSpPr>
        <p:spPr>
          <a:xfrm>
            <a:off x="6559804" y="2915387"/>
            <a:ext cx="1965960" cy="457200"/>
          </a:xfrm>
          <a:prstGeom prst="rect">
            <a:avLst/>
          </a:prstGeom>
          <a:noFill/>
          <a:ln/>
        </p:spPr>
        <p:txBody>
          <a:bodyPr wrap="square" lIns="127" tIns="127" rIns="127" bIns="127" rtlCol="0" anchor="ctr">
            <a:noAutofit/>
          </a:bodyPr>
          <a:lstStyle/>
          <a:p>
            <a:pPr marL="127000" indent="-127000">
              <a:buSzPct val="100000"/>
              <a:buChar char="•"/>
            </a:pPr>
            <a:r>
              <a:rPr lang="en-US" sz="900" dirty="0">
                <a:solidFill>
                  <a:srgbClr val="596875"/>
                </a:solidFill>
                <a:latin typeface="+mj-lt"/>
              </a:rPr>
              <a:t>Optimize allocation between digital tools and people</a:t>
            </a:r>
            <a:endParaRPr lang="en-US" sz="900" dirty="0">
              <a:latin typeface="+mj-lt"/>
            </a:endParaRPr>
          </a:p>
          <a:p>
            <a:pPr marL="127000" indent="-127000">
              <a:buSzPct val="100000"/>
              <a:buChar char="•"/>
            </a:pPr>
            <a:r>
              <a:rPr lang="en-US" sz="900" dirty="0">
                <a:solidFill>
                  <a:srgbClr val="596875"/>
                </a:solidFill>
                <a:latin typeface="+mj-lt"/>
              </a:rPr>
              <a:t>Redesign roles, skills and change support</a:t>
            </a:r>
            <a:endParaRPr lang="en-US" sz="900" dirty="0">
              <a:latin typeface="+mj-lt"/>
            </a:endParaRPr>
          </a:p>
        </p:txBody>
      </p:sp>
      <p:sp>
        <p:nvSpPr>
          <p:cNvPr id="186" name="Shape 52">
            <a:extLst>
              <a:ext uri="{FF2B5EF4-FFF2-40B4-BE49-F238E27FC236}">
                <a16:creationId xmlns:a16="http://schemas.microsoft.com/office/drawing/2014/main" id="{2754D2F3-DEDE-F3E6-4500-CECE8285D457}"/>
              </a:ext>
            </a:extLst>
          </p:cNvPr>
          <p:cNvSpPr/>
          <p:nvPr/>
        </p:nvSpPr>
        <p:spPr>
          <a:xfrm>
            <a:off x="8946388" y="2110715"/>
            <a:ext cx="2514600" cy="1490472"/>
          </a:xfrm>
          <a:prstGeom prst="roundRect">
            <a:avLst>
              <a:gd name="adj" fmla="val 5521"/>
            </a:avLst>
          </a:prstGeom>
          <a:solidFill>
            <a:srgbClr val="FFFFFF"/>
          </a:solidFill>
          <a:ln w="12700">
            <a:solidFill>
              <a:srgbClr val="D8E2E7"/>
            </a:solidFill>
            <a:prstDash val="solid"/>
          </a:ln>
          <a:effectLst>
            <a:outerShdw blurRad="10160" dist="3302" dir="2700000" algn="bl" rotWithShape="0">
              <a:srgbClr val="000000">
                <a:alpha val="9000"/>
              </a:srgbClr>
            </a:outerShdw>
          </a:effectLst>
        </p:spPr>
        <p:txBody>
          <a:bodyPr/>
          <a:lstStyle/>
          <a:p>
            <a:endParaRPr lang="en-IN" sz="2400">
              <a:latin typeface="+mj-lt"/>
            </a:endParaRPr>
          </a:p>
        </p:txBody>
      </p:sp>
      <p:sp>
        <p:nvSpPr>
          <p:cNvPr id="188" name="Shape 53">
            <a:extLst>
              <a:ext uri="{FF2B5EF4-FFF2-40B4-BE49-F238E27FC236}">
                <a16:creationId xmlns:a16="http://schemas.microsoft.com/office/drawing/2014/main" id="{4BB1162E-B951-D21D-D886-F82B7C3BD856}"/>
              </a:ext>
            </a:extLst>
          </p:cNvPr>
          <p:cNvSpPr/>
          <p:nvPr/>
        </p:nvSpPr>
        <p:spPr>
          <a:xfrm>
            <a:off x="8946388" y="2110715"/>
            <a:ext cx="73152" cy="1490472"/>
          </a:xfrm>
          <a:prstGeom prst="rect">
            <a:avLst/>
          </a:prstGeom>
          <a:solidFill>
            <a:srgbClr val="007CB0"/>
          </a:solidFill>
          <a:ln w="12700">
            <a:solidFill>
              <a:srgbClr val="007CB0"/>
            </a:solidFill>
            <a:prstDash val="solid"/>
          </a:ln>
        </p:spPr>
        <p:txBody>
          <a:bodyPr/>
          <a:lstStyle/>
          <a:p>
            <a:endParaRPr lang="en-IN" sz="2400">
              <a:latin typeface="+mj-lt"/>
            </a:endParaRPr>
          </a:p>
        </p:txBody>
      </p:sp>
      <p:sp>
        <p:nvSpPr>
          <p:cNvPr id="190" name="Shape 54">
            <a:extLst>
              <a:ext uri="{FF2B5EF4-FFF2-40B4-BE49-F238E27FC236}">
                <a16:creationId xmlns:a16="http://schemas.microsoft.com/office/drawing/2014/main" id="{E900FF25-3D46-8E56-882A-D37D930C932B}"/>
              </a:ext>
            </a:extLst>
          </p:cNvPr>
          <p:cNvSpPr/>
          <p:nvPr/>
        </p:nvSpPr>
        <p:spPr>
          <a:xfrm>
            <a:off x="9147556" y="2293595"/>
            <a:ext cx="502920" cy="502920"/>
          </a:xfrm>
          <a:prstGeom prst="ellipse">
            <a:avLst/>
          </a:prstGeom>
          <a:solidFill>
            <a:srgbClr val="007CB0"/>
          </a:solidFill>
          <a:ln w="12700">
            <a:solidFill>
              <a:srgbClr val="007CB0"/>
            </a:solidFill>
            <a:prstDash val="solid"/>
          </a:ln>
        </p:spPr>
        <p:txBody>
          <a:bodyPr/>
          <a:lstStyle/>
          <a:p>
            <a:endParaRPr lang="en-IN" sz="2400">
              <a:latin typeface="+mj-lt"/>
            </a:endParaRPr>
          </a:p>
        </p:txBody>
      </p:sp>
      <p:pic>
        <p:nvPicPr>
          <p:cNvPr id="192" name="Image 8" descr="preencoded.png">
            <a:extLst>
              <a:ext uri="{FF2B5EF4-FFF2-40B4-BE49-F238E27FC236}">
                <a16:creationId xmlns:a16="http://schemas.microsoft.com/office/drawing/2014/main" id="{AB071642-4983-8B0E-94B4-F2116AE8F02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293860" y="2439899"/>
            <a:ext cx="210312" cy="210312"/>
          </a:xfrm>
          <a:prstGeom prst="rect">
            <a:avLst/>
          </a:prstGeom>
        </p:spPr>
      </p:pic>
      <p:sp>
        <p:nvSpPr>
          <p:cNvPr id="194" name="Text 55">
            <a:extLst>
              <a:ext uri="{FF2B5EF4-FFF2-40B4-BE49-F238E27FC236}">
                <a16:creationId xmlns:a16="http://schemas.microsoft.com/office/drawing/2014/main" id="{BBAA2F2E-2E80-A528-9480-787EA3070BCC}"/>
              </a:ext>
            </a:extLst>
          </p:cNvPr>
          <p:cNvSpPr/>
          <p:nvPr/>
        </p:nvSpPr>
        <p:spPr>
          <a:xfrm>
            <a:off x="9787636" y="2275307"/>
            <a:ext cx="1417320" cy="310896"/>
          </a:xfrm>
          <a:prstGeom prst="rect">
            <a:avLst/>
          </a:prstGeom>
          <a:noFill/>
          <a:ln/>
        </p:spPr>
        <p:txBody>
          <a:bodyPr wrap="square" lIns="0" tIns="0" rIns="0" bIns="0" rtlCol="0" anchor="ctr">
            <a:noAutofit/>
          </a:bodyPr>
          <a:lstStyle/>
          <a:p>
            <a:pPr marL="0" indent="0">
              <a:buNone/>
            </a:pPr>
            <a:r>
              <a:rPr lang="en-US" sz="1400" b="1" dirty="0">
                <a:solidFill>
                  <a:srgbClr val="0B2739"/>
                </a:solidFill>
                <a:latin typeface="+mj-lt"/>
              </a:rPr>
              <a:t>Clear path to value</a:t>
            </a:r>
            <a:endParaRPr lang="en-US" sz="1400" dirty="0">
              <a:latin typeface="+mj-lt"/>
            </a:endParaRPr>
          </a:p>
        </p:txBody>
      </p:sp>
      <p:sp>
        <p:nvSpPr>
          <p:cNvPr id="196" name="Text 56">
            <a:extLst>
              <a:ext uri="{FF2B5EF4-FFF2-40B4-BE49-F238E27FC236}">
                <a16:creationId xmlns:a16="http://schemas.microsoft.com/office/drawing/2014/main" id="{B839A2BB-08F5-5783-90E5-72F409DF3099}"/>
              </a:ext>
            </a:extLst>
          </p:cNvPr>
          <p:cNvSpPr/>
          <p:nvPr/>
        </p:nvSpPr>
        <p:spPr>
          <a:xfrm>
            <a:off x="9193276" y="2915387"/>
            <a:ext cx="1965960" cy="457200"/>
          </a:xfrm>
          <a:prstGeom prst="rect">
            <a:avLst/>
          </a:prstGeom>
          <a:noFill/>
          <a:ln/>
        </p:spPr>
        <p:txBody>
          <a:bodyPr wrap="square" lIns="127" tIns="127" rIns="127" bIns="127" rtlCol="0" anchor="ctr">
            <a:noAutofit/>
          </a:bodyPr>
          <a:lstStyle/>
          <a:p>
            <a:pPr marL="127000" indent="-127000">
              <a:buSzPct val="100000"/>
              <a:buChar char="•"/>
            </a:pPr>
            <a:r>
              <a:rPr lang="en-US" sz="900" dirty="0">
                <a:solidFill>
                  <a:srgbClr val="596875"/>
                </a:solidFill>
                <a:latin typeface="+mj-lt"/>
              </a:rPr>
              <a:t>Link use cases to outcome KPIs and ownership</a:t>
            </a:r>
            <a:endParaRPr lang="en-US" sz="900" dirty="0">
              <a:latin typeface="+mj-lt"/>
            </a:endParaRPr>
          </a:p>
          <a:p>
            <a:pPr marL="127000" indent="-127000">
              <a:buSzPct val="100000"/>
              <a:buChar char="•"/>
            </a:pPr>
            <a:r>
              <a:rPr lang="en-US" sz="900" dirty="0">
                <a:solidFill>
                  <a:srgbClr val="596875"/>
                </a:solidFill>
                <a:latin typeface="+mj-lt"/>
              </a:rPr>
              <a:t>Track benefits, cost and investment decisions</a:t>
            </a:r>
            <a:endParaRPr lang="en-US" sz="900" dirty="0">
              <a:latin typeface="+mj-lt"/>
            </a:endParaRPr>
          </a:p>
        </p:txBody>
      </p:sp>
      <p:sp>
        <p:nvSpPr>
          <p:cNvPr id="198" name="Shape 57">
            <a:extLst>
              <a:ext uri="{FF2B5EF4-FFF2-40B4-BE49-F238E27FC236}">
                <a16:creationId xmlns:a16="http://schemas.microsoft.com/office/drawing/2014/main" id="{B1B78F46-8FE2-5F4D-176A-734D3F3A5B06}"/>
              </a:ext>
            </a:extLst>
          </p:cNvPr>
          <p:cNvSpPr/>
          <p:nvPr/>
        </p:nvSpPr>
        <p:spPr>
          <a:xfrm>
            <a:off x="6312916" y="3784067"/>
            <a:ext cx="2514600" cy="1490472"/>
          </a:xfrm>
          <a:prstGeom prst="roundRect">
            <a:avLst>
              <a:gd name="adj" fmla="val 5521"/>
            </a:avLst>
          </a:prstGeom>
          <a:solidFill>
            <a:srgbClr val="FFFFFF"/>
          </a:solidFill>
          <a:ln w="12700">
            <a:solidFill>
              <a:srgbClr val="D8E2E7"/>
            </a:solidFill>
            <a:prstDash val="solid"/>
          </a:ln>
          <a:effectLst>
            <a:outerShdw blurRad="10160" dist="3302" dir="2700000" algn="bl" rotWithShape="0">
              <a:srgbClr val="000000">
                <a:alpha val="9000"/>
              </a:srgbClr>
            </a:outerShdw>
          </a:effectLst>
        </p:spPr>
        <p:txBody>
          <a:bodyPr/>
          <a:lstStyle/>
          <a:p>
            <a:endParaRPr lang="en-IN" sz="2400">
              <a:latin typeface="+mj-lt"/>
            </a:endParaRPr>
          </a:p>
        </p:txBody>
      </p:sp>
      <p:sp>
        <p:nvSpPr>
          <p:cNvPr id="200" name="Shape 58">
            <a:extLst>
              <a:ext uri="{FF2B5EF4-FFF2-40B4-BE49-F238E27FC236}">
                <a16:creationId xmlns:a16="http://schemas.microsoft.com/office/drawing/2014/main" id="{BA6A2EAC-04EC-2E26-1768-67FFB08DA821}"/>
              </a:ext>
            </a:extLst>
          </p:cNvPr>
          <p:cNvSpPr/>
          <p:nvPr/>
        </p:nvSpPr>
        <p:spPr>
          <a:xfrm>
            <a:off x="6312916" y="3784067"/>
            <a:ext cx="73152" cy="1490472"/>
          </a:xfrm>
          <a:prstGeom prst="rect">
            <a:avLst/>
          </a:prstGeom>
          <a:solidFill>
            <a:srgbClr val="22B5D6"/>
          </a:solidFill>
          <a:ln w="12700">
            <a:solidFill>
              <a:srgbClr val="22B5D6"/>
            </a:solidFill>
            <a:prstDash val="solid"/>
          </a:ln>
        </p:spPr>
        <p:txBody>
          <a:bodyPr/>
          <a:lstStyle/>
          <a:p>
            <a:endParaRPr lang="en-IN" sz="2400">
              <a:latin typeface="+mj-lt"/>
            </a:endParaRPr>
          </a:p>
        </p:txBody>
      </p:sp>
      <p:sp>
        <p:nvSpPr>
          <p:cNvPr id="202" name="Shape 59">
            <a:extLst>
              <a:ext uri="{FF2B5EF4-FFF2-40B4-BE49-F238E27FC236}">
                <a16:creationId xmlns:a16="http://schemas.microsoft.com/office/drawing/2014/main" id="{B9B965B7-D801-07DC-1F49-54DC8B81EB3F}"/>
              </a:ext>
            </a:extLst>
          </p:cNvPr>
          <p:cNvSpPr/>
          <p:nvPr/>
        </p:nvSpPr>
        <p:spPr>
          <a:xfrm>
            <a:off x="6514084" y="3966947"/>
            <a:ext cx="502920" cy="502920"/>
          </a:xfrm>
          <a:prstGeom prst="ellipse">
            <a:avLst/>
          </a:prstGeom>
          <a:solidFill>
            <a:srgbClr val="22B5D6"/>
          </a:solidFill>
          <a:ln w="12700">
            <a:solidFill>
              <a:srgbClr val="22B5D6"/>
            </a:solidFill>
            <a:prstDash val="solid"/>
          </a:ln>
        </p:spPr>
        <p:txBody>
          <a:bodyPr/>
          <a:lstStyle/>
          <a:p>
            <a:endParaRPr lang="en-IN" sz="2400">
              <a:latin typeface="+mj-lt"/>
            </a:endParaRPr>
          </a:p>
        </p:txBody>
      </p:sp>
      <p:pic>
        <p:nvPicPr>
          <p:cNvPr id="204" name="Image 9" descr="preencoded.png">
            <a:extLst>
              <a:ext uri="{FF2B5EF4-FFF2-40B4-BE49-F238E27FC236}">
                <a16:creationId xmlns:a16="http://schemas.microsoft.com/office/drawing/2014/main" id="{FBA5E4EC-81D3-CF0A-B6E8-1EC94CA44D0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60388" y="4113251"/>
            <a:ext cx="210312" cy="210312"/>
          </a:xfrm>
          <a:prstGeom prst="rect">
            <a:avLst/>
          </a:prstGeom>
        </p:spPr>
      </p:pic>
      <p:sp>
        <p:nvSpPr>
          <p:cNvPr id="206" name="Text 60">
            <a:extLst>
              <a:ext uri="{FF2B5EF4-FFF2-40B4-BE49-F238E27FC236}">
                <a16:creationId xmlns:a16="http://schemas.microsoft.com/office/drawing/2014/main" id="{030AC4B8-0649-6D19-AD6D-491CE67A2FAC}"/>
              </a:ext>
            </a:extLst>
          </p:cNvPr>
          <p:cNvSpPr/>
          <p:nvPr/>
        </p:nvSpPr>
        <p:spPr>
          <a:xfrm>
            <a:off x="7154164" y="3948659"/>
            <a:ext cx="1417320" cy="310896"/>
          </a:xfrm>
          <a:prstGeom prst="rect">
            <a:avLst/>
          </a:prstGeom>
          <a:noFill/>
          <a:ln/>
        </p:spPr>
        <p:txBody>
          <a:bodyPr wrap="square" lIns="0" tIns="0" rIns="0" bIns="0" rtlCol="0" anchor="ctr">
            <a:noAutofit/>
          </a:bodyPr>
          <a:lstStyle/>
          <a:p>
            <a:pPr marL="0" indent="0">
              <a:buNone/>
            </a:pPr>
            <a:r>
              <a:rPr lang="en-US" sz="1400" b="1" dirty="0">
                <a:solidFill>
                  <a:srgbClr val="0B2739"/>
                </a:solidFill>
                <a:latin typeface="+mj-lt"/>
              </a:rPr>
              <a:t>Flexible architecture</a:t>
            </a:r>
            <a:endParaRPr lang="en-US" sz="1400" dirty="0">
              <a:latin typeface="+mj-lt"/>
            </a:endParaRPr>
          </a:p>
        </p:txBody>
      </p:sp>
      <p:sp>
        <p:nvSpPr>
          <p:cNvPr id="208" name="Text 61">
            <a:extLst>
              <a:ext uri="{FF2B5EF4-FFF2-40B4-BE49-F238E27FC236}">
                <a16:creationId xmlns:a16="http://schemas.microsoft.com/office/drawing/2014/main" id="{C5294144-D172-DC91-5B5F-A7D28885022F}"/>
              </a:ext>
            </a:extLst>
          </p:cNvPr>
          <p:cNvSpPr/>
          <p:nvPr/>
        </p:nvSpPr>
        <p:spPr>
          <a:xfrm>
            <a:off x="6559804" y="4588739"/>
            <a:ext cx="1965960" cy="457200"/>
          </a:xfrm>
          <a:prstGeom prst="rect">
            <a:avLst/>
          </a:prstGeom>
          <a:noFill/>
          <a:ln/>
        </p:spPr>
        <p:txBody>
          <a:bodyPr wrap="square" lIns="127" tIns="127" rIns="127" bIns="127" rtlCol="0" anchor="ctr">
            <a:noAutofit/>
          </a:bodyPr>
          <a:lstStyle/>
          <a:p>
            <a:pPr marL="127000" indent="-127000">
              <a:buSzPct val="100000"/>
              <a:buChar char="•"/>
            </a:pPr>
            <a:r>
              <a:rPr lang="en-US" sz="900" dirty="0">
                <a:solidFill>
                  <a:srgbClr val="596875"/>
                </a:solidFill>
                <a:latin typeface="+mj-lt"/>
              </a:rPr>
              <a:t>Experiment safely and industrialize rapidly</a:t>
            </a:r>
            <a:endParaRPr lang="en-US" sz="900" dirty="0">
              <a:latin typeface="+mj-lt"/>
            </a:endParaRPr>
          </a:p>
          <a:p>
            <a:pPr marL="127000" indent="-127000">
              <a:buSzPct val="100000"/>
              <a:buChar char="•"/>
            </a:pPr>
            <a:r>
              <a:rPr lang="en-US" sz="900" dirty="0">
                <a:solidFill>
                  <a:srgbClr val="596875"/>
                </a:solidFill>
                <a:latin typeface="+mj-lt"/>
              </a:rPr>
              <a:t>Reuse services across departments and partners</a:t>
            </a:r>
            <a:endParaRPr lang="en-US" sz="900" dirty="0">
              <a:latin typeface="+mj-lt"/>
            </a:endParaRPr>
          </a:p>
        </p:txBody>
      </p:sp>
      <p:sp>
        <p:nvSpPr>
          <p:cNvPr id="210" name="Shape 62">
            <a:extLst>
              <a:ext uri="{FF2B5EF4-FFF2-40B4-BE49-F238E27FC236}">
                <a16:creationId xmlns:a16="http://schemas.microsoft.com/office/drawing/2014/main" id="{2FED8D17-8C6D-E8C3-BB38-DE1C387DEA77}"/>
              </a:ext>
            </a:extLst>
          </p:cNvPr>
          <p:cNvSpPr/>
          <p:nvPr/>
        </p:nvSpPr>
        <p:spPr>
          <a:xfrm>
            <a:off x="8946388" y="3784067"/>
            <a:ext cx="2514600" cy="1490472"/>
          </a:xfrm>
          <a:prstGeom prst="roundRect">
            <a:avLst>
              <a:gd name="adj" fmla="val 5521"/>
            </a:avLst>
          </a:prstGeom>
          <a:solidFill>
            <a:srgbClr val="FFFFFF"/>
          </a:solidFill>
          <a:ln w="12700">
            <a:solidFill>
              <a:srgbClr val="D8E2E7"/>
            </a:solidFill>
            <a:prstDash val="solid"/>
          </a:ln>
          <a:effectLst>
            <a:outerShdw blurRad="10160" dist="3302" dir="2700000" algn="bl" rotWithShape="0">
              <a:srgbClr val="000000">
                <a:alpha val="9000"/>
              </a:srgbClr>
            </a:outerShdw>
          </a:effectLst>
        </p:spPr>
        <p:txBody>
          <a:bodyPr/>
          <a:lstStyle/>
          <a:p>
            <a:endParaRPr lang="en-IN" sz="2400">
              <a:latin typeface="+mj-lt"/>
            </a:endParaRPr>
          </a:p>
        </p:txBody>
      </p:sp>
      <p:sp>
        <p:nvSpPr>
          <p:cNvPr id="212" name="Shape 63">
            <a:extLst>
              <a:ext uri="{FF2B5EF4-FFF2-40B4-BE49-F238E27FC236}">
                <a16:creationId xmlns:a16="http://schemas.microsoft.com/office/drawing/2014/main" id="{A38B49F5-C993-412C-34CB-F198153B1057}"/>
              </a:ext>
            </a:extLst>
          </p:cNvPr>
          <p:cNvSpPr/>
          <p:nvPr/>
        </p:nvSpPr>
        <p:spPr>
          <a:xfrm>
            <a:off x="8946388" y="3784067"/>
            <a:ext cx="73152" cy="1490472"/>
          </a:xfrm>
          <a:prstGeom prst="rect">
            <a:avLst/>
          </a:prstGeom>
          <a:solidFill>
            <a:srgbClr val="149B91"/>
          </a:solidFill>
          <a:ln w="12700">
            <a:solidFill>
              <a:srgbClr val="149B91"/>
            </a:solidFill>
            <a:prstDash val="solid"/>
          </a:ln>
        </p:spPr>
        <p:txBody>
          <a:bodyPr/>
          <a:lstStyle/>
          <a:p>
            <a:endParaRPr lang="en-IN" sz="2400">
              <a:latin typeface="+mj-lt"/>
            </a:endParaRPr>
          </a:p>
        </p:txBody>
      </p:sp>
      <p:sp>
        <p:nvSpPr>
          <p:cNvPr id="214" name="Shape 64">
            <a:extLst>
              <a:ext uri="{FF2B5EF4-FFF2-40B4-BE49-F238E27FC236}">
                <a16:creationId xmlns:a16="http://schemas.microsoft.com/office/drawing/2014/main" id="{7332D4AA-DCC2-D977-2842-6C9F89FA6694}"/>
              </a:ext>
            </a:extLst>
          </p:cNvPr>
          <p:cNvSpPr/>
          <p:nvPr/>
        </p:nvSpPr>
        <p:spPr>
          <a:xfrm>
            <a:off x="9147556" y="3966947"/>
            <a:ext cx="502920" cy="502920"/>
          </a:xfrm>
          <a:prstGeom prst="ellipse">
            <a:avLst/>
          </a:prstGeom>
          <a:solidFill>
            <a:srgbClr val="149B91"/>
          </a:solidFill>
          <a:ln w="12700">
            <a:solidFill>
              <a:srgbClr val="149B91"/>
            </a:solidFill>
            <a:prstDash val="solid"/>
          </a:ln>
        </p:spPr>
        <p:txBody>
          <a:bodyPr/>
          <a:lstStyle/>
          <a:p>
            <a:endParaRPr lang="en-IN" sz="2400">
              <a:latin typeface="+mj-lt"/>
            </a:endParaRPr>
          </a:p>
        </p:txBody>
      </p:sp>
      <p:pic>
        <p:nvPicPr>
          <p:cNvPr id="216" name="Image 10" descr="preencoded.png">
            <a:extLst>
              <a:ext uri="{FF2B5EF4-FFF2-40B4-BE49-F238E27FC236}">
                <a16:creationId xmlns:a16="http://schemas.microsoft.com/office/drawing/2014/main" id="{710D201F-56F0-7DAB-E8A6-DE626ACD0E16}"/>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293860" y="4113251"/>
            <a:ext cx="210312" cy="210312"/>
          </a:xfrm>
          <a:prstGeom prst="rect">
            <a:avLst/>
          </a:prstGeom>
        </p:spPr>
      </p:pic>
      <p:sp>
        <p:nvSpPr>
          <p:cNvPr id="218" name="Text 65">
            <a:extLst>
              <a:ext uri="{FF2B5EF4-FFF2-40B4-BE49-F238E27FC236}">
                <a16:creationId xmlns:a16="http://schemas.microsoft.com/office/drawing/2014/main" id="{238A5F41-61C0-DE44-7475-A75EDD0274DC}"/>
              </a:ext>
            </a:extLst>
          </p:cNvPr>
          <p:cNvSpPr/>
          <p:nvPr/>
        </p:nvSpPr>
        <p:spPr>
          <a:xfrm>
            <a:off x="9787636" y="3948659"/>
            <a:ext cx="1417320" cy="310896"/>
          </a:xfrm>
          <a:prstGeom prst="rect">
            <a:avLst/>
          </a:prstGeom>
          <a:noFill/>
          <a:ln/>
        </p:spPr>
        <p:txBody>
          <a:bodyPr wrap="square" lIns="0" tIns="0" rIns="0" bIns="0" rtlCol="0" anchor="ctr">
            <a:noAutofit/>
          </a:bodyPr>
          <a:lstStyle/>
          <a:p>
            <a:pPr marL="0" indent="0">
              <a:buNone/>
            </a:pPr>
            <a:r>
              <a:rPr lang="en-US" sz="1400" b="1" dirty="0">
                <a:solidFill>
                  <a:srgbClr val="0B2739"/>
                </a:solidFill>
                <a:latin typeface="+mj-lt"/>
              </a:rPr>
              <a:t>Responsible by design</a:t>
            </a:r>
            <a:endParaRPr lang="en-US" sz="1400" dirty="0">
              <a:latin typeface="+mj-lt"/>
            </a:endParaRPr>
          </a:p>
        </p:txBody>
      </p:sp>
      <p:sp>
        <p:nvSpPr>
          <p:cNvPr id="220" name="Text 66">
            <a:extLst>
              <a:ext uri="{FF2B5EF4-FFF2-40B4-BE49-F238E27FC236}">
                <a16:creationId xmlns:a16="http://schemas.microsoft.com/office/drawing/2014/main" id="{02C77AD2-1544-12B3-22D7-71F2C496C525}"/>
              </a:ext>
            </a:extLst>
          </p:cNvPr>
          <p:cNvSpPr/>
          <p:nvPr/>
        </p:nvSpPr>
        <p:spPr>
          <a:xfrm>
            <a:off x="9193276" y="4588739"/>
            <a:ext cx="1965960" cy="457200"/>
          </a:xfrm>
          <a:prstGeom prst="rect">
            <a:avLst/>
          </a:prstGeom>
          <a:noFill/>
          <a:ln/>
        </p:spPr>
        <p:txBody>
          <a:bodyPr wrap="square" lIns="127" tIns="127" rIns="127" bIns="127" rtlCol="0" anchor="ctr">
            <a:noAutofit/>
          </a:bodyPr>
          <a:lstStyle/>
          <a:p>
            <a:pPr marL="127000" indent="-127000">
              <a:buSzPct val="100000"/>
              <a:buChar char="•"/>
            </a:pPr>
            <a:r>
              <a:rPr lang="en-US" sz="900" dirty="0">
                <a:solidFill>
                  <a:srgbClr val="596875"/>
                </a:solidFill>
                <a:latin typeface="+mj-lt"/>
              </a:rPr>
              <a:t>Apply policy, privacy, security and audit controls</a:t>
            </a:r>
            <a:endParaRPr lang="en-US" sz="900" dirty="0">
              <a:latin typeface="+mj-lt"/>
            </a:endParaRPr>
          </a:p>
          <a:p>
            <a:pPr marL="127000" indent="-127000">
              <a:buSzPct val="100000"/>
              <a:buChar char="•"/>
            </a:pPr>
            <a:r>
              <a:rPr lang="en-US" sz="900" dirty="0">
                <a:solidFill>
                  <a:srgbClr val="596875"/>
                </a:solidFill>
                <a:latin typeface="+mj-lt"/>
              </a:rPr>
              <a:t>Detect bias and retain accountable human authority</a:t>
            </a:r>
            <a:endParaRPr lang="en-US" sz="900" dirty="0">
              <a:latin typeface="+mj-lt"/>
            </a:endParaRPr>
          </a:p>
        </p:txBody>
      </p:sp>
      <p:sp>
        <p:nvSpPr>
          <p:cNvPr id="222" name="Shape 67">
            <a:extLst>
              <a:ext uri="{FF2B5EF4-FFF2-40B4-BE49-F238E27FC236}">
                <a16:creationId xmlns:a16="http://schemas.microsoft.com/office/drawing/2014/main" id="{3CA20001-B019-B94D-36DF-DA12918C9851}"/>
              </a:ext>
            </a:extLst>
          </p:cNvPr>
          <p:cNvSpPr/>
          <p:nvPr/>
        </p:nvSpPr>
        <p:spPr>
          <a:xfrm>
            <a:off x="469900" y="5768315"/>
            <a:ext cx="11109960" cy="475488"/>
          </a:xfrm>
          <a:prstGeom prst="roundRect">
            <a:avLst>
              <a:gd name="adj" fmla="val 11538"/>
            </a:avLst>
          </a:prstGeom>
          <a:solidFill>
            <a:srgbClr val="0B2739"/>
          </a:solidFill>
          <a:ln w="12700">
            <a:solidFill>
              <a:srgbClr val="0B2739"/>
            </a:solidFill>
            <a:prstDash val="solid"/>
          </a:ln>
        </p:spPr>
        <p:txBody>
          <a:bodyPr/>
          <a:lstStyle/>
          <a:p>
            <a:endParaRPr lang="en-IN" sz="2400">
              <a:latin typeface="+mj-lt"/>
            </a:endParaRPr>
          </a:p>
        </p:txBody>
      </p:sp>
      <p:pic>
        <p:nvPicPr>
          <p:cNvPr id="224" name="Image 11" descr="preencoded.png">
            <a:extLst>
              <a:ext uri="{FF2B5EF4-FFF2-40B4-BE49-F238E27FC236}">
                <a16:creationId xmlns:a16="http://schemas.microsoft.com/office/drawing/2014/main" id="{EAACF98D-764D-4587-68A2-83D68B17243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25932" y="5923763"/>
            <a:ext cx="182880" cy="182880"/>
          </a:xfrm>
          <a:prstGeom prst="rect">
            <a:avLst/>
          </a:prstGeom>
        </p:spPr>
      </p:pic>
      <p:sp>
        <p:nvSpPr>
          <p:cNvPr id="226" name="Text 68">
            <a:extLst>
              <a:ext uri="{FF2B5EF4-FFF2-40B4-BE49-F238E27FC236}">
                <a16:creationId xmlns:a16="http://schemas.microsoft.com/office/drawing/2014/main" id="{F18A7A47-E801-A69F-0F5E-3116CDE11292}"/>
              </a:ext>
            </a:extLst>
          </p:cNvPr>
          <p:cNvSpPr/>
          <p:nvPr/>
        </p:nvSpPr>
        <p:spPr>
          <a:xfrm>
            <a:off x="1045972" y="5887187"/>
            <a:ext cx="1572768" cy="137160"/>
          </a:xfrm>
          <a:prstGeom prst="rect">
            <a:avLst/>
          </a:prstGeom>
          <a:noFill/>
          <a:ln/>
        </p:spPr>
        <p:txBody>
          <a:bodyPr wrap="square" lIns="0" tIns="0" rIns="0" bIns="0" rtlCol="0" anchor="ctr"/>
          <a:lstStyle/>
          <a:p>
            <a:pPr marL="0" indent="0">
              <a:buNone/>
            </a:pPr>
            <a:r>
              <a:rPr lang="en-US" sz="900" b="1" dirty="0">
                <a:solidFill>
                  <a:srgbClr val="86BC25"/>
                </a:solidFill>
                <a:latin typeface="+mj-lt"/>
              </a:rPr>
              <a:t>VALUE-REALIZATION PRINCIPLE</a:t>
            </a:r>
            <a:endParaRPr lang="en-US" sz="900" dirty="0">
              <a:latin typeface="+mj-lt"/>
            </a:endParaRPr>
          </a:p>
        </p:txBody>
      </p:sp>
      <p:sp>
        <p:nvSpPr>
          <p:cNvPr id="228" name="Text 69">
            <a:extLst>
              <a:ext uri="{FF2B5EF4-FFF2-40B4-BE49-F238E27FC236}">
                <a16:creationId xmlns:a16="http://schemas.microsoft.com/office/drawing/2014/main" id="{DCC43DB3-236C-ABD1-E8C0-C2B1B51A37AB}"/>
              </a:ext>
            </a:extLst>
          </p:cNvPr>
          <p:cNvSpPr/>
          <p:nvPr/>
        </p:nvSpPr>
        <p:spPr>
          <a:xfrm>
            <a:off x="2573020" y="5868899"/>
            <a:ext cx="8503920" cy="173736"/>
          </a:xfrm>
          <a:prstGeom prst="rect">
            <a:avLst/>
          </a:prstGeom>
          <a:noFill/>
          <a:ln/>
        </p:spPr>
        <p:txBody>
          <a:bodyPr wrap="square" lIns="0" tIns="0" rIns="0" bIns="0" rtlCol="0" anchor="ctr">
            <a:normAutofit/>
          </a:bodyPr>
          <a:lstStyle/>
          <a:p>
            <a:pPr marL="0" indent="0" algn="ctr">
              <a:buNone/>
            </a:pPr>
            <a:r>
              <a:rPr lang="en-US" sz="1000" b="1" dirty="0">
                <a:solidFill>
                  <a:srgbClr val="FFFFFF"/>
                </a:solidFill>
                <a:latin typeface="+mj-lt"/>
              </a:rPr>
              <a:t>Specialist CoE expertise + shared platforms + department ownership + disciplined benefit tracking = faster, safer and reusable AI adoption</a:t>
            </a:r>
            <a:endParaRPr lang="en-US" sz="1000" dirty="0">
              <a:latin typeface="+mj-lt"/>
            </a:endParaRPr>
          </a:p>
        </p:txBody>
      </p:sp>
    </p:spTree>
    <p:extLst>
      <p:ext uri="{BB962C8B-B14F-4D97-AF65-F5344CB8AC3E}">
        <p14:creationId xmlns:p14="http://schemas.microsoft.com/office/powerpoint/2010/main" val="74973352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458C8-F61C-4B2E-301A-B096C8C14C3F}"/>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5BE58A2B-88B9-37CC-76D6-DA4DAC8CE6D6}"/>
              </a:ext>
            </a:extLst>
          </p:cNvPr>
          <p:cNvSpPr txBox="1">
            <a:spLocks/>
          </p:cNvSpPr>
          <p:nvPr/>
        </p:nvSpPr>
        <p:spPr bwMode="gray">
          <a:xfrm>
            <a:off x="233870" y="175662"/>
            <a:ext cx="11710480" cy="504913"/>
          </a:xfrm>
          <a:prstGeom prst="rect">
            <a:avLst/>
          </a:prstGeom>
        </p:spPr>
        <p:txBody>
          <a:bodyPr vert="horz" lIns="0" tIns="0" rIns="0" bIns="0" rtlCol="0" anchor="t" anchorCtr="0">
            <a:noAutofit/>
          </a:bodyPr>
          <a:lstStyle>
            <a:lvl1pPr algn="l" defTabSz="1219170" rtl="0" eaLnBrk="1" latinLnBrk="0" hangingPunct="1">
              <a:spcBef>
                <a:spcPct val="0"/>
              </a:spcBef>
              <a:buNone/>
              <a:defRPr sz="2000" kern="1200">
                <a:solidFill>
                  <a:schemeClr val="tx1"/>
                </a:solidFill>
                <a:latin typeface="+mj-lt"/>
                <a:ea typeface="+mj-ea"/>
                <a:cs typeface="+mj-cs"/>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ea typeface="Verdana" panose="020B0604030504040204" pitchFamily="34" charset="0"/>
                <a:cs typeface="Calibri" panose="020F0502020204030204" pitchFamily="34" charset="0"/>
              </a:rPr>
              <a:t>Our approach to setting up the AI/ML CoE</a:t>
            </a:r>
            <a:br>
              <a:rPr kumimoji="0" lang="en-US" sz="2000" b="1" i="0" u="none" strike="noStrike" kern="1200" cap="none" spc="0" normalizeH="0" baseline="0" noProof="0" dirty="0">
                <a:ln>
                  <a:noFill/>
                </a:ln>
                <a:solidFill>
                  <a:prstClr val="black"/>
                </a:solidFill>
                <a:effectLst/>
                <a:uLnTx/>
                <a:uFillTx/>
                <a:ea typeface="Verdana" panose="020B0604030504040204" pitchFamily="34" charset="0"/>
                <a:cs typeface="Calibri" panose="020F0502020204030204" pitchFamily="34" charset="0"/>
              </a:rPr>
            </a:br>
            <a:r>
              <a:rPr kumimoji="0" lang="en-US" sz="1600" b="0" i="1" u="none" strike="noStrike" kern="1200" cap="none" spc="0" normalizeH="0" baseline="0" noProof="0" dirty="0" err="1">
                <a:ln>
                  <a:noFill/>
                </a:ln>
                <a:solidFill>
                  <a:srgbClr val="FFFFFF">
                    <a:lumMod val="50000"/>
                  </a:srgbClr>
                </a:solidFill>
                <a:effectLst/>
                <a:uLnTx/>
                <a:uFillTx/>
                <a:ea typeface="Verdana" panose="020B0604030504040204" pitchFamily="34" charset="0"/>
              </a:rPr>
              <a:t>CoE</a:t>
            </a:r>
            <a:r>
              <a:rPr kumimoji="0" lang="en-US" sz="1600" b="0" i="1" u="none" strike="noStrike" kern="1200" cap="none" spc="0" normalizeH="0" baseline="0" noProof="0" dirty="0">
                <a:ln>
                  <a:noFill/>
                </a:ln>
                <a:solidFill>
                  <a:srgbClr val="FFFFFF">
                    <a:lumMod val="50000"/>
                  </a:srgbClr>
                </a:solidFill>
                <a:effectLst/>
                <a:uLnTx/>
                <a:uFillTx/>
                <a:ea typeface="Verdana" panose="020B0604030504040204" pitchFamily="34" charset="0"/>
              </a:rPr>
              <a:t> will help envision ways in which AI/ML initiatives can generate value, transform the tech architecture, evolve the workforce, and create trust</a:t>
            </a:r>
          </a:p>
          <a:p>
            <a:pPr marL="0" marR="0" lvl="0" indent="0" algn="l" defTabSz="1219170" rtl="0" eaLnBrk="1" fontAlgn="auto" latinLnBrk="0" hangingPunct="1">
              <a:lnSpc>
                <a:spcPct val="100000"/>
              </a:lnSpc>
              <a:spcBef>
                <a:spcPct val="0"/>
              </a:spcBef>
              <a:spcAft>
                <a:spcPts val="0"/>
              </a:spcAft>
              <a:buClrTx/>
              <a:buSzTx/>
              <a:buFontTx/>
              <a:buNone/>
              <a:tabLst/>
              <a:defRPr/>
            </a:pPr>
            <a:endParaRPr kumimoji="0" lang="en-US" sz="2000" b="1" i="0" u="none" strike="noStrike" kern="1200" cap="none" spc="0" normalizeH="0" baseline="0" noProof="0" dirty="0">
              <a:ln>
                <a:noFill/>
              </a:ln>
              <a:solidFill>
                <a:prstClr val="black"/>
              </a:solidFill>
              <a:effectLst/>
              <a:uLnTx/>
              <a:uFillTx/>
              <a:ea typeface="Verdana" panose="020B0604030504040204" pitchFamily="34" charset="0"/>
              <a:cs typeface="Calibri" panose="020F0502020204030204" pitchFamily="34" charset="0"/>
            </a:endParaRPr>
          </a:p>
        </p:txBody>
      </p:sp>
      <p:grpSp>
        <p:nvGrpSpPr>
          <p:cNvPr id="2" name="Group 1">
            <a:extLst>
              <a:ext uri="{FF2B5EF4-FFF2-40B4-BE49-F238E27FC236}">
                <a16:creationId xmlns:a16="http://schemas.microsoft.com/office/drawing/2014/main" id="{F9E60ECC-024F-21C8-87F4-E09411D18977}"/>
              </a:ext>
            </a:extLst>
          </p:cNvPr>
          <p:cNvGrpSpPr/>
          <p:nvPr/>
        </p:nvGrpSpPr>
        <p:grpSpPr>
          <a:xfrm>
            <a:off x="0" y="680575"/>
            <a:ext cx="5752976" cy="151621"/>
            <a:chOff x="0" y="786578"/>
            <a:chExt cx="5752976" cy="151621"/>
          </a:xfrm>
        </p:grpSpPr>
        <p:cxnSp>
          <p:nvCxnSpPr>
            <p:cNvPr id="4" name="Straight Connector 3">
              <a:extLst>
                <a:ext uri="{FF2B5EF4-FFF2-40B4-BE49-F238E27FC236}">
                  <a16:creationId xmlns:a16="http://schemas.microsoft.com/office/drawing/2014/main" id="{C7C805E7-B589-4A78-276F-B9F9461E445C}"/>
                </a:ext>
              </a:extLst>
            </p:cNvPr>
            <p:cNvCxnSpPr>
              <a:cxnSpLocks/>
            </p:cNvCxnSpPr>
            <p:nvPr/>
          </p:nvCxnSpPr>
          <p:spPr>
            <a:xfrm>
              <a:off x="0" y="862388"/>
              <a:ext cx="5673213" cy="0"/>
            </a:xfrm>
            <a:prstGeom prst="line">
              <a:avLst/>
            </a:prstGeom>
            <a:ln>
              <a:solidFill>
                <a:srgbClr val="92D050"/>
              </a:solidFill>
            </a:ln>
          </p:spPr>
          <p:style>
            <a:lnRef idx="2">
              <a:schemeClr val="accent1"/>
            </a:lnRef>
            <a:fillRef idx="0">
              <a:schemeClr val="accent1"/>
            </a:fillRef>
            <a:effectRef idx="1">
              <a:schemeClr val="accent1"/>
            </a:effectRef>
            <a:fontRef idx="minor">
              <a:schemeClr val="tx1"/>
            </a:fontRef>
          </p:style>
        </p:cxnSp>
        <p:sp>
          <p:nvSpPr>
            <p:cNvPr id="5" name="Diamond 4">
              <a:extLst>
                <a:ext uri="{FF2B5EF4-FFF2-40B4-BE49-F238E27FC236}">
                  <a16:creationId xmlns:a16="http://schemas.microsoft.com/office/drawing/2014/main" id="{69528591-99B4-80EA-3C88-0C4FD50201E9}"/>
                </a:ext>
              </a:extLst>
            </p:cNvPr>
            <p:cNvSpPr/>
            <p:nvPr/>
          </p:nvSpPr>
          <p:spPr>
            <a:xfrm>
              <a:off x="5661536" y="786578"/>
              <a:ext cx="91440" cy="151621"/>
            </a:xfrm>
            <a:prstGeom prst="diamond">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grpSp>
      <p:sp>
        <p:nvSpPr>
          <p:cNvPr id="6" name="Rectangle 5">
            <a:extLst>
              <a:ext uri="{FF2B5EF4-FFF2-40B4-BE49-F238E27FC236}">
                <a16:creationId xmlns:a16="http://schemas.microsoft.com/office/drawing/2014/main" id="{A0CAC884-1D6E-A77E-7116-C3B5782471F9}"/>
              </a:ext>
            </a:extLst>
          </p:cNvPr>
          <p:cNvSpPr/>
          <p:nvPr/>
        </p:nvSpPr>
        <p:spPr bwMode="gray">
          <a:xfrm>
            <a:off x="9617559" y="981022"/>
            <a:ext cx="2030800" cy="4289022"/>
          </a:xfrm>
          <a:prstGeom prst="rect">
            <a:avLst/>
          </a:prstGeom>
          <a:solidFill>
            <a:srgbClr val="FFFFFF">
              <a:lumMod val="95000"/>
            </a:srgb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dirty="0">
              <a:ln>
                <a:noFill/>
              </a:ln>
              <a:solidFill>
                <a:srgbClr val="FFFFFF"/>
              </a:solidFill>
              <a:effectLst/>
              <a:uLnTx/>
              <a:uFillTx/>
              <a:latin typeface="+mj-lt"/>
            </a:endParaRPr>
          </a:p>
        </p:txBody>
      </p:sp>
      <p:grpSp>
        <p:nvGrpSpPr>
          <p:cNvPr id="7" name="Group 6">
            <a:extLst>
              <a:ext uri="{FF2B5EF4-FFF2-40B4-BE49-F238E27FC236}">
                <a16:creationId xmlns:a16="http://schemas.microsoft.com/office/drawing/2014/main" id="{5DC4C867-5949-D67C-9EF6-17AF51399EB0}"/>
              </a:ext>
            </a:extLst>
          </p:cNvPr>
          <p:cNvGrpSpPr/>
          <p:nvPr/>
        </p:nvGrpSpPr>
        <p:grpSpPr>
          <a:xfrm>
            <a:off x="6367214" y="1013306"/>
            <a:ext cx="2876400" cy="3312753"/>
            <a:chOff x="7189539" y="1293531"/>
            <a:chExt cx="2863604" cy="3297678"/>
          </a:xfrm>
        </p:grpSpPr>
        <p:sp>
          <p:nvSpPr>
            <p:cNvPr id="9" name="Arc 8">
              <a:extLst>
                <a:ext uri="{FF2B5EF4-FFF2-40B4-BE49-F238E27FC236}">
                  <a16:creationId xmlns:a16="http://schemas.microsoft.com/office/drawing/2014/main" id="{7A0D42F0-46E5-0D7D-8919-7AA76EC25CF9}"/>
                </a:ext>
              </a:extLst>
            </p:cNvPr>
            <p:cNvSpPr/>
            <p:nvPr/>
          </p:nvSpPr>
          <p:spPr>
            <a:xfrm rot="2920892">
              <a:off x="7379723" y="1490717"/>
              <a:ext cx="2483899" cy="2483187"/>
            </a:xfrm>
            <a:prstGeom prst="arc">
              <a:avLst>
                <a:gd name="adj1" fmla="val 16270113"/>
                <a:gd name="adj2" fmla="val 1661266"/>
              </a:avLst>
            </a:prstGeom>
            <a:noFill/>
            <a:ln w="38100" cmpd="sng">
              <a:solidFill>
                <a:srgbClr val="787878"/>
              </a:solidFill>
              <a:tailEnd type="arrow" w="lg" len="med"/>
            </a:ln>
          </p:spPr>
          <p:txBody>
            <a:bodyPr wrap="square" lIns="0" tIns="0" rIns="0" bIns="0" rtlCol="0"/>
            <a:lstStyle/>
            <a:p>
              <a:pPr marL="0" marR="0" lvl="0" indent="0" algn="ctr" defTabSz="1218987"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prstClr val="black"/>
                </a:solidFill>
                <a:effectLst/>
                <a:uLnTx/>
                <a:uFillTx/>
                <a:latin typeface="+mj-lt"/>
              </a:endParaRPr>
            </a:p>
          </p:txBody>
        </p:sp>
        <p:sp>
          <p:nvSpPr>
            <p:cNvPr id="10" name="Arc 9">
              <a:extLst>
                <a:ext uri="{FF2B5EF4-FFF2-40B4-BE49-F238E27FC236}">
                  <a16:creationId xmlns:a16="http://schemas.microsoft.com/office/drawing/2014/main" id="{29724357-9605-70F8-9387-4C3003692C98}"/>
                </a:ext>
              </a:extLst>
            </p:cNvPr>
            <p:cNvSpPr/>
            <p:nvPr/>
          </p:nvSpPr>
          <p:spPr>
            <a:xfrm rot="2934726">
              <a:off x="7379723" y="1490717"/>
              <a:ext cx="2483899" cy="2483187"/>
            </a:xfrm>
            <a:prstGeom prst="arc">
              <a:avLst>
                <a:gd name="adj1" fmla="val 2037013"/>
                <a:gd name="adj2" fmla="val 10294829"/>
              </a:avLst>
            </a:prstGeom>
            <a:noFill/>
            <a:ln w="38100" cmpd="sng">
              <a:solidFill>
                <a:srgbClr val="34F0FF"/>
              </a:solidFill>
              <a:tailEnd type="arrow" w="lg" len="med"/>
            </a:ln>
          </p:spPr>
          <p:txBody>
            <a:bodyPr wrap="square" lIns="0" tIns="0" rIns="0" bIns="0" rtlCol="0"/>
            <a:lstStyle/>
            <a:p>
              <a:pPr marL="0" marR="0" lvl="0" indent="0" algn="ctr" defTabSz="1218987"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prstClr val="black"/>
                </a:solidFill>
                <a:effectLst/>
                <a:uLnTx/>
                <a:uFillTx/>
                <a:latin typeface="+mj-lt"/>
              </a:endParaRPr>
            </a:p>
          </p:txBody>
        </p:sp>
        <p:grpSp>
          <p:nvGrpSpPr>
            <p:cNvPr id="11" name="Group 10">
              <a:extLst>
                <a:ext uri="{FF2B5EF4-FFF2-40B4-BE49-F238E27FC236}">
                  <a16:creationId xmlns:a16="http://schemas.microsoft.com/office/drawing/2014/main" id="{CF8B4515-526B-8975-9BBB-F9D8C7ACEB37}"/>
                </a:ext>
              </a:extLst>
            </p:cNvPr>
            <p:cNvGrpSpPr/>
            <p:nvPr/>
          </p:nvGrpSpPr>
          <p:grpSpPr>
            <a:xfrm>
              <a:off x="7189539" y="1293531"/>
              <a:ext cx="2863604" cy="3297678"/>
              <a:chOff x="7189539" y="1293531"/>
              <a:chExt cx="2863604" cy="3297678"/>
            </a:xfrm>
          </p:grpSpPr>
          <p:sp>
            <p:nvSpPr>
              <p:cNvPr id="12" name="Arc 11">
                <a:extLst>
                  <a:ext uri="{FF2B5EF4-FFF2-40B4-BE49-F238E27FC236}">
                    <a16:creationId xmlns:a16="http://schemas.microsoft.com/office/drawing/2014/main" id="{5710339A-4609-E753-A219-8DF572269DE1}"/>
                  </a:ext>
                </a:extLst>
              </p:cNvPr>
              <p:cNvSpPr/>
              <p:nvPr/>
            </p:nvSpPr>
            <p:spPr>
              <a:xfrm rot="2920892">
                <a:off x="7379723" y="1490717"/>
                <a:ext cx="2483899" cy="2483187"/>
              </a:xfrm>
              <a:prstGeom prst="arc">
                <a:avLst>
                  <a:gd name="adj1" fmla="val 10737902"/>
                  <a:gd name="adj2" fmla="val 16051689"/>
                </a:avLst>
              </a:prstGeom>
              <a:noFill/>
              <a:ln w="38100" cmpd="sng">
                <a:solidFill>
                  <a:srgbClr val="FDD300"/>
                </a:solidFill>
                <a:tailEnd type="arrow" w="lg" len="med"/>
              </a:ln>
            </p:spPr>
            <p:txBody>
              <a:bodyPr wrap="square" lIns="0" tIns="0" rIns="0" bIns="0" rtlCol="0"/>
              <a:lstStyle/>
              <a:p>
                <a:pPr marL="0" marR="0" lvl="0" indent="0" algn="ctr" defTabSz="1218987"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prstClr val="black"/>
                  </a:solidFill>
                  <a:effectLst/>
                  <a:uLnTx/>
                  <a:uFillTx/>
                  <a:latin typeface="+mj-lt"/>
                </a:endParaRPr>
              </a:p>
            </p:txBody>
          </p:sp>
          <p:sp>
            <p:nvSpPr>
              <p:cNvPr id="13" name="TextBox 12">
                <a:extLst>
                  <a:ext uri="{FF2B5EF4-FFF2-40B4-BE49-F238E27FC236}">
                    <a16:creationId xmlns:a16="http://schemas.microsoft.com/office/drawing/2014/main" id="{A6E1C280-2691-B61A-17D6-AD945D72B91E}"/>
                  </a:ext>
                </a:extLst>
              </p:cNvPr>
              <p:cNvSpPr txBox="1"/>
              <p:nvPr/>
            </p:nvSpPr>
            <p:spPr>
              <a:xfrm>
                <a:off x="7845928" y="2579204"/>
                <a:ext cx="1550708" cy="58477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rPr>
                  <a:t>AI/ML</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rPr>
                  <a:t> CoE</a:t>
                </a:r>
              </a:p>
            </p:txBody>
          </p:sp>
          <p:grpSp>
            <p:nvGrpSpPr>
              <p:cNvPr id="14" name="Group 25">
                <a:extLst>
                  <a:ext uri="{FF2B5EF4-FFF2-40B4-BE49-F238E27FC236}">
                    <a16:creationId xmlns:a16="http://schemas.microsoft.com/office/drawing/2014/main" id="{0E0FC2C1-F2A8-59B2-D6A9-B928E76B910E}"/>
                  </a:ext>
                </a:extLst>
              </p:cNvPr>
              <p:cNvGrpSpPr>
                <a:grpSpLocks noChangeAspect="1"/>
              </p:cNvGrpSpPr>
              <p:nvPr/>
            </p:nvGrpSpPr>
            <p:grpSpPr bwMode="auto">
              <a:xfrm rot="5913409">
                <a:off x="7192105" y="1290965"/>
                <a:ext cx="2858471" cy="2863604"/>
                <a:chOff x="450850" y="1773238"/>
                <a:chExt cx="4127500" cy="3817937"/>
              </a:xfrm>
            </p:grpSpPr>
            <p:sp>
              <p:nvSpPr>
                <p:cNvPr id="22" name="Arc 3">
                  <a:extLst>
                    <a:ext uri="{FF2B5EF4-FFF2-40B4-BE49-F238E27FC236}">
                      <a16:creationId xmlns:a16="http://schemas.microsoft.com/office/drawing/2014/main" id="{619C8493-6BDE-C592-99E8-382C05DC8D74}"/>
                    </a:ext>
                  </a:extLst>
                </p:cNvPr>
                <p:cNvSpPr>
                  <a:spLocks/>
                </p:cNvSpPr>
                <p:nvPr/>
              </p:nvSpPr>
              <p:spPr bwMode="auto">
                <a:xfrm>
                  <a:off x="1451769" y="1773238"/>
                  <a:ext cx="1064552" cy="1908175"/>
                </a:xfrm>
                <a:custGeom>
                  <a:avLst/>
                  <a:gdLst>
                    <a:gd name="T0" fmla="*/ 0 w 11129"/>
                    <a:gd name="T1" fmla="*/ 2147483647 h 21481"/>
                    <a:gd name="T2" fmla="*/ 2147483647 w 11129"/>
                    <a:gd name="T3" fmla="*/ 0 h 21481"/>
                    <a:gd name="T4" fmla="*/ 2147483647 w 11129"/>
                    <a:gd name="T5" fmla="*/ 2147483647 h 21481"/>
                    <a:gd name="T6" fmla="*/ 0 60000 65536"/>
                    <a:gd name="T7" fmla="*/ 0 60000 65536"/>
                    <a:gd name="T8" fmla="*/ 0 60000 65536"/>
                    <a:gd name="T9" fmla="*/ 0 w 11129"/>
                    <a:gd name="T10" fmla="*/ 0 h 21481"/>
                    <a:gd name="T11" fmla="*/ 11129 w 11129"/>
                    <a:gd name="T12" fmla="*/ 21481 h 21481"/>
                  </a:gdLst>
                  <a:ahLst/>
                  <a:cxnLst>
                    <a:cxn ang="T6">
                      <a:pos x="T0" y="T1"/>
                    </a:cxn>
                    <a:cxn ang="T7">
                      <a:pos x="T2" y="T3"/>
                    </a:cxn>
                    <a:cxn ang="T8">
                      <a:pos x="T4" y="T5"/>
                    </a:cxn>
                  </a:cxnLst>
                  <a:rect l="T9" t="T10" r="T11" b="T12"/>
                  <a:pathLst>
                    <a:path w="11129" h="21481" fill="none" extrusionOk="0">
                      <a:moveTo>
                        <a:pt x="-1" y="2968"/>
                      </a:moveTo>
                      <a:cubicBezTo>
                        <a:pt x="2703" y="1343"/>
                        <a:pt x="5729" y="330"/>
                        <a:pt x="8865" y="-1"/>
                      </a:cubicBezTo>
                    </a:path>
                    <a:path w="11129" h="21481" stroke="0" extrusionOk="0">
                      <a:moveTo>
                        <a:pt x="-1" y="2968"/>
                      </a:moveTo>
                      <a:cubicBezTo>
                        <a:pt x="2703" y="1343"/>
                        <a:pt x="5729" y="330"/>
                        <a:pt x="8865" y="-1"/>
                      </a:cubicBezTo>
                      <a:lnTo>
                        <a:pt x="11129" y="21481"/>
                      </a:lnTo>
                      <a:close/>
                    </a:path>
                  </a:pathLst>
                </a:custGeom>
                <a:noFill/>
                <a:ln w="38100" cap="rnd">
                  <a:solidFill>
                    <a:srgbClr val="787878">
                      <a:lumMod val="50000"/>
                    </a:srgbClr>
                  </a:solidFill>
                  <a:round/>
                  <a:headEnd/>
                  <a:tailEnd type="triangle" w="med" len="sm"/>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latin typeface="+mj-lt"/>
                  </a:endParaRPr>
                </a:p>
              </p:txBody>
            </p:sp>
            <p:sp>
              <p:nvSpPr>
                <p:cNvPr id="23" name="Arc 4">
                  <a:extLst>
                    <a:ext uri="{FF2B5EF4-FFF2-40B4-BE49-F238E27FC236}">
                      <a16:creationId xmlns:a16="http://schemas.microsoft.com/office/drawing/2014/main" id="{32F3C34C-5067-0CB7-33C1-C4B12A2D0834}"/>
                    </a:ext>
                  </a:extLst>
                </p:cNvPr>
                <p:cNvSpPr>
                  <a:spLocks/>
                </p:cNvSpPr>
                <p:nvPr/>
              </p:nvSpPr>
              <p:spPr bwMode="auto">
                <a:xfrm>
                  <a:off x="2514600" y="1773238"/>
                  <a:ext cx="1061112" cy="1908175"/>
                </a:xfrm>
                <a:custGeom>
                  <a:avLst/>
                  <a:gdLst>
                    <a:gd name="T0" fmla="*/ 2147483647 w 11116"/>
                    <a:gd name="T1" fmla="*/ 0 h 21483"/>
                    <a:gd name="T2" fmla="*/ 2147483647 w 11116"/>
                    <a:gd name="T3" fmla="*/ 2147483647 h 21483"/>
                    <a:gd name="T4" fmla="*/ 0 w 11116"/>
                    <a:gd name="T5" fmla="*/ 2147483647 h 21483"/>
                    <a:gd name="T6" fmla="*/ 0 60000 65536"/>
                    <a:gd name="T7" fmla="*/ 0 60000 65536"/>
                    <a:gd name="T8" fmla="*/ 0 60000 65536"/>
                    <a:gd name="T9" fmla="*/ 0 w 11116"/>
                    <a:gd name="T10" fmla="*/ 0 h 21483"/>
                    <a:gd name="T11" fmla="*/ 11116 w 11116"/>
                    <a:gd name="T12" fmla="*/ 21483 h 21483"/>
                  </a:gdLst>
                  <a:ahLst/>
                  <a:cxnLst>
                    <a:cxn ang="T6">
                      <a:pos x="T0" y="T1"/>
                    </a:cxn>
                    <a:cxn ang="T7">
                      <a:pos x="T2" y="T3"/>
                    </a:cxn>
                    <a:cxn ang="T8">
                      <a:pos x="T4" y="T5"/>
                    </a:cxn>
                  </a:cxnLst>
                  <a:rect l="T9" t="T10" r="T11" b="T12"/>
                  <a:pathLst>
                    <a:path w="11116" h="21483" fill="none" extrusionOk="0">
                      <a:moveTo>
                        <a:pt x="2245" y="-1"/>
                      </a:moveTo>
                      <a:cubicBezTo>
                        <a:pt x="5382" y="327"/>
                        <a:pt x="8410" y="1339"/>
                        <a:pt x="11116" y="2962"/>
                      </a:cubicBezTo>
                    </a:path>
                    <a:path w="11116" h="21483" stroke="0" extrusionOk="0">
                      <a:moveTo>
                        <a:pt x="2245" y="-1"/>
                      </a:moveTo>
                      <a:cubicBezTo>
                        <a:pt x="5382" y="327"/>
                        <a:pt x="8410" y="1339"/>
                        <a:pt x="11116" y="2962"/>
                      </a:cubicBezTo>
                      <a:lnTo>
                        <a:pt x="0" y="21483"/>
                      </a:lnTo>
                      <a:close/>
                    </a:path>
                  </a:pathLst>
                </a:custGeom>
                <a:noFill/>
                <a:ln w="38100" cap="rnd">
                  <a:solidFill>
                    <a:srgbClr val="787878">
                      <a:lumMod val="50000"/>
                    </a:srgbClr>
                  </a:solidFill>
                  <a:round/>
                  <a:headEnd/>
                  <a:tailEnd type="triangle" w="med" len="sm"/>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latin typeface="+mj-lt"/>
                  </a:endParaRPr>
                </a:p>
              </p:txBody>
            </p:sp>
            <p:sp>
              <p:nvSpPr>
                <p:cNvPr id="24" name="Arc 5">
                  <a:extLst>
                    <a:ext uri="{FF2B5EF4-FFF2-40B4-BE49-F238E27FC236}">
                      <a16:creationId xmlns:a16="http://schemas.microsoft.com/office/drawing/2014/main" id="{AEAEEE0D-2709-B91B-7A48-53CB943BA99A}"/>
                    </a:ext>
                  </a:extLst>
                </p:cNvPr>
                <p:cNvSpPr>
                  <a:spLocks/>
                </p:cNvSpPr>
                <p:nvPr/>
              </p:nvSpPr>
              <p:spPr bwMode="auto">
                <a:xfrm>
                  <a:off x="2514600" y="2233613"/>
                  <a:ext cx="1898650" cy="1447800"/>
                </a:xfrm>
                <a:custGeom>
                  <a:avLst/>
                  <a:gdLst>
                    <a:gd name="T0" fmla="*/ 2147483647 w 19880"/>
                    <a:gd name="T1" fmla="*/ 0 h 16312"/>
                    <a:gd name="T2" fmla="*/ 2147483647 w 19880"/>
                    <a:gd name="T3" fmla="*/ 2147483647 h 16312"/>
                    <a:gd name="T4" fmla="*/ 0 w 19880"/>
                    <a:gd name="T5" fmla="*/ 2147483647 h 16312"/>
                    <a:gd name="T6" fmla="*/ 0 60000 65536"/>
                    <a:gd name="T7" fmla="*/ 0 60000 65536"/>
                    <a:gd name="T8" fmla="*/ 0 60000 65536"/>
                    <a:gd name="T9" fmla="*/ 0 w 19880"/>
                    <a:gd name="T10" fmla="*/ 0 h 16312"/>
                    <a:gd name="T11" fmla="*/ 19880 w 19880"/>
                    <a:gd name="T12" fmla="*/ 16312 h 16312"/>
                  </a:gdLst>
                  <a:ahLst/>
                  <a:cxnLst>
                    <a:cxn ang="T6">
                      <a:pos x="T0" y="T1"/>
                    </a:cxn>
                    <a:cxn ang="T7">
                      <a:pos x="T2" y="T3"/>
                    </a:cxn>
                    <a:cxn ang="T8">
                      <a:pos x="T4" y="T5"/>
                    </a:cxn>
                  </a:cxnLst>
                  <a:rect l="T9" t="T10" r="T11" b="T12"/>
                  <a:pathLst>
                    <a:path w="19880" h="16312" fill="none" extrusionOk="0">
                      <a:moveTo>
                        <a:pt x="14159" y="-1"/>
                      </a:moveTo>
                      <a:cubicBezTo>
                        <a:pt x="16639" y="2152"/>
                        <a:pt x="18595" y="4843"/>
                        <a:pt x="19880" y="7865"/>
                      </a:cubicBezTo>
                    </a:path>
                    <a:path w="19880" h="16312" stroke="0" extrusionOk="0">
                      <a:moveTo>
                        <a:pt x="14159" y="-1"/>
                      </a:moveTo>
                      <a:cubicBezTo>
                        <a:pt x="16639" y="2152"/>
                        <a:pt x="18595" y="4843"/>
                        <a:pt x="19880" y="7865"/>
                      </a:cubicBezTo>
                      <a:lnTo>
                        <a:pt x="0" y="16312"/>
                      </a:lnTo>
                      <a:close/>
                    </a:path>
                  </a:pathLst>
                </a:custGeom>
                <a:noFill/>
                <a:ln w="38100" cap="rnd">
                  <a:solidFill>
                    <a:srgbClr val="787878">
                      <a:lumMod val="50000"/>
                    </a:srgbClr>
                  </a:solidFill>
                  <a:round/>
                  <a:headEnd/>
                  <a:tailEnd type="triangle" w="med" len="sm"/>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latin typeface="+mj-lt"/>
                  </a:endParaRPr>
                </a:p>
              </p:txBody>
            </p:sp>
            <p:sp>
              <p:nvSpPr>
                <p:cNvPr id="25" name="Arc 6">
                  <a:extLst>
                    <a:ext uri="{FF2B5EF4-FFF2-40B4-BE49-F238E27FC236}">
                      <a16:creationId xmlns:a16="http://schemas.microsoft.com/office/drawing/2014/main" id="{6A989E83-DE7D-5C2C-14BF-506EF13C5844}"/>
                    </a:ext>
                  </a:extLst>
                </p:cNvPr>
                <p:cNvSpPr>
                  <a:spLocks/>
                </p:cNvSpPr>
                <p:nvPr/>
              </p:nvSpPr>
              <p:spPr bwMode="auto">
                <a:xfrm>
                  <a:off x="2514600" y="3249613"/>
                  <a:ext cx="2063750" cy="830262"/>
                </a:xfrm>
                <a:custGeom>
                  <a:avLst/>
                  <a:gdLst>
                    <a:gd name="T0" fmla="*/ 2147483647 w 21600"/>
                    <a:gd name="T1" fmla="*/ 0 h 9355"/>
                    <a:gd name="T2" fmla="*/ 2147483647 w 21600"/>
                    <a:gd name="T3" fmla="*/ 2147483647 h 9355"/>
                    <a:gd name="T4" fmla="*/ 0 w 21600"/>
                    <a:gd name="T5" fmla="*/ 2147483647 h 9355"/>
                    <a:gd name="T6" fmla="*/ 0 60000 65536"/>
                    <a:gd name="T7" fmla="*/ 0 60000 65536"/>
                    <a:gd name="T8" fmla="*/ 0 60000 65536"/>
                    <a:gd name="T9" fmla="*/ 0 w 21600"/>
                    <a:gd name="T10" fmla="*/ 0 h 9355"/>
                    <a:gd name="T11" fmla="*/ 21600 w 21600"/>
                    <a:gd name="T12" fmla="*/ 9355 h 9355"/>
                  </a:gdLst>
                  <a:ahLst/>
                  <a:cxnLst>
                    <a:cxn ang="T6">
                      <a:pos x="T0" y="T1"/>
                    </a:cxn>
                    <a:cxn ang="T7">
                      <a:pos x="T2" y="T3"/>
                    </a:cxn>
                    <a:cxn ang="T8">
                      <a:pos x="T4" y="T5"/>
                    </a:cxn>
                  </a:cxnLst>
                  <a:rect l="T9" t="T10" r="T11" b="T12"/>
                  <a:pathLst>
                    <a:path w="21600" h="9355" fill="none" extrusionOk="0">
                      <a:moveTo>
                        <a:pt x="21045" y="0"/>
                      </a:moveTo>
                      <a:cubicBezTo>
                        <a:pt x="21414" y="1594"/>
                        <a:pt x="21600" y="3225"/>
                        <a:pt x="21600" y="4862"/>
                      </a:cubicBezTo>
                      <a:cubicBezTo>
                        <a:pt x="21600" y="6372"/>
                        <a:pt x="21441" y="7877"/>
                        <a:pt x="21127" y="9354"/>
                      </a:cubicBezTo>
                    </a:path>
                    <a:path w="21600" h="9355" stroke="0" extrusionOk="0">
                      <a:moveTo>
                        <a:pt x="21045" y="0"/>
                      </a:moveTo>
                      <a:cubicBezTo>
                        <a:pt x="21414" y="1594"/>
                        <a:pt x="21600" y="3225"/>
                        <a:pt x="21600" y="4862"/>
                      </a:cubicBezTo>
                      <a:cubicBezTo>
                        <a:pt x="21600" y="6372"/>
                        <a:pt x="21441" y="7877"/>
                        <a:pt x="21127" y="9354"/>
                      </a:cubicBezTo>
                      <a:lnTo>
                        <a:pt x="0" y="4862"/>
                      </a:lnTo>
                      <a:close/>
                    </a:path>
                  </a:pathLst>
                </a:custGeom>
                <a:noFill/>
                <a:ln w="38100" cap="rnd">
                  <a:solidFill>
                    <a:srgbClr val="787878">
                      <a:lumMod val="50000"/>
                    </a:srgbClr>
                  </a:solidFill>
                  <a:round/>
                  <a:headEnd/>
                  <a:tailEnd type="triangle" w="med" len="sm"/>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latin typeface="+mj-lt"/>
                  </a:endParaRPr>
                </a:p>
              </p:txBody>
            </p:sp>
            <p:sp>
              <p:nvSpPr>
                <p:cNvPr id="26" name="Arc 7">
                  <a:extLst>
                    <a:ext uri="{FF2B5EF4-FFF2-40B4-BE49-F238E27FC236}">
                      <a16:creationId xmlns:a16="http://schemas.microsoft.com/office/drawing/2014/main" id="{F95272D7-B2EC-9D4B-CB47-AD604CB87C83}"/>
                    </a:ext>
                  </a:extLst>
                </p:cNvPr>
                <p:cNvSpPr>
                  <a:spLocks/>
                </p:cNvSpPr>
                <p:nvPr/>
              </p:nvSpPr>
              <p:spPr bwMode="auto">
                <a:xfrm>
                  <a:off x="2514600" y="3679825"/>
                  <a:ext cx="1898650" cy="1425575"/>
                </a:xfrm>
                <a:custGeom>
                  <a:avLst/>
                  <a:gdLst>
                    <a:gd name="T0" fmla="*/ 2147483647 w 19887"/>
                    <a:gd name="T1" fmla="*/ 2147483647 h 16060"/>
                    <a:gd name="T2" fmla="*/ 2147483647 w 19887"/>
                    <a:gd name="T3" fmla="*/ 2147483647 h 16060"/>
                    <a:gd name="T4" fmla="*/ 0 w 19887"/>
                    <a:gd name="T5" fmla="*/ 0 h 16060"/>
                    <a:gd name="T6" fmla="*/ 0 60000 65536"/>
                    <a:gd name="T7" fmla="*/ 0 60000 65536"/>
                    <a:gd name="T8" fmla="*/ 0 60000 65536"/>
                    <a:gd name="T9" fmla="*/ 0 w 19887"/>
                    <a:gd name="T10" fmla="*/ 0 h 16060"/>
                    <a:gd name="T11" fmla="*/ 19887 w 19887"/>
                    <a:gd name="T12" fmla="*/ 16060 h 16060"/>
                  </a:gdLst>
                  <a:ahLst/>
                  <a:cxnLst>
                    <a:cxn ang="T6">
                      <a:pos x="T0" y="T1"/>
                    </a:cxn>
                    <a:cxn ang="T7">
                      <a:pos x="T2" y="T3"/>
                    </a:cxn>
                    <a:cxn ang="T8">
                      <a:pos x="T4" y="T5"/>
                    </a:cxn>
                  </a:cxnLst>
                  <a:rect l="T9" t="T10" r="T11" b="T12"/>
                  <a:pathLst>
                    <a:path w="19887" h="16060" fill="none" extrusionOk="0">
                      <a:moveTo>
                        <a:pt x="19887" y="8430"/>
                      </a:moveTo>
                      <a:cubicBezTo>
                        <a:pt x="18653" y="11340"/>
                        <a:pt x="16795" y="13945"/>
                        <a:pt x="14444" y="16059"/>
                      </a:cubicBezTo>
                    </a:path>
                    <a:path w="19887" h="16060" stroke="0" extrusionOk="0">
                      <a:moveTo>
                        <a:pt x="19887" y="8430"/>
                      </a:moveTo>
                      <a:cubicBezTo>
                        <a:pt x="18653" y="11340"/>
                        <a:pt x="16795" y="13945"/>
                        <a:pt x="14444" y="16059"/>
                      </a:cubicBezTo>
                      <a:lnTo>
                        <a:pt x="0" y="0"/>
                      </a:lnTo>
                      <a:close/>
                    </a:path>
                  </a:pathLst>
                </a:custGeom>
                <a:noFill/>
                <a:ln w="38100" cap="rnd">
                  <a:solidFill>
                    <a:srgbClr val="787878">
                      <a:lumMod val="50000"/>
                    </a:srgbClr>
                  </a:solidFill>
                  <a:round/>
                  <a:headEnd/>
                  <a:tailEnd type="triangle" w="med" len="sm"/>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latin typeface="+mj-lt"/>
                  </a:endParaRPr>
                </a:p>
              </p:txBody>
            </p:sp>
            <p:sp>
              <p:nvSpPr>
                <p:cNvPr id="27" name="Arc 8">
                  <a:extLst>
                    <a:ext uri="{FF2B5EF4-FFF2-40B4-BE49-F238E27FC236}">
                      <a16:creationId xmlns:a16="http://schemas.microsoft.com/office/drawing/2014/main" id="{D61E2486-4037-9530-84E8-00A2CC718BE8}"/>
                    </a:ext>
                  </a:extLst>
                </p:cNvPr>
                <p:cNvSpPr>
                  <a:spLocks/>
                </p:cNvSpPr>
                <p:nvPr/>
              </p:nvSpPr>
              <p:spPr bwMode="auto">
                <a:xfrm>
                  <a:off x="2514600" y="3679825"/>
                  <a:ext cx="1061112" cy="1911350"/>
                </a:xfrm>
                <a:custGeom>
                  <a:avLst/>
                  <a:gdLst>
                    <a:gd name="T0" fmla="*/ 2147483647 w 11124"/>
                    <a:gd name="T1" fmla="*/ 2147483647 h 21518"/>
                    <a:gd name="T2" fmla="*/ 2147483647 w 11124"/>
                    <a:gd name="T3" fmla="*/ 2147483647 h 21518"/>
                    <a:gd name="T4" fmla="*/ 0 w 11124"/>
                    <a:gd name="T5" fmla="*/ 0 h 21518"/>
                    <a:gd name="T6" fmla="*/ 0 60000 65536"/>
                    <a:gd name="T7" fmla="*/ 0 60000 65536"/>
                    <a:gd name="T8" fmla="*/ 0 60000 65536"/>
                    <a:gd name="T9" fmla="*/ 0 w 11124"/>
                    <a:gd name="T10" fmla="*/ 0 h 21518"/>
                    <a:gd name="T11" fmla="*/ 11124 w 11124"/>
                    <a:gd name="T12" fmla="*/ 21518 h 21518"/>
                  </a:gdLst>
                  <a:ahLst/>
                  <a:cxnLst>
                    <a:cxn ang="T6">
                      <a:pos x="T0" y="T1"/>
                    </a:cxn>
                    <a:cxn ang="T7">
                      <a:pos x="T2" y="T3"/>
                    </a:cxn>
                    <a:cxn ang="T8">
                      <a:pos x="T4" y="T5"/>
                    </a:cxn>
                  </a:cxnLst>
                  <a:rect l="T9" t="T10" r="T11" b="T12"/>
                  <a:pathLst>
                    <a:path w="11124" h="21518" fill="none" extrusionOk="0">
                      <a:moveTo>
                        <a:pt x="11124" y="18515"/>
                      </a:moveTo>
                      <a:cubicBezTo>
                        <a:pt x="8309" y="20206"/>
                        <a:pt x="5146" y="21233"/>
                        <a:pt x="1875" y="21518"/>
                      </a:cubicBezTo>
                    </a:path>
                    <a:path w="11124" h="21518" stroke="0" extrusionOk="0">
                      <a:moveTo>
                        <a:pt x="11124" y="18515"/>
                      </a:moveTo>
                      <a:cubicBezTo>
                        <a:pt x="8309" y="20206"/>
                        <a:pt x="5146" y="21233"/>
                        <a:pt x="1875" y="21518"/>
                      </a:cubicBezTo>
                      <a:lnTo>
                        <a:pt x="0" y="0"/>
                      </a:lnTo>
                      <a:close/>
                    </a:path>
                  </a:pathLst>
                </a:custGeom>
                <a:noFill/>
                <a:ln w="38100" cap="rnd">
                  <a:solidFill>
                    <a:srgbClr val="787878">
                      <a:lumMod val="50000"/>
                    </a:srgbClr>
                  </a:solidFill>
                  <a:round/>
                  <a:headEnd/>
                  <a:tailEnd type="triangle" w="med" len="sm"/>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latin typeface="+mj-lt"/>
                  </a:endParaRPr>
                </a:p>
              </p:txBody>
            </p:sp>
            <p:sp>
              <p:nvSpPr>
                <p:cNvPr id="28" name="Arc 9">
                  <a:extLst>
                    <a:ext uri="{FF2B5EF4-FFF2-40B4-BE49-F238E27FC236}">
                      <a16:creationId xmlns:a16="http://schemas.microsoft.com/office/drawing/2014/main" id="{8459B38A-645B-7D9D-16D9-42EDE1A3366F}"/>
                    </a:ext>
                  </a:extLst>
                </p:cNvPr>
                <p:cNvSpPr>
                  <a:spLocks/>
                </p:cNvSpPr>
                <p:nvPr/>
              </p:nvSpPr>
              <p:spPr bwMode="auto">
                <a:xfrm>
                  <a:off x="1451769" y="3679825"/>
                  <a:ext cx="1064552" cy="1908175"/>
                </a:xfrm>
                <a:custGeom>
                  <a:avLst/>
                  <a:gdLst>
                    <a:gd name="T0" fmla="*/ 2147483647 w 11138"/>
                    <a:gd name="T1" fmla="*/ 2147483647 h 21481"/>
                    <a:gd name="T2" fmla="*/ 0 w 11138"/>
                    <a:gd name="T3" fmla="*/ 2147483647 h 21481"/>
                    <a:gd name="T4" fmla="*/ 2147483647 w 11138"/>
                    <a:gd name="T5" fmla="*/ 0 h 21481"/>
                    <a:gd name="T6" fmla="*/ 0 60000 65536"/>
                    <a:gd name="T7" fmla="*/ 0 60000 65536"/>
                    <a:gd name="T8" fmla="*/ 0 60000 65536"/>
                    <a:gd name="T9" fmla="*/ 0 w 11138"/>
                    <a:gd name="T10" fmla="*/ 0 h 21481"/>
                    <a:gd name="T11" fmla="*/ 11138 w 11138"/>
                    <a:gd name="T12" fmla="*/ 21481 h 21481"/>
                  </a:gdLst>
                  <a:ahLst/>
                  <a:cxnLst>
                    <a:cxn ang="T6">
                      <a:pos x="T0" y="T1"/>
                    </a:cxn>
                    <a:cxn ang="T7">
                      <a:pos x="T2" y="T3"/>
                    </a:cxn>
                    <a:cxn ang="T8">
                      <a:pos x="T4" y="T5"/>
                    </a:cxn>
                  </a:cxnLst>
                  <a:rect l="T9" t="T10" r="T11" b="T12"/>
                  <a:pathLst>
                    <a:path w="11138" h="21481" fill="none" extrusionOk="0">
                      <a:moveTo>
                        <a:pt x="8873" y="21480"/>
                      </a:moveTo>
                      <a:cubicBezTo>
                        <a:pt x="5733" y="21149"/>
                        <a:pt x="2704" y="20134"/>
                        <a:pt x="0" y="18506"/>
                      </a:cubicBezTo>
                    </a:path>
                    <a:path w="11138" h="21481" stroke="0" extrusionOk="0">
                      <a:moveTo>
                        <a:pt x="8873" y="21480"/>
                      </a:moveTo>
                      <a:cubicBezTo>
                        <a:pt x="5733" y="21149"/>
                        <a:pt x="2704" y="20134"/>
                        <a:pt x="0" y="18506"/>
                      </a:cubicBezTo>
                      <a:lnTo>
                        <a:pt x="11138" y="0"/>
                      </a:lnTo>
                      <a:close/>
                    </a:path>
                  </a:pathLst>
                </a:custGeom>
                <a:noFill/>
                <a:ln w="38100" cap="rnd">
                  <a:solidFill>
                    <a:srgbClr val="787878">
                      <a:lumMod val="50000"/>
                    </a:srgbClr>
                  </a:solidFill>
                  <a:round/>
                  <a:headEnd/>
                  <a:tailEnd type="triangle" w="med" len="sm"/>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latin typeface="+mj-lt"/>
                  </a:endParaRPr>
                </a:p>
              </p:txBody>
            </p:sp>
            <p:sp>
              <p:nvSpPr>
                <p:cNvPr id="29" name="Arc 10">
                  <a:extLst>
                    <a:ext uri="{FF2B5EF4-FFF2-40B4-BE49-F238E27FC236}">
                      <a16:creationId xmlns:a16="http://schemas.microsoft.com/office/drawing/2014/main" id="{6F11F273-045A-1005-9BE2-03D509012B7C}"/>
                    </a:ext>
                  </a:extLst>
                </p:cNvPr>
                <p:cNvSpPr>
                  <a:spLocks/>
                </p:cNvSpPr>
                <p:nvPr/>
              </p:nvSpPr>
              <p:spPr bwMode="auto">
                <a:xfrm>
                  <a:off x="615950" y="3679825"/>
                  <a:ext cx="1900370" cy="1446213"/>
                </a:xfrm>
                <a:custGeom>
                  <a:avLst/>
                  <a:gdLst>
                    <a:gd name="T0" fmla="*/ 2147483647 w 19890"/>
                    <a:gd name="T1" fmla="*/ 2147483647 h 16295"/>
                    <a:gd name="T2" fmla="*/ 0 w 19890"/>
                    <a:gd name="T3" fmla="*/ 2147483647 h 16295"/>
                    <a:gd name="T4" fmla="*/ 2147483647 w 19890"/>
                    <a:gd name="T5" fmla="*/ 0 h 16295"/>
                    <a:gd name="T6" fmla="*/ 0 60000 65536"/>
                    <a:gd name="T7" fmla="*/ 0 60000 65536"/>
                    <a:gd name="T8" fmla="*/ 0 60000 65536"/>
                    <a:gd name="T9" fmla="*/ 0 w 19890"/>
                    <a:gd name="T10" fmla="*/ 0 h 16295"/>
                    <a:gd name="T11" fmla="*/ 19890 w 19890"/>
                    <a:gd name="T12" fmla="*/ 16295 h 16295"/>
                  </a:gdLst>
                  <a:ahLst/>
                  <a:cxnLst>
                    <a:cxn ang="T6">
                      <a:pos x="T0" y="T1"/>
                    </a:cxn>
                    <a:cxn ang="T7">
                      <a:pos x="T2" y="T3"/>
                    </a:cxn>
                    <a:cxn ang="T8">
                      <a:pos x="T4" y="T5"/>
                    </a:cxn>
                  </a:cxnLst>
                  <a:rect l="T9" t="T10" r="T11" b="T12"/>
                  <a:pathLst>
                    <a:path w="19890" h="16295" fill="none" extrusionOk="0">
                      <a:moveTo>
                        <a:pt x="5711" y="16294"/>
                      </a:moveTo>
                      <a:cubicBezTo>
                        <a:pt x="3233" y="14139"/>
                        <a:pt x="1280" y="11446"/>
                        <a:pt x="-1" y="8423"/>
                      </a:cubicBezTo>
                    </a:path>
                    <a:path w="19890" h="16295" stroke="0" extrusionOk="0">
                      <a:moveTo>
                        <a:pt x="5711" y="16294"/>
                      </a:moveTo>
                      <a:cubicBezTo>
                        <a:pt x="3233" y="14139"/>
                        <a:pt x="1280" y="11446"/>
                        <a:pt x="-1" y="8423"/>
                      </a:cubicBezTo>
                      <a:lnTo>
                        <a:pt x="19890" y="0"/>
                      </a:lnTo>
                      <a:close/>
                    </a:path>
                  </a:pathLst>
                </a:custGeom>
                <a:noFill/>
                <a:ln w="38100" cap="rnd">
                  <a:solidFill>
                    <a:srgbClr val="787878">
                      <a:lumMod val="50000"/>
                    </a:srgbClr>
                  </a:solidFill>
                  <a:round/>
                  <a:headEnd/>
                  <a:tailEnd type="triangle" w="med" len="sm"/>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latin typeface="+mj-lt"/>
                  </a:endParaRPr>
                </a:p>
              </p:txBody>
            </p:sp>
            <p:sp>
              <p:nvSpPr>
                <p:cNvPr id="30" name="Arc 11">
                  <a:extLst>
                    <a:ext uri="{FF2B5EF4-FFF2-40B4-BE49-F238E27FC236}">
                      <a16:creationId xmlns:a16="http://schemas.microsoft.com/office/drawing/2014/main" id="{20CCEDA2-F678-3A54-CC1D-A35ACDDE655C}"/>
                    </a:ext>
                  </a:extLst>
                </p:cNvPr>
                <p:cNvSpPr>
                  <a:spLocks/>
                </p:cNvSpPr>
                <p:nvPr/>
              </p:nvSpPr>
              <p:spPr bwMode="auto">
                <a:xfrm>
                  <a:off x="450850" y="3249613"/>
                  <a:ext cx="2065470" cy="830262"/>
                </a:xfrm>
                <a:custGeom>
                  <a:avLst/>
                  <a:gdLst>
                    <a:gd name="T0" fmla="*/ 2147483647 w 21600"/>
                    <a:gd name="T1" fmla="*/ 2147483647 h 9347"/>
                    <a:gd name="T2" fmla="*/ 2147483647 w 21600"/>
                    <a:gd name="T3" fmla="*/ 0 h 9347"/>
                    <a:gd name="T4" fmla="*/ 2147483647 w 21600"/>
                    <a:gd name="T5" fmla="*/ 2147483647 h 9347"/>
                    <a:gd name="T6" fmla="*/ 0 60000 65536"/>
                    <a:gd name="T7" fmla="*/ 0 60000 65536"/>
                    <a:gd name="T8" fmla="*/ 0 60000 65536"/>
                    <a:gd name="T9" fmla="*/ 0 w 21600"/>
                    <a:gd name="T10" fmla="*/ 0 h 9347"/>
                    <a:gd name="T11" fmla="*/ 21600 w 21600"/>
                    <a:gd name="T12" fmla="*/ 9347 h 9347"/>
                  </a:gdLst>
                  <a:ahLst/>
                  <a:cxnLst>
                    <a:cxn ang="T6">
                      <a:pos x="T0" y="T1"/>
                    </a:cxn>
                    <a:cxn ang="T7">
                      <a:pos x="T2" y="T3"/>
                    </a:cxn>
                    <a:cxn ang="T8">
                      <a:pos x="T4" y="T5"/>
                    </a:cxn>
                  </a:cxnLst>
                  <a:rect l="T9" t="T10" r="T11" b="T12"/>
                  <a:pathLst>
                    <a:path w="21600" h="9347" fill="none" extrusionOk="0">
                      <a:moveTo>
                        <a:pt x="471" y="9347"/>
                      </a:moveTo>
                      <a:cubicBezTo>
                        <a:pt x="158" y="7871"/>
                        <a:pt x="0" y="6366"/>
                        <a:pt x="0" y="4858"/>
                      </a:cubicBezTo>
                      <a:cubicBezTo>
                        <a:pt x="-1" y="3222"/>
                        <a:pt x="185" y="1593"/>
                        <a:pt x="553" y="0"/>
                      </a:cubicBezTo>
                    </a:path>
                    <a:path w="21600" h="9347" stroke="0" extrusionOk="0">
                      <a:moveTo>
                        <a:pt x="471" y="9347"/>
                      </a:moveTo>
                      <a:cubicBezTo>
                        <a:pt x="158" y="7871"/>
                        <a:pt x="0" y="6366"/>
                        <a:pt x="0" y="4858"/>
                      </a:cubicBezTo>
                      <a:cubicBezTo>
                        <a:pt x="-1" y="3222"/>
                        <a:pt x="185" y="1593"/>
                        <a:pt x="553" y="0"/>
                      </a:cubicBezTo>
                      <a:lnTo>
                        <a:pt x="21600" y="4858"/>
                      </a:lnTo>
                      <a:close/>
                    </a:path>
                  </a:pathLst>
                </a:custGeom>
                <a:noFill/>
                <a:ln w="38100" cap="rnd">
                  <a:solidFill>
                    <a:srgbClr val="787878">
                      <a:lumMod val="50000"/>
                    </a:srgbClr>
                  </a:solidFill>
                  <a:round/>
                  <a:headEnd/>
                  <a:tailEnd type="triangle" w="med" len="sm"/>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latin typeface="+mj-lt"/>
                  </a:endParaRPr>
                </a:p>
              </p:txBody>
            </p:sp>
            <p:sp>
              <p:nvSpPr>
                <p:cNvPr id="31" name="Arc 12">
                  <a:extLst>
                    <a:ext uri="{FF2B5EF4-FFF2-40B4-BE49-F238E27FC236}">
                      <a16:creationId xmlns:a16="http://schemas.microsoft.com/office/drawing/2014/main" id="{4BCE5892-4B01-E073-D0A7-499216573BDB}"/>
                    </a:ext>
                  </a:extLst>
                </p:cNvPr>
                <p:cNvSpPr>
                  <a:spLocks/>
                </p:cNvSpPr>
                <p:nvPr/>
              </p:nvSpPr>
              <p:spPr bwMode="auto">
                <a:xfrm>
                  <a:off x="617670" y="2233613"/>
                  <a:ext cx="1898650" cy="1447800"/>
                </a:xfrm>
                <a:custGeom>
                  <a:avLst/>
                  <a:gdLst>
                    <a:gd name="T0" fmla="*/ 0 w 19883"/>
                    <a:gd name="T1" fmla="*/ 2147483647 h 16303"/>
                    <a:gd name="T2" fmla="*/ 2147483647 w 19883"/>
                    <a:gd name="T3" fmla="*/ 0 h 16303"/>
                    <a:gd name="T4" fmla="*/ 2147483647 w 19883"/>
                    <a:gd name="T5" fmla="*/ 2147483647 h 16303"/>
                    <a:gd name="T6" fmla="*/ 0 60000 65536"/>
                    <a:gd name="T7" fmla="*/ 0 60000 65536"/>
                    <a:gd name="T8" fmla="*/ 0 60000 65536"/>
                    <a:gd name="T9" fmla="*/ 0 w 19883"/>
                    <a:gd name="T10" fmla="*/ 0 h 16303"/>
                    <a:gd name="T11" fmla="*/ 19883 w 19883"/>
                    <a:gd name="T12" fmla="*/ 16303 h 16303"/>
                  </a:gdLst>
                  <a:ahLst/>
                  <a:cxnLst>
                    <a:cxn ang="T6">
                      <a:pos x="T0" y="T1"/>
                    </a:cxn>
                    <a:cxn ang="T7">
                      <a:pos x="T2" y="T3"/>
                    </a:cxn>
                    <a:cxn ang="T8">
                      <a:pos x="T4" y="T5"/>
                    </a:cxn>
                  </a:cxnLst>
                  <a:rect l="T9" t="T10" r="T11" b="T12"/>
                  <a:pathLst>
                    <a:path w="19883" h="16303" fill="none" extrusionOk="0">
                      <a:moveTo>
                        <a:pt x="-1" y="7863"/>
                      </a:moveTo>
                      <a:cubicBezTo>
                        <a:pt x="1282" y="4842"/>
                        <a:pt x="3236" y="2153"/>
                        <a:pt x="5713" y="0"/>
                      </a:cubicBezTo>
                    </a:path>
                    <a:path w="19883" h="16303" stroke="0" extrusionOk="0">
                      <a:moveTo>
                        <a:pt x="-1" y="7863"/>
                      </a:moveTo>
                      <a:cubicBezTo>
                        <a:pt x="1282" y="4842"/>
                        <a:pt x="3236" y="2153"/>
                        <a:pt x="5713" y="0"/>
                      </a:cubicBezTo>
                      <a:lnTo>
                        <a:pt x="19883" y="16303"/>
                      </a:lnTo>
                      <a:close/>
                    </a:path>
                  </a:pathLst>
                </a:custGeom>
                <a:noFill/>
                <a:ln w="38100" cap="rnd">
                  <a:solidFill>
                    <a:srgbClr val="787878">
                      <a:lumMod val="50000"/>
                    </a:srgbClr>
                  </a:solidFill>
                  <a:round/>
                  <a:headEnd/>
                  <a:tailEnd type="triangle" w="med" len="sm"/>
                </a:ln>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latin typeface="+mj-lt"/>
                  </a:endParaRPr>
                </a:p>
              </p:txBody>
            </p:sp>
          </p:grpSp>
          <p:sp>
            <p:nvSpPr>
              <p:cNvPr id="15" name="Freeform 255">
                <a:extLst>
                  <a:ext uri="{FF2B5EF4-FFF2-40B4-BE49-F238E27FC236}">
                    <a16:creationId xmlns:a16="http://schemas.microsoft.com/office/drawing/2014/main" id="{756FF938-25CA-058F-993E-38C26CFB7C6C}"/>
                  </a:ext>
                </a:extLst>
              </p:cNvPr>
              <p:cNvSpPr>
                <a:spLocks noChangeAspect="1" noEditPoints="1"/>
              </p:cNvSpPr>
              <p:nvPr/>
            </p:nvSpPr>
            <p:spPr bwMode="auto">
              <a:xfrm>
                <a:off x="8512468" y="1726379"/>
                <a:ext cx="217745" cy="316283"/>
              </a:xfrm>
              <a:custGeom>
                <a:avLst/>
                <a:gdLst>
                  <a:gd name="T0" fmla="*/ 77 w 219"/>
                  <a:gd name="T1" fmla="*/ 5 h 361"/>
                  <a:gd name="T2" fmla="*/ 32 w 219"/>
                  <a:gd name="T3" fmla="*/ 32 h 361"/>
                  <a:gd name="T4" fmla="*/ 5 w 219"/>
                  <a:gd name="T5" fmla="*/ 76 h 361"/>
                  <a:gd name="T6" fmla="*/ 0 w 219"/>
                  <a:gd name="T7" fmla="*/ 119 h 361"/>
                  <a:gd name="T8" fmla="*/ 21 w 219"/>
                  <a:gd name="T9" fmla="*/ 177 h 361"/>
                  <a:gd name="T10" fmla="*/ 35 w 219"/>
                  <a:gd name="T11" fmla="*/ 199 h 361"/>
                  <a:gd name="T12" fmla="*/ 63 w 219"/>
                  <a:gd name="T13" fmla="*/ 253 h 361"/>
                  <a:gd name="T14" fmla="*/ 60 w 219"/>
                  <a:gd name="T15" fmla="*/ 337 h 361"/>
                  <a:gd name="T16" fmla="*/ 82 w 219"/>
                  <a:gd name="T17" fmla="*/ 345 h 361"/>
                  <a:gd name="T18" fmla="*/ 121 w 219"/>
                  <a:gd name="T19" fmla="*/ 361 h 361"/>
                  <a:gd name="T20" fmla="*/ 152 w 219"/>
                  <a:gd name="T21" fmla="*/ 345 h 361"/>
                  <a:gd name="T22" fmla="*/ 160 w 219"/>
                  <a:gd name="T23" fmla="*/ 337 h 361"/>
                  <a:gd name="T24" fmla="*/ 157 w 219"/>
                  <a:gd name="T25" fmla="*/ 253 h 361"/>
                  <a:gd name="T26" fmla="*/ 183 w 219"/>
                  <a:gd name="T27" fmla="*/ 199 h 361"/>
                  <a:gd name="T28" fmla="*/ 199 w 219"/>
                  <a:gd name="T29" fmla="*/ 177 h 361"/>
                  <a:gd name="T30" fmla="*/ 218 w 219"/>
                  <a:gd name="T31" fmla="*/ 119 h 361"/>
                  <a:gd name="T32" fmla="*/ 213 w 219"/>
                  <a:gd name="T33" fmla="*/ 76 h 361"/>
                  <a:gd name="T34" fmla="*/ 187 w 219"/>
                  <a:gd name="T35" fmla="*/ 32 h 361"/>
                  <a:gd name="T36" fmla="*/ 141 w 219"/>
                  <a:gd name="T37" fmla="*/ 5 h 361"/>
                  <a:gd name="T38" fmla="*/ 144 w 219"/>
                  <a:gd name="T39" fmla="*/ 331 h 361"/>
                  <a:gd name="T40" fmla="*/ 118 w 219"/>
                  <a:gd name="T41" fmla="*/ 347 h 361"/>
                  <a:gd name="T42" fmla="*/ 85 w 219"/>
                  <a:gd name="T43" fmla="*/ 331 h 361"/>
                  <a:gd name="T44" fmla="*/ 173 w 219"/>
                  <a:gd name="T45" fmla="*/ 190 h 361"/>
                  <a:gd name="T46" fmla="*/ 155 w 219"/>
                  <a:gd name="T47" fmla="*/ 215 h 361"/>
                  <a:gd name="T48" fmla="*/ 116 w 219"/>
                  <a:gd name="T49" fmla="*/ 171 h 361"/>
                  <a:gd name="T50" fmla="*/ 130 w 219"/>
                  <a:gd name="T51" fmla="*/ 171 h 361"/>
                  <a:gd name="T52" fmla="*/ 155 w 219"/>
                  <a:gd name="T53" fmla="*/ 154 h 361"/>
                  <a:gd name="T54" fmla="*/ 162 w 219"/>
                  <a:gd name="T55" fmla="*/ 126 h 361"/>
                  <a:gd name="T56" fmla="*/ 141 w 219"/>
                  <a:gd name="T57" fmla="*/ 112 h 361"/>
                  <a:gd name="T58" fmla="*/ 115 w 219"/>
                  <a:gd name="T59" fmla="*/ 124 h 361"/>
                  <a:gd name="T60" fmla="*/ 105 w 219"/>
                  <a:gd name="T61" fmla="*/ 124 h 361"/>
                  <a:gd name="T62" fmla="*/ 79 w 219"/>
                  <a:gd name="T63" fmla="*/ 112 h 361"/>
                  <a:gd name="T64" fmla="*/ 58 w 219"/>
                  <a:gd name="T65" fmla="*/ 126 h 361"/>
                  <a:gd name="T66" fmla="*/ 64 w 219"/>
                  <a:gd name="T67" fmla="*/ 154 h 361"/>
                  <a:gd name="T68" fmla="*/ 89 w 219"/>
                  <a:gd name="T69" fmla="*/ 171 h 361"/>
                  <a:gd name="T70" fmla="*/ 79 w 219"/>
                  <a:gd name="T71" fmla="*/ 251 h 361"/>
                  <a:gd name="T72" fmla="*/ 53 w 219"/>
                  <a:gd name="T73" fmla="*/ 199 h 361"/>
                  <a:gd name="T74" fmla="*/ 39 w 219"/>
                  <a:gd name="T75" fmla="*/ 180 h 361"/>
                  <a:gd name="T76" fmla="*/ 16 w 219"/>
                  <a:gd name="T77" fmla="*/ 118 h 361"/>
                  <a:gd name="T78" fmla="*/ 22 w 219"/>
                  <a:gd name="T79" fmla="*/ 72 h 361"/>
                  <a:gd name="T80" fmla="*/ 91 w 219"/>
                  <a:gd name="T81" fmla="*/ 18 h 361"/>
                  <a:gd name="T82" fmla="*/ 129 w 219"/>
                  <a:gd name="T83" fmla="*/ 18 h 361"/>
                  <a:gd name="T84" fmla="*/ 196 w 219"/>
                  <a:gd name="T85" fmla="*/ 72 h 361"/>
                  <a:gd name="T86" fmla="*/ 204 w 219"/>
                  <a:gd name="T87" fmla="*/ 118 h 361"/>
                  <a:gd name="T88" fmla="*/ 179 w 219"/>
                  <a:gd name="T89" fmla="*/ 180 h 361"/>
                  <a:gd name="T90" fmla="*/ 119 w 219"/>
                  <a:gd name="T91" fmla="*/ 141 h 361"/>
                  <a:gd name="T92" fmla="*/ 141 w 219"/>
                  <a:gd name="T93" fmla="*/ 126 h 361"/>
                  <a:gd name="T94" fmla="*/ 147 w 219"/>
                  <a:gd name="T95" fmla="*/ 130 h 361"/>
                  <a:gd name="T96" fmla="*/ 132 w 219"/>
                  <a:gd name="T97" fmla="*/ 155 h 361"/>
                  <a:gd name="T98" fmla="*/ 119 w 219"/>
                  <a:gd name="T99" fmla="*/ 155 h 361"/>
                  <a:gd name="T100" fmla="*/ 100 w 219"/>
                  <a:gd name="T101" fmla="*/ 155 h 361"/>
                  <a:gd name="T102" fmla="*/ 91 w 219"/>
                  <a:gd name="T103" fmla="*/ 157 h 361"/>
                  <a:gd name="T104" fmla="*/ 72 w 219"/>
                  <a:gd name="T105" fmla="*/ 137 h 361"/>
                  <a:gd name="T106" fmla="*/ 79 w 219"/>
                  <a:gd name="T107" fmla="*/ 126 h 361"/>
                  <a:gd name="T108" fmla="*/ 94 w 219"/>
                  <a:gd name="T109" fmla="*/ 134 h 361"/>
                  <a:gd name="T110" fmla="*/ 100 w 219"/>
                  <a:gd name="T111" fmla="*/ 155 h 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19" h="361">
                    <a:moveTo>
                      <a:pt x="110" y="0"/>
                    </a:moveTo>
                    <a:lnTo>
                      <a:pt x="110" y="0"/>
                    </a:lnTo>
                    <a:lnTo>
                      <a:pt x="99" y="0"/>
                    </a:lnTo>
                    <a:lnTo>
                      <a:pt x="88" y="2"/>
                    </a:lnTo>
                    <a:lnTo>
                      <a:pt x="77" y="5"/>
                    </a:lnTo>
                    <a:lnTo>
                      <a:pt x="68" y="8"/>
                    </a:lnTo>
                    <a:lnTo>
                      <a:pt x="57" y="13"/>
                    </a:lnTo>
                    <a:lnTo>
                      <a:pt x="49" y="19"/>
                    </a:lnTo>
                    <a:lnTo>
                      <a:pt x="39" y="25"/>
                    </a:lnTo>
                    <a:lnTo>
                      <a:pt x="32" y="32"/>
                    </a:lnTo>
                    <a:lnTo>
                      <a:pt x="25" y="40"/>
                    </a:lnTo>
                    <a:lnTo>
                      <a:pt x="19" y="47"/>
                    </a:lnTo>
                    <a:lnTo>
                      <a:pt x="13" y="57"/>
                    </a:lnTo>
                    <a:lnTo>
                      <a:pt x="8" y="66"/>
                    </a:lnTo>
                    <a:lnTo>
                      <a:pt x="5" y="76"/>
                    </a:lnTo>
                    <a:lnTo>
                      <a:pt x="2" y="87"/>
                    </a:lnTo>
                    <a:lnTo>
                      <a:pt x="0" y="97"/>
                    </a:lnTo>
                    <a:lnTo>
                      <a:pt x="0" y="108"/>
                    </a:lnTo>
                    <a:lnTo>
                      <a:pt x="0" y="108"/>
                    </a:lnTo>
                    <a:lnTo>
                      <a:pt x="0" y="119"/>
                    </a:lnTo>
                    <a:lnTo>
                      <a:pt x="2" y="132"/>
                    </a:lnTo>
                    <a:lnTo>
                      <a:pt x="5" y="143"/>
                    </a:lnTo>
                    <a:lnTo>
                      <a:pt x="10" y="155"/>
                    </a:lnTo>
                    <a:lnTo>
                      <a:pt x="14" y="166"/>
                    </a:lnTo>
                    <a:lnTo>
                      <a:pt x="21" y="177"/>
                    </a:lnTo>
                    <a:lnTo>
                      <a:pt x="27" y="188"/>
                    </a:lnTo>
                    <a:lnTo>
                      <a:pt x="35" y="198"/>
                    </a:lnTo>
                    <a:lnTo>
                      <a:pt x="35" y="198"/>
                    </a:lnTo>
                    <a:lnTo>
                      <a:pt x="35" y="199"/>
                    </a:lnTo>
                    <a:lnTo>
                      <a:pt x="35" y="199"/>
                    </a:lnTo>
                    <a:lnTo>
                      <a:pt x="39" y="204"/>
                    </a:lnTo>
                    <a:lnTo>
                      <a:pt x="47" y="217"/>
                    </a:lnTo>
                    <a:lnTo>
                      <a:pt x="57" y="234"/>
                    </a:lnTo>
                    <a:lnTo>
                      <a:pt x="61" y="243"/>
                    </a:lnTo>
                    <a:lnTo>
                      <a:pt x="63" y="253"/>
                    </a:lnTo>
                    <a:lnTo>
                      <a:pt x="63" y="253"/>
                    </a:lnTo>
                    <a:lnTo>
                      <a:pt x="60" y="256"/>
                    </a:lnTo>
                    <a:lnTo>
                      <a:pt x="60" y="259"/>
                    </a:lnTo>
                    <a:lnTo>
                      <a:pt x="60" y="337"/>
                    </a:lnTo>
                    <a:lnTo>
                      <a:pt x="60" y="337"/>
                    </a:lnTo>
                    <a:lnTo>
                      <a:pt x="60" y="340"/>
                    </a:lnTo>
                    <a:lnTo>
                      <a:pt x="61" y="343"/>
                    </a:lnTo>
                    <a:lnTo>
                      <a:pt x="64" y="345"/>
                    </a:lnTo>
                    <a:lnTo>
                      <a:pt x="66" y="345"/>
                    </a:lnTo>
                    <a:lnTo>
                      <a:pt x="82" y="345"/>
                    </a:lnTo>
                    <a:lnTo>
                      <a:pt x="93" y="359"/>
                    </a:lnTo>
                    <a:lnTo>
                      <a:pt x="93" y="359"/>
                    </a:lnTo>
                    <a:lnTo>
                      <a:pt x="96" y="361"/>
                    </a:lnTo>
                    <a:lnTo>
                      <a:pt x="99" y="361"/>
                    </a:lnTo>
                    <a:lnTo>
                      <a:pt x="121" y="361"/>
                    </a:lnTo>
                    <a:lnTo>
                      <a:pt x="121" y="361"/>
                    </a:lnTo>
                    <a:lnTo>
                      <a:pt x="124" y="361"/>
                    </a:lnTo>
                    <a:lnTo>
                      <a:pt x="126" y="359"/>
                    </a:lnTo>
                    <a:lnTo>
                      <a:pt x="138" y="345"/>
                    </a:lnTo>
                    <a:lnTo>
                      <a:pt x="152" y="345"/>
                    </a:lnTo>
                    <a:lnTo>
                      <a:pt x="152" y="345"/>
                    </a:lnTo>
                    <a:lnTo>
                      <a:pt x="155" y="345"/>
                    </a:lnTo>
                    <a:lnTo>
                      <a:pt x="157" y="343"/>
                    </a:lnTo>
                    <a:lnTo>
                      <a:pt x="158" y="340"/>
                    </a:lnTo>
                    <a:lnTo>
                      <a:pt x="160" y="337"/>
                    </a:lnTo>
                    <a:lnTo>
                      <a:pt x="160" y="259"/>
                    </a:lnTo>
                    <a:lnTo>
                      <a:pt x="160" y="259"/>
                    </a:lnTo>
                    <a:lnTo>
                      <a:pt x="158" y="256"/>
                    </a:lnTo>
                    <a:lnTo>
                      <a:pt x="157" y="253"/>
                    </a:lnTo>
                    <a:lnTo>
                      <a:pt x="157" y="253"/>
                    </a:lnTo>
                    <a:lnTo>
                      <a:pt x="158" y="243"/>
                    </a:lnTo>
                    <a:lnTo>
                      <a:pt x="162" y="234"/>
                    </a:lnTo>
                    <a:lnTo>
                      <a:pt x="171" y="217"/>
                    </a:lnTo>
                    <a:lnTo>
                      <a:pt x="180" y="204"/>
                    </a:lnTo>
                    <a:lnTo>
                      <a:pt x="183" y="199"/>
                    </a:lnTo>
                    <a:lnTo>
                      <a:pt x="183" y="199"/>
                    </a:lnTo>
                    <a:lnTo>
                      <a:pt x="185" y="198"/>
                    </a:lnTo>
                    <a:lnTo>
                      <a:pt x="185" y="198"/>
                    </a:lnTo>
                    <a:lnTo>
                      <a:pt x="193" y="187"/>
                    </a:lnTo>
                    <a:lnTo>
                      <a:pt x="199" y="177"/>
                    </a:lnTo>
                    <a:lnTo>
                      <a:pt x="205" y="166"/>
                    </a:lnTo>
                    <a:lnTo>
                      <a:pt x="210" y="154"/>
                    </a:lnTo>
                    <a:lnTo>
                      <a:pt x="213" y="143"/>
                    </a:lnTo>
                    <a:lnTo>
                      <a:pt x="216" y="132"/>
                    </a:lnTo>
                    <a:lnTo>
                      <a:pt x="218" y="119"/>
                    </a:lnTo>
                    <a:lnTo>
                      <a:pt x="219" y="108"/>
                    </a:lnTo>
                    <a:lnTo>
                      <a:pt x="219" y="108"/>
                    </a:lnTo>
                    <a:lnTo>
                      <a:pt x="218" y="97"/>
                    </a:lnTo>
                    <a:lnTo>
                      <a:pt x="216" y="87"/>
                    </a:lnTo>
                    <a:lnTo>
                      <a:pt x="213" y="76"/>
                    </a:lnTo>
                    <a:lnTo>
                      <a:pt x="210" y="66"/>
                    </a:lnTo>
                    <a:lnTo>
                      <a:pt x="205" y="57"/>
                    </a:lnTo>
                    <a:lnTo>
                      <a:pt x="201" y="47"/>
                    </a:lnTo>
                    <a:lnTo>
                      <a:pt x="194" y="40"/>
                    </a:lnTo>
                    <a:lnTo>
                      <a:pt x="187" y="32"/>
                    </a:lnTo>
                    <a:lnTo>
                      <a:pt x="179" y="25"/>
                    </a:lnTo>
                    <a:lnTo>
                      <a:pt x="171" y="19"/>
                    </a:lnTo>
                    <a:lnTo>
                      <a:pt x="162" y="13"/>
                    </a:lnTo>
                    <a:lnTo>
                      <a:pt x="152" y="8"/>
                    </a:lnTo>
                    <a:lnTo>
                      <a:pt x="141" y="5"/>
                    </a:lnTo>
                    <a:lnTo>
                      <a:pt x="132" y="2"/>
                    </a:lnTo>
                    <a:lnTo>
                      <a:pt x="121" y="0"/>
                    </a:lnTo>
                    <a:lnTo>
                      <a:pt x="110" y="0"/>
                    </a:lnTo>
                    <a:lnTo>
                      <a:pt x="110" y="0"/>
                    </a:lnTo>
                    <a:close/>
                    <a:moveTo>
                      <a:pt x="144" y="331"/>
                    </a:moveTo>
                    <a:lnTo>
                      <a:pt x="135" y="331"/>
                    </a:lnTo>
                    <a:lnTo>
                      <a:pt x="135" y="331"/>
                    </a:lnTo>
                    <a:lnTo>
                      <a:pt x="132" y="331"/>
                    </a:lnTo>
                    <a:lnTo>
                      <a:pt x="129" y="332"/>
                    </a:lnTo>
                    <a:lnTo>
                      <a:pt x="118" y="347"/>
                    </a:lnTo>
                    <a:lnTo>
                      <a:pt x="102" y="347"/>
                    </a:lnTo>
                    <a:lnTo>
                      <a:pt x="89" y="332"/>
                    </a:lnTo>
                    <a:lnTo>
                      <a:pt x="89" y="332"/>
                    </a:lnTo>
                    <a:lnTo>
                      <a:pt x="88" y="331"/>
                    </a:lnTo>
                    <a:lnTo>
                      <a:pt x="85" y="331"/>
                    </a:lnTo>
                    <a:lnTo>
                      <a:pt x="74" y="331"/>
                    </a:lnTo>
                    <a:lnTo>
                      <a:pt x="74" y="267"/>
                    </a:lnTo>
                    <a:lnTo>
                      <a:pt x="144" y="267"/>
                    </a:lnTo>
                    <a:lnTo>
                      <a:pt x="144" y="331"/>
                    </a:lnTo>
                    <a:close/>
                    <a:moveTo>
                      <a:pt x="173" y="190"/>
                    </a:moveTo>
                    <a:lnTo>
                      <a:pt x="173" y="190"/>
                    </a:lnTo>
                    <a:lnTo>
                      <a:pt x="171" y="191"/>
                    </a:lnTo>
                    <a:lnTo>
                      <a:pt x="171" y="191"/>
                    </a:lnTo>
                    <a:lnTo>
                      <a:pt x="165" y="201"/>
                    </a:lnTo>
                    <a:lnTo>
                      <a:pt x="155" y="215"/>
                    </a:lnTo>
                    <a:lnTo>
                      <a:pt x="147" y="232"/>
                    </a:lnTo>
                    <a:lnTo>
                      <a:pt x="144" y="242"/>
                    </a:lnTo>
                    <a:lnTo>
                      <a:pt x="141" y="251"/>
                    </a:lnTo>
                    <a:lnTo>
                      <a:pt x="116" y="251"/>
                    </a:lnTo>
                    <a:lnTo>
                      <a:pt x="116" y="171"/>
                    </a:lnTo>
                    <a:lnTo>
                      <a:pt x="116" y="171"/>
                    </a:lnTo>
                    <a:lnTo>
                      <a:pt x="122" y="171"/>
                    </a:lnTo>
                    <a:lnTo>
                      <a:pt x="122" y="171"/>
                    </a:lnTo>
                    <a:lnTo>
                      <a:pt x="122" y="171"/>
                    </a:lnTo>
                    <a:lnTo>
                      <a:pt x="130" y="171"/>
                    </a:lnTo>
                    <a:lnTo>
                      <a:pt x="136" y="168"/>
                    </a:lnTo>
                    <a:lnTo>
                      <a:pt x="144" y="165"/>
                    </a:lnTo>
                    <a:lnTo>
                      <a:pt x="151" y="159"/>
                    </a:lnTo>
                    <a:lnTo>
                      <a:pt x="151" y="159"/>
                    </a:lnTo>
                    <a:lnTo>
                      <a:pt x="155" y="154"/>
                    </a:lnTo>
                    <a:lnTo>
                      <a:pt x="158" y="148"/>
                    </a:lnTo>
                    <a:lnTo>
                      <a:pt x="160" y="141"/>
                    </a:lnTo>
                    <a:lnTo>
                      <a:pt x="162" y="137"/>
                    </a:lnTo>
                    <a:lnTo>
                      <a:pt x="162" y="130"/>
                    </a:lnTo>
                    <a:lnTo>
                      <a:pt x="162" y="126"/>
                    </a:lnTo>
                    <a:lnTo>
                      <a:pt x="158" y="121"/>
                    </a:lnTo>
                    <a:lnTo>
                      <a:pt x="155" y="116"/>
                    </a:lnTo>
                    <a:lnTo>
                      <a:pt x="155" y="116"/>
                    </a:lnTo>
                    <a:lnTo>
                      <a:pt x="149" y="113"/>
                    </a:lnTo>
                    <a:lnTo>
                      <a:pt x="141" y="112"/>
                    </a:lnTo>
                    <a:lnTo>
                      <a:pt x="141" y="112"/>
                    </a:lnTo>
                    <a:lnTo>
                      <a:pt x="133" y="112"/>
                    </a:lnTo>
                    <a:lnTo>
                      <a:pt x="127" y="115"/>
                    </a:lnTo>
                    <a:lnTo>
                      <a:pt x="121" y="118"/>
                    </a:lnTo>
                    <a:lnTo>
                      <a:pt x="115" y="124"/>
                    </a:lnTo>
                    <a:lnTo>
                      <a:pt x="115" y="124"/>
                    </a:lnTo>
                    <a:lnTo>
                      <a:pt x="110" y="129"/>
                    </a:lnTo>
                    <a:lnTo>
                      <a:pt x="110" y="129"/>
                    </a:lnTo>
                    <a:lnTo>
                      <a:pt x="105" y="124"/>
                    </a:lnTo>
                    <a:lnTo>
                      <a:pt x="105" y="124"/>
                    </a:lnTo>
                    <a:lnTo>
                      <a:pt x="99" y="118"/>
                    </a:lnTo>
                    <a:lnTo>
                      <a:pt x="93" y="115"/>
                    </a:lnTo>
                    <a:lnTo>
                      <a:pt x="85" y="112"/>
                    </a:lnTo>
                    <a:lnTo>
                      <a:pt x="79" y="112"/>
                    </a:lnTo>
                    <a:lnTo>
                      <a:pt x="79" y="112"/>
                    </a:lnTo>
                    <a:lnTo>
                      <a:pt x="69" y="113"/>
                    </a:lnTo>
                    <a:lnTo>
                      <a:pt x="63" y="116"/>
                    </a:lnTo>
                    <a:lnTo>
                      <a:pt x="63" y="116"/>
                    </a:lnTo>
                    <a:lnTo>
                      <a:pt x="60" y="121"/>
                    </a:lnTo>
                    <a:lnTo>
                      <a:pt x="58" y="126"/>
                    </a:lnTo>
                    <a:lnTo>
                      <a:pt x="57" y="130"/>
                    </a:lnTo>
                    <a:lnTo>
                      <a:pt x="57" y="137"/>
                    </a:lnTo>
                    <a:lnTo>
                      <a:pt x="58" y="141"/>
                    </a:lnTo>
                    <a:lnTo>
                      <a:pt x="61" y="148"/>
                    </a:lnTo>
                    <a:lnTo>
                      <a:pt x="64" y="154"/>
                    </a:lnTo>
                    <a:lnTo>
                      <a:pt x="69" y="159"/>
                    </a:lnTo>
                    <a:lnTo>
                      <a:pt x="69" y="159"/>
                    </a:lnTo>
                    <a:lnTo>
                      <a:pt x="75" y="165"/>
                    </a:lnTo>
                    <a:lnTo>
                      <a:pt x="82" y="168"/>
                    </a:lnTo>
                    <a:lnTo>
                      <a:pt x="89" y="171"/>
                    </a:lnTo>
                    <a:lnTo>
                      <a:pt x="96" y="171"/>
                    </a:lnTo>
                    <a:lnTo>
                      <a:pt x="96" y="171"/>
                    </a:lnTo>
                    <a:lnTo>
                      <a:pt x="102" y="171"/>
                    </a:lnTo>
                    <a:lnTo>
                      <a:pt x="102" y="251"/>
                    </a:lnTo>
                    <a:lnTo>
                      <a:pt x="79" y="251"/>
                    </a:lnTo>
                    <a:lnTo>
                      <a:pt x="79" y="251"/>
                    </a:lnTo>
                    <a:lnTo>
                      <a:pt x="75" y="242"/>
                    </a:lnTo>
                    <a:lnTo>
                      <a:pt x="72" y="232"/>
                    </a:lnTo>
                    <a:lnTo>
                      <a:pt x="63" y="213"/>
                    </a:lnTo>
                    <a:lnTo>
                      <a:pt x="53" y="199"/>
                    </a:lnTo>
                    <a:lnTo>
                      <a:pt x="47" y="191"/>
                    </a:lnTo>
                    <a:lnTo>
                      <a:pt x="47" y="191"/>
                    </a:lnTo>
                    <a:lnTo>
                      <a:pt x="47" y="190"/>
                    </a:lnTo>
                    <a:lnTo>
                      <a:pt x="47" y="190"/>
                    </a:lnTo>
                    <a:lnTo>
                      <a:pt x="39" y="180"/>
                    </a:lnTo>
                    <a:lnTo>
                      <a:pt x="33" y="171"/>
                    </a:lnTo>
                    <a:lnTo>
                      <a:pt x="24" y="151"/>
                    </a:lnTo>
                    <a:lnTo>
                      <a:pt x="19" y="140"/>
                    </a:lnTo>
                    <a:lnTo>
                      <a:pt x="17" y="129"/>
                    </a:lnTo>
                    <a:lnTo>
                      <a:pt x="16" y="118"/>
                    </a:lnTo>
                    <a:lnTo>
                      <a:pt x="14" y="108"/>
                    </a:lnTo>
                    <a:lnTo>
                      <a:pt x="14" y="108"/>
                    </a:lnTo>
                    <a:lnTo>
                      <a:pt x="16" y="99"/>
                    </a:lnTo>
                    <a:lnTo>
                      <a:pt x="17" y="90"/>
                    </a:lnTo>
                    <a:lnTo>
                      <a:pt x="22" y="72"/>
                    </a:lnTo>
                    <a:lnTo>
                      <a:pt x="32" y="57"/>
                    </a:lnTo>
                    <a:lnTo>
                      <a:pt x="43" y="43"/>
                    </a:lnTo>
                    <a:lnTo>
                      <a:pt x="57" y="32"/>
                    </a:lnTo>
                    <a:lnTo>
                      <a:pt x="72" y="22"/>
                    </a:lnTo>
                    <a:lnTo>
                      <a:pt x="91" y="18"/>
                    </a:lnTo>
                    <a:lnTo>
                      <a:pt x="100" y="16"/>
                    </a:lnTo>
                    <a:lnTo>
                      <a:pt x="110" y="14"/>
                    </a:lnTo>
                    <a:lnTo>
                      <a:pt x="110" y="14"/>
                    </a:lnTo>
                    <a:lnTo>
                      <a:pt x="119" y="16"/>
                    </a:lnTo>
                    <a:lnTo>
                      <a:pt x="129" y="18"/>
                    </a:lnTo>
                    <a:lnTo>
                      <a:pt x="146" y="22"/>
                    </a:lnTo>
                    <a:lnTo>
                      <a:pt x="162" y="32"/>
                    </a:lnTo>
                    <a:lnTo>
                      <a:pt x="176" y="43"/>
                    </a:lnTo>
                    <a:lnTo>
                      <a:pt x="188" y="57"/>
                    </a:lnTo>
                    <a:lnTo>
                      <a:pt x="196" y="72"/>
                    </a:lnTo>
                    <a:lnTo>
                      <a:pt x="202" y="90"/>
                    </a:lnTo>
                    <a:lnTo>
                      <a:pt x="204" y="99"/>
                    </a:lnTo>
                    <a:lnTo>
                      <a:pt x="204" y="108"/>
                    </a:lnTo>
                    <a:lnTo>
                      <a:pt x="204" y="108"/>
                    </a:lnTo>
                    <a:lnTo>
                      <a:pt x="204" y="118"/>
                    </a:lnTo>
                    <a:lnTo>
                      <a:pt x="202" y="129"/>
                    </a:lnTo>
                    <a:lnTo>
                      <a:pt x="199" y="140"/>
                    </a:lnTo>
                    <a:lnTo>
                      <a:pt x="196" y="151"/>
                    </a:lnTo>
                    <a:lnTo>
                      <a:pt x="185" y="171"/>
                    </a:lnTo>
                    <a:lnTo>
                      <a:pt x="179" y="180"/>
                    </a:lnTo>
                    <a:lnTo>
                      <a:pt x="173" y="190"/>
                    </a:lnTo>
                    <a:lnTo>
                      <a:pt x="173" y="190"/>
                    </a:lnTo>
                    <a:close/>
                    <a:moveTo>
                      <a:pt x="118" y="148"/>
                    </a:moveTo>
                    <a:lnTo>
                      <a:pt x="118" y="148"/>
                    </a:lnTo>
                    <a:lnTo>
                      <a:pt x="119" y="141"/>
                    </a:lnTo>
                    <a:lnTo>
                      <a:pt x="124" y="134"/>
                    </a:lnTo>
                    <a:lnTo>
                      <a:pt x="124" y="134"/>
                    </a:lnTo>
                    <a:lnTo>
                      <a:pt x="133" y="129"/>
                    </a:lnTo>
                    <a:lnTo>
                      <a:pt x="136" y="126"/>
                    </a:lnTo>
                    <a:lnTo>
                      <a:pt x="141" y="126"/>
                    </a:lnTo>
                    <a:lnTo>
                      <a:pt x="141" y="126"/>
                    </a:lnTo>
                    <a:lnTo>
                      <a:pt x="144" y="126"/>
                    </a:lnTo>
                    <a:lnTo>
                      <a:pt x="146" y="127"/>
                    </a:lnTo>
                    <a:lnTo>
                      <a:pt x="146" y="127"/>
                    </a:lnTo>
                    <a:lnTo>
                      <a:pt x="147" y="130"/>
                    </a:lnTo>
                    <a:lnTo>
                      <a:pt x="147" y="137"/>
                    </a:lnTo>
                    <a:lnTo>
                      <a:pt x="144" y="143"/>
                    </a:lnTo>
                    <a:lnTo>
                      <a:pt x="140" y="149"/>
                    </a:lnTo>
                    <a:lnTo>
                      <a:pt x="140" y="149"/>
                    </a:lnTo>
                    <a:lnTo>
                      <a:pt x="132" y="155"/>
                    </a:lnTo>
                    <a:lnTo>
                      <a:pt x="127" y="157"/>
                    </a:lnTo>
                    <a:lnTo>
                      <a:pt x="122" y="157"/>
                    </a:lnTo>
                    <a:lnTo>
                      <a:pt x="122" y="157"/>
                    </a:lnTo>
                    <a:lnTo>
                      <a:pt x="121" y="157"/>
                    </a:lnTo>
                    <a:lnTo>
                      <a:pt x="119" y="155"/>
                    </a:lnTo>
                    <a:lnTo>
                      <a:pt x="119" y="155"/>
                    </a:lnTo>
                    <a:lnTo>
                      <a:pt x="116" y="151"/>
                    </a:lnTo>
                    <a:lnTo>
                      <a:pt x="118" y="148"/>
                    </a:lnTo>
                    <a:lnTo>
                      <a:pt x="118" y="148"/>
                    </a:lnTo>
                    <a:close/>
                    <a:moveTo>
                      <a:pt x="100" y="155"/>
                    </a:moveTo>
                    <a:lnTo>
                      <a:pt x="100" y="155"/>
                    </a:lnTo>
                    <a:lnTo>
                      <a:pt x="99" y="157"/>
                    </a:lnTo>
                    <a:lnTo>
                      <a:pt x="96" y="157"/>
                    </a:lnTo>
                    <a:lnTo>
                      <a:pt x="96" y="157"/>
                    </a:lnTo>
                    <a:lnTo>
                      <a:pt x="91" y="157"/>
                    </a:lnTo>
                    <a:lnTo>
                      <a:pt x="88" y="155"/>
                    </a:lnTo>
                    <a:lnTo>
                      <a:pt x="80" y="149"/>
                    </a:lnTo>
                    <a:lnTo>
                      <a:pt x="80" y="149"/>
                    </a:lnTo>
                    <a:lnTo>
                      <a:pt x="75" y="143"/>
                    </a:lnTo>
                    <a:lnTo>
                      <a:pt x="72" y="137"/>
                    </a:lnTo>
                    <a:lnTo>
                      <a:pt x="72" y="130"/>
                    </a:lnTo>
                    <a:lnTo>
                      <a:pt x="74" y="127"/>
                    </a:lnTo>
                    <a:lnTo>
                      <a:pt x="74" y="127"/>
                    </a:lnTo>
                    <a:lnTo>
                      <a:pt x="75" y="126"/>
                    </a:lnTo>
                    <a:lnTo>
                      <a:pt x="79" y="126"/>
                    </a:lnTo>
                    <a:lnTo>
                      <a:pt x="79" y="126"/>
                    </a:lnTo>
                    <a:lnTo>
                      <a:pt x="82" y="126"/>
                    </a:lnTo>
                    <a:lnTo>
                      <a:pt x="86" y="129"/>
                    </a:lnTo>
                    <a:lnTo>
                      <a:pt x="94" y="134"/>
                    </a:lnTo>
                    <a:lnTo>
                      <a:pt x="94" y="134"/>
                    </a:lnTo>
                    <a:lnTo>
                      <a:pt x="99" y="141"/>
                    </a:lnTo>
                    <a:lnTo>
                      <a:pt x="102" y="148"/>
                    </a:lnTo>
                    <a:lnTo>
                      <a:pt x="102" y="148"/>
                    </a:lnTo>
                    <a:lnTo>
                      <a:pt x="102" y="151"/>
                    </a:lnTo>
                    <a:lnTo>
                      <a:pt x="100" y="155"/>
                    </a:lnTo>
                    <a:lnTo>
                      <a:pt x="100" y="155"/>
                    </a:lnTo>
                    <a:close/>
                  </a:path>
                </a:pathLst>
              </a:custGeom>
              <a:solidFill>
                <a:srgbClr val="FDD300"/>
              </a:solidFill>
              <a:ln>
                <a:solidFill>
                  <a:srgbClr val="FDD300"/>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16" name="Freeform 110">
                <a:extLst>
                  <a:ext uri="{FF2B5EF4-FFF2-40B4-BE49-F238E27FC236}">
                    <a16:creationId xmlns:a16="http://schemas.microsoft.com/office/drawing/2014/main" id="{EB64A8F7-EB28-8565-EFEC-89A54ECEC4B5}"/>
                  </a:ext>
                </a:extLst>
              </p:cNvPr>
              <p:cNvSpPr>
                <a:spLocks noChangeAspect="1" noEditPoints="1"/>
              </p:cNvSpPr>
              <p:nvPr/>
            </p:nvSpPr>
            <p:spPr bwMode="auto">
              <a:xfrm>
                <a:off x="9412995" y="2563939"/>
                <a:ext cx="348906" cy="278624"/>
              </a:xfrm>
              <a:custGeom>
                <a:avLst/>
                <a:gdLst>
                  <a:gd name="T0" fmla="*/ 318 w 321"/>
                  <a:gd name="T1" fmla="*/ 79 h 278"/>
                  <a:gd name="T2" fmla="*/ 254 w 321"/>
                  <a:gd name="T3" fmla="*/ 4 h 278"/>
                  <a:gd name="T4" fmla="*/ 243 w 321"/>
                  <a:gd name="T5" fmla="*/ 1 h 278"/>
                  <a:gd name="T6" fmla="*/ 8 w 321"/>
                  <a:gd name="T7" fmla="*/ 76 h 278"/>
                  <a:gd name="T8" fmla="*/ 1 w 321"/>
                  <a:gd name="T9" fmla="*/ 88 h 278"/>
                  <a:gd name="T10" fmla="*/ 11 w 321"/>
                  <a:gd name="T11" fmla="*/ 97 h 278"/>
                  <a:gd name="T12" fmla="*/ 43 w 321"/>
                  <a:gd name="T13" fmla="*/ 97 h 278"/>
                  <a:gd name="T14" fmla="*/ 43 w 321"/>
                  <a:gd name="T15" fmla="*/ 139 h 278"/>
                  <a:gd name="T16" fmla="*/ 11 w 321"/>
                  <a:gd name="T17" fmla="*/ 139 h 278"/>
                  <a:gd name="T18" fmla="*/ 1 w 321"/>
                  <a:gd name="T19" fmla="*/ 150 h 278"/>
                  <a:gd name="T20" fmla="*/ 1 w 321"/>
                  <a:gd name="T21" fmla="*/ 203 h 278"/>
                  <a:gd name="T22" fmla="*/ 11 w 321"/>
                  <a:gd name="T23" fmla="*/ 214 h 278"/>
                  <a:gd name="T24" fmla="*/ 97 w 321"/>
                  <a:gd name="T25" fmla="*/ 214 h 278"/>
                  <a:gd name="T26" fmla="*/ 107 w 321"/>
                  <a:gd name="T27" fmla="*/ 203 h 278"/>
                  <a:gd name="T28" fmla="*/ 107 w 321"/>
                  <a:gd name="T29" fmla="*/ 150 h 278"/>
                  <a:gd name="T30" fmla="*/ 97 w 321"/>
                  <a:gd name="T31" fmla="*/ 139 h 278"/>
                  <a:gd name="T32" fmla="*/ 65 w 321"/>
                  <a:gd name="T33" fmla="*/ 139 h 278"/>
                  <a:gd name="T34" fmla="*/ 65 w 321"/>
                  <a:gd name="T35" fmla="*/ 97 h 278"/>
                  <a:gd name="T36" fmla="*/ 214 w 321"/>
                  <a:gd name="T37" fmla="*/ 97 h 278"/>
                  <a:gd name="T38" fmla="*/ 214 w 321"/>
                  <a:gd name="T39" fmla="*/ 257 h 278"/>
                  <a:gd name="T40" fmla="*/ 33 w 321"/>
                  <a:gd name="T41" fmla="*/ 257 h 278"/>
                  <a:gd name="T42" fmla="*/ 22 w 321"/>
                  <a:gd name="T43" fmla="*/ 267 h 278"/>
                  <a:gd name="T44" fmla="*/ 33 w 321"/>
                  <a:gd name="T45" fmla="*/ 278 h 278"/>
                  <a:gd name="T46" fmla="*/ 289 w 321"/>
                  <a:gd name="T47" fmla="*/ 278 h 278"/>
                  <a:gd name="T48" fmla="*/ 299 w 321"/>
                  <a:gd name="T49" fmla="*/ 267 h 278"/>
                  <a:gd name="T50" fmla="*/ 289 w 321"/>
                  <a:gd name="T51" fmla="*/ 257 h 278"/>
                  <a:gd name="T52" fmla="*/ 289 w 321"/>
                  <a:gd name="T53" fmla="*/ 97 h 278"/>
                  <a:gd name="T54" fmla="*/ 310 w 321"/>
                  <a:gd name="T55" fmla="*/ 97 h 278"/>
                  <a:gd name="T56" fmla="*/ 320 w 321"/>
                  <a:gd name="T57" fmla="*/ 90 h 278"/>
                  <a:gd name="T58" fmla="*/ 318 w 321"/>
                  <a:gd name="T59" fmla="*/ 79 h 278"/>
                  <a:gd name="T60" fmla="*/ 86 w 321"/>
                  <a:gd name="T61" fmla="*/ 161 h 278"/>
                  <a:gd name="T62" fmla="*/ 86 w 321"/>
                  <a:gd name="T63" fmla="*/ 193 h 278"/>
                  <a:gd name="T64" fmla="*/ 22 w 321"/>
                  <a:gd name="T65" fmla="*/ 193 h 278"/>
                  <a:gd name="T66" fmla="*/ 22 w 321"/>
                  <a:gd name="T67" fmla="*/ 161 h 278"/>
                  <a:gd name="T68" fmla="*/ 86 w 321"/>
                  <a:gd name="T69" fmla="*/ 161 h 278"/>
                  <a:gd name="T70" fmla="*/ 257 w 321"/>
                  <a:gd name="T71" fmla="*/ 75 h 278"/>
                  <a:gd name="T72" fmla="*/ 257 w 321"/>
                  <a:gd name="T73" fmla="*/ 40 h 278"/>
                  <a:gd name="T74" fmla="*/ 287 w 321"/>
                  <a:gd name="T75" fmla="*/ 75 h 278"/>
                  <a:gd name="T76" fmla="*/ 257 w 321"/>
                  <a:gd name="T77" fmla="*/ 75 h 278"/>
                  <a:gd name="T78" fmla="*/ 235 w 321"/>
                  <a:gd name="T79" fmla="*/ 26 h 278"/>
                  <a:gd name="T80" fmla="*/ 235 w 321"/>
                  <a:gd name="T81" fmla="*/ 75 h 278"/>
                  <a:gd name="T82" fmla="*/ 80 w 321"/>
                  <a:gd name="T83" fmla="*/ 75 h 278"/>
                  <a:gd name="T84" fmla="*/ 235 w 321"/>
                  <a:gd name="T85" fmla="*/ 26 h 278"/>
                  <a:gd name="T86" fmla="*/ 267 w 321"/>
                  <a:gd name="T87" fmla="*/ 178 h 278"/>
                  <a:gd name="T88" fmla="*/ 235 w 321"/>
                  <a:gd name="T89" fmla="*/ 217 h 278"/>
                  <a:gd name="T90" fmla="*/ 235 w 321"/>
                  <a:gd name="T91" fmla="*/ 175 h 278"/>
                  <a:gd name="T92" fmla="*/ 267 w 321"/>
                  <a:gd name="T93" fmla="*/ 137 h 278"/>
                  <a:gd name="T94" fmla="*/ 267 w 321"/>
                  <a:gd name="T95" fmla="*/ 178 h 278"/>
                  <a:gd name="T96" fmla="*/ 235 w 321"/>
                  <a:gd name="T97" fmla="*/ 257 h 278"/>
                  <a:gd name="T98" fmla="*/ 235 w 321"/>
                  <a:gd name="T99" fmla="*/ 250 h 278"/>
                  <a:gd name="T100" fmla="*/ 267 w 321"/>
                  <a:gd name="T101" fmla="*/ 211 h 278"/>
                  <a:gd name="T102" fmla="*/ 267 w 321"/>
                  <a:gd name="T103" fmla="*/ 257 h 278"/>
                  <a:gd name="T104" fmla="*/ 235 w 321"/>
                  <a:gd name="T105" fmla="*/ 257 h 278"/>
                  <a:gd name="T106" fmla="*/ 267 w 321"/>
                  <a:gd name="T107" fmla="*/ 103 h 278"/>
                  <a:gd name="T108" fmla="*/ 235 w 321"/>
                  <a:gd name="T109" fmla="*/ 142 h 278"/>
                  <a:gd name="T110" fmla="*/ 235 w 321"/>
                  <a:gd name="T111" fmla="*/ 97 h 278"/>
                  <a:gd name="T112" fmla="*/ 267 w 321"/>
                  <a:gd name="T113" fmla="*/ 97 h 278"/>
                  <a:gd name="T114" fmla="*/ 267 w 321"/>
                  <a:gd name="T115" fmla="*/ 103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21" h="278">
                    <a:moveTo>
                      <a:pt x="318" y="79"/>
                    </a:moveTo>
                    <a:cubicBezTo>
                      <a:pt x="254" y="4"/>
                      <a:pt x="254" y="4"/>
                      <a:pt x="254" y="4"/>
                    </a:cubicBezTo>
                    <a:cubicBezTo>
                      <a:pt x="251" y="1"/>
                      <a:pt x="247" y="0"/>
                      <a:pt x="243" y="1"/>
                    </a:cubicBezTo>
                    <a:cubicBezTo>
                      <a:pt x="8" y="76"/>
                      <a:pt x="8" y="76"/>
                      <a:pt x="8" y="76"/>
                    </a:cubicBezTo>
                    <a:cubicBezTo>
                      <a:pt x="3" y="77"/>
                      <a:pt x="0" y="82"/>
                      <a:pt x="1" y="88"/>
                    </a:cubicBezTo>
                    <a:cubicBezTo>
                      <a:pt x="2" y="93"/>
                      <a:pt x="6" y="97"/>
                      <a:pt x="11" y="97"/>
                    </a:cubicBezTo>
                    <a:cubicBezTo>
                      <a:pt x="43" y="97"/>
                      <a:pt x="43" y="97"/>
                      <a:pt x="43" y="97"/>
                    </a:cubicBezTo>
                    <a:cubicBezTo>
                      <a:pt x="43" y="139"/>
                      <a:pt x="43" y="139"/>
                      <a:pt x="43" y="139"/>
                    </a:cubicBezTo>
                    <a:cubicBezTo>
                      <a:pt x="11" y="139"/>
                      <a:pt x="11" y="139"/>
                      <a:pt x="11" y="139"/>
                    </a:cubicBezTo>
                    <a:cubicBezTo>
                      <a:pt x="5" y="139"/>
                      <a:pt x="1" y="144"/>
                      <a:pt x="1" y="150"/>
                    </a:cubicBezTo>
                    <a:cubicBezTo>
                      <a:pt x="1" y="203"/>
                      <a:pt x="1" y="203"/>
                      <a:pt x="1" y="203"/>
                    </a:cubicBezTo>
                    <a:cubicBezTo>
                      <a:pt x="1" y="209"/>
                      <a:pt x="5" y="214"/>
                      <a:pt x="11" y="214"/>
                    </a:cubicBezTo>
                    <a:cubicBezTo>
                      <a:pt x="97" y="214"/>
                      <a:pt x="97" y="214"/>
                      <a:pt x="97" y="214"/>
                    </a:cubicBezTo>
                    <a:cubicBezTo>
                      <a:pt x="103" y="214"/>
                      <a:pt x="107" y="209"/>
                      <a:pt x="107" y="203"/>
                    </a:cubicBezTo>
                    <a:cubicBezTo>
                      <a:pt x="107" y="150"/>
                      <a:pt x="107" y="150"/>
                      <a:pt x="107" y="150"/>
                    </a:cubicBezTo>
                    <a:cubicBezTo>
                      <a:pt x="107" y="144"/>
                      <a:pt x="103" y="139"/>
                      <a:pt x="97" y="139"/>
                    </a:cubicBezTo>
                    <a:cubicBezTo>
                      <a:pt x="65" y="139"/>
                      <a:pt x="65" y="139"/>
                      <a:pt x="65" y="139"/>
                    </a:cubicBezTo>
                    <a:cubicBezTo>
                      <a:pt x="65" y="97"/>
                      <a:pt x="65" y="97"/>
                      <a:pt x="65" y="97"/>
                    </a:cubicBezTo>
                    <a:cubicBezTo>
                      <a:pt x="214" y="97"/>
                      <a:pt x="214" y="97"/>
                      <a:pt x="214" y="97"/>
                    </a:cubicBezTo>
                    <a:cubicBezTo>
                      <a:pt x="214" y="257"/>
                      <a:pt x="214" y="257"/>
                      <a:pt x="214" y="257"/>
                    </a:cubicBezTo>
                    <a:cubicBezTo>
                      <a:pt x="33" y="257"/>
                      <a:pt x="33" y="257"/>
                      <a:pt x="33" y="257"/>
                    </a:cubicBezTo>
                    <a:cubicBezTo>
                      <a:pt x="27" y="257"/>
                      <a:pt x="22" y="261"/>
                      <a:pt x="22" y="267"/>
                    </a:cubicBezTo>
                    <a:cubicBezTo>
                      <a:pt x="22" y="273"/>
                      <a:pt x="27" y="278"/>
                      <a:pt x="33" y="278"/>
                    </a:cubicBezTo>
                    <a:cubicBezTo>
                      <a:pt x="289" y="278"/>
                      <a:pt x="289" y="278"/>
                      <a:pt x="289" y="278"/>
                    </a:cubicBezTo>
                    <a:cubicBezTo>
                      <a:pt x="295" y="278"/>
                      <a:pt x="299" y="273"/>
                      <a:pt x="299" y="267"/>
                    </a:cubicBezTo>
                    <a:cubicBezTo>
                      <a:pt x="299" y="261"/>
                      <a:pt x="295" y="257"/>
                      <a:pt x="289" y="257"/>
                    </a:cubicBezTo>
                    <a:cubicBezTo>
                      <a:pt x="289" y="97"/>
                      <a:pt x="289" y="97"/>
                      <a:pt x="289" y="97"/>
                    </a:cubicBezTo>
                    <a:cubicBezTo>
                      <a:pt x="310" y="97"/>
                      <a:pt x="310" y="97"/>
                      <a:pt x="310" y="97"/>
                    </a:cubicBezTo>
                    <a:cubicBezTo>
                      <a:pt x="314" y="97"/>
                      <a:pt x="318" y="94"/>
                      <a:pt x="320" y="90"/>
                    </a:cubicBezTo>
                    <a:cubicBezTo>
                      <a:pt x="321" y="87"/>
                      <a:pt x="321" y="82"/>
                      <a:pt x="318" y="79"/>
                    </a:cubicBezTo>
                    <a:close/>
                    <a:moveTo>
                      <a:pt x="86" y="161"/>
                    </a:moveTo>
                    <a:cubicBezTo>
                      <a:pt x="86" y="193"/>
                      <a:pt x="86" y="193"/>
                      <a:pt x="86" y="193"/>
                    </a:cubicBezTo>
                    <a:cubicBezTo>
                      <a:pt x="22" y="193"/>
                      <a:pt x="22" y="193"/>
                      <a:pt x="22" y="193"/>
                    </a:cubicBezTo>
                    <a:cubicBezTo>
                      <a:pt x="22" y="161"/>
                      <a:pt x="22" y="161"/>
                      <a:pt x="22" y="161"/>
                    </a:cubicBezTo>
                    <a:lnTo>
                      <a:pt x="86" y="161"/>
                    </a:lnTo>
                    <a:close/>
                    <a:moveTo>
                      <a:pt x="257" y="75"/>
                    </a:moveTo>
                    <a:cubicBezTo>
                      <a:pt x="257" y="40"/>
                      <a:pt x="257" y="40"/>
                      <a:pt x="257" y="40"/>
                    </a:cubicBezTo>
                    <a:cubicBezTo>
                      <a:pt x="287" y="75"/>
                      <a:pt x="287" y="75"/>
                      <a:pt x="287" y="75"/>
                    </a:cubicBezTo>
                    <a:lnTo>
                      <a:pt x="257" y="75"/>
                    </a:lnTo>
                    <a:close/>
                    <a:moveTo>
                      <a:pt x="235" y="26"/>
                    </a:moveTo>
                    <a:cubicBezTo>
                      <a:pt x="235" y="75"/>
                      <a:pt x="235" y="75"/>
                      <a:pt x="235" y="75"/>
                    </a:cubicBezTo>
                    <a:cubicBezTo>
                      <a:pt x="80" y="75"/>
                      <a:pt x="80" y="75"/>
                      <a:pt x="80" y="75"/>
                    </a:cubicBezTo>
                    <a:lnTo>
                      <a:pt x="235" y="26"/>
                    </a:lnTo>
                    <a:close/>
                    <a:moveTo>
                      <a:pt x="267" y="178"/>
                    </a:moveTo>
                    <a:cubicBezTo>
                      <a:pt x="235" y="217"/>
                      <a:pt x="235" y="217"/>
                      <a:pt x="235" y="217"/>
                    </a:cubicBezTo>
                    <a:cubicBezTo>
                      <a:pt x="235" y="175"/>
                      <a:pt x="235" y="175"/>
                      <a:pt x="235" y="175"/>
                    </a:cubicBezTo>
                    <a:cubicBezTo>
                      <a:pt x="267" y="137"/>
                      <a:pt x="267" y="137"/>
                      <a:pt x="267" y="137"/>
                    </a:cubicBezTo>
                    <a:lnTo>
                      <a:pt x="267" y="178"/>
                    </a:lnTo>
                    <a:close/>
                    <a:moveTo>
                      <a:pt x="235" y="257"/>
                    </a:moveTo>
                    <a:cubicBezTo>
                      <a:pt x="235" y="250"/>
                      <a:pt x="235" y="250"/>
                      <a:pt x="235" y="250"/>
                    </a:cubicBezTo>
                    <a:cubicBezTo>
                      <a:pt x="267" y="211"/>
                      <a:pt x="267" y="211"/>
                      <a:pt x="267" y="211"/>
                    </a:cubicBezTo>
                    <a:cubicBezTo>
                      <a:pt x="267" y="257"/>
                      <a:pt x="267" y="257"/>
                      <a:pt x="267" y="257"/>
                    </a:cubicBezTo>
                    <a:lnTo>
                      <a:pt x="235" y="257"/>
                    </a:lnTo>
                    <a:close/>
                    <a:moveTo>
                      <a:pt x="267" y="103"/>
                    </a:moveTo>
                    <a:cubicBezTo>
                      <a:pt x="235" y="142"/>
                      <a:pt x="235" y="142"/>
                      <a:pt x="235" y="142"/>
                    </a:cubicBezTo>
                    <a:cubicBezTo>
                      <a:pt x="235" y="97"/>
                      <a:pt x="235" y="97"/>
                      <a:pt x="235" y="97"/>
                    </a:cubicBezTo>
                    <a:cubicBezTo>
                      <a:pt x="267" y="97"/>
                      <a:pt x="267" y="97"/>
                      <a:pt x="267" y="97"/>
                    </a:cubicBezTo>
                    <a:lnTo>
                      <a:pt x="267" y="103"/>
                    </a:lnTo>
                    <a:close/>
                  </a:path>
                </a:pathLst>
              </a:custGeom>
              <a:solidFill>
                <a:srgbClr val="0097A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17" name="TextBox 16">
                <a:extLst>
                  <a:ext uri="{FF2B5EF4-FFF2-40B4-BE49-F238E27FC236}">
                    <a16:creationId xmlns:a16="http://schemas.microsoft.com/office/drawing/2014/main" id="{A3CE6A41-FD0C-2968-5829-5739DD73D8A3}"/>
                  </a:ext>
                </a:extLst>
              </p:cNvPr>
              <p:cNvSpPr txBox="1"/>
              <p:nvPr/>
            </p:nvSpPr>
            <p:spPr>
              <a:xfrm>
                <a:off x="8153194" y="2043028"/>
                <a:ext cx="936291" cy="26042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rPr>
                  <a:t>Imagine</a:t>
                </a:r>
              </a:p>
            </p:txBody>
          </p:sp>
          <p:sp>
            <p:nvSpPr>
              <p:cNvPr id="18" name="TextBox 17">
                <a:extLst>
                  <a:ext uri="{FF2B5EF4-FFF2-40B4-BE49-F238E27FC236}">
                    <a16:creationId xmlns:a16="http://schemas.microsoft.com/office/drawing/2014/main" id="{71778143-7D31-82EF-3CB8-C365FB5EA213}"/>
                  </a:ext>
                </a:extLst>
              </p:cNvPr>
              <p:cNvSpPr txBox="1"/>
              <p:nvPr/>
            </p:nvSpPr>
            <p:spPr>
              <a:xfrm>
                <a:off x="9051323" y="2858202"/>
                <a:ext cx="936291" cy="26042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rPr>
                  <a:t>Deliver</a:t>
                </a:r>
              </a:p>
            </p:txBody>
          </p:sp>
          <p:sp>
            <p:nvSpPr>
              <p:cNvPr id="19" name="Freeform 538">
                <a:extLst>
                  <a:ext uri="{FF2B5EF4-FFF2-40B4-BE49-F238E27FC236}">
                    <a16:creationId xmlns:a16="http://schemas.microsoft.com/office/drawing/2014/main" id="{2345ED82-1AFF-3634-D78E-504025D288C9}"/>
                  </a:ext>
                </a:extLst>
              </p:cNvPr>
              <p:cNvSpPr>
                <a:spLocks noChangeAspect="1" noEditPoints="1"/>
              </p:cNvSpPr>
              <p:nvPr/>
            </p:nvSpPr>
            <p:spPr bwMode="auto">
              <a:xfrm>
                <a:off x="7475710" y="2556907"/>
                <a:ext cx="343139" cy="348280"/>
              </a:xfrm>
              <a:custGeom>
                <a:avLst/>
                <a:gdLst>
                  <a:gd name="T0" fmla="*/ 211 w 289"/>
                  <a:gd name="T1" fmla="*/ 132 h 319"/>
                  <a:gd name="T2" fmla="*/ 257 w 289"/>
                  <a:gd name="T3" fmla="*/ 153 h 319"/>
                  <a:gd name="T4" fmla="*/ 286 w 289"/>
                  <a:gd name="T5" fmla="*/ 107 h 319"/>
                  <a:gd name="T6" fmla="*/ 267 w 289"/>
                  <a:gd name="T7" fmla="*/ 97 h 319"/>
                  <a:gd name="T8" fmla="*/ 149 w 289"/>
                  <a:gd name="T9" fmla="*/ 32 h 319"/>
                  <a:gd name="T10" fmla="*/ 139 w 289"/>
                  <a:gd name="T11" fmla="*/ 0 h 319"/>
                  <a:gd name="T12" fmla="*/ 128 w 289"/>
                  <a:gd name="T13" fmla="*/ 128 h 319"/>
                  <a:gd name="T14" fmla="*/ 107 w 289"/>
                  <a:gd name="T15" fmla="*/ 160 h 319"/>
                  <a:gd name="T16" fmla="*/ 43 w 289"/>
                  <a:gd name="T17" fmla="*/ 206 h 319"/>
                  <a:gd name="T18" fmla="*/ 56 w 289"/>
                  <a:gd name="T19" fmla="*/ 93 h 319"/>
                  <a:gd name="T20" fmla="*/ 68 w 289"/>
                  <a:gd name="T21" fmla="*/ 122 h 319"/>
                  <a:gd name="T22" fmla="*/ 78 w 289"/>
                  <a:gd name="T23" fmla="*/ 111 h 319"/>
                  <a:gd name="T24" fmla="*/ 64 w 289"/>
                  <a:gd name="T25" fmla="*/ 55 h 319"/>
                  <a:gd name="T26" fmla="*/ 9 w 289"/>
                  <a:gd name="T27" fmla="*/ 70 h 319"/>
                  <a:gd name="T28" fmla="*/ 20 w 289"/>
                  <a:gd name="T29" fmla="*/ 80 h 319"/>
                  <a:gd name="T30" fmla="*/ 11 w 289"/>
                  <a:gd name="T31" fmla="*/ 160 h 319"/>
                  <a:gd name="T32" fmla="*/ 7 w 289"/>
                  <a:gd name="T33" fmla="*/ 227 h 319"/>
                  <a:gd name="T34" fmla="*/ 12 w 289"/>
                  <a:gd name="T35" fmla="*/ 247 h 319"/>
                  <a:gd name="T36" fmla="*/ 119 w 289"/>
                  <a:gd name="T37" fmla="*/ 185 h 319"/>
                  <a:gd name="T38" fmla="*/ 159 w 289"/>
                  <a:gd name="T39" fmla="*/ 184 h 319"/>
                  <a:gd name="T40" fmla="*/ 139 w 289"/>
                  <a:gd name="T41" fmla="*/ 266 h 319"/>
                  <a:gd name="T42" fmla="*/ 138 w 289"/>
                  <a:gd name="T43" fmla="*/ 254 h 319"/>
                  <a:gd name="T44" fmla="*/ 126 w 289"/>
                  <a:gd name="T45" fmla="*/ 237 h 319"/>
                  <a:gd name="T46" fmla="*/ 89 w 289"/>
                  <a:gd name="T47" fmla="*/ 262 h 319"/>
                  <a:gd name="T48" fmla="*/ 111 w 289"/>
                  <a:gd name="T49" fmla="*/ 314 h 319"/>
                  <a:gd name="T50" fmla="*/ 125 w 289"/>
                  <a:gd name="T51" fmla="*/ 317 h 319"/>
                  <a:gd name="T52" fmla="*/ 118 w 289"/>
                  <a:gd name="T53" fmla="*/ 286 h 319"/>
                  <a:gd name="T54" fmla="*/ 243 w 289"/>
                  <a:gd name="T55" fmla="*/ 234 h 319"/>
                  <a:gd name="T56" fmla="*/ 267 w 289"/>
                  <a:gd name="T57" fmla="*/ 247 h 319"/>
                  <a:gd name="T58" fmla="*/ 272 w 289"/>
                  <a:gd name="T59" fmla="*/ 227 h 319"/>
                  <a:gd name="T60" fmla="*/ 171 w 289"/>
                  <a:gd name="T61" fmla="*/ 160 h 319"/>
                  <a:gd name="T62" fmla="*/ 149 w 289"/>
                  <a:gd name="T63" fmla="*/ 128 h 319"/>
                  <a:gd name="T64" fmla="*/ 238 w 289"/>
                  <a:gd name="T65" fmla="*/ 121 h 319"/>
                  <a:gd name="T66" fmla="*/ 207 w 289"/>
                  <a:gd name="T67" fmla="*/ 118 h 319"/>
                  <a:gd name="T68" fmla="*/ 139 w 289"/>
                  <a:gd name="T69" fmla="*/ 170 h 319"/>
                  <a:gd name="T70" fmla="*/ 139 w 289"/>
                  <a:gd name="T71" fmla="*/ 149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89" h="319">
                    <a:moveTo>
                      <a:pt x="207" y="118"/>
                    </a:moveTo>
                    <a:cubicBezTo>
                      <a:pt x="204" y="123"/>
                      <a:pt x="206" y="129"/>
                      <a:pt x="211" y="132"/>
                    </a:cubicBezTo>
                    <a:cubicBezTo>
                      <a:pt x="252" y="152"/>
                      <a:pt x="252" y="152"/>
                      <a:pt x="252" y="152"/>
                    </a:cubicBezTo>
                    <a:cubicBezTo>
                      <a:pt x="253" y="153"/>
                      <a:pt x="255" y="153"/>
                      <a:pt x="257" y="153"/>
                    </a:cubicBezTo>
                    <a:cubicBezTo>
                      <a:pt x="261" y="153"/>
                      <a:pt x="264" y="151"/>
                      <a:pt x="266" y="147"/>
                    </a:cubicBezTo>
                    <a:cubicBezTo>
                      <a:pt x="286" y="107"/>
                      <a:pt x="286" y="107"/>
                      <a:pt x="286" y="107"/>
                    </a:cubicBezTo>
                    <a:cubicBezTo>
                      <a:pt x="289" y="101"/>
                      <a:pt x="287" y="95"/>
                      <a:pt x="282" y="92"/>
                    </a:cubicBezTo>
                    <a:cubicBezTo>
                      <a:pt x="276" y="90"/>
                      <a:pt x="270" y="92"/>
                      <a:pt x="267" y="97"/>
                    </a:cubicBezTo>
                    <a:cubicBezTo>
                      <a:pt x="259" y="115"/>
                      <a:pt x="259" y="115"/>
                      <a:pt x="259" y="115"/>
                    </a:cubicBezTo>
                    <a:cubicBezTo>
                      <a:pt x="241" y="69"/>
                      <a:pt x="199" y="36"/>
                      <a:pt x="149" y="32"/>
                    </a:cubicBezTo>
                    <a:cubicBezTo>
                      <a:pt x="149" y="10"/>
                      <a:pt x="149" y="10"/>
                      <a:pt x="149" y="10"/>
                    </a:cubicBezTo>
                    <a:cubicBezTo>
                      <a:pt x="149" y="4"/>
                      <a:pt x="145" y="0"/>
                      <a:pt x="139" y="0"/>
                    </a:cubicBezTo>
                    <a:cubicBezTo>
                      <a:pt x="133" y="0"/>
                      <a:pt x="128" y="4"/>
                      <a:pt x="128" y="10"/>
                    </a:cubicBezTo>
                    <a:cubicBezTo>
                      <a:pt x="128" y="128"/>
                      <a:pt x="128" y="128"/>
                      <a:pt x="128" y="128"/>
                    </a:cubicBezTo>
                    <a:cubicBezTo>
                      <a:pt x="128" y="128"/>
                      <a:pt x="128" y="129"/>
                      <a:pt x="128" y="130"/>
                    </a:cubicBezTo>
                    <a:cubicBezTo>
                      <a:pt x="116" y="134"/>
                      <a:pt x="107" y="146"/>
                      <a:pt x="107" y="160"/>
                    </a:cubicBezTo>
                    <a:cubicBezTo>
                      <a:pt x="107" y="162"/>
                      <a:pt x="107" y="165"/>
                      <a:pt x="108" y="167"/>
                    </a:cubicBezTo>
                    <a:cubicBezTo>
                      <a:pt x="43" y="206"/>
                      <a:pt x="43" y="206"/>
                      <a:pt x="43" y="206"/>
                    </a:cubicBezTo>
                    <a:cubicBezTo>
                      <a:pt x="36" y="191"/>
                      <a:pt x="32" y="176"/>
                      <a:pt x="32" y="160"/>
                    </a:cubicBezTo>
                    <a:cubicBezTo>
                      <a:pt x="32" y="135"/>
                      <a:pt x="41" y="111"/>
                      <a:pt x="56" y="93"/>
                    </a:cubicBezTo>
                    <a:cubicBezTo>
                      <a:pt x="57" y="112"/>
                      <a:pt x="57" y="112"/>
                      <a:pt x="57" y="112"/>
                    </a:cubicBezTo>
                    <a:cubicBezTo>
                      <a:pt x="57" y="118"/>
                      <a:pt x="62" y="122"/>
                      <a:pt x="68" y="122"/>
                    </a:cubicBezTo>
                    <a:cubicBezTo>
                      <a:pt x="68" y="122"/>
                      <a:pt x="68" y="122"/>
                      <a:pt x="68" y="122"/>
                    </a:cubicBezTo>
                    <a:cubicBezTo>
                      <a:pt x="74" y="121"/>
                      <a:pt x="79" y="116"/>
                      <a:pt x="78" y="111"/>
                    </a:cubicBezTo>
                    <a:cubicBezTo>
                      <a:pt x="75" y="65"/>
                      <a:pt x="75" y="65"/>
                      <a:pt x="75" y="65"/>
                    </a:cubicBezTo>
                    <a:cubicBezTo>
                      <a:pt x="75" y="59"/>
                      <a:pt x="70" y="55"/>
                      <a:pt x="64" y="55"/>
                    </a:cubicBezTo>
                    <a:cubicBezTo>
                      <a:pt x="19" y="58"/>
                      <a:pt x="19" y="58"/>
                      <a:pt x="19" y="58"/>
                    </a:cubicBezTo>
                    <a:cubicBezTo>
                      <a:pt x="13" y="59"/>
                      <a:pt x="9" y="64"/>
                      <a:pt x="9" y="70"/>
                    </a:cubicBezTo>
                    <a:cubicBezTo>
                      <a:pt x="9" y="75"/>
                      <a:pt x="14" y="80"/>
                      <a:pt x="20" y="80"/>
                    </a:cubicBezTo>
                    <a:cubicBezTo>
                      <a:pt x="20" y="80"/>
                      <a:pt x="20" y="80"/>
                      <a:pt x="20" y="80"/>
                    </a:cubicBezTo>
                    <a:cubicBezTo>
                      <a:pt x="40" y="78"/>
                      <a:pt x="40" y="78"/>
                      <a:pt x="40" y="78"/>
                    </a:cubicBezTo>
                    <a:cubicBezTo>
                      <a:pt x="21" y="101"/>
                      <a:pt x="11" y="130"/>
                      <a:pt x="11" y="160"/>
                    </a:cubicBezTo>
                    <a:cubicBezTo>
                      <a:pt x="11" y="180"/>
                      <a:pt x="16" y="199"/>
                      <a:pt x="24" y="217"/>
                    </a:cubicBezTo>
                    <a:cubicBezTo>
                      <a:pt x="7" y="227"/>
                      <a:pt x="7" y="227"/>
                      <a:pt x="7" y="227"/>
                    </a:cubicBezTo>
                    <a:cubicBezTo>
                      <a:pt x="2" y="230"/>
                      <a:pt x="0" y="237"/>
                      <a:pt x="3" y="242"/>
                    </a:cubicBezTo>
                    <a:cubicBezTo>
                      <a:pt x="5" y="245"/>
                      <a:pt x="9" y="247"/>
                      <a:pt x="12" y="247"/>
                    </a:cubicBezTo>
                    <a:cubicBezTo>
                      <a:pt x="14" y="247"/>
                      <a:pt x="16" y="246"/>
                      <a:pt x="18" y="245"/>
                    </a:cubicBezTo>
                    <a:cubicBezTo>
                      <a:pt x="119" y="185"/>
                      <a:pt x="119" y="185"/>
                      <a:pt x="119" y="185"/>
                    </a:cubicBezTo>
                    <a:cubicBezTo>
                      <a:pt x="125" y="189"/>
                      <a:pt x="131" y="192"/>
                      <a:pt x="139" y="192"/>
                    </a:cubicBezTo>
                    <a:cubicBezTo>
                      <a:pt x="146" y="192"/>
                      <a:pt x="153" y="189"/>
                      <a:pt x="159" y="184"/>
                    </a:cubicBezTo>
                    <a:cubicBezTo>
                      <a:pt x="224" y="223"/>
                      <a:pt x="224" y="223"/>
                      <a:pt x="224" y="223"/>
                    </a:cubicBezTo>
                    <a:cubicBezTo>
                      <a:pt x="204" y="250"/>
                      <a:pt x="173" y="266"/>
                      <a:pt x="139" y="266"/>
                    </a:cubicBezTo>
                    <a:cubicBezTo>
                      <a:pt x="133" y="266"/>
                      <a:pt x="128" y="266"/>
                      <a:pt x="122" y="265"/>
                    </a:cubicBezTo>
                    <a:cubicBezTo>
                      <a:pt x="138" y="254"/>
                      <a:pt x="138" y="254"/>
                      <a:pt x="138" y="254"/>
                    </a:cubicBezTo>
                    <a:cubicBezTo>
                      <a:pt x="143" y="251"/>
                      <a:pt x="144" y="244"/>
                      <a:pt x="141" y="240"/>
                    </a:cubicBezTo>
                    <a:cubicBezTo>
                      <a:pt x="138" y="235"/>
                      <a:pt x="131" y="233"/>
                      <a:pt x="126" y="237"/>
                    </a:cubicBezTo>
                    <a:cubicBezTo>
                      <a:pt x="89" y="262"/>
                      <a:pt x="89" y="262"/>
                      <a:pt x="89" y="262"/>
                    </a:cubicBezTo>
                    <a:cubicBezTo>
                      <a:pt x="89" y="262"/>
                      <a:pt x="89" y="262"/>
                      <a:pt x="89" y="262"/>
                    </a:cubicBezTo>
                    <a:cubicBezTo>
                      <a:pt x="84" y="265"/>
                      <a:pt x="82" y="271"/>
                      <a:pt x="86" y="276"/>
                    </a:cubicBezTo>
                    <a:cubicBezTo>
                      <a:pt x="111" y="314"/>
                      <a:pt x="111" y="314"/>
                      <a:pt x="111" y="314"/>
                    </a:cubicBezTo>
                    <a:cubicBezTo>
                      <a:pt x="113" y="317"/>
                      <a:pt x="116" y="319"/>
                      <a:pt x="120" y="319"/>
                    </a:cubicBezTo>
                    <a:cubicBezTo>
                      <a:pt x="122" y="319"/>
                      <a:pt x="124" y="318"/>
                      <a:pt x="125" y="317"/>
                    </a:cubicBezTo>
                    <a:cubicBezTo>
                      <a:pt x="130" y="314"/>
                      <a:pt x="132" y="307"/>
                      <a:pt x="128" y="302"/>
                    </a:cubicBezTo>
                    <a:cubicBezTo>
                      <a:pt x="118" y="286"/>
                      <a:pt x="118" y="286"/>
                      <a:pt x="118" y="286"/>
                    </a:cubicBezTo>
                    <a:cubicBezTo>
                      <a:pt x="125" y="287"/>
                      <a:pt x="132" y="288"/>
                      <a:pt x="139" y="288"/>
                    </a:cubicBezTo>
                    <a:cubicBezTo>
                      <a:pt x="180" y="288"/>
                      <a:pt x="219" y="267"/>
                      <a:pt x="243" y="234"/>
                    </a:cubicBezTo>
                    <a:cubicBezTo>
                      <a:pt x="261" y="245"/>
                      <a:pt x="261" y="245"/>
                      <a:pt x="261" y="245"/>
                    </a:cubicBezTo>
                    <a:cubicBezTo>
                      <a:pt x="263" y="246"/>
                      <a:pt x="265" y="247"/>
                      <a:pt x="267" y="247"/>
                    </a:cubicBezTo>
                    <a:cubicBezTo>
                      <a:pt x="271" y="247"/>
                      <a:pt x="274" y="245"/>
                      <a:pt x="276" y="242"/>
                    </a:cubicBezTo>
                    <a:cubicBezTo>
                      <a:pt x="279" y="237"/>
                      <a:pt x="277" y="230"/>
                      <a:pt x="272" y="227"/>
                    </a:cubicBezTo>
                    <a:cubicBezTo>
                      <a:pt x="170" y="166"/>
                      <a:pt x="170" y="166"/>
                      <a:pt x="170" y="166"/>
                    </a:cubicBezTo>
                    <a:cubicBezTo>
                      <a:pt x="170" y="164"/>
                      <a:pt x="171" y="162"/>
                      <a:pt x="171" y="160"/>
                    </a:cubicBezTo>
                    <a:cubicBezTo>
                      <a:pt x="171" y="146"/>
                      <a:pt x="162" y="134"/>
                      <a:pt x="149" y="130"/>
                    </a:cubicBezTo>
                    <a:cubicBezTo>
                      <a:pt x="149" y="129"/>
                      <a:pt x="149" y="128"/>
                      <a:pt x="149" y="128"/>
                    </a:cubicBezTo>
                    <a:cubicBezTo>
                      <a:pt x="149" y="54"/>
                      <a:pt x="149" y="54"/>
                      <a:pt x="149" y="54"/>
                    </a:cubicBezTo>
                    <a:cubicBezTo>
                      <a:pt x="190" y="58"/>
                      <a:pt x="224" y="84"/>
                      <a:pt x="238" y="121"/>
                    </a:cubicBezTo>
                    <a:cubicBezTo>
                      <a:pt x="221" y="113"/>
                      <a:pt x="221" y="113"/>
                      <a:pt x="221" y="113"/>
                    </a:cubicBezTo>
                    <a:cubicBezTo>
                      <a:pt x="216" y="110"/>
                      <a:pt x="209" y="112"/>
                      <a:pt x="207" y="118"/>
                    </a:cubicBezTo>
                    <a:close/>
                    <a:moveTo>
                      <a:pt x="149" y="160"/>
                    </a:moveTo>
                    <a:cubicBezTo>
                      <a:pt x="149" y="166"/>
                      <a:pt x="145" y="170"/>
                      <a:pt x="139" y="170"/>
                    </a:cubicBezTo>
                    <a:cubicBezTo>
                      <a:pt x="133" y="170"/>
                      <a:pt x="128" y="166"/>
                      <a:pt x="128" y="160"/>
                    </a:cubicBezTo>
                    <a:cubicBezTo>
                      <a:pt x="128" y="154"/>
                      <a:pt x="133" y="149"/>
                      <a:pt x="139" y="149"/>
                    </a:cubicBezTo>
                    <a:cubicBezTo>
                      <a:pt x="145" y="149"/>
                      <a:pt x="149" y="154"/>
                      <a:pt x="149" y="160"/>
                    </a:cubicBezTo>
                    <a:close/>
                  </a:path>
                </a:pathLst>
              </a:custGeom>
              <a:solidFill>
                <a:srgbClr val="34F0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20" name="TextBox 19">
                <a:extLst>
                  <a:ext uri="{FF2B5EF4-FFF2-40B4-BE49-F238E27FC236}">
                    <a16:creationId xmlns:a16="http://schemas.microsoft.com/office/drawing/2014/main" id="{E93422D9-E689-C2FA-71E9-A8145337EFA6}"/>
                  </a:ext>
                </a:extLst>
              </p:cNvPr>
              <p:cNvSpPr txBox="1"/>
              <p:nvPr/>
            </p:nvSpPr>
            <p:spPr>
              <a:xfrm>
                <a:off x="7203797" y="2929274"/>
                <a:ext cx="936291" cy="26042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rPr>
                  <a:t>Run</a:t>
                </a:r>
              </a:p>
            </p:txBody>
          </p:sp>
          <p:sp>
            <p:nvSpPr>
              <p:cNvPr id="21" name="TextBox 20">
                <a:extLst>
                  <a:ext uri="{FF2B5EF4-FFF2-40B4-BE49-F238E27FC236}">
                    <a16:creationId xmlns:a16="http://schemas.microsoft.com/office/drawing/2014/main" id="{F508032F-FAD3-4DBE-F7CD-902D9237173F}"/>
                  </a:ext>
                </a:extLst>
              </p:cNvPr>
              <p:cNvSpPr txBox="1"/>
              <p:nvPr/>
            </p:nvSpPr>
            <p:spPr>
              <a:xfrm>
                <a:off x="7761737" y="4330789"/>
                <a:ext cx="1487672" cy="260420"/>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rPr>
                  <a:t>Insight-driven Culture</a:t>
                </a:r>
              </a:p>
            </p:txBody>
          </p:sp>
        </p:grpSp>
      </p:grpSp>
      <p:grpSp>
        <p:nvGrpSpPr>
          <p:cNvPr id="32" name="Group 31">
            <a:extLst>
              <a:ext uri="{FF2B5EF4-FFF2-40B4-BE49-F238E27FC236}">
                <a16:creationId xmlns:a16="http://schemas.microsoft.com/office/drawing/2014/main" id="{64D86DD0-FFC4-1C6F-FDB9-CE1A44E2ED4D}"/>
              </a:ext>
            </a:extLst>
          </p:cNvPr>
          <p:cNvGrpSpPr/>
          <p:nvPr/>
        </p:nvGrpSpPr>
        <p:grpSpPr>
          <a:xfrm>
            <a:off x="745435" y="1312305"/>
            <a:ext cx="5685206" cy="4027942"/>
            <a:chOff x="-123102" y="1552011"/>
            <a:chExt cx="7362034" cy="4327182"/>
          </a:xfrm>
        </p:grpSpPr>
        <p:sp>
          <p:nvSpPr>
            <p:cNvPr id="33" name="TextBox 32">
              <a:extLst>
                <a:ext uri="{FF2B5EF4-FFF2-40B4-BE49-F238E27FC236}">
                  <a16:creationId xmlns:a16="http://schemas.microsoft.com/office/drawing/2014/main" id="{438F123B-2896-6CFB-05F7-88C5D226AE7F}"/>
                </a:ext>
              </a:extLst>
            </p:cNvPr>
            <p:cNvSpPr txBox="1"/>
            <p:nvPr/>
          </p:nvSpPr>
          <p:spPr>
            <a:xfrm rot="19662771">
              <a:off x="3506799" y="4556937"/>
              <a:ext cx="3450979" cy="620117"/>
            </a:xfrm>
            <a:prstGeom prst="rect">
              <a:avLst/>
            </a:prstGeom>
            <a:noFill/>
          </p:spPr>
          <p:txBody>
            <a:bodyPr wrap="none" rtlCol="0">
              <a:prstTxWarp prst="textArchDown">
                <a:avLst>
                  <a:gd name="adj" fmla="val 1415123"/>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rPr>
                <a:t>Develop AI/ML Capability, Leadership and Culture</a:t>
              </a:r>
            </a:p>
          </p:txBody>
        </p:sp>
        <p:sp>
          <p:nvSpPr>
            <p:cNvPr id="34" name="Arc 10">
              <a:extLst>
                <a:ext uri="{FF2B5EF4-FFF2-40B4-BE49-F238E27FC236}">
                  <a16:creationId xmlns:a16="http://schemas.microsoft.com/office/drawing/2014/main" id="{B1A48D4C-C07E-B43A-7512-095D570C9E47}"/>
                </a:ext>
              </a:extLst>
            </p:cNvPr>
            <p:cNvSpPr>
              <a:spLocks/>
            </p:cNvSpPr>
            <p:nvPr/>
          </p:nvSpPr>
          <p:spPr bwMode="auto">
            <a:xfrm>
              <a:off x="680373" y="2093905"/>
              <a:ext cx="6539014" cy="3709870"/>
            </a:xfrm>
            <a:custGeom>
              <a:avLst/>
              <a:gdLst>
                <a:gd name="T0" fmla="*/ 2147483647 w 24161"/>
                <a:gd name="T1" fmla="*/ 2147483647 h 21600"/>
                <a:gd name="T2" fmla="*/ 0 w 24161"/>
                <a:gd name="T3" fmla="*/ 2147483647 h 21600"/>
                <a:gd name="T4" fmla="*/ 2147483647 w 24161"/>
                <a:gd name="T5" fmla="*/ 0 h 21600"/>
                <a:gd name="T6" fmla="*/ 0 60000 65536"/>
                <a:gd name="T7" fmla="*/ 0 60000 65536"/>
                <a:gd name="T8" fmla="*/ 0 60000 65536"/>
                <a:gd name="T9" fmla="*/ 0 w 24161"/>
                <a:gd name="T10" fmla="*/ 0 h 21600"/>
                <a:gd name="T11" fmla="*/ 24161 w 24161"/>
                <a:gd name="T12" fmla="*/ 21600 h 21600"/>
              </a:gdLst>
              <a:ahLst/>
              <a:cxnLst>
                <a:cxn ang="T6">
                  <a:pos x="T0" y="T1"/>
                </a:cxn>
                <a:cxn ang="T7">
                  <a:pos x="T2" y="T3"/>
                </a:cxn>
                <a:cxn ang="T8">
                  <a:pos x="T4" y="T5"/>
                </a:cxn>
              </a:cxnLst>
              <a:rect l="T9" t="T10" r="T11" b="T12"/>
              <a:pathLst>
                <a:path w="24161" h="21600" fill="none" extrusionOk="0">
                  <a:moveTo>
                    <a:pt x="24160" y="1873"/>
                  </a:moveTo>
                  <a:cubicBezTo>
                    <a:pt x="23188" y="13034"/>
                    <a:pt x="13845" y="21599"/>
                    <a:pt x="2642" y="21600"/>
                  </a:cubicBezTo>
                  <a:cubicBezTo>
                    <a:pt x="1758" y="21600"/>
                    <a:pt x="876" y="21545"/>
                    <a:pt x="0" y="21437"/>
                  </a:cubicBezTo>
                </a:path>
                <a:path w="24161" h="21600" stroke="0" extrusionOk="0">
                  <a:moveTo>
                    <a:pt x="24160" y="1873"/>
                  </a:moveTo>
                  <a:cubicBezTo>
                    <a:pt x="23188" y="13034"/>
                    <a:pt x="13845" y="21599"/>
                    <a:pt x="2642" y="21600"/>
                  </a:cubicBezTo>
                  <a:cubicBezTo>
                    <a:pt x="1758" y="21600"/>
                    <a:pt x="876" y="21545"/>
                    <a:pt x="0" y="21437"/>
                  </a:cubicBezTo>
                  <a:lnTo>
                    <a:pt x="2642" y="0"/>
                  </a:lnTo>
                  <a:close/>
                </a:path>
              </a:pathLst>
            </a:custGeom>
            <a:noFill/>
            <a:ln w="28575" cap="rnd">
              <a:solidFill>
                <a:srgbClr val="787878">
                  <a:lumMod val="50000"/>
                </a:srgbClr>
              </a:solidFill>
              <a:round/>
              <a:headEnd type="stealth"/>
              <a:tailEnd/>
            </a:ln>
          </p:spPr>
          <p:txBody>
            <a:bodyPr wrap="none" lIns="36000" tIns="36000" rIns="36000" bIns="3600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50" b="0"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35" name="TextBox 34">
              <a:extLst>
                <a:ext uri="{FF2B5EF4-FFF2-40B4-BE49-F238E27FC236}">
                  <a16:creationId xmlns:a16="http://schemas.microsoft.com/office/drawing/2014/main" id="{30DFC59A-EAC7-6E19-7129-C9E09A67CA69}"/>
                </a:ext>
              </a:extLst>
            </p:cNvPr>
            <p:cNvSpPr txBox="1"/>
            <p:nvPr/>
          </p:nvSpPr>
          <p:spPr>
            <a:xfrm>
              <a:off x="-123102" y="5314672"/>
              <a:ext cx="1121987" cy="400110"/>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rPr>
                <a:t>AI/ML Workshops</a:t>
              </a:r>
            </a:p>
          </p:txBody>
        </p:sp>
        <p:sp>
          <p:nvSpPr>
            <p:cNvPr id="36" name="TextBox 35">
              <a:extLst>
                <a:ext uri="{FF2B5EF4-FFF2-40B4-BE49-F238E27FC236}">
                  <a16:creationId xmlns:a16="http://schemas.microsoft.com/office/drawing/2014/main" id="{2B480EBA-05B0-7939-79B2-BFD669DA907D}"/>
                </a:ext>
              </a:extLst>
            </p:cNvPr>
            <p:cNvSpPr txBox="1"/>
            <p:nvPr/>
          </p:nvSpPr>
          <p:spPr>
            <a:xfrm>
              <a:off x="760183" y="5365064"/>
              <a:ext cx="952317" cy="247981"/>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rPr>
                <a:t>Vision Labs</a:t>
              </a:r>
            </a:p>
          </p:txBody>
        </p:sp>
        <p:sp>
          <p:nvSpPr>
            <p:cNvPr id="37" name="TextBox 36">
              <a:extLst>
                <a:ext uri="{FF2B5EF4-FFF2-40B4-BE49-F238E27FC236}">
                  <a16:creationId xmlns:a16="http://schemas.microsoft.com/office/drawing/2014/main" id="{84964FF2-C045-E004-7532-9832E52BCB90}"/>
                </a:ext>
              </a:extLst>
            </p:cNvPr>
            <p:cNvSpPr txBox="1"/>
            <p:nvPr/>
          </p:nvSpPr>
          <p:spPr>
            <a:xfrm>
              <a:off x="1408075" y="5140388"/>
              <a:ext cx="1335279" cy="545558"/>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rPr>
                <a:t>Use case Prioritization framework</a:t>
              </a:r>
            </a:p>
          </p:txBody>
        </p:sp>
        <p:sp>
          <p:nvSpPr>
            <p:cNvPr id="38" name="TextBox 37">
              <a:extLst>
                <a:ext uri="{FF2B5EF4-FFF2-40B4-BE49-F238E27FC236}">
                  <a16:creationId xmlns:a16="http://schemas.microsoft.com/office/drawing/2014/main" id="{CCCC1EB8-AAEF-98B2-7C63-987AB45B87E9}"/>
                </a:ext>
              </a:extLst>
            </p:cNvPr>
            <p:cNvSpPr txBox="1"/>
            <p:nvPr/>
          </p:nvSpPr>
          <p:spPr>
            <a:xfrm>
              <a:off x="3420486" y="4810132"/>
              <a:ext cx="863221" cy="400110"/>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rPr>
                <a:t>Proof of Concept</a:t>
              </a:r>
            </a:p>
          </p:txBody>
        </p:sp>
        <p:sp>
          <p:nvSpPr>
            <p:cNvPr id="39" name="TextBox 38">
              <a:extLst>
                <a:ext uri="{FF2B5EF4-FFF2-40B4-BE49-F238E27FC236}">
                  <a16:creationId xmlns:a16="http://schemas.microsoft.com/office/drawing/2014/main" id="{DBB45D28-1373-9360-2212-E2596E72014D}"/>
                </a:ext>
              </a:extLst>
            </p:cNvPr>
            <p:cNvSpPr txBox="1"/>
            <p:nvPr/>
          </p:nvSpPr>
          <p:spPr>
            <a:xfrm>
              <a:off x="3980415" y="4596496"/>
              <a:ext cx="939300" cy="400110"/>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rPr>
                <a:t>Conduct Pilot</a:t>
              </a:r>
            </a:p>
          </p:txBody>
        </p:sp>
        <p:sp>
          <p:nvSpPr>
            <p:cNvPr id="40" name="TextBox 39">
              <a:extLst>
                <a:ext uri="{FF2B5EF4-FFF2-40B4-BE49-F238E27FC236}">
                  <a16:creationId xmlns:a16="http://schemas.microsoft.com/office/drawing/2014/main" id="{5F35506B-2CD7-454B-4ED8-886A198F1710}"/>
                </a:ext>
              </a:extLst>
            </p:cNvPr>
            <p:cNvSpPr txBox="1"/>
            <p:nvPr/>
          </p:nvSpPr>
          <p:spPr>
            <a:xfrm>
              <a:off x="6044778" y="2627391"/>
              <a:ext cx="991884" cy="400110"/>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rPr>
                <a:t>AI/ML Centre</a:t>
              </a:r>
            </a:p>
          </p:txBody>
        </p:sp>
        <p:sp>
          <p:nvSpPr>
            <p:cNvPr id="41" name="TextBox 40">
              <a:extLst>
                <a:ext uri="{FF2B5EF4-FFF2-40B4-BE49-F238E27FC236}">
                  <a16:creationId xmlns:a16="http://schemas.microsoft.com/office/drawing/2014/main" id="{09A2D94D-3F25-1412-54A2-4147B242A455}"/>
                </a:ext>
              </a:extLst>
            </p:cNvPr>
            <p:cNvSpPr txBox="1"/>
            <p:nvPr/>
          </p:nvSpPr>
          <p:spPr>
            <a:xfrm>
              <a:off x="5427983" y="3221996"/>
              <a:ext cx="1300400" cy="400110"/>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rPr>
                <a:t>Full Scale Solution</a:t>
              </a:r>
            </a:p>
          </p:txBody>
        </p:sp>
        <p:sp>
          <p:nvSpPr>
            <p:cNvPr id="42" name="Diamond 41">
              <a:extLst>
                <a:ext uri="{FF2B5EF4-FFF2-40B4-BE49-F238E27FC236}">
                  <a16:creationId xmlns:a16="http://schemas.microsoft.com/office/drawing/2014/main" id="{40AE7C0C-E6BC-1BC0-D5B4-E071999D0F63}"/>
                </a:ext>
              </a:extLst>
            </p:cNvPr>
            <p:cNvSpPr>
              <a:spLocks noChangeAspect="1"/>
            </p:cNvSpPr>
            <p:nvPr/>
          </p:nvSpPr>
          <p:spPr>
            <a:xfrm>
              <a:off x="602911" y="5688396"/>
              <a:ext cx="157273" cy="157318"/>
            </a:xfrm>
            <a:prstGeom prst="diamond">
              <a:avLst/>
            </a:prstGeom>
            <a:solidFill>
              <a:srgbClr val="FDD3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43" name="Diamond 42">
              <a:extLst>
                <a:ext uri="{FF2B5EF4-FFF2-40B4-BE49-F238E27FC236}">
                  <a16:creationId xmlns:a16="http://schemas.microsoft.com/office/drawing/2014/main" id="{CF952BDD-0337-A5D8-DB47-48831BE3461A}"/>
                </a:ext>
              </a:extLst>
            </p:cNvPr>
            <p:cNvSpPr>
              <a:spLocks noChangeAspect="1"/>
            </p:cNvSpPr>
            <p:nvPr/>
          </p:nvSpPr>
          <p:spPr>
            <a:xfrm>
              <a:off x="1454676" y="5721875"/>
              <a:ext cx="157273" cy="157318"/>
            </a:xfrm>
            <a:prstGeom prst="diamond">
              <a:avLst/>
            </a:prstGeom>
            <a:solidFill>
              <a:srgbClr val="FDD3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44" name="Diamond 43">
              <a:extLst>
                <a:ext uri="{FF2B5EF4-FFF2-40B4-BE49-F238E27FC236}">
                  <a16:creationId xmlns:a16="http://schemas.microsoft.com/office/drawing/2014/main" id="{EC7ED929-DD27-EFE5-91D9-654D3C803366}"/>
                </a:ext>
              </a:extLst>
            </p:cNvPr>
            <p:cNvSpPr>
              <a:spLocks noChangeAspect="1"/>
            </p:cNvSpPr>
            <p:nvPr/>
          </p:nvSpPr>
          <p:spPr>
            <a:xfrm>
              <a:off x="3230389" y="5513643"/>
              <a:ext cx="157273" cy="157318"/>
            </a:xfrm>
            <a:prstGeom prst="diamond">
              <a:avLst/>
            </a:prstGeom>
            <a:solidFill>
              <a:srgbClr val="FDD3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45" name="Diamond 44">
              <a:extLst>
                <a:ext uri="{FF2B5EF4-FFF2-40B4-BE49-F238E27FC236}">
                  <a16:creationId xmlns:a16="http://schemas.microsoft.com/office/drawing/2014/main" id="{614B6981-830F-4B07-7312-694E5FBEC447}"/>
                </a:ext>
              </a:extLst>
            </p:cNvPr>
            <p:cNvSpPr>
              <a:spLocks noChangeAspect="1"/>
            </p:cNvSpPr>
            <p:nvPr/>
          </p:nvSpPr>
          <p:spPr>
            <a:xfrm>
              <a:off x="3991854" y="5305962"/>
              <a:ext cx="157273" cy="157318"/>
            </a:xfrm>
            <a:prstGeom prst="diamond">
              <a:avLst/>
            </a:prstGeom>
            <a:solidFill>
              <a:srgbClr val="0097A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46" name="Diamond 45">
              <a:extLst>
                <a:ext uri="{FF2B5EF4-FFF2-40B4-BE49-F238E27FC236}">
                  <a16:creationId xmlns:a16="http://schemas.microsoft.com/office/drawing/2014/main" id="{FE67CCF5-E3C9-0BF4-B872-2F93DEB855BC}"/>
                </a:ext>
              </a:extLst>
            </p:cNvPr>
            <p:cNvSpPr>
              <a:spLocks noChangeAspect="1"/>
            </p:cNvSpPr>
            <p:nvPr/>
          </p:nvSpPr>
          <p:spPr>
            <a:xfrm>
              <a:off x="6580238" y="3612266"/>
              <a:ext cx="157273" cy="157318"/>
            </a:xfrm>
            <a:prstGeom prst="diamond">
              <a:avLst/>
            </a:prstGeom>
            <a:solidFill>
              <a:srgbClr val="34F0FF"/>
            </a:solidFill>
            <a:ln w="12700" cap="flat" cmpd="sng" algn="ctr">
              <a:solidFill>
                <a:srgbClr val="34F0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47" name="Diamond 46">
              <a:extLst>
                <a:ext uri="{FF2B5EF4-FFF2-40B4-BE49-F238E27FC236}">
                  <a16:creationId xmlns:a16="http://schemas.microsoft.com/office/drawing/2014/main" id="{FA2C5339-7539-1284-004F-3C1696AEC8FB}"/>
                </a:ext>
              </a:extLst>
            </p:cNvPr>
            <p:cNvSpPr>
              <a:spLocks noChangeAspect="1"/>
            </p:cNvSpPr>
            <p:nvPr/>
          </p:nvSpPr>
          <p:spPr>
            <a:xfrm>
              <a:off x="6968109" y="2983800"/>
              <a:ext cx="157273" cy="157318"/>
            </a:xfrm>
            <a:prstGeom prst="diamond">
              <a:avLst/>
            </a:prstGeom>
            <a:solidFill>
              <a:srgbClr val="34F0FF"/>
            </a:solidFill>
            <a:ln w="12700" cap="flat" cmpd="sng" algn="ctr">
              <a:solidFill>
                <a:srgbClr val="34F0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48" name="TextBox 47">
              <a:extLst>
                <a:ext uri="{FF2B5EF4-FFF2-40B4-BE49-F238E27FC236}">
                  <a16:creationId xmlns:a16="http://schemas.microsoft.com/office/drawing/2014/main" id="{26BC03ED-4638-148A-4F39-DF810CE9248D}"/>
                </a:ext>
              </a:extLst>
            </p:cNvPr>
            <p:cNvSpPr txBox="1"/>
            <p:nvPr/>
          </p:nvSpPr>
          <p:spPr>
            <a:xfrm>
              <a:off x="645594" y="3719406"/>
              <a:ext cx="1227766" cy="42983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rPr>
                <a:t>Design</a:t>
              </a:r>
            </a:p>
          </p:txBody>
        </p:sp>
        <p:sp>
          <p:nvSpPr>
            <p:cNvPr id="49" name="Freeform 255">
              <a:extLst>
                <a:ext uri="{FF2B5EF4-FFF2-40B4-BE49-F238E27FC236}">
                  <a16:creationId xmlns:a16="http://schemas.microsoft.com/office/drawing/2014/main" id="{19A0B5F6-EF1E-631A-39E2-74C0EBEC7EE5}"/>
                </a:ext>
              </a:extLst>
            </p:cNvPr>
            <p:cNvSpPr>
              <a:spLocks noChangeAspect="1" noEditPoints="1"/>
            </p:cNvSpPr>
            <p:nvPr/>
          </p:nvSpPr>
          <p:spPr bwMode="auto">
            <a:xfrm>
              <a:off x="403155" y="3763552"/>
              <a:ext cx="217745" cy="316283"/>
            </a:xfrm>
            <a:custGeom>
              <a:avLst/>
              <a:gdLst>
                <a:gd name="T0" fmla="*/ 77 w 219"/>
                <a:gd name="T1" fmla="*/ 5 h 361"/>
                <a:gd name="T2" fmla="*/ 32 w 219"/>
                <a:gd name="T3" fmla="*/ 32 h 361"/>
                <a:gd name="T4" fmla="*/ 5 w 219"/>
                <a:gd name="T5" fmla="*/ 76 h 361"/>
                <a:gd name="T6" fmla="*/ 0 w 219"/>
                <a:gd name="T7" fmla="*/ 119 h 361"/>
                <a:gd name="T8" fmla="*/ 21 w 219"/>
                <a:gd name="T9" fmla="*/ 177 h 361"/>
                <a:gd name="T10" fmla="*/ 35 w 219"/>
                <a:gd name="T11" fmla="*/ 199 h 361"/>
                <a:gd name="T12" fmla="*/ 63 w 219"/>
                <a:gd name="T13" fmla="*/ 253 h 361"/>
                <a:gd name="T14" fmla="*/ 60 w 219"/>
                <a:gd name="T15" fmla="*/ 337 h 361"/>
                <a:gd name="T16" fmla="*/ 82 w 219"/>
                <a:gd name="T17" fmla="*/ 345 h 361"/>
                <a:gd name="T18" fmla="*/ 121 w 219"/>
                <a:gd name="T19" fmla="*/ 361 h 361"/>
                <a:gd name="T20" fmla="*/ 152 w 219"/>
                <a:gd name="T21" fmla="*/ 345 h 361"/>
                <a:gd name="T22" fmla="*/ 160 w 219"/>
                <a:gd name="T23" fmla="*/ 337 h 361"/>
                <a:gd name="T24" fmla="*/ 157 w 219"/>
                <a:gd name="T25" fmla="*/ 253 h 361"/>
                <a:gd name="T26" fmla="*/ 183 w 219"/>
                <a:gd name="T27" fmla="*/ 199 h 361"/>
                <a:gd name="T28" fmla="*/ 199 w 219"/>
                <a:gd name="T29" fmla="*/ 177 h 361"/>
                <a:gd name="T30" fmla="*/ 218 w 219"/>
                <a:gd name="T31" fmla="*/ 119 h 361"/>
                <a:gd name="T32" fmla="*/ 213 w 219"/>
                <a:gd name="T33" fmla="*/ 76 h 361"/>
                <a:gd name="T34" fmla="*/ 187 w 219"/>
                <a:gd name="T35" fmla="*/ 32 h 361"/>
                <a:gd name="T36" fmla="*/ 141 w 219"/>
                <a:gd name="T37" fmla="*/ 5 h 361"/>
                <a:gd name="T38" fmla="*/ 144 w 219"/>
                <a:gd name="T39" fmla="*/ 331 h 361"/>
                <a:gd name="T40" fmla="*/ 118 w 219"/>
                <a:gd name="T41" fmla="*/ 347 h 361"/>
                <a:gd name="T42" fmla="*/ 85 w 219"/>
                <a:gd name="T43" fmla="*/ 331 h 361"/>
                <a:gd name="T44" fmla="*/ 173 w 219"/>
                <a:gd name="T45" fmla="*/ 190 h 361"/>
                <a:gd name="T46" fmla="*/ 155 w 219"/>
                <a:gd name="T47" fmla="*/ 215 h 361"/>
                <a:gd name="T48" fmla="*/ 116 w 219"/>
                <a:gd name="T49" fmla="*/ 171 h 361"/>
                <a:gd name="T50" fmla="*/ 130 w 219"/>
                <a:gd name="T51" fmla="*/ 171 h 361"/>
                <a:gd name="T52" fmla="*/ 155 w 219"/>
                <a:gd name="T53" fmla="*/ 154 h 361"/>
                <a:gd name="T54" fmla="*/ 162 w 219"/>
                <a:gd name="T55" fmla="*/ 126 h 361"/>
                <a:gd name="T56" fmla="*/ 141 w 219"/>
                <a:gd name="T57" fmla="*/ 112 h 361"/>
                <a:gd name="T58" fmla="*/ 115 w 219"/>
                <a:gd name="T59" fmla="*/ 124 h 361"/>
                <a:gd name="T60" fmla="*/ 105 w 219"/>
                <a:gd name="T61" fmla="*/ 124 h 361"/>
                <a:gd name="T62" fmla="*/ 79 w 219"/>
                <a:gd name="T63" fmla="*/ 112 h 361"/>
                <a:gd name="T64" fmla="*/ 58 w 219"/>
                <a:gd name="T65" fmla="*/ 126 h 361"/>
                <a:gd name="T66" fmla="*/ 64 w 219"/>
                <a:gd name="T67" fmla="*/ 154 h 361"/>
                <a:gd name="T68" fmla="*/ 89 w 219"/>
                <a:gd name="T69" fmla="*/ 171 h 361"/>
                <a:gd name="T70" fmla="*/ 79 w 219"/>
                <a:gd name="T71" fmla="*/ 251 h 361"/>
                <a:gd name="T72" fmla="*/ 53 w 219"/>
                <a:gd name="T73" fmla="*/ 199 h 361"/>
                <a:gd name="T74" fmla="*/ 39 w 219"/>
                <a:gd name="T75" fmla="*/ 180 h 361"/>
                <a:gd name="T76" fmla="*/ 16 w 219"/>
                <a:gd name="T77" fmla="*/ 118 h 361"/>
                <a:gd name="T78" fmla="*/ 22 w 219"/>
                <a:gd name="T79" fmla="*/ 72 h 361"/>
                <a:gd name="T80" fmla="*/ 91 w 219"/>
                <a:gd name="T81" fmla="*/ 18 h 361"/>
                <a:gd name="T82" fmla="*/ 129 w 219"/>
                <a:gd name="T83" fmla="*/ 18 h 361"/>
                <a:gd name="T84" fmla="*/ 196 w 219"/>
                <a:gd name="T85" fmla="*/ 72 h 361"/>
                <a:gd name="T86" fmla="*/ 204 w 219"/>
                <a:gd name="T87" fmla="*/ 118 h 361"/>
                <a:gd name="T88" fmla="*/ 179 w 219"/>
                <a:gd name="T89" fmla="*/ 180 h 361"/>
                <a:gd name="T90" fmla="*/ 119 w 219"/>
                <a:gd name="T91" fmla="*/ 141 h 361"/>
                <a:gd name="T92" fmla="*/ 141 w 219"/>
                <a:gd name="T93" fmla="*/ 126 h 361"/>
                <a:gd name="T94" fmla="*/ 147 w 219"/>
                <a:gd name="T95" fmla="*/ 130 h 361"/>
                <a:gd name="T96" fmla="*/ 132 w 219"/>
                <a:gd name="T97" fmla="*/ 155 h 361"/>
                <a:gd name="T98" fmla="*/ 119 w 219"/>
                <a:gd name="T99" fmla="*/ 155 h 361"/>
                <a:gd name="T100" fmla="*/ 100 w 219"/>
                <a:gd name="T101" fmla="*/ 155 h 361"/>
                <a:gd name="T102" fmla="*/ 91 w 219"/>
                <a:gd name="T103" fmla="*/ 157 h 361"/>
                <a:gd name="T104" fmla="*/ 72 w 219"/>
                <a:gd name="T105" fmla="*/ 137 h 361"/>
                <a:gd name="T106" fmla="*/ 79 w 219"/>
                <a:gd name="T107" fmla="*/ 126 h 361"/>
                <a:gd name="T108" fmla="*/ 94 w 219"/>
                <a:gd name="T109" fmla="*/ 134 h 361"/>
                <a:gd name="T110" fmla="*/ 100 w 219"/>
                <a:gd name="T111" fmla="*/ 155 h 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19" h="361">
                  <a:moveTo>
                    <a:pt x="110" y="0"/>
                  </a:moveTo>
                  <a:lnTo>
                    <a:pt x="110" y="0"/>
                  </a:lnTo>
                  <a:lnTo>
                    <a:pt x="99" y="0"/>
                  </a:lnTo>
                  <a:lnTo>
                    <a:pt x="88" y="2"/>
                  </a:lnTo>
                  <a:lnTo>
                    <a:pt x="77" y="5"/>
                  </a:lnTo>
                  <a:lnTo>
                    <a:pt x="68" y="8"/>
                  </a:lnTo>
                  <a:lnTo>
                    <a:pt x="57" y="13"/>
                  </a:lnTo>
                  <a:lnTo>
                    <a:pt x="49" y="19"/>
                  </a:lnTo>
                  <a:lnTo>
                    <a:pt x="39" y="25"/>
                  </a:lnTo>
                  <a:lnTo>
                    <a:pt x="32" y="32"/>
                  </a:lnTo>
                  <a:lnTo>
                    <a:pt x="25" y="40"/>
                  </a:lnTo>
                  <a:lnTo>
                    <a:pt x="19" y="47"/>
                  </a:lnTo>
                  <a:lnTo>
                    <a:pt x="13" y="57"/>
                  </a:lnTo>
                  <a:lnTo>
                    <a:pt x="8" y="66"/>
                  </a:lnTo>
                  <a:lnTo>
                    <a:pt x="5" y="76"/>
                  </a:lnTo>
                  <a:lnTo>
                    <a:pt x="2" y="87"/>
                  </a:lnTo>
                  <a:lnTo>
                    <a:pt x="0" y="97"/>
                  </a:lnTo>
                  <a:lnTo>
                    <a:pt x="0" y="108"/>
                  </a:lnTo>
                  <a:lnTo>
                    <a:pt x="0" y="108"/>
                  </a:lnTo>
                  <a:lnTo>
                    <a:pt x="0" y="119"/>
                  </a:lnTo>
                  <a:lnTo>
                    <a:pt x="2" y="132"/>
                  </a:lnTo>
                  <a:lnTo>
                    <a:pt x="5" y="143"/>
                  </a:lnTo>
                  <a:lnTo>
                    <a:pt x="10" y="155"/>
                  </a:lnTo>
                  <a:lnTo>
                    <a:pt x="14" y="166"/>
                  </a:lnTo>
                  <a:lnTo>
                    <a:pt x="21" y="177"/>
                  </a:lnTo>
                  <a:lnTo>
                    <a:pt x="27" y="188"/>
                  </a:lnTo>
                  <a:lnTo>
                    <a:pt x="35" y="198"/>
                  </a:lnTo>
                  <a:lnTo>
                    <a:pt x="35" y="198"/>
                  </a:lnTo>
                  <a:lnTo>
                    <a:pt x="35" y="199"/>
                  </a:lnTo>
                  <a:lnTo>
                    <a:pt x="35" y="199"/>
                  </a:lnTo>
                  <a:lnTo>
                    <a:pt x="39" y="204"/>
                  </a:lnTo>
                  <a:lnTo>
                    <a:pt x="47" y="217"/>
                  </a:lnTo>
                  <a:lnTo>
                    <a:pt x="57" y="234"/>
                  </a:lnTo>
                  <a:lnTo>
                    <a:pt x="61" y="243"/>
                  </a:lnTo>
                  <a:lnTo>
                    <a:pt x="63" y="253"/>
                  </a:lnTo>
                  <a:lnTo>
                    <a:pt x="63" y="253"/>
                  </a:lnTo>
                  <a:lnTo>
                    <a:pt x="60" y="256"/>
                  </a:lnTo>
                  <a:lnTo>
                    <a:pt x="60" y="259"/>
                  </a:lnTo>
                  <a:lnTo>
                    <a:pt x="60" y="337"/>
                  </a:lnTo>
                  <a:lnTo>
                    <a:pt x="60" y="337"/>
                  </a:lnTo>
                  <a:lnTo>
                    <a:pt x="60" y="340"/>
                  </a:lnTo>
                  <a:lnTo>
                    <a:pt x="61" y="343"/>
                  </a:lnTo>
                  <a:lnTo>
                    <a:pt x="64" y="345"/>
                  </a:lnTo>
                  <a:lnTo>
                    <a:pt x="66" y="345"/>
                  </a:lnTo>
                  <a:lnTo>
                    <a:pt x="82" y="345"/>
                  </a:lnTo>
                  <a:lnTo>
                    <a:pt x="93" y="359"/>
                  </a:lnTo>
                  <a:lnTo>
                    <a:pt x="93" y="359"/>
                  </a:lnTo>
                  <a:lnTo>
                    <a:pt x="96" y="361"/>
                  </a:lnTo>
                  <a:lnTo>
                    <a:pt x="99" y="361"/>
                  </a:lnTo>
                  <a:lnTo>
                    <a:pt x="121" y="361"/>
                  </a:lnTo>
                  <a:lnTo>
                    <a:pt x="121" y="361"/>
                  </a:lnTo>
                  <a:lnTo>
                    <a:pt x="124" y="361"/>
                  </a:lnTo>
                  <a:lnTo>
                    <a:pt x="126" y="359"/>
                  </a:lnTo>
                  <a:lnTo>
                    <a:pt x="138" y="345"/>
                  </a:lnTo>
                  <a:lnTo>
                    <a:pt x="152" y="345"/>
                  </a:lnTo>
                  <a:lnTo>
                    <a:pt x="152" y="345"/>
                  </a:lnTo>
                  <a:lnTo>
                    <a:pt x="155" y="345"/>
                  </a:lnTo>
                  <a:lnTo>
                    <a:pt x="157" y="343"/>
                  </a:lnTo>
                  <a:lnTo>
                    <a:pt x="158" y="340"/>
                  </a:lnTo>
                  <a:lnTo>
                    <a:pt x="160" y="337"/>
                  </a:lnTo>
                  <a:lnTo>
                    <a:pt x="160" y="259"/>
                  </a:lnTo>
                  <a:lnTo>
                    <a:pt x="160" y="259"/>
                  </a:lnTo>
                  <a:lnTo>
                    <a:pt x="158" y="256"/>
                  </a:lnTo>
                  <a:lnTo>
                    <a:pt x="157" y="253"/>
                  </a:lnTo>
                  <a:lnTo>
                    <a:pt x="157" y="253"/>
                  </a:lnTo>
                  <a:lnTo>
                    <a:pt x="158" y="243"/>
                  </a:lnTo>
                  <a:lnTo>
                    <a:pt x="162" y="234"/>
                  </a:lnTo>
                  <a:lnTo>
                    <a:pt x="171" y="217"/>
                  </a:lnTo>
                  <a:lnTo>
                    <a:pt x="180" y="204"/>
                  </a:lnTo>
                  <a:lnTo>
                    <a:pt x="183" y="199"/>
                  </a:lnTo>
                  <a:lnTo>
                    <a:pt x="183" y="199"/>
                  </a:lnTo>
                  <a:lnTo>
                    <a:pt x="185" y="198"/>
                  </a:lnTo>
                  <a:lnTo>
                    <a:pt x="185" y="198"/>
                  </a:lnTo>
                  <a:lnTo>
                    <a:pt x="193" y="187"/>
                  </a:lnTo>
                  <a:lnTo>
                    <a:pt x="199" y="177"/>
                  </a:lnTo>
                  <a:lnTo>
                    <a:pt x="205" y="166"/>
                  </a:lnTo>
                  <a:lnTo>
                    <a:pt x="210" y="154"/>
                  </a:lnTo>
                  <a:lnTo>
                    <a:pt x="213" y="143"/>
                  </a:lnTo>
                  <a:lnTo>
                    <a:pt x="216" y="132"/>
                  </a:lnTo>
                  <a:lnTo>
                    <a:pt x="218" y="119"/>
                  </a:lnTo>
                  <a:lnTo>
                    <a:pt x="219" y="108"/>
                  </a:lnTo>
                  <a:lnTo>
                    <a:pt x="219" y="108"/>
                  </a:lnTo>
                  <a:lnTo>
                    <a:pt x="218" y="97"/>
                  </a:lnTo>
                  <a:lnTo>
                    <a:pt x="216" y="87"/>
                  </a:lnTo>
                  <a:lnTo>
                    <a:pt x="213" y="76"/>
                  </a:lnTo>
                  <a:lnTo>
                    <a:pt x="210" y="66"/>
                  </a:lnTo>
                  <a:lnTo>
                    <a:pt x="205" y="57"/>
                  </a:lnTo>
                  <a:lnTo>
                    <a:pt x="201" y="47"/>
                  </a:lnTo>
                  <a:lnTo>
                    <a:pt x="194" y="40"/>
                  </a:lnTo>
                  <a:lnTo>
                    <a:pt x="187" y="32"/>
                  </a:lnTo>
                  <a:lnTo>
                    <a:pt x="179" y="25"/>
                  </a:lnTo>
                  <a:lnTo>
                    <a:pt x="171" y="19"/>
                  </a:lnTo>
                  <a:lnTo>
                    <a:pt x="162" y="13"/>
                  </a:lnTo>
                  <a:lnTo>
                    <a:pt x="152" y="8"/>
                  </a:lnTo>
                  <a:lnTo>
                    <a:pt x="141" y="5"/>
                  </a:lnTo>
                  <a:lnTo>
                    <a:pt x="132" y="2"/>
                  </a:lnTo>
                  <a:lnTo>
                    <a:pt x="121" y="0"/>
                  </a:lnTo>
                  <a:lnTo>
                    <a:pt x="110" y="0"/>
                  </a:lnTo>
                  <a:lnTo>
                    <a:pt x="110" y="0"/>
                  </a:lnTo>
                  <a:close/>
                  <a:moveTo>
                    <a:pt x="144" y="331"/>
                  </a:moveTo>
                  <a:lnTo>
                    <a:pt x="135" y="331"/>
                  </a:lnTo>
                  <a:lnTo>
                    <a:pt x="135" y="331"/>
                  </a:lnTo>
                  <a:lnTo>
                    <a:pt x="132" y="331"/>
                  </a:lnTo>
                  <a:lnTo>
                    <a:pt x="129" y="332"/>
                  </a:lnTo>
                  <a:lnTo>
                    <a:pt x="118" y="347"/>
                  </a:lnTo>
                  <a:lnTo>
                    <a:pt x="102" y="347"/>
                  </a:lnTo>
                  <a:lnTo>
                    <a:pt x="89" y="332"/>
                  </a:lnTo>
                  <a:lnTo>
                    <a:pt x="89" y="332"/>
                  </a:lnTo>
                  <a:lnTo>
                    <a:pt x="88" y="331"/>
                  </a:lnTo>
                  <a:lnTo>
                    <a:pt x="85" y="331"/>
                  </a:lnTo>
                  <a:lnTo>
                    <a:pt x="74" y="331"/>
                  </a:lnTo>
                  <a:lnTo>
                    <a:pt x="74" y="267"/>
                  </a:lnTo>
                  <a:lnTo>
                    <a:pt x="144" y="267"/>
                  </a:lnTo>
                  <a:lnTo>
                    <a:pt x="144" y="331"/>
                  </a:lnTo>
                  <a:close/>
                  <a:moveTo>
                    <a:pt x="173" y="190"/>
                  </a:moveTo>
                  <a:lnTo>
                    <a:pt x="173" y="190"/>
                  </a:lnTo>
                  <a:lnTo>
                    <a:pt x="171" y="191"/>
                  </a:lnTo>
                  <a:lnTo>
                    <a:pt x="171" y="191"/>
                  </a:lnTo>
                  <a:lnTo>
                    <a:pt x="165" y="201"/>
                  </a:lnTo>
                  <a:lnTo>
                    <a:pt x="155" y="215"/>
                  </a:lnTo>
                  <a:lnTo>
                    <a:pt x="147" y="232"/>
                  </a:lnTo>
                  <a:lnTo>
                    <a:pt x="144" y="242"/>
                  </a:lnTo>
                  <a:lnTo>
                    <a:pt x="141" y="251"/>
                  </a:lnTo>
                  <a:lnTo>
                    <a:pt x="116" y="251"/>
                  </a:lnTo>
                  <a:lnTo>
                    <a:pt x="116" y="171"/>
                  </a:lnTo>
                  <a:lnTo>
                    <a:pt x="116" y="171"/>
                  </a:lnTo>
                  <a:lnTo>
                    <a:pt x="122" y="171"/>
                  </a:lnTo>
                  <a:lnTo>
                    <a:pt x="122" y="171"/>
                  </a:lnTo>
                  <a:lnTo>
                    <a:pt x="122" y="171"/>
                  </a:lnTo>
                  <a:lnTo>
                    <a:pt x="130" y="171"/>
                  </a:lnTo>
                  <a:lnTo>
                    <a:pt x="136" y="168"/>
                  </a:lnTo>
                  <a:lnTo>
                    <a:pt x="144" y="165"/>
                  </a:lnTo>
                  <a:lnTo>
                    <a:pt x="151" y="159"/>
                  </a:lnTo>
                  <a:lnTo>
                    <a:pt x="151" y="159"/>
                  </a:lnTo>
                  <a:lnTo>
                    <a:pt x="155" y="154"/>
                  </a:lnTo>
                  <a:lnTo>
                    <a:pt x="158" y="148"/>
                  </a:lnTo>
                  <a:lnTo>
                    <a:pt x="160" y="141"/>
                  </a:lnTo>
                  <a:lnTo>
                    <a:pt x="162" y="137"/>
                  </a:lnTo>
                  <a:lnTo>
                    <a:pt x="162" y="130"/>
                  </a:lnTo>
                  <a:lnTo>
                    <a:pt x="162" y="126"/>
                  </a:lnTo>
                  <a:lnTo>
                    <a:pt x="158" y="121"/>
                  </a:lnTo>
                  <a:lnTo>
                    <a:pt x="155" y="116"/>
                  </a:lnTo>
                  <a:lnTo>
                    <a:pt x="155" y="116"/>
                  </a:lnTo>
                  <a:lnTo>
                    <a:pt x="149" y="113"/>
                  </a:lnTo>
                  <a:lnTo>
                    <a:pt x="141" y="112"/>
                  </a:lnTo>
                  <a:lnTo>
                    <a:pt x="141" y="112"/>
                  </a:lnTo>
                  <a:lnTo>
                    <a:pt x="133" y="112"/>
                  </a:lnTo>
                  <a:lnTo>
                    <a:pt x="127" y="115"/>
                  </a:lnTo>
                  <a:lnTo>
                    <a:pt x="121" y="118"/>
                  </a:lnTo>
                  <a:lnTo>
                    <a:pt x="115" y="124"/>
                  </a:lnTo>
                  <a:lnTo>
                    <a:pt x="115" y="124"/>
                  </a:lnTo>
                  <a:lnTo>
                    <a:pt x="110" y="129"/>
                  </a:lnTo>
                  <a:lnTo>
                    <a:pt x="110" y="129"/>
                  </a:lnTo>
                  <a:lnTo>
                    <a:pt x="105" y="124"/>
                  </a:lnTo>
                  <a:lnTo>
                    <a:pt x="105" y="124"/>
                  </a:lnTo>
                  <a:lnTo>
                    <a:pt x="99" y="118"/>
                  </a:lnTo>
                  <a:lnTo>
                    <a:pt x="93" y="115"/>
                  </a:lnTo>
                  <a:lnTo>
                    <a:pt x="85" y="112"/>
                  </a:lnTo>
                  <a:lnTo>
                    <a:pt x="79" y="112"/>
                  </a:lnTo>
                  <a:lnTo>
                    <a:pt x="79" y="112"/>
                  </a:lnTo>
                  <a:lnTo>
                    <a:pt x="69" y="113"/>
                  </a:lnTo>
                  <a:lnTo>
                    <a:pt x="63" y="116"/>
                  </a:lnTo>
                  <a:lnTo>
                    <a:pt x="63" y="116"/>
                  </a:lnTo>
                  <a:lnTo>
                    <a:pt x="60" y="121"/>
                  </a:lnTo>
                  <a:lnTo>
                    <a:pt x="58" y="126"/>
                  </a:lnTo>
                  <a:lnTo>
                    <a:pt x="57" y="130"/>
                  </a:lnTo>
                  <a:lnTo>
                    <a:pt x="57" y="137"/>
                  </a:lnTo>
                  <a:lnTo>
                    <a:pt x="58" y="141"/>
                  </a:lnTo>
                  <a:lnTo>
                    <a:pt x="61" y="148"/>
                  </a:lnTo>
                  <a:lnTo>
                    <a:pt x="64" y="154"/>
                  </a:lnTo>
                  <a:lnTo>
                    <a:pt x="69" y="159"/>
                  </a:lnTo>
                  <a:lnTo>
                    <a:pt x="69" y="159"/>
                  </a:lnTo>
                  <a:lnTo>
                    <a:pt x="75" y="165"/>
                  </a:lnTo>
                  <a:lnTo>
                    <a:pt x="82" y="168"/>
                  </a:lnTo>
                  <a:lnTo>
                    <a:pt x="89" y="171"/>
                  </a:lnTo>
                  <a:lnTo>
                    <a:pt x="96" y="171"/>
                  </a:lnTo>
                  <a:lnTo>
                    <a:pt x="96" y="171"/>
                  </a:lnTo>
                  <a:lnTo>
                    <a:pt x="102" y="171"/>
                  </a:lnTo>
                  <a:lnTo>
                    <a:pt x="102" y="251"/>
                  </a:lnTo>
                  <a:lnTo>
                    <a:pt x="79" y="251"/>
                  </a:lnTo>
                  <a:lnTo>
                    <a:pt x="79" y="251"/>
                  </a:lnTo>
                  <a:lnTo>
                    <a:pt x="75" y="242"/>
                  </a:lnTo>
                  <a:lnTo>
                    <a:pt x="72" y="232"/>
                  </a:lnTo>
                  <a:lnTo>
                    <a:pt x="63" y="213"/>
                  </a:lnTo>
                  <a:lnTo>
                    <a:pt x="53" y="199"/>
                  </a:lnTo>
                  <a:lnTo>
                    <a:pt x="47" y="191"/>
                  </a:lnTo>
                  <a:lnTo>
                    <a:pt x="47" y="191"/>
                  </a:lnTo>
                  <a:lnTo>
                    <a:pt x="47" y="190"/>
                  </a:lnTo>
                  <a:lnTo>
                    <a:pt x="47" y="190"/>
                  </a:lnTo>
                  <a:lnTo>
                    <a:pt x="39" y="180"/>
                  </a:lnTo>
                  <a:lnTo>
                    <a:pt x="33" y="171"/>
                  </a:lnTo>
                  <a:lnTo>
                    <a:pt x="24" y="151"/>
                  </a:lnTo>
                  <a:lnTo>
                    <a:pt x="19" y="140"/>
                  </a:lnTo>
                  <a:lnTo>
                    <a:pt x="17" y="129"/>
                  </a:lnTo>
                  <a:lnTo>
                    <a:pt x="16" y="118"/>
                  </a:lnTo>
                  <a:lnTo>
                    <a:pt x="14" y="108"/>
                  </a:lnTo>
                  <a:lnTo>
                    <a:pt x="14" y="108"/>
                  </a:lnTo>
                  <a:lnTo>
                    <a:pt x="16" y="99"/>
                  </a:lnTo>
                  <a:lnTo>
                    <a:pt x="17" y="90"/>
                  </a:lnTo>
                  <a:lnTo>
                    <a:pt x="22" y="72"/>
                  </a:lnTo>
                  <a:lnTo>
                    <a:pt x="32" y="57"/>
                  </a:lnTo>
                  <a:lnTo>
                    <a:pt x="43" y="43"/>
                  </a:lnTo>
                  <a:lnTo>
                    <a:pt x="57" y="32"/>
                  </a:lnTo>
                  <a:lnTo>
                    <a:pt x="72" y="22"/>
                  </a:lnTo>
                  <a:lnTo>
                    <a:pt x="91" y="18"/>
                  </a:lnTo>
                  <a:lnTo>
                    <a:pt x="100" y="16"/>
                  </a:lnTo>
                  <a:lnTo>
                    <a:pt x="110" y="14"/>
                  </a:lnTo>
                  <a:lnTo>
                    <a:pt x="110" y="14"/>
                  </a:lnTo>
                  <a:lnTo>
                    <a:pt x="119" y="16"/>
                  </a:lnTo>
                  <a:lnTo>
                    <a:pt x="129" y="18"/>
                  </a:lnTo>
                  <a:lnTo>
                    <a:pt x="146" y="22"/>
                  </a:lnTo>
                  <a:lnTo>
                    <a:pt x="162" y="32"/>
                  </a:lnTo>
                  <a:lnTo>
                    <a:pt x="176" y="43"/>
                  </a:lnTo>
                  <a:lnTo>
                    <a:pt x="188" y="57"/>
                  </a:lnTo>
                  <a:lnTo>
                    <a:pt x="196" y="72"/>
                  </a:lnTo>
                  <a:lnTo>
                    <a:pt x="202" y="90"/>
                  </a:lnTo>
                  <a:lnTo>
                    <a:pt x="204" y="99"/>
                  </a:lnTo>
                  <a:lnTo>
                    <a:pt x="204" y="108"/>
                  </a:lnTo>
                  <a:lnTo>
                    <a:pt x="204" y="108"/>
                  </a:lnTo>
                  <a:lnTo>
                    <a:pt x="204" y="118"/>
                  </a:lnTo>
                  <a:lnTo>
                    <a:pt x="202" y="129"/>
                  </a:lnTo>
                  <a:lnTo>
                    <a:pt x="199" y="140"/>
                  </a:lnTo>
                  <a:lnTo>
                    <a:pt x="196" y="151"/>
                  </a:lnTo>
                  <a:lnTo>
                    <a:pt x="185" y="171"/>
                  </a:lnTo>
                  <a:lnTo>
                    <a:pt x="179" y="180"/>
                  </a:lnTo>
                  <a:lnTo>
                    <a:pt x="173" y="190"/>
                  </a:lnTo>
                  <a:lnTo>
                    <a:pt x="173" y="190"/>
                  </a:lnTo>
                  <a:close/>
                  <a:moveTo>
                    <a:pt x="118" y="148"/>
                  </a:moveTo>
                  <a:lnTo>
                    <a:pt x="118" y="148"/>
                  </a:lnTo>
                  <a:lnTo>
                    <a:pt x="119" y="141"/>
                  </a:lnTo>
                  <a:lnTo>
                    <a:pt x="124" y="134"/>
                  </a:lnTo>
                  <a:lnTo>
                    <a:pt x="124" y="134"/>
                  </a:lnTo>
                  <a:lnTo>
                    <a:pt x="133" y="129"/>
                  </a:lnTo>
                  <a:lnTo>
                    <a:pt x="136" y="126"/>
                  </a:lnTo>
                  <a:lnTo>
                    <a:pt x="141" y="126"/>
                  </a:lnTo>
                  <a:lnTo>
                    <a:pt x="141" y="126"/>
                  </a:lnTo>
                  <a:lnTo>
                    <a:pt x="144" y="126"/>
                  </a:lnTo>
                  <a:lnTo>
                    <a:pt x="146" y="127"/>
                  </a:lnTo>
                  <a:lnTo>
                    <a:pt x="146" y="127"/>
                  </a:lnTo>
                  <a:lnTo>
                    <a:pt x="147" y="130"/>
                  </a:lnTo>
                  <a:lnTo>
                    <a:pt x="147" y="137"/>
                  </a:lnTo>
                  <a:lnTo>
                    <a:pt x="144" y="143"/>
                  </a:lnTo>
                  <a:lnTo>
                    <a:pt x="140" y="149"/>
                  </a:lnTo>
                  <a:lnTo>
                    <a:pt x="140" y="149"/>
                  </a:lnTo>
                  <a:lnTo>
                    <a:pt x="132" y="155"/>
                  </a:lnTo>
                  <a:lnTo>
                    <a:pt x="127" y="157"/>
                  </a:lnTo>
                  <a:lnTo>
                    <a:pt x="122" y="157"/>
                  </a:lnTo>
                  <a:lnTo>
                    <a:pt x="122" y="157"/>
                  </a:lnTo>
                  <a:lnTo>
                    <a:pt x="121" y="157"/>
                  </a:lnTo>
                  <a:lnTo>
                    <a:pt x="119" y="155"/>
                  </a:lnTo>
                  <a:lnTo>
                    <a:pt x="119" y="155"/>
                  </a:lnTo>
                  <a:lnTo>
                    <a:pt x="116" y="151"/>
                  </a:lnTo>
                  <a:lnTo>
                    <a:pt x="118" y="148"/>
                  </a:lnTo>
                  <a:lnTo>
                    <a:pt x="118" y="148"/>
                  </a:lnTo>
                  <a:close/>
                  <a:moveTo>
                    <a:pt x="100" y="155"/>
                  </a:moveTo>
                  <a:lnTo>
                    <a:pt x="100" y="155"/>
                  </a:lnTo>
                  <a:lnTo>
                    <a:pt x="99" y="157"/>
                  </a:lnTo>
                  <a:lnTo>
                    <a:pt x="96" y="157"/>
                  </a:lnTo>
                  <a:lnTo>
                    <a:pt x="96" y="157"/>
                  </a:lnTo>
                  <a:lnTo>
                    <a:pt x="91" y="157"/>
                  </a:lnTo>
                  <a:lnTo>
                    <a:pt x="88" y="155"/>
                  </a:lnTo>
                  <a:lnTo>
                    <a:pt x="80" y="149"/>
                  </a:lnTo>
                  <a:lnTo>
                    <a:pt x="80" y="149"/>
                  </a:lnTo>
                  <a:lnTo>
                    <a:pt x="75" y="143"/>
                  </a:lnTo>
                  <a:lnTo>
                    <a:pt x="72" y="137"/>
                  </a:lnTo>
                  <a:lnTo>
                    <a:pt x="72" y="130"/>
                  </a:lnTo>
                  <a:lnTo>
                    <a:pt x="74" y="127"/>
                  </a:lnTo>
                  <a:lnTo>
                    <a:pt x="74" y="127"/>
                  </a:lnTo>
                  <a:lnTo>
                    <a:pt x="75" y="126"/>
                  </a:lnTo>
                  <a:lnTo>
                    <a:pt x="79" y="126"/>
                  </a:lnTo>
                  <a:lnTo>
                    <a:pt x="79" y="126"/>
                  </a:lnTo>
                  <a:lnTo>
                    <a:pt x="82" y="126"/>
                  </a:lnTo>
                  <a:lnTo>
                    <a:pt x="86" y="129"/>
                  </a:lnTo>
                  <a:lnTo>
                    <a:pt x="94" y="134"/>
                  </a:lnTo>
                  <a:lnTo>
                    <a:pt x="94" y="134"/>
                  </a:lnTo>
                  <a:lnTo>
                    <a:pt x="99" y="141"/>
                  </a:lnTo>
                  <a:lnTo>
                    <a:pt x="102" y="148"/>
                  </a:lnTo>
                  <a:lnTo>
                    <a:pt x="102" y="148"/>
                  </a:lnTo>
                  <a:lnTo>
                    <a:pt x="102" y="151"/>
                  </a:lnTo>
                  <a:lnTo>
                    <a:pt x="100" y="155"/>
                  </a:lnTo>
                  <a:lnTo>
                    <a:pt x="100" y="155"/>
                  </a:lnTo>
                  <a:close/>
                </a:path>
              </a:pathLst>
            </a:custGeom>
            <a:solidFill>
              <a:srgbClr val="FDD300"/>
            </a:solidFill>
            <a:ln>
              <a:solidFill>
                <a:srgbClr val="FDD300"/>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50" name="TextBox 49">
              <a:extLst>
                <a:ext uri="{FF2B5EF4-FFF2-40B4-BE49-F238E27FC236}">
                  <a16:creationId xmlns:a16="http://schemas.microsoft.com/office/drawing/2014/main" id="{9AB963D2-DBE4-E312-B611-CC09868B8BB8}"/>
                </a:ext>
              </a:extLst>
            </p:cNvPr>
            <p:cNvSpPr txBox="1"/>
            <p:nvPr/>
          </p:nvSpPr>
          <p:spPr>
            <a:xfrm>
              <a:off x="3125216" y="2660735"/>
              <a:ext cx="1798355" cy="429835"/>
            </a:xfrm>
            <a:prstGeom prst="rect">
              <a:avLst/>
            </a:prstGeom>
            <a:no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rPr>
                <a:t>Deliver</a:t>
              </a:r>
            </a:p>
          </p:txBody>
        </p:sp>
        <p:sp>
          <p:nvSpPr>
            <p:cNvPr id="51" name="Freeform 110">
              <a:extLst>
                <a:ext uri="{FF2B5EF4-FFF2-40B4-BE49-F238E27FC236}">
                  <a16:creationId xmlns:a16="http://schemas.microsoft.com/office/drawing/2014/main" id="{C4BF80A5-EF07-5430-9E28-709B19124DB4}"/>
                </a:ext>
              </a:extLst>
            </p:cNvPr>
            <p:cNvSpPr>
              <a:spLocks noChangeAspect="1" noEditPoints="1"/>
            </p:cNvSpPr>
            <p:nvPr/>
          </p:nvSpPr>
          <p:spPr bwMode="auto">
            <a:xfrm>
              <a:off x="2665422" y="2754256"/>
              <a:ext cx="348906" cy="278624"/>
            </a:xfrm>
            <a:custGeom>
              <a:avLst/>
              <a:gdLst>
                <a:gd name="T0" fmla="*/ 318 w 321"/>
                <a:gd name="T1" fmla="*/ 79 h 278"/>
                <a:gd name="T2" fmla="*/ 254 w 321"/>
                <a:gd name="T3" fmla="*/ 4 h 278"/>
                <a:gd name="T4" fmla="*/ 243 w 321"/>
                <a:gd name="T5" fmla="*/ 1 h 278"/>
                <a:gd name="T6" fmla="*/ 8 w 321"/>
                <a:gd name="T7" fmla="*/ 76 h 278"/>
                <a:gd name="T8" fmla="*/ 1 w 321"/>
                <a:gd name="T9" fmla="*/ 88 h 278"/>
                <a:gd name="T10" fmla="*/ 11 w 321"/>
                <a:gd name="T11" fmla="*/ 97 h 278"/>
                <a:gd name="T12" fmla="*/ 43 w 321"/>
                <a:gd name="T13" fmla="*/ 97 h 278"/>
                <a:gd name="T14" fmla="*/ 43 w 321"/>
                <a:gd name="T15" fmla="*/ 139 h 278"/>
                <a:gd name="T16" fmla="*/ 11 w 321"/>
                <a:gd name="T17" fmla="*/ 139 h 278"/>
                <a:gd name="T18" fmla="*/ 1 w 321"/>
                <a:gd name="T19" fmla="*/ 150 h 278"/>
                <a:gd name="T20" fmla="*/ 1 w 321"/>
                <a:gd name="T21" fmla="*/ 203 h 278"/>
                <a:gd name="T22" fmla="*/ 11 w 321"/>
                <a:gd name="T23" fmla="*/ 214 h 278"/>
                <a:gd name="T24" fmla="*/ 97 w 321"/>
                <a:gd name="T25" fmla="*/ 214 h 278"/>
                <a:gd name="T26" fmla="*/ 107 w 321"/>
                <a:gd name="T27" fmla="*/ 203 h 278"/>
                <a:gd name="T28" fmla="*/ 107 w 321"/>
                <a:gd name="T29" fmla="*/ 150 h 278"/>
                <a:gd name="T30" fmla="*/ 97 w 321"/>
                <a:gd name="T31" fmla="*/ 139 h 278"/>
                <a:gd name="T32" fmla="*/ 65 w 321"/>
                <a:gd name="T33" fmla="*/ 139 h 278"/>
                <a:gd name="T34" fmla="*/ 65 w 321"/>
                <a:gd name="T35" fmla="*/ 97 h 278"/>
                <a:gd name="T36" fmla="*/ 214 w 321"/>
                <a:gd name="T37" fmla="*/ 97 h 278"/>
                <a:gd name="T38" fmla="*/ 214 w 321"/>
                <a:gd name="T39" fmla="*/ 257 h 278"/>
                <a:gd name="T40" fmla="*/ 33 w 321"/>
                <a:gd name="T41" fmla="*/ 257 h 278"/>
                <a:gd name="T42" fmla="*/ 22 w 321"/>
                <a:gd name="T43" fmla="*/ 267 h 278"/>
                <a:gd name="T44" fmla="*/ 33 w 321"/>
                <a:gd name="T45" fmla="*/ 278 h 278"/>
                <a:gd name="T46" fmla="*/ 289 w 321"/>
                <a:gd name="T47" fmla="*/ 278 h 278"/>
                <a:gd name="T48" fmla="*/ 299 w 321"/>
                <a:gd name="T49" fmla="*/ 267 h 278"/>
                <a:gd name="T50" fmla="*/ 289 w 321"/>
                <a:gd name="T51" fmla="*/ 257 h 278"/>
                <a:gd name="T52" fmla="*/ 289 w 321"/>
                <a:gd name="T53" fmla="*/ 97 h 278"/>
                <a:gd name="T54" fmla="*/ 310 w 321"/>
                <a:gd name="T55" fmla="*/ 97 h 278"/>
                <a:gd name="T56" fmla="*/ 320 w 321"/>
                <a:gd name="T57" fmla="*/ 90 h 278"/>
                <a:gd name="T58" fmla="*/ 318 w 321"/>
                <a:gd name="T59" fmla="*/ 79 h 278"/>
                <a:gd name="T60" fmla="*/ 86 w 321"/>
                <a:gd name="T61" fmla="*/ 161 h 278"/>
                <a:gd name="T62" fmla="*/ 86 w 321"/>
                <a:gd name="T63" fmla="*/ 193 h 278"/>
                <a:gd name="T64" fmla="*/ 22 w 321"/>
                <a:gd name="T65" fmla="*/ 193 h 278"/>
                <a:gd name="T66" fmla="*/ 22 w 321"/>
                <a:gd name="T67" fmla="*/ 161 h 278"/>
                <a:gd name="T68" fmla="*/ 86 w 321"/>
                <a:gd name="T69" fmla="*/ 161 h 278"/>
                <a:gd name="T70" fmla="*/ 257 w 321"/>
                <a:gd name="T71" fmla="*/ 75 h 278"/>
                <a:gd name="T72" fmla="*/ 257 w 321"/>
                <a:gd name="T73" fmla="*/ 40 h 278"/>
                <a:gd name="T74" fmla="*/ 287 w 321"/>
                <a:gd name="T75" fmla="*/ 75 h 278"/>
                <a:gd name="T76" fmla="*/ 257 w 321"/>
                <a:gd name="T77" fmla="*/ 75 h 278"/>
                <a:gd name="T78" fmla="*/ 235 w 321"/>
                <a:gd name="T79" fmla="*/ 26 h 278"/>
                <a:gd name="T80" fmla="*/ 235 w 321"/>
                <a:gd name="T81" fmla="*/ 75 h 278"/>
                <a:gd name="T82" fmla="*/ 80 w 321"/>
                <a:gd name="T83" fmla="*/ 75 h 278"/>
                <a:gd name="T84" fmla="*/ 235 w 321"/>
                <a:gd name="T85" fmla="*/ 26 h 278"/>
                <a:gd name="T86" fmla="*/ 267 w 321"/>
                <a:gd name="T87" fmla="*/ 178 h 278"/>
                <a:gd name="T88" fmla="*/ 235 w 321"/>
                <a:gd name="T89" fmla="*/ 217 h 278"/>
                <a:gd name="T90" fmla="*/ 235 w 321"/>
                <a:gd name="T91" fmla="*/ 175 h 278"/>
                <a:gd name="T92" fmla="*/ 267 w 321"/>
                <a:gd name="T93" fmla="*/ 137 h 278"/>
                <a:gd name="T94" fmla="*/ 267 w 321"/>
                <a:gd name="T95" fmla="*/ 178 h 278"/>
                <a:gd name="T96" fmla="*/ 235 w 321"/>
                <a:gd name="T97" fmla="*/ 257 h 278"/>
                <a:gd name="T98" fmla="*/ 235 w 321"/>
                <a:gd name="T99" fmla="*/ 250 h 278"/>
                <a:gd name="T100" fmla="*/ 267 w 321"/>
                <a:gd name="T101" fmla="*/ 211 h 278"/>
                <a:gd name="T102" fmla="*/ 267 w 321"/>
                <a:gd name="T103" fmla="*/ 257 h 278"/>
                <a:gd name="T104" fmla="*/ 235 w 321"/>
                <a:gd name="T105" fmla="*/ 257 h 278"/>
                <a:gd name="T106" fmla="*/ 267 w 321"/>
                <a:gd name="T107" fmla="*/ 103 h 278"/>
                <a:gd name="T108" fmla="*/ 235 w 321"/>
                <a:gd name="T109" fmla="*/ 142 h 278"/>
                <a:gd name="T110" fmla="*/ 235 w 321"/>
                <a:gd name="T111" fmla="*/ 97 h 278"/>
                <a:gd name="T112" fmla="*/ 267 w 321"/>
                <a:gd name="T113" fmla="*/ 97 h 278"/>
                <a:gd name="T114" fmla="*/ 267 w 321"/>
                <a:gd name="T115" fmla="*/ 103 h 2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21" h="278">
                  <a:moveTo>
                    <a:pt x="318" y="79"/>
                  </a:moveTo>
                  <a:cubicBezTo>
                    <a:pt x="254" y="4"/>
                    <a:pt x="254" y="4"/>
                    <a:pt x="254" y="4"/>
                  </a:cubicBezTo>
                  <a:cubicBezTo>
                    <a:pt x="251" y="1"/>
                    <a:pt x="247" y="0"/>
                    <a:pt x="243" y="1"/>
                  </a:cubicBezTo>
                  <a:cubicBezTo>
                    <a:pt x="8" y="76"/>
                    <a:pt x="8" y="76"/>
                    <a:pt x="8" y="76"/>
                  </a:cubicBezTo>
                  <a:cubicBezTo>
                    <a:pt x="3" y="77"/>
                    <a:pt x="0" y="82"/>
                    <a:pt x="1" y="88"/>
                  </a:cubicBezTo>
                  <a:cubicBezTo>
                    <a:pt x="2" y="93"/>
                    <a:pt x="6" y="97"/>
                    <a:pt x="11" y="97"/>
                  </a:cubicBezTo>
                  <a:cubicBezTo>
                    <a:pt x="43" y="97"/>
                    <a:pt x="43" y="97"/>
                    <a:pt x="43" y="97"/>
                  </a:cubicBezTo>
                  <a:cubicBezTo>
                    <a:pt x="43" y="139"/>
                    <a:pt x="43" y="139"/>
                    <a:pt x="43" y="139"/>
                  </a:cubicBezTo>
                  <a:cubicBezTo>
                    <a:pt x="11" y="139"/>
                    <a:pt x="11" y="139"/>
                    <a:pt x="11" y="139"/>
                  </a:cubicBezTo>
                  <a:cubicBezTo>
                    <a:pt x="5" y="139"/>
                    <a:pt x="1" y="144"/>
                    <a:pt x="1" y="150"/>
                  </a:cubicBezTo>
                  <a:cubicBezTo>
                    <a:pt x="1" y="203"/>
                    <a:pt x="1" y="203"/>
                    <a:pt x="1" y="203"/>
                  </a:cubicBezTo>
                  <a:cubicBezTo>
                    <a:pt x="1" y="209"/>
                    <a:pt x="5" y="214"/>
                    <a:pt x="11" y="214"/>
                  </a:cubicBezTo>
                  <a:cubicBezTo>
                    <a:pt x="97" y="214"/>
                    <a:pt x="97" y="214"/>
                    <a:pt x="97" y="214"/>
                  </a:cubicBezTo>
                  <a:cubicBezTo>
                    <a:pt x="103" y="214"/>
                    <a:pt x="107" y="209"/>
                    <a:pt x="107" y="203"/>
                  </a:cubicBezTo>
                  <a:cubicBezTo>
                    <a:pt x="107" y="150"/>
                    <a:pt x="107" y="150"/>
                    <a:pt x="107" y="150"/>
                  </a:cubicBezTo>
                  <a:cubicBezTo>
                    <a:pt x="107" y="144"/>
                    <a:pt x="103" y="139"/>
                    <a:pt x="97" y="139"/>
                  </a:cubicBezTo>
                  <a:cubicBezTo>
                    <a:pt x="65" y="139"/>
                    <a:pt x="65" y="139"/>
                    <a:pt x="65" y="139"/>
                  </a:cubicBezTo>
                  <a:cubicBezTo>
                    <a:pt x="65" y="97"/>
                    <a:pt x="65" y="97"/>
                    <a:pt x="65" y="97"/>
                  </a:cubicBezTo>
                  <a:cubicBezTo>
                    <a:pt x="214" y="97"/>
                    <a:pt x="214" y="97"/>
                    <a:pt x="214" y="97"/>
                  </a:cubicBezTo>
                  <a:cubicBezTo>
                    <a:pt x="214" y="257"/>
                    <a:pt x="214" y="257"/>
                    <a:pt x="214" y="257"/>
                  </a:cubicBezTo>
                  <a:cubicBezTo>
                    <a:pt x="33" y="257"/>
                    <a:pt x="33" y="257"/>
                    <a:pt x="33" y="257"/>
                  </a:cubicBezTo>
                  <a:cubicBezTo>
                    <a:pt x="27" y="257"/>
                    <a:pt x="22" y="261"/>
                    <a:pt x="22" y="267"/>
                  </a:cubicBezTo>
                  <a:cubicBezTo>
                    <a:pt x="22" y="273"/>
                    <a:pt x="27" y="278"/>
                    <a:pt x="33" y="278"/>
                  </a:cubicBezTo>
                  <a:cubicBezTo>
                    <a:pt x="289" y="278"/>
                    <a:pt x="289" y="278"/>
                    <a:pt x="289" y="278"/>
                  </a:cubicBezTo>
                  <a:cubicBezTo>
                    <a:pt x="295" y="278"/>
                    <a:pt x="299" y="273"/>
                    <a:pt x="299" y="267"/>
                  </a:cubicBezTo>
                  <a:cubicBezTo>
                    <a:pt x="299" y="261"/>
                    <a:pt x="295" y="257"/>
                    <a:pt x="289" y="257"/>
                  </a:cubicBezTo>
                  <a:cubicBezTo>
                    <a:pt x="289" y="97"/>
                    <a:pt x="289" y="97"/>
                    <a:pt x="289" y="97"/>
                  </a:cubicBezTo>
                  <a:cubicBezTo>
                    <a:pt x="310" y="97"/>
                    <a:pt x="310" y="97"/>
                    <a:pt x="310" y="97"/>
                  </a:cubicBezTo>
                  <a:cubicBezTo>
                    <a:pt x="314" y="97"/>
                    <a:pt x="318" y="94"/>
                    <a:pt x="320" y="90"/>
                  </a:cubicBezTo>
                  <a:cubicBezTo>
                    <a:pt x="321" y="87"/>
                    <a:pt x="321" y="82"/>
                    <a:pt x="318" y="79"/>
                  </a:cubicBezTo>
                  <a:close/>
                  <a:moveTo>
                    <a:pt x="86" y="161"/>
                  </a:moveTo>
                  <a:cubicBezTo>
                    <a:pt x="86" y="193"/>
                    <a:pt x="86" y="193"/>
                    <a:pt x="86" y="193"/>
                  </a:cubicBezTo>
                  <a:cubicBezTo>
                    <a:pt x="22" y="193"/>
                    <a:pt x="22" y="193"/>
                    <a:pt x="22" y="193"/>
                  </a:cubicBezTo>
                  <a:cubicBezTo>
                    <a:pt x="22" y="161"/>
                    <a:pt x="22" y="161"/>
                    <a:pt x="22" y="161"/>
                  </a:cubicBezTo>
                  <a:lnTo>
                    <a:pt x="86" y="161"/>
                  </a:lnTo>
                  <a:close/>
                  <a:moveTo>
                    <a:pt x="257" y="75"/>
                  </a:moveTo>
                  <a:cubicBezTo>
                    <a:pt x="257" y="40"/>
                    <a:pt x="257" y="40"/>
                    <a:pt x="257" y="40"/>
                  </a:cubicBezTo>
                  <a:cubicBezTo>
                    <a:pt x="287" y="75"/>
                    <a:pt x="287" y="75"/>
                    <a:pt x="287" y="75"/>
                  </a:cubicBezTo>
                  <a:lnTo>
                    <a:pt x="257" y="75"/>
                  </a:lnTo>
                  <a:close/>
                  <a:moveTo>
                    <a:pt x="235" y="26"/>
                  </a:moveTo>
                  <a:cubicBezTo>
                    <a:pt x="235" y="75"/>
                    <a:pt x="235" y="75"/>
                    <a:pt x="235" y="75"/>
                  </a:cubicBezTo>
                  <a:cubicBezTo>
                    <a:pt x="80" y="75"/>
                    <a:pt x="80" y="75"/>
                    <a:pt x="80" y="75"/>
                  </a:cubicBezTo>
                  <a:lnTo>
                    <a:pt x="235" y="26"/>
                  </a:lnTo>
                  <a:close/>
                  <a:moveTo>
                    <a:pt x="267" y="178"/>
                  </a:moveTo>
                  <a:cubicBezTo>
                    <a:pt x="235" y="217"/>
                    <a:pt x="235" y="217"/>
                    <a:pt x="235" y="217"/>
                  </a:cubicBezTo>
                  <a:cubicBezTo>
                    <a:pt x="235" y="175"/>
                    <a:pt x="235" y="175"/>
                    <a:pt x="235" y="175"/>
                  </a:cubicBezTo>
                  <a:cubicBezTo>
                    <a:pt x="267" y="137"/>
                    <a:pt x="267" y="137"/>
                    <a:pt x="267" y="137"/>
                  </a:cubicBezTo>
                  <a:lnTo>
                    <a:pt x="267" y="178"/>
                  </a:lnTo>
                  <a:close/>
                  <a:moveTo>
                    <a:pt x="235" y="257"/>
                  </a:moveTo>
                  <a:cubicBezTo>
                    <a:pt x="235" y="250"/>
                    <a:pt x="235" y="250"/>
                    <a:pt x="235" y="250"/>
                  </a:cubicBezTo>
                  <a:cubicBezTo>
                    <a:pt x="267" y="211"/>
                    <a:pt x="267" y="211"/>
                    <a:pt x="267" y="211"/>
                  </a:cubicBezTo>
                  <a:cubicBezTo>
                    <a:pt x="267" y="257"/>
                    <a:pt x="267" y="257"/>
                    <a:pt x="267" y="257"/>
                  </a:cubicBezTo>
                  <a:lnTo>
                    <a:pt x="235" y="257"/>
                  </a:lnTo>
                  <a:close/>
                  <a:moveTo>
                    <a:pt x="267" y="103"/>
                  </a:moveTo>
                  <a:cubicBezTo>
                    <a:pt x="235" y="142"/>
                    <a:pt x="235" y="142"/>
                    <a:pt x="235" y="142"/>
                  </a:cubicBezTo>
                  <a:cubicBezTo>
                    <a:pt x="235" y="97"/>
                    <a:pt x="235" y="97"/>
                    <a:pt x="235" y="97"/>
                  </a:cubicBezTo>
                  <a:cubicBezTo>
                    <a:pt x="267" y="97"/>
                    <a:pt x="267" y="97"/>
                    <a:pt x="267" y="97"/>
                  </a:cubicBezTo>
                  <a:lnTo>
                    <a:pt x="267" y="103"/>
                  </a:lnTo>
                  <a:close/>
                </a:path>
              </a:pathLst>
            </a:custGeom>
            <a:solidFill>
              <a:srgbClr val="0097A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52" name="TextBox 51">
              <a:extLst>
                <a:ext uri="{FF2B5EF4-FFF2-40B4-BE49-F238E27FC236}">
                  <a16:creationId xmlns:a16="http://schemas.microsoft.com/office/drawing/2014/main" id="{ED80A1E3-63DA-E460-E9E2-F0F1F025D5C3}"/>
                </a:ext>
              </a:extLst>
            </p:cNvPr>
            <p:cNvSpPr txBox="1"/>
            <p:nvPr/>
          </p:nvSpPr>
          <p:spPr>
            <a:xfrm>
              <a:off x="5474135" y="1552011"/>
              <a:ext cx="803728" cy="429835"/>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rPr>
                <a:t>Run</a:t>
              </a:r>
            </a:p>
          </p:txBody>
        </p:sp>
        <p:sp>
          <p:nvSpPr>
            <p:cNvPr id="53" name="Freeform 538">
              <a:extLst>
                <a:ext uri="{FF2B5EF4-FFF2-40B4-BE49-F238E27FC236}">
                  <a16:creationId xmlns:a16="http://schemas.microsoft.com/office/drawing/2014/main" id="{1A45FF15-D737-5838-1CF4-AAAD48A136EF}"/>
                </a:ext>
              </a:extLst>
            </p:cNvPr>
            <p:cNvSpPr>
              <a:spLocks noChangeAspect="1" noEditPoints="1"/>
            </p:cNvSpPr>
            <p:nvPr/>
          </p:nvSpPr>
          <p:spPr bwMode="auto">
            <a:xfrm>
              <a:off x="5132463" y="1607380"/>
              <a:ext cx="343139" cy="348280"/>
            </a:xfrm>
            <a:custGeom>
              <a:avLst/>
              <a:gdLst>
                <a:gd name="T0" fmla="*/ 211 w 289"/>
                <a:gd name="T1" fmla="*/ 132 h 319"/>
                <a:gd name="T2" fmla="*/ 257 w 289"/>
                <a:gd name="T3" fmla="*/ 153 h 319"/>
                <a:gd name="T4" fmla="*/ 286 w 289"/>
                <a:gd name="T5" fmla="*/ 107 h 319"/>
                <a:gd name="T6" fmla="*/ 267 w 289"/>
                <a:gd name="T7" fmla="*/ 97 h 319"/>
                <a:gd name="T8" fmla="*/ 149 w 289"/>
                <a:gd name="T9" fmla="*/ 32 h 319"/>
                <a:gd name="T10" fmla="*/ 139 w 289"/>
                <a:gd name="T11" fmla="*/ 0 h 319"/>
                <a:gd name="T12" fmla="*/ 128 w 289"/>
                <a:gd name="T13" fmla="*/ 128 h 319"/>
                <a:gd name="T14" fmla="*/ 107 w 289"/>
                <a:gd name="T15" fmla="*/ 160 h 319"/>
                <a:gd name="T16" fmla="*/ 43 w 289"/>
                <a:gd name="T17" fmla="*/ 206 h 319"/>
                <a:gd name="T18" fmla="*/ 56 w 289"/>
                <a:gd name="T19" fmla="*/ 93 h 319"/>
                <a:gd name="T20" fmla="*/ 68 w 289"/>
                <a:gd name="T21" fmla="*/ 122 h 319"/>
                <a:gd name="T22" fmla="*/ 78 w 289"/>
                <a:gd name="T23" fmla="*/ 111 h 319"/>
                <a:gd name="T24" fmla="*/ 64 w 289"/>
                <a:gd name="T25" fmla="*/ 55 h 319"/>
                <a:gd name="T26" fmla="*/ 9 w 289"/>
                <a:gd name="T27" fmla="*/ 70 h 319"/>
                <a:gd name="T28" fmla="*/ 20 w 289"/>
                <a:gd name="T29" fmla="*/ 80 h 319"/>
                <a:gd name="T30" fmla="*/ 11 w 289"/>
                <a:gd name="T31" fmla="*/ 160 h 319"/>
                <a:gd name="T32" fmla="*/ 7 w 289"/>
                <a:gd name="T33" fmla="*/ 227 h 319"/>
                <a:gd name="T34" fmla="*/ 12 w 289"/>
                <a:gd name="T35" fmla="*/ 247 h 319"/>
                <a:gd name="T36" fmla="*/ 119 w 289"/>
                <a:gd name="T37" fmla="*/ 185 h 319"/>
                <a:gd name="T38" fmla="*/ 159 w 289"/>
                <a:gd name="T39" fmla="*/ 184 h 319"/>
                <a:gd name="T40" fmla="*/ 139 w 289"/>
                <a:gd name="T41" fmla="*/ 266 h 319"/>
                <a:gd name="T42" fmla="*/ 138 w 289"/>
                <a:gd name="T43" fmla="*/ 254 h 319"/>
                <a:gd name="T44" fmla="*/ 126 w 289"/>
                <a:gd name="T45" fmla="*/ 237 h 319"/>
                <a:gd name="T46" fmla="*/ 89 w 289"/>
                <a:gd name="T47" fmla="*/ 262 h 319"/>
                <a:gd name="T48" fmla="*/ 111 w 289"/>
                <a:gd name="T49" fmla="*/ 314 h 319"/>
                <a:gd name="T50" fmla="*/ 125 w 289"/>
                <a:gd name="T51" fmla="*/ 317 h 319"/>
                <a:gd name="T52" fmla="*/ 118 w 289"/>
                <a:gd name="T53" fmla="*/ 286 h 319"/>
                <a:gd name="T54" fmla="*/ 243 w 289"/>
                <a:gd name="T55" fmla="*/ 234 h 319"/>
                <a:gd name="T56" fmla="*/ 267 w 289"/>
                <a:gd name="T57" fmla="*/ 247 h 319"/>
                <a:gd name="T58" fmla="*/ 272 w 289"/>
                <a:gd name="T59" fmla="*/ 227 h 319"/>
                <a:gd name="T60" fmla="*/ 171 w 289"/>
                <a:gd name="T61" fmla="*/ 160 h 319"/>
                <a:gd name="T62" fmla="*/ 149 w 289"/>
                <a:gd name="T63" fmla="*/ 128 h 319"/>
                <a:gd name="T64" fmla="*/ 238 w 289"/>
                <a:gd name="T65" fmla="*/ 121 h 319"/>
                <a:gd name="T66" fmla="*/ 207 w 289"/>
                <a:gd name="T67" fmla="*/ 118 h 319"/>
                <a:gd name="T68" fmla="*/ 139 w 289"/>
                <a:gd name="T69" fmla="*/ 170 h 319"/>
                <a:gd name="T70" fmla="*/ 139 w 289"/>
                <a:gd name="T71" fmla="*/ 149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89" h="319">
                  <a:moveTo>
                    <a:pt x="207" y="118"/>
                  </a:moveTo>
                  <a:cubicBezTo>
                    <a:pt x="204" y="123"/>
                    <a:pt x="206" y="129"/>
                    <a:pt x="211" y="132"/>
                  </a:cubicBezTo>
                  <a:cubicBezTo>
                    <a:pt x="252" y="152"/>
                    <a:pt x="252" y="152"/>
                    <a:pt x="252" y="152"/>
                  </a:cubicBezTo>
                  <a:cubicBezTo>
                    <a:pt x="253" y="153"/>
                    <a:pt x="255" y="153"/>
                    <a:pt x="257" y="153"/>
                  </a:cubicBezTo>
                  <a:cubicBezTo>
                    <a:pt x="261" y="153"/>
                    <a:pt x="264" y="151"/>
                    <a:pt x="266" y="147"/>
                  </a:cubicBezTo>
                  <a:cubicBezTo>
                    <a:pt x="286" y="107"/>
                    <a:pt x="286" y="107"/>
                    <a:pt x="286" y="107"/>
                  </a:cubicBezTo>
                  <a:cubicBezTo>
                    <a:pt x="289" y="101"/>
                    <a:pt x="287" y="95"/>
                    <a:pt x="282" y="92"/>
                  </a:cubicBezTo>
                  <a:cubicBezTo>
                    <a:pt x="276" y="90"/>
                    <a:pt x="270" y="92"/>
                    <a:pt x="267" y="97"/>
                  </a:cubicBezTo>
                  <a:cubicBezTo>
                    <a:pt x="259" y="115"/>
                    <a:pt x="259" y="115"/>
                    <a:pt x="259" y="115"/>
                  </a:cubicBezTo>
                  <a:cubicBezTo>
                    <a:pt x="241" y="69"/>
                    <a:pt x="199" y="36"/>
                    <a:pt x="149" y="32"/>
                  </a:cubicBezTo>
                  <a:cubicBezTo>
                    <a:pt x="149" y="10"/>
                    <a:pt x="149" y="10"/>
                    <a:pt x="149" y="10"/>
                  </a:cubicBezTo>
                  <a:cubicBezTo>
                    <a:pt x="149" y="4"/>
                    <a:pt x="145" y="0"/>
                    <a:pt x="139" y="0"/>
                  </a:cubicBezTo>
                  <a:cubicBezTo>
                    <a:pt x="133" y="0"/>
                    <a:pt x="128" y="4"/>
                    <a:pt x="128" y="10"/>
                  </a:cubicBezTo>
                  <a:cubicBezTo>
                    <a:pt x="128" y="128"/>
                    <a:pt x="128" y="128"/>
                    <a:pt x="128" y="128"/>
                  </a:cubicBezTo>
                  <a:cubicBezTo>
                    <a:pt x="128" y="128"/>
                    <a:pt x="128" y="129"/>
                    <a:pt x="128" y="130"/>
                  </a:cubicBezTo>
                  <a:cubicBezTo>
                    <a:pt x="116" y="134"/>
                    <a:pt x="107" y="146"/>
                    <a:pt x="107" y="160"/>
                  </a:cubicBezTo>
                  <a:cubicBezTo>
                    <a:pt x="107" y="162"/>
                    <a:pt x="107" y="165"/>
                    <a:pt x="108" y="167"/>
                  </a:cubicBezTo>
                  <a:cubicBezTo>
                    <a:pt x="43" y="206"/>
                    <a:pt x="43" y="206"/>
                    <a:pt x="43" y="206"/>
                  </a:cubicBezTo>
                  <a:cubicBezTo>
                    <a:pt x="36" y="191"/>
                    <a:pt x="32" y="176"/>
                    <a:pt x="32" y="160"/>
                  </a:cubicBezTo>
                  <a:cubicBezTo>
                    <a:pt x="32" y="135"/>
                    <a:pt x="41" y="111"/>
                    <a:pt x="56" y="93"/>
                  </a:cubicBezTo>
                  <a:cubicBezTo>
                    <a:pt x="57" y="112"/>
                    <a:pt x="57" y="112"/>
                    <a:pt x="57" y="112"/>
                  </a:cubicBezTo>
                  <a:cubicBezTo>
                    <a:pt x="57" y="118"/>
                    <a:pt x="62" y="122"/>
                    <a:pt x="68" y="122"/>
                  </a:cubicBezTo>
                  <a:cubicBezTo>
                    <a:pt x="68" y="122"/>
                    <a:pt x="68" y="122"/>
                    <a:pt x="68" y="122"/>
                  </a:cubicBezTo>
                  <a:cubicBezTo>
                    <a:pt x="74" y="121"/>
                    <a:pt x="79" y="116"/>
                    <a:pt x="78" y="111"/>
                  </a:cubicBezTo>
                  <a:cubicBezTo>
                    <a:pt x="75" y="65"/>
                    <a:pt x="75" y="65"/>
                    <a:pt x="75" y="65"/>
                  </a:cubicBezTo>
                  <a:cubicBezTo>
                    <a:pt x="75" y="59"/>
                    <a:pt x="70" y="55"/>
                    <a:pt x="64" y="55"/>
                  </a:cubicBezTo>
                  <a:cubicBezTo>
                    <a:pt x="19" y="58"/>
                    <a:pt x="19" y="58"/>
                    <a:pt x="19" y="58"/>
                  </a:cubicBezTo>
                  <a:cubicBezTo>
                    <a:pt x="13" y="59"/>
                    <a:pt x="9" y="64"/>
                    <a:pt x="9" y="70"/>
                  </a:cubicBezTo>
                  <a:cubicBezTo>
                    <a:pt x="9" y="75"/>
                    <a:pt x="14" y="80"/>
                    <a:pt x="20" y="80"/>
                  </a:cubicBezTo>
                  <a:cubicBezTo>
                    <a:pt x="20" y="80"/>
                    <a:pt x="20" y="80"/>
                    <a:pt x="20" y="80"/>
                  </a:cubicBezTo>
                  <a:cubicBezTo>
                    <a:pt x="40" y="78"/>
                    <a:pt x="40" y="78"/>
                    <a:pt x="40" y="78"/>
                  </a:cubicBezTo>
                  <a:cubicBezTo>
                    <a:pt x="21" y="101"/>
                    <a:pt x="11" y="130"/>
                    <a:pt x="11" y="160"/>
                  </a:cubicBezTo>
                  <a:cubicBezTo>
                    <a:pt x="11" y="180"/>
                    <a:pt x="16" y="199"/>
                    <a:pt x="24" y="217"/>
                  </a:cubicBezTo>
                  <a:cubicBezTo>
                    <a:pt x="7" y="227"/>
                    <a:pt x="7" y="227"/>
                    <a:pt x="7" y="227"/>
                  </a:cubicBezTo>
                  <a:cubicBezTo>
                    <a:pt x="2" y="230"/>
                    <a:pt x="0" y="237"/>
                    <a:pt x="3" y="242"/>
                  </a:cubicBezTo>
                  <a:cubicBezTo>
                    <a:pt x="5" y="245"/>
                    <a:pt x="9" y="247"/>
                    <a:pt x="12" y="247"/>
                  </a:cubicBezTo>
                  <a:cubicBezTo>
                    <a:pt x="14" y="247"/>
                    <a:pt x="16" y="246"/>
                    <a:pt x="18" y="245"/>
                  </a:cubicBezTo>
                  <a:cubicBezTo>
                    <a:pt x="119" y="185"/>
                    <a:pt x="119" y="185"/>
                    <a:pt x="119" y="185"/>
                  </a:cubicBezTo>
                  <a:cubicBezTo>
                    <a:pt x="125" y="189"/>
                    <a:pt x="131" y="192"/>
                    <a:pt x="139" y="192"/>
                  </a:cubicBezTo>
                  <a:cubicBezTo>
                    <a:pt x="146" y="192"/>
                    <a:pt x="153" y="189"/>
                    <a:pt x="159" y="184"/>
                  </a:cubicBezTo>
                  <a:cubicBezTo>
                    <a:pt x="224" y="223"/>
                    <a:pt x="224" y="223"/>
                    <a:pt x="224" y="223"/>
                  </a:cubicBezTo>
                  <a:cubicBezTo>
                    <a:pt x="204" y="250"/>
                    <a:pt x="173" y="266"/>
                    <a:pt x="139" y="266"/>
                  </a:cubicBezTo>
                  <a:cubicBezTo>
                    <a:pt x="133" y="266"/>
                    <a:pt x="128" y="266"/>
                    <a:pt x="122" y="265"/>
                  </a:cubicBezTo>
                  <a:cubicBezTo>
                    <a:pt x="138" y="254"/>
                    <a:pt x="138" y="254"/>
                    <a:pt x="138" y="254"/>
                  </a:cubicBezTo>
                  <a:cubicBezTo>
                    <a:pt x="143" y="251"/>
                    <a:pt x="144" y="244"/>
                    <a:pt x="141" y="240"/>
                  </a:cubicBezTo>
                  <a:cubicBezTo>
                    <a:pt x="138" y="235"/>
                    <a:pt x="131" y="233"/>
                    <a:pt x="126" y="237"/>
                  </a:cubicBezTo>
                  <a:cubicBezTo>
                    <a:pt x="89" y="262"/>
                    <a:pt x="89" y="262"/>
                    <a:pt x="89" y="262"/>
                  </a:cubicBezTo>
                  <a:cubicBezTo>
                    <a:pt x="89" y="262"/>
                    <a:pt x="89" y="262"/>
                    <a:pt x="89" y="262"/>
                  </a:cubicBezTo>
                  <a:cubicBezTo>
                    <a:pt x="84" y="265"/>
                    <a:pt x="82" y="271"/>
                    <a:pt x="86" y="276"/>
                  </a:cubicBezTo>
                  <a:cubicBezTo>
                    <a:pt x="111" y="314"/>
                    <a:pt x="111" y="314"/>
                    <a:pt x="111" y="314"/>
                  </a:cubicBezTo>
                  <a:cubicBezTo>
                    <a:pt x="113" y="317"/>
                    <a:pt x="116" y="319"/>
                    <a:pt x="120" y="319"/>
                  </a:cubicBezTo>
                  <a:cubicBezTo>
                    <a:pt x="122" y="319"/>
                    <a:pt x="124" y="318"/>
                    <a:pt x="125" y="317"/>
                  </a:cubicBezTo>
                  <a:cubicBezTo>
                    <a:pt x="130" y="314"/>
                    <a:pt x="132" y="307"/>
                    <a:pt x="128" y="302"/>
                  </a:cubicBezTo>
                  <a:cubicBezTo>
                    <a:pt x="118" y="286"/>
                    <a:pt x="118" y="286"/>
                    <a:pt x="118" y="286"/>
                  </a:cubicBezTo>
                  <a:cubicBezTo>
                    <a:pt x="125" y="287"/>
                    <a:pt x="132" y="288"/>
                    <a:pt x="139" y="288"/>
                  </a:cubicBezTo>
                  <a:cubicBezTo>
                    <a:pt x="180" y="288"/>
                    <a:pt x="219" y="267"/>
                    <a:pt x="243" y="234"/>
                  </a:cubicBezTo>
                  <a:cubicBezTo>
                    <a:pt x="261" y="245"/>
                    <a:pt x="261" y="245"/>
                    <a:pt x="261" y="245"/>
                  </a:cubicBezTo>
                  <a:cubicBezTo>
                    <a:pt x="263" y="246"/>
                    <a:pt x="265" y="247"/>
                    <a:pt x="267" y="247"/>
                  </a:cubicBezTo>
                  <a:cubicBezTo>
                    <a:pt x="271" y="247"/>
                    <a:pt x="274" y="245"/>
                    <a:pt x="276" y="242"/>
                  </a:cubicBezTo>
                  <a:cubicBezTo>
                    <a:pt x="279" y="237"/>
                    <a:pt x="277" y="230"/>
                    <a:pt x="272" y="227"/>
                  </a:cubicBezTo>
                  <a:cubicBezTo>
                    <a:pt x="170" y="166"/>
                    <a:pt x="170" y="166"/>
                    <a:pt x="170" y="166"/>
                  </a:cubicBezTo>
                  <a:cubicBezTo>
                    <a:pt x="170" y="164"/>
                    <a:pt x="171" y="162"/>
                    <a:pt x="171" y="160"/>
                  </a:cubicBezTo>
                  <a:cubicBezTo>
                    <a:pt x="171" y="146"/>
                    <a:pt x="162" y="134"/>
                    <a:pt x="149" y="130"/>
                  </a:cubicBezTo>
                  <a:cubicBezTo>
                    <a:pt x="149" y="129"/>
                    <a:pt x="149" y="128"/>
                    <a:pt x="149" y="128"/>
                  </a:cubicBezTo>
                  <a:cubicBezTo>
                    <a:pt x="149" y="54"/>
                    <a:pt x="149" y="54"/>
                    <a:pt x="149" y="54"/>
                  </a:cubicBezTo>
                  <a:cubicBezTo>
                    <a:pt x="190" y="58"/>
                    <a:pt x="224" y="84"/>
                    <a:pt x="238" y="121"/>
                  </a:cubicBezTo>
                  <a:cubicBezTo>
                    <a:pt x="221" y="113"/>
                    <a:pt x="221" y="113"/>
                    <a:pt x="221" y="113"/>
                  </a:cubicBezTo>
                  <a:cubicBezTo>
                    <a:pt x="216" y="110"/>
                    <a:pt x="209" y="112"/>
                    <a:pt x="207" y="118"/>
                  </a:cubicBezTo>
                  <a:close/>
                  <a:moveTo>
                    <a:pt x="149" y="160"/>
                  </a:moveTo>
                  <a:cubicBezTo>
                    <a:pt x="149" y="166"/>
                    <a:pt x="145" y="170"/>
                    <a:pt x="139" y="170"/>
                  </a:cubicBezTo>
                  <a:cubicBezTo>
                    <a:pt x="133" y="170"/>
                    <a:pt x="128" y="166"/>
                    <a:pt x="128" y="160"/>
                  </a:cubicBezTo>
                  <a:cubicBezTo>
                    <a:pt x="128" y="154"/>
                    <a:pt x="133" y="149"/>
                    <a:pt x="139" y="149"/>
                  </a:cubicBezTo>
                  <a:cubicBezTo>
                    <a:pt x="145" y="149"/>
                    <a:pt x="149" y="154"/>
                    <a:pt x="149" y="160"/>
                  </a:cubicBezTo>
                  <a:close/>
                </a:path>
              </a:pathLst>
            </a:custGeom>
            <a:solidFill>
              <a:srgbClr val="34F0FF"/>
            </a:solidFill>
            <a:ln>
              <a:solidFill>
                <a:srgbClr val="34F0FF"/>
              </a:solid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54" name="Diamond 53">
              <a:extLst>
                <a:ext uri="{FF2B5EF4-FFF2-40B4-BE49-F238E27FC236}">
                  <a16:creationId xmlns:a16="http://schemas.microsoft.com/office/drawing/2014/main" id="{9A1C5A22-5F2F-B10F-7DA9-066599F5C71F}"/>
                </a:ext>
              </a:extLst>
            </p:cNvPr>
            <p:cNvSpPr>
              <a:spLocks noChangeAspect="1"/>
            </p:cNvSpPr>
            <p:nvPr/>
          </p:nvSpPr>
          <p:spPr>
            <a:xfrm>
              <a:off x="2304045" y="5673521"/>
              <a:ext cx="157273" cy="157318"/>
            </a:xfrm>
            <a:prstGeom prst="diamond">
              <a:avLst/>
            </a:prstGeom>
            <a:solidFill>
              <a:srgbClr val="FDD3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55" name="TextBox 54">
              <a:extLst>
                <a:ext uri="{FF2B5EF4-FFF2-40B4-BE49-F238E27FC236}">
                  <a16:creationId xmlns:a16="http://schemas.microsoft.com/office/drawing/2014/main" id="{7289EC55-B90E-E980-34E3-02436FEF2654}"/>
                </a:ext>
              </a:extLst>
            </p:cNvPr>
            <p:cNvSpPr txBox="1"/>
            <p:nvPr/>
          </p:nvSpPr>
          <p:spPr>
            <a:xfrm>
              <a:off x="4566444" y="4265221"/>
              <a:ext cx="1028537" cy="400110"/>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rPr>
                <a:t>Business Case</a:t>
              </a:r>
            </a:p>
          </p:txBody>
        </p:sp>
        <p:sp>
          <p:nvSpPr>
            <p:cNvPr id="57" name="Diamond 56">
              <a:extLst>
                <a:ext uri="{FF2B5EF4-FFF2-40B4-BE49-F238E27FC236}">
                  <a16:creationId xmlns:a16="http://schemas.microsoft.com/office/drawing/2014/main" id="{CAF1DDFE-6368-8301-A66F-7C34C9D3B008}"/>
                </a:ext>
              </a:extLst>
            </p:cNvPr>
            <p:cNvSpPr>
              <a:spLocks noChangeAspect="1"/>
            </p:cNvSpPr>
            <p:nvPr/>
          </p:nvSpPr>
          <p:spPr>
            <a:xfrm>
              <a:off x="4725794" y="5029248"/>
              <a:ext cx="157273" cy="157318"/>
            </a:xfrm>
            <a:prstGeom prst="diamond">
              <a:avLst/>
            </a:prstGeom>
            <a:solidFill>
              <a:srgbClr val="0097A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58" name="TextBox 57">
              <a:extLst>
                <a:ext uri="{FF2B5EF4-FFF2-40B4-BE49-F238E27FC236}">
                  <a16:creationId xmlns:a16="http://schemas.microsoft.com/office/drawing/2014/main" id="{8650F8FA-03D1-440A-7C85-DD15D54C02C6}"/>
                </a:ext>
              </a:extLst>
            </p:cNvPr>
            <p:cNvSpPr txBox="1"/>
            <p:nvPr/>
          </p:nvSpPr>
          <p:spPr>
            <a:xfrm>
              <a:off x="4137688" y="3731096"/>
              <a:ext cx="2212666" cy="400110"/>
            </a:xfrm>
            <a:prstGeom prst="rect">
              <a:avLst/>
            </a:prstGeom>
            <a:noFill/>
          </p:spPr>
          <p:txBody>
            <a:bodyPr wrap="square" rtlCol="0">
              <a:spAutoFit/>
            </a:body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rPr>
                <a:t>Platform / Architecture / Infrastructure </a:t>
              </a:r>
            </a:p>
          </p:txBody>
        </p:sp>
        <p:sp>
          <p:nvSpPr>
            <p:cNvPr id="59" name="Diamond 58">
              <a:extLst>
                <a:ext uri="{FF2B5EF4-FFF2-40B4-BE49-F238E27FC236}">
                  <a16:creationId xmlns:a16="http://schemas.microsoft.com/office/drawing/2014/main" id="{01EA12C2-7F93-C91E-B5AC-180BED43F8C2}"/>
                </a:ext>
              </a:extLst>
            </p:cNvPr>
            <p:cNvSpPr>
              <a:spLocks noChangeAspect="1"/>
            </p:cNvSpPr>
            <p:nvPr/>
          </p:nvSpPr>
          <p:spPr>
            <a:xfrm>
              <a:off x="6117817" y="4160143"/>
              <a:ext cx="157273" cy="157318"/>
            </a:xfrm>
            <a:prstGeom prst="diamond">
              <a:avLst/>
            </a:prstGeom>
            <a:solidFill>
              <a:srgbClr val="0097A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60" name="Diamond 59">
              <a:extLst>
                <a:ext uri="{FF2B5EF4-FFF2-40B4-BE49-F238E27FC236}">
                  <a16:creationId xmlns:a16="http://schemas.microsoft.com/office/drawing/2014/main" id="{082A4DC9-E992-4AA8-07F0-CED69E5F984E}"/>
                </a:ext>
              </a:extLst>
            </p:cNvPr>
            <p:cNvSpPr>
              <a:spLocks noChangeAspect="1"/>
            </p:cNvSpPr>
            <p:nvPr/>
          </p:nvSpPr>
          <p:spPr>
            <a:xfrm>
              <a:off x="5448287" y="4633626"/>
              <a:ext cx="157273" cy="157318"/>
            </a:xfrm>
            <a:prstGeom prst="diamond">
              <a:avLst/>
            </a:prstGeom>
            <a:solidFill>
              <a:srgbClr val="0097A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endParaRPr>
            </a:p>
          </p:txBody>
        </p:sp>
        <p:sp>
          <p:nvSpPr>
            <p:cNvPr id="61" name="TextBox 60">
              <a:extLst>
                <a:ext uri="{FF2B5EF4-FFF2-40B4-BE49-F238E27FC236}">
                  <a16:creationId xmlns:a16="http://schemas.microsoft.com/office/drawing/2014/main" id="{30B91857-0C0A-155C-FC7D-7A28CE899A4F}"/>
                </a:ext>
              </a:extLst>
            </p:cNvPr>
            <p:cNvSpPr txBox="1"/>
            <p:nvPr/>
          </p:nvSpPr>
          <p:spPr>
            <a:xfrm>
              <a:off x="2688046" y="5155542"/>
              <a:ext cx="1059786" cy="247981"/>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rPr>
                <a:t>AI Roadmap </a:t>
              </a:r>
            </a:p>
          </p:txBody>
        </p:sp>
        <p:sp>
          <p:nvSpPr>
            <p:cNvPr id="71" name="Rectangle 70">
              <a:extLst>
                <a:ext uri="{FF2B5EF4-FFF2-40B4-BE49-F238E27FC236}">
                  <a16:creationId xmlns:a16="http://schemas.microsoft.com/office/drawing/2014/main" id="{5EEB745C-9A56-9476-E525-675E232E8522}"/>
                </a:ext>
              </a:extLst>
            </p:cNvPr>
            <p:cNvSpPr/>
            <p:nvPr/>
          </p:nvSpPr>
          <p:spPr>
            <a:xfrm>
              <a:off x="461100" y="4124893"/>
              <a:ext cx="1636049" cy="441453"/>
            </a:xfrm>
            <a:prstGeom prst="rect">
              <a:avLst/>
            </a:prstGeom>
          </p:spPr>
          <p:txBody>
            <a:bodyPr wrap="square" lIns="71425" tIns="35712" rIns="0" bIns="35712">
              <a:spAutoFit/>
            </a:bodyPr>
            <a:lstStyle/>
            <a:p>
              <a:pPr marL="0" marR="0" lvl="0" indent="0" defTabSz="914400" eaLnBrk="1" fontAlgn="auto" latinLnBrk="0" hangingPunct="1">
                <a:lnSpc>
                  <a:spcPct val="100000"/>
                </a:lnSpc>
                <a:spcBef>
                  <a:spcPts val="0"/>
                </a:spcBef>
                <a:spcAft>
                  <a:spcPts val="818"/>
                </a:spcAft>
                <a:buClrTx/>
                <a:buSzTx/>
                <a:buFontTx/>
                <a:buNone/>
                <a:tabLst/>
                <a:defRPr/>
              </a:pPr>
              <a:r>
                <a:rPr kumimoji="0" lang="en-US" sz="1100" b="0" i="1"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rPr>
                <a:t>Look forward, explore broadly</a:t>
              </a:r>
            </a:p>
          </p:txBody>
        </p:sp>
        <p:sp>
          <p:nvSpPr>
            <p:cNvPr id="78" name="Rectangle 77">
              <a:extLst>
                <a:ext uri="{FF2B5EF4-FFF2-40B4-BE49-F238E27FC236}">
                  <a16:creationId xmlns:a16="http://schemas.microsoft.com/office/drawing/2014/main" id="{1F2BC4BE-9362-F9BD-8318-CA19615E4D86}"/>
                </a:ext>
              </a:extLst>
            </p:cNvPr>
            <p:cNvSpPr/>
            <p:nvPr/>
          </p:nvSpPr>
          <p:spPr>
            <a:xfrm>
              <a:off x="2486434" y="3122597"/>
              <a:ext cx="2941549" cy="461665"/>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1" u="none" strike="noStrike" kern="0" cap="none" spc="0" normalizeH="0" baseline="0" noProof="0" dirty="0">
                  <a:ln>
                    <a:noFill/>
                  </a:ln>
                  <a:solidFill>
                    <a:prstClr val="black"/>
                  </a:solidFill>
                  <a:effectLst/>
                  <a:uLnTx/>
                  <a:uFillTx/>
                  <a:latin typeface="+mj-lt"/>
                  <a:cs typeface="Frutiger Next Pro Medium"/>
                </a:rPr>
                <a:t>Iterative concept refinement, prototyping, test, and planning</a:t>
              </a:r>
              <a:endParaRPr kumimoji="0" lang="en-IN" sz="1100" b="0" i="1" u="none" strike="noStrike" kern="0" cap="none" spc="0" normalizeH="0" baseline="0" noProof="0" dirty="0">
                <a:ln>
                  <a:noFill/>
                </a:ln>
                <a:solidFill>
                  <a:prstClr val="black"/>
                </a:solidFill>
                <a:effectLst/>
                <a:uLnTx/>
                <a:uFillTx/>
                <a:latin typeface="+mj-lt"/>
              </a:endParaRPr>
            </a:p>
          </p:txBody>
        </p:sp>
        <p:sp>
          <p:nvSpPr>
            <p:cNvPr id="86" name="Rectangle 85">
              <a:extLst>
                <a:ext uri="{FF2B5EF4-FFF2-40B4-BE49-F238E27FC236}">
                  <a16:creationId xmlns:a16="http://schemas.microsoft.com/office/drawing/2014/main" id="{F8902335-EE1F-109A-07BD-613821EE7D28}"/>
                </a:ext>
              </a:extLst>
            </p:cNvPr>
            <p:cNvSpPr/>
            <p:nvPr/>
          </p:nvSpPr>
          <p:spPr>
            <a:xfrm>
              <a:off x="4983892" y="1955660"/>
              <a:ext cx="2255040" cy="461665"/>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0" i="1" u="none" strike="noStrike" kern="0" cap="none" spc="0" normalizeH="0" baseline="0" noProof="0" dirty="0">
                  <a:ln>
                    <a:noFill/>
                  </a:ln>
                  <a:solidFill>
                    <a:prstClr val="black"/>
                  </a:solidFill>
                  <a:effectLst/>
                  <a:uLnTx/>
                  <a:uFillTx/>
                  <a:latin typeface="+mj-lt"/>
                  <a:ea typeface="Verdana" panose="020B0604030504040204" pitchFamily="34" charset="0"/>
                  <a:cs typeface="Verdana" panose="020B0604030504040204" pitchFamily="34" charset="0"/>
                </a:rPr>
                <a:t>Agile operations, create business impact</a:t>
              </a:r>
              <a:endParaRPr kumimoji="0" lang="en-IN" sz="1100" b="0" i="1" u="none" strike="noStrike" kern="0" cap="none" spc="0" normalizeH="0" baseline="0" noProof="0" dirty="0">
                <a:ln>
                  <a:noFill/>
                </a:ln>
                <a:solidFill>
                  <a:prstClr val="black"/>
                </a:solidFill>
                <a:effectLst/>
                <a:uLnTx/>
                <a:uFillTx/>
                <a:latin typeface="+mj-lt"/>
              </a:endParaRPr>
            </a:p>
          </p:txBody>
        </p:sp>
      </p:grpSp>
      <p:sp>
        <p:nvSpPr>
          <p:cNvPr id="88" name="Rectangle 87">
            <a:extLst>
              <a:ext uri="{FF2B5EF4-FFF2-40B4-BE49-F238E27FC236}">
                <a16:creationId xmlns:a16="http://schemas.microsoft.com/office/drawing/2014/main" id="{CD4B056B-5D0B-76F8-5C75-ED03A69928E5}"/>
              </a:ext>
            </a:extLst>
          </p:cNvPr>
          <p:cNvSpPr/>
          <p:nvPr/>
        </p:nvSpPr>
        <p:spPr bwMode="gray">
          <a:xfrm>
            <a:off x="9623421" y="5233119"/>
            <a:ext cx="2024943" cy="149641"/>
          </a:xfrm>
          <a:prstGeom prst="rect">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0" cap="none" spc="0" normalizeH="0" baseline="0" noProof="0" dirty="0">
                <a:ln>
                  <a:noFill/>
                </a:ln>
                <a:solidFill>
                  <a:prstClr val="white"/>
                </a:solidFill>
                <a:effectLst/>
                <a:uLnTx/>
                <a:uFillTx/>
                <a:latin typeface="+mj-lt"/>
              </a:rPr>
              <a:t>Phase I Deliverables</a:t>
            </a:r>
            <a:endParaRPr kumimoji="0" lang="en-IN" sz="1000" b="1" i="0" u="none" strike="noStrike" kern="0" cap="none" spc="0" normalizeH="0" baseline="0" noProof="0" dirty="0">
              <a:ln>
                <a:noFill/>
              </a:ln>
              <a:solidFill>
                <a:prstClr val="white"/>
              </a:solidFill>
              <a:effectLst/>
              <a:uLnTx/>
              <a:uFillTx/>
              <a:latin typeface="+mj-lt"/>
            </a:endParaRPr>
          </a:p>
        </p:txBody>
      </p:sp>
      <p:grpSp>
        <p:nvGrpSpPr>
          <p:cNvPr id="89" name="Group 88">
            <a:extLst>
              <a:ext uri="{FF2B5EF4-FFF2-40B4-BE49-F238E27FC236}">
                <a16:creationId xmlns:a16="http://schemas.microsoft.com/office/drawing/2014/main" id="{642D99DF-212F-1522-5502-EAEDF8C01F16}"/>
              </a:ext>
            </a:extLst>
          </p:cNvPr>
          <p:cNvGrpSpPr/>
          <p:nvPr/>
        </p:nvGrpSpPr>
        <p:grpSpPr>
          <a:xfrm>
            <a:off x="9668439" y="1455418"/>
            <a:ext cx="1874899" cy="286314"/>
            <a:chOff x="9630237" y="3015741"/>
            <a:chExt cx="1713907" cy="286314"/>
          </a:xfrm>
        </p:grpSpPr>
        <p:sp>
          <p:nvSpPr>
            <p:cNvPr id="90" name="object 146">
              <a:extLst>
                <a:ext uri="{FF2B5EF4-FFF2-40B4-BE49-F238E27FC236}">
                  <a16:creationId xmlns:a16="http://schemas.microsoft.com/office/drawing/2014/main" id="{C9AC3575-5879-35E4-DA64-144442640FCC}"/>
                </a:ext>
              </a:extLst>
            </p:cNvPr>
            <p:cNvSpPr txBox="1"/>
            <p:nvPr/>
          </p:nvSpPr>
          <p:spPr>
            <a:xfrm>
              <a:off x="9884800" y="3015741"/>
              <a:ext cx="1459344" cy="167354"/>
            </a:xfrm>
            <a:prstGeom prst="rect">
              <a:avLst/>
            </a:prstGeom>
          </p:spPr>
          <p:txBody>
            <a:bodyPr vert="horz" wrap="square" lIns="0" tIns="13335" rIns="0" bIns="0" rtlCol="0">
              <a:spAutoFit/>
            </a:bodyPr>
            <a:lstStyle/>
            <a:p>
              <a:pPr marL="12700" marR="5080" indent="-1905">
                <a:spcBef>
                  <a:spcPts val="105"/>
                </a:spcBef>
                <a:defRPr/>
              </a:pPr>
              <a:r>
                <a:rPr lang="en-US" sz="1000" b="1" dirty="0">
                  <a:solidFill>
                    <a:prstClr val="black"/>
                  </a:solidFill>
                  <a:latin typeface="+mj-lt"/>
                  <a:cs typeface="Open Sans"/>
                </a:rPr>
                <a:t>TARGET OPERATING MODEL</a:t>
              </a:r>
              <a:endParaRPr lang="en-US" sz="1000" dirty="0">
                <a:solidFill>
                  <a:prstClr val="black"/>
                </a:solidFill>
                <a:latin typeface="+mj-lt"/>
                <a:cs typeface="Open Sans"/>
              </a:endParaRPr>
            </a:p>
          </p:txBody>
        </p:sp>
        <p:sp>
          <p:nvSpPr>
            <p:cNvPr id="91" name="object 147">
              <a:extLst>
                <a:ext uri="{FF2B5EF4-FFF2-40B4-BE49-F238E27FC236}">
                  <a16:creationId xmlns:a16="http://schemas.microsoft.com/office/drawing/2014/main" id="{33A2A526-C954-DCD5-154F-9219FFA69D76}"/>
                </a:ext>
              </a:extLst>
            </p:cNvPr>
            <p:cNvSpPr/>
            <p:nvPr/>
          </p:nvSpPr>
          <p:spPr>
            <a:xfrm rot="16200000">
              <a:off x="9527367" y="3121080"/>
              <a:ext cx="283845" cy="78105"/>
            </a:xfrm>
            <a:custGeom>
              <a:avLst/>
              <a:gdLst/>
              <a:ahLst/>
              <a:cxnLst/>
              <a:rect l="l" t="t" r="r" b="b"/>
              <a:pathLst>
                <a:path w="283845" h="78104">
                  <a:moveTo>
                    <a:pt x="0" y="0"/>
                  </a:moveTo>
                  <a:lnTo>
                    <a:pt x="141731" y="77723"/>
                  </a:lnTo>
                  <a:lnTo>
                    <a:pt x="283464" y="0"/>
                  </a:lnTo>
                  <a:lnTo>
                    <a:pt x="0" y="0"/>
                  </a:lnTo>
                  <a:close/>
                </a:path>
              </a:pathLst>
            </a:custGeom>
            <a:solidFill>
              <a:srgbClr val="3EFAC5"/>
            </a:solidFill>
            <a:ln w="19812">
              <a:solidFill>
                <a:srgbClr val="3EFAC5"/>
              </a:solidFill>
            </a:ln>
          </p:spPr>
          <p:txBody>
            <a:bodyPr wrap="square" lIns="0" tIns="0" rIns="0" bIns="0" rtlCol="0"/>
            <a:lstStyle/>
            <a:p>
              <a:pPr>
                <a:defRPr/>
              </a:pPr>
              <a:endParaRPr sz="2800" dirty="0">
                <a:solidFill>
                  <a:prstClr val="black"/>
                </a:solidFill>
                <a:latin typeface="+mj-lt"/>
              </a:endParaRPr>
            </a:p>
          </p:txBody>
        </p:sp>
      </p:grpSp>
      <p:grpSp>
        <p:nvGrpSpPr>
          <p:cNvPr id="92" name="Group 91">
            <a:extLst>
              <a:ext uri="{FF2B5EF4-FFF2-40B4-BE49-F238E27FC236}">
                <a16:creationId xmlns:a16="http://schemas.microsoft.com/office/drawing/2014/main" id="{252C6C9D-0521-3882-E7EE-5DB13A1731B3}"/>
              </a:ext>
            </a:extLst>
          </p:cNvPr>
          <p:cNvGrpSpPr/>
          <p:nvPr/>
        </p:nvGrpSpPr>
        <p:grpSpPr>
          <a:xfrm>
            <a:off x="9666685" y="2113680"/>
            <a:ext cx="2207695" cy="283845"/>
            <a:chOff x="9630237" y="3564395"/>
            <a:chExt cx="2018127" cy="283845"/>
          </a:xfrm>
        </p:grpSpPr>
        <p:sp>
          <p:nvSpPr>
            <p:cNvPr id="93" name="object 146">
              <a:extLst>
                <a:ext uri="{FF2B5EF4-FFF2-40B4-BE49-F238E27FC236}">
                  <a16:creationId xmlns:a16="http://schemas.microsoft.com/office/drawing/2014/main" id="{07ABE228-6590-D9B1-86CE-702FC46111A1}"/>
                </a:ext>
              </a:extLst>
            </p:cNvPr>
            <p:cNvSpPr txBox="1"/>
            <p:nvPr/>
          </p:nvSpPr>
          <p:spPr>
            <a:xfrm>
              <a:off x="9903475" y="3636590"/>
              <a:ext cx="1744889" cy="167354"/>
            </a:xfrm>
            <a:prstGeom prst="rect">
              <a:avLst/>
            </a:prstGeom>
          </p:spPr>
          <p:txBody>
            <a:bodyPr vert="horz" wrap="square" lIns="0" tIns="13335" rIns="0" bIns="0" rtlCol="0">
              <a:spAutoFit/>
            </a:bodyPr>
            <a:lstStyle/>
            <a:p>
              <a:pPr marL="12700" marR="5080">
                <a:spcBef>
                  <a:spcPts val="105"/>
                </a:spcBef>
                <a:defRPr/>
              </a:pPr>
              <a:r>
                <a:rPr lang="en-US" sz="1000" b="1" dirty="0">
                  <a:solidFill>
                    <a:prstClr val="black"/>
                  </a:solidFill>
                  <a:latin typeface="+mj-lt"/>
                  <a:cs typeface="Open Sans"/>
                </a:rPr>
                <a:t>SKILL GAP ANALYSIS</a:t>
              </a:r>
              <a:endParaRPr lang="en-US" sz="1000" dirty="0">
                <a:solidFill>
                  <a:prstClr val="black"/>
                </a:solidFill>
                <a:latin typeface="+mj-lt"/>
                <a:cs typeface="Open Sans"/>
              </a:endParaRPr>
            </a:p>
          </p:txBody>
        </p:sp>
        <p:sp>
          <p:nvSpPr>
            <p:cNvPr id="94" name="object 147">
              <a:extLst>
                <a:ext uri="{FF2B5EF4-FFF2-40B4-BE49-F238E27FC236}">
                  <a16:creationId xmlns:a16="http://schemas.microsoft.com/office/drawing/2014/main" id="{E1A6773C-9FAC-3D17-EA6F-4247DD259FC1}"/>
                </a:ext>
              </a:extLst>
            </p:cNvPr>
            <p:cNvSpPr/>
            <p:nvPr/>
          </p:nvSpPr>
          <p:spPr>
            <a:xfrm rot="16200000">
              <a:off x="9527367" y="3667265"/>
              <a:ext cx="283845" cy="78105"/>
            </a:xfrm>
            <a:custGeom>
              <a:avLst/>
              <a:gdLst/>
              <a:ahLst/>
              <a:cxnLst/>
              <a:rect l="l" t="t" r="r" b="b"/>
              <a:pathLst>
                <a:path w="283845" h="78104">
                  <a:moveTo>
                    <a:pt x="0" y="0"/>
                  </a:moveTo>
                  <a:lnTo>
                    <a:pt x="141731" y="77723"/>
                  </a:lnTo>
                  <a:lnTo>
                    <a:pt x="283464" y="0"/>
                  </a:lnTo>
                  <a:lnTo>
                    <a:pt x="0" y="0"/>
                  </a:lnTo>
                  <a:close/>
                </a:path>
              </a:pathLst>
            </a:custGeom>
            <a:solidFill>
              <a:srgbClr val="FDD300"/>
            </a:solidFill>
            <a:ln w="19812">
              <a:solidFill>
                <a:srgbClr val="FDD300"/>
              </a:solidFill>
            </a:ln>
          </p:spPr>
          <p:txBody>
            <a:bodyPr wrap="square" lIns="0" tIns="0" rIns="0" bIns="0" rtlCol="0"/>
            <a:lstStyle/>
            <a:p>
              <a:pPr>
                <a:defRPr/>
              </a:pPr>
              <a:endParaRPr sz="2800" dirty="0">
                <a:solidFill>
                  <a:prstClr val="black"/>
                </a:solidFill>
                <a:latin typeface="+mj-lt"/>
              </a:endParaRPr>
            </a:p>
          </p:txBody>
        </p:sp>
      </p:grpSp>
      <p:grpSp>
        <p:nvGrpSpPr>
          <p:cNvPr id="95" name="Group 94">
            <a:extLst>
              <a:ext uri="{FF2B5EF4-FFF2-40B4-BE49-F238E27FC236}">
                <a16:creationId xmlns:a16="http://schemas.microsoft.com/office/drawing/2014/main" id="{E41A386C-4E6D-88DE-25AF-B7B4AB016DE0}"/>
              </a:ext>
            </a:extLst>
          </p:cNvPr>
          <p:cNvGrpSpPr/>
          <p:nvPr/>
        </p:nvGrpSpPr>
        <p:grpSpPr>
          <a:xfrm>
            <a:off x="9668439" y="2769473"/>
            <a:ext cx="2187265" cy="283845"/>
            <a:chOff x="9630237" y="4093012"/>
            <a:chExt cx="1999451" cy="283845"/>
          </a:xfrm>
        </p:grpSpPr>
        <p:sp>
          <p:nvSpPr>
            <p:cNvPr id="96" name="object 146">
              <a:extLst>
                <a:ext uri="{FF2B5EF4-FFF2-40B4-BE49-F238E27FC236}">
                  <a16:creationId xmlns:a16="http://schemas.microsoft.com/office/drawing/2014/main" id="{98F74463-8FE2-018D-6F1C-DC249BF7749C}"/>
                </a:ext>
              </a:extLst>
            </p:cNvPr>
            <p:cNvSpPr txBox="1"/>
            <p:nvPr/>
          </p:nvSpPr>
          <p:spPr>
            <a:xfrm>
              <a:off x="9884799" y="4131935"/>
              <a:ext cx="1744889" cy="167354"/>
            </a:xfrm>
            <a:prstGeom prst="rect">
              <a:avLst/>
            </a:prstGeom>
          </p:spPr>
          <p:txBody>
            <a:bodyPr vert="horz" wrap="square" lIns="0" tIns="13335" rIns="0" bIns="0" rtlCol="0">
              <a:spAutoFit/>
            </a:bodyPr>
            <a:lstStyle/>
            <a:p>
              <a:pPr marL="12700" marR="5080">
                <a:spcBef>
                  <a:spcPts val="105"/>
                </a:spcBef>
                <a:defRPr/>
              </a:pPr>
              <a:r>
                <a:rPr lang="en-US" sz="1000" b="1" spc="-5" dirty="0">
                  <a:solidFill>
                    <a:prstClr val="black"/>
                  </a:solidFill>
                  <a:latin typeface="+mj-lt"/>
                  <a:cs typeface="Open Sans"/>
                </a:rPr>
                <a:t>TECHNOLOGY CHOICES</a:t>
              </a:r>
              <a:endParaRPr lang="en-US" sz="1000" dirty="0">
                <a:solidFill>
                  <a:prstClr val="black"/>
                </a:solidFill>
                <a:latin typeface="+mj-lt"/>
                <a:cs typeface="Open Sans"/>
              </a:endParaRPr>
            </a:p>
          </p:txBody>
        </p:sp>
        <p:sp>
          <p:nvSpPr>
            <p:cNvPr id="97" name="object 147">
              <a:extLst>
                <a:ext uri="{FF2B5EF4-FFF2-40B4-BE49-F238E27FC236}">
                  <a16:creationId xmlns:a16="http://schemas.microsoft.com/office/drawing/2014/main" id="{0C0EE0CD-CA8D-1EF6-345F-780CE76816BB}"/>
                </a:ext>
              </a:extLst>
            </p:cNvPr>
            <p:cNvSpPr/>
            <p:nvPr/>
          </p:nvSpPr>
          <p:spPr>
            <a:xfrm rot="16200000">
              <a:off x="9527367" y="4195882"/>
              <a:ext cx="283845" cy="78105"/>
            </a:xfrm>
            <a:custGeom>
              <a:avLst/>
              <a:gdLst/>
              <a:ahLst/>
              <a:cxnLst/>
              <a:rect l="l" t="t" r="r" b="b"/>
              <a:pathLst>
                <a:path w="283845" h="78104">
                  <a:moveTo>
                    <a:pt x="0" y="0"/>
                  </a:moveTo>
                  <a:lnTo>
                    <a:pt x="141731" y="77723"/>
                  </a:lnTo>
                  <a:lnTo>
                    <a:pt x="283464" y="0"/>
                  </a:lnTo>
                  <a:lnTo>
                    <a:pt x="0" y="0"/>
                  </a:lnTo>
                  <a:close/>
                </a:path>
              </a:pathLst>
            </a:custGeom>
            <a:solidFill>
              <a:srgbClr val="34F0FF"/>
            </a:solidFill>
            <a:ln w="19812">
              <a:solidFill>
                <a:srgbClr val="34F0FF"/>
              </a:solidFill>
            </a:ln>
          </p:spPr>
          <p:txBody>
            <a:bodyPr wrap="square" lIns="0" tIns="0" rIns="0" bIns="0" rtlCol="0"/>
            <a:lstStyle/>
            <a:p>
              <a:pPr>
                <a:defRPr/>
              </a:pPr>
              <a:endParaRPr sz="2800" dirty="0">
                <a:solidFill>
                  <a:prstClr val="black"/>
                </a:solidFill>
                <a:latin typeface="+mj-lt"/>
              </a:endParaRPr>
            </a:p>
          </p:txBody>
        </p:sp>
      </p:grpSp>
      <p:grpSp>
        <p:nvGrpSpPr>
          <p:cNvPr id="98" name="Group 97">
            <a:extLst>
              <a:ext uri="{FF2B5EF4-FFF2-40B4-BE49-F238E27FC236}">
                <a16:creationId xmlns:a16="http://schemas.microsoft.com/office/drawing/2014/main" id="{3D074BFA-D04C-4617-9FCE-97586FDE9763}"/>
              </a:ext>
            </a:extLst>
          </p:cNvPr>
          <p:cNvGrpSpPr/>
          <p:nvPr/>
        </p:nvGrpSpPr>
        <p:grpSpPr>
          <a:xfrm>
            <a:off x="9668439" y="4081059"/>
            <a:ext cx="2187265" cy="341015"/>
            <a:chOff x="9630237" y="5250565"/>
            <a:chExt cx="1999451" cy="341015"/>
          </a:xfrm>
        </p:grpSpPr>
        <p:sp>
          <p:nvSpPr>
            <p:cNvPr id="99" name="object 146">
              <a:extLst>
                <a:ext uri="{FF2B5EF4-FFF2-40B4-BE49-F238E27FC236}">
                  <a16:creationId xmlns:a16="http://schemas.microsoft.com/office/drawing/2014/main" id="{695827DF-EC20-CF02-0DB2-6C159E369618}"/>
                </a:ext>
              </a:extLst>
            </p:cNvPr>
            <p:cNvSpPr txBox="1"/>
            <p:nvPr/>
          </p:nvSpPr>
          <p:spPr>
            <a:xfrm>
              <a:off x="9884799" y="5270338"/>
              <a:ext cx="1744889" cy="321242"/>
            </a:xfrm>
            <a:prstGeom prst="rect">
              <a:avLst/>
            </a:prstGeom>
          </p:spPr>
          <p:txBody>
            <a:bodyPr vert="horz" wrap="square" lIns="0" tIns="13335" rIns="0" bIns="0" rtlCol="0">
              <a:spAutoFit/>
            </a:bodyPr>
            <a:lstStyle/>
            <a:p>
              <a:pPr marL="12700" marR="5080">
                <a:spcBef>
                  <a:spcPts val="105"/>
                </a:spcBef>
                <a:defRPr/>
              </a:pPr>
              <a:r>
                <a:rPr lang="en-US" sz="1000" b="1" dirty="0">
                  <a:solidFill>
                    <a:prstClr val="black"/>
                  </a:solidFill>
                  <a:latin typeface="+mj-lt"/>
                  <a:cs typeface="Open Sans"/>
                </a:rPr>
                <a:t>USE-CASE PRIORITIZATION FRAMEWORK</a:t>
              </a:r>
              <a:endParaRPr lang="en-US" sz="1000" dirty="0">
                <a:solidFill>
                  <a:prstClr val="black"/>
                </a:solidFill>
                <a:latin typeface="+mj-lt"/>
                <a:cs typeface="Open Sans"/>
              </a:endParaRPr>
            </a:p>
          </p:txBody>
        </p:sp>
        <p:sp>
          <p:nvSpPr>
            <p:cNvPr id="100" name="object 147">
              <a:extLst>
                <a:ext uri="{FF2B5EF4-FFF2-40B4-BE49-F238E27FC236}">
                  <a16:creationId xmlns:a16="http://schemas.microsoft.com/office/drawing/2014/main" id="{27C91D94-636D-8C04-F296-E2BBFD1B5949}"/>
                </a:ext>
              </a:extLst>
            </p:cNvPr>
            <p:cNvSpPr/>
            <p:nvPr/>
          </p:nvSpPr>
          <p:spPr>
            <a:xfrm rot="16200000">
              <a:off x="9527367" y="5353435"/>
              <a:ext cx="283845" cy="78105"/>
            </a:xfrm>
            <a:custGeom>
              <a:avLst/>
              <a:gdLst/>
              <a:ahLst/>
              <a:cxnLst/>
              <a:rect l="l" t="t" r="r" b="b"/>
              <a:pathLst>
                <a:path w="283845" h="78104">
                  <a:moveTo>
                    <a:pt x="0" y="0"/>
                  </a:moveTo>
                  <a:lnTo>
                    <a:pt x="141731" y="77723"/>
                  </a:lnTo>
                  <a:lnTo>
                    <a:pt x="283464" y="0"/>
                  </a:lnTo>
                  <a:lnTo>
                    <a:pt x="0" y="0"/>
                  </a:lnTo>
                  <a:close/>
                </a:path>
              </a:pathLst>
            </a:custGeom>
            <a:solidFill>
              <a:srgbClr val="86F200"/>
            </a:solidFill>
            <a:ln w="19812">
              <a:solidFill>
                <a:srgbClr val="86F200"/>
              </a:solidFill>
            </a:ln>
          </p:spPr>
          <p:txBody>
            <a:bodyPr wrap="square" lIns="0" tIns="0" rIns="0" bIns="0" rtlCol="0"/>
            <a:lstStyle/>
            <a:p>
              <a:pPr>
                <a:defRPr/>
              </a:pPr>
              <a:endParaRPr sz="2800" dirty="0">
                <a:solidFill>
                  <a:prstClr val="black"/>
                </a:solidFill>
                <a:latin typeface="+mj-lt"/>
              </a:endParaRPr>
            </a:p>
          </p:txBody>
        </p:sp>
      </p:grpSp>
      <p:grpSp>
        <p:nvGrpSpPr>
          <p:cNvPr id="101" name="Group 100">
            <a:extLst>
              <a:ext uri="{FF2B5EF4-FFF2-40B4-BE49-F238E27FC236}">
                <a16:creationId xmlns:a16="http://schemas.microsoft.com/office/drawing/2014/main" id="{5201C869-1046-A553-7D83-BA08E4ECD46A}"/>
              </a:ext>
            </a:extLst>
          </p:cNvPr>
          <p:cNvGrpSpPr/>
          <p:nvPr/>
        </p:nvGrpSpPr>
        <p:grpSpPr>
          <a:xfrm>
            <a:off x="9677937" y="4794020"/>
            <a:ext cx="2164001" cy="283845"/>
            <a:chOff x="9630237" y="5679724"/>
            <a:chExt cx="1978185" cy="283845"/>
          </a:xfrm>
        </p:grpSpPr>
        <p:sp>
          <p:nvSpPr>
            <p:cNvPr id="102" name="object 147">
              <a:extLst>
                <a:ext uri="{FF2B5EF4-FFF2-40B4-BE49-F238E27FC236}">
                  <a16:creationId xmlns:a16="http://schemas.microsoft.com/office/drawing/2014/main" id="{4E7D9710-6443-EAD1-6FA9-887D2F8486C4}"/>
                </a:ext>
              </a:extLst>
            </p:cNvPr>
            <p:cNvSpPr/>
            <p:nvPr/>
          </p:nvSpPr>
          <p:spPr>
            <a:xfrm rot="16200000">
              <a:off x="9527367" y="5782594"/>
              <a:ext cx="283845" cy="78105"/>
            </a:xfrm>
            <a:custGeom>
              <a:avLst/>
              <a:gdLst/>
              <a:ahLst/>
              <a:cxnLst/>
              <a:rect l="l" t="t" r="r" b="b"/>
              <a:pathLst>
                <a:path w="283845" h="78104">
                  <a:moveTo>
                    <a:pt x="0" y="0"/>
                  </a:moveTo>
                  <a:lnTo>
                    <a:pt x="141731" y="77723"/>
                  </a:lnTo>
                  <a:lnTo>
                    <a:pt x="283464" y="0"/>
                  </a:lnTo>
                  <a:lnTo>
                    <a:pt x="0" y="0"/>
                  </a:lnTo>
                  <a:close/>
                </a:path>
              </a:pathLst>
            </a:custGeom>
            <a:solidFill>
              <a:srgbClr val="86F200"/>
            </a:solidFill>
            <a:ln w="19812">
              <a:solidFill>
                <a:srgbClr val="86F200"/>
              </a:solidFill>
            </a:ln>
          </p:spPr>
          <p:txBody>
            <a:bodyPr wrap="square" lIns="0" tIns="0" rIns="0" bIns="0" rtlCol="0"/>
            <a:lstStyle/>
            <a:p>
              <a:pPr>
                <a:defRPr/>
              </a:pPr>
              <a:endParaRPr sz="2800" dirty="0">
                <a:solidFill>
                  <a:prstClr val="black"/>
                </a:solidFill>
                <a:latin typeface="+mj-lt"/>
              </a:endParaRPr>
            </a:p>
          </p:txBody>
        </p:sp>
        <p:sp>
          <p:nvSpPr>
            <p:cNvPr id="103" name="object 146">
              <a:extLst>
                <a:ext uri="{FF2B5EF4-FFF2-40B4-BE49-F238E27FC236}">
                  <a16:creationId xmlns:a16="http://schemas.microsoft.com/office/drawing/2014/main" id="{1DE99692-A62E-A35C-61D4-02C26D92AE3B}"/>
                </a:ext>
              </a:extLst>
            </p:cNvPr>
            <p:cNvSpPr txBox="1"/>
            <p:nvPr/>
          </p:nvSpPr>
          <p:spPr>
            <a:xfrm>
              <a:off x="9863533" y="5699497"/>
              <a:ext cx="1744889" cy="167354"/>
            </a:xfrm>
            <a:prstGeom prst="rect">
              <a:avLst/>
            </a:prstGeom>
          </p:spPr>
          <p:txBody>
            <a:bodyPr vert="horz" wrap="square" lIns="0" tIns="13335" rIns="0" bIns="0" rtlCol="0">
              <a:spAutoFit/>
            </a:bodyPr>
            <a:lstStyle/>
            <a:p>
              <a:pPr marL="12700" marR="5080">
                <a:spcBef>
                  <a:spcPts val="105"/>
                </a:spcBef>
                <a:defRPr/>
              </a:pPr>
              <a:r>
                <a:rPr lang="en-US" sz="1000" b="1" dirty="0">
                  <a:solidFill>
                    <a:prstClr val="black"/>
                  </a:solidFill>
                  <a:latin typeface="+mj-lt"/>
                  <a:cs typeface="Open Sans"/>
                </a:rPr>
                <a:t>AI CHARTER</a:t>
              </a:r>
            </a:p>
          </p:txBody>
        </p:sp>
      </p:grpSp>
      <p:grpSp>
        <p:nvGrpSpPr>
          <p:cNvPr id="104" name="Group 103">
            <a:extLst>
              <a:ext uri="{FF2B5EF4-FFF2-40B4-BE49-F238E27FC236}">
                <a16:creationId xmlns:a16="http://schemas.microsoft.com/office/drawing/2014/main" id="{895252BA-0B1E-F9FD-B782-72B7B322FFA9}"/>
              </a:ext>
            </a:extLst>
          </p:cNvPr>
          <p:cNvGrpSpPr/>
          <p:nvPr/>
        </p:nvGrpSpPr>
        <p:grpSpPr>
          <a:xfrm>
            <a:off x="9668439" y="3425266"/>
            <a:ext cx="2187265" cy="283845"/>
            <a:chOff x="9630237" y="4701925"/>
            <a:chExt cx="1999451" cy="283845"/>
          </a:xfrm>
        </p:grpSpPr>
        <p:sp>
          <p:nvSpPr>
            <p:cNvPr id="105" name="object 146">
              <a:extLst>
                <a:ext uri="{FF2B5EF4-FFF2-40B4-BE49-F238E27FC236}">
                  <a16:creationId xmlns:a16="http://schemas.microsoft.com/office/drawing/2014/main" id="{80B807B6-E845-B87C-7D23-78C0B0BC7DB7}"/>
                </a:ext>
              </a:extLst>
            </p:cNvPr>
            <p:cNvSpPr txBox="1"/>
            <p:nvPr/>
          </p:nvSpPr>
          <p:spPr>
            <a:xfrm>
              <a:off x="9884799" y="4721698"/>
              <a:ext cx="1744889" cy="167354"/>
            </a:xfrm>
            <a:prstGeom prst="rect">
              <a:avLst/>
            </a:prstGeom>
          </p:spPr>
          <p:txBody>
            <a:bodyPr vert="horz" wrap="square" lIns="0" tIns="13335" rIns="0" bIns="0" rtlCol="0">
              <a:spAutoFit/>
            </a:bodyPr>
            <a:lstStyle/>
            <a:p>
              <a:pPr marL="12700" marR="5080">
                <a:spcBef>
                  <a:spcPts val="105"/>
                </a:spcBef>
                <a:defRPr/>
              </a:pPr>
              <a:r>
                <a:rPr lang="en-US" sz="1000" b="1" dirty="0">
                  <a:solidFill>
                    <a:prstClr val="black"/>
                  </a:solidFill>
                  <a:latin typeface="+mj-lt"/>
                  <a:cs typeface="Open Sans"/>
                </a:rPr>
                <a:t>ROI FRAMEWORK</a:t>
              </a:r>
              <a:endParaRPr lang="en-US" sz="1000" dirty="0">
                <a:solidFill>
                  <a:prstClr val="black"/>
                </a:solidFill>
                <a:latin typeface="+mj-lt"/>
                <a:cs typeface="Open Sans"/>
              </a:endParaRPr>
            </a:p>
          </p:txBody>
        </p:sp>
        <p:sp>
          <p:nvSpPr>
            <p:cNvPr id="106" name="object 147">
              <a:extLst>
                <a:ext uri="{FF2B5EF4-FFF2-40B4-BE49-F238E27FC236}">
                  <a16:creationId xmlns:a16="http://schemas.microsoft.com/office/drawing/2014/main" id="{ACF06172-AEEA-4286-CB7D-B232C271737E}"/>
                </a:ext>
              </a:extLst>
            </p:cNvPr>
            <p:cNvSpPr/>
            <p:nvPr/>
          </p:nvSpPr>
          <p:spPr>
            <a:xfrm rot="16200000">
              <a:off x="9527367" y="4804795"/>
              <a:ext cx="283845" cy="78105"/>
            </a:xfrm>
            <a:custGeom>
              <a:avLst/>
              <a:gdLst/>
              <a:ahLst/>
              <a:cxnLst/>
              <a:rect l="l" t="t" r="r" b="b"/>
              <a:pathLst>
                <a:path w="283845" h="78104">
                  <a:moveTo>
                    <a:pt x="0" y="0"/>
                  </a:moveTo>
                  <a:lnTo>
                    <a:pt x="141731" y="77723"/>
                  </a:lnTo>
                  <a:lnTo>
                    <a:pt x="283464" y="0"/>
                  </a:lnTo>
                  <a:lnTo>
                    <a:pt x="0" y="0"/>
                  </a:lnTo>
                  <a:close/>
                </a:path>
              </a:pathLst>
            </a:custGeom>
            <a:solidFill>
              <a:srgbClr val="86F200"/>
            </a:solidFill>
            <a:ln w="19812">
              <a:solidFill>
                <a:srgbClr val="86F200"/>
              </a:solidFill>
            </a:ln>
          </p:spPr>
          <p:txBody>
            <a:bodyPr wrap="square" lIns="0" tIns="0" rIns="0" bIns="0" rtlCol="0"/>
            <a:lstStyle/>
            <a:p>
              <a:pPr>
                <a:defRPr/>
              </a:pPr>
              <a:endParaRPr sz="2800" dirty="0">
                <a:solidFill>
                  <a:prstClr val="black"/>
                </a:solidFill>
                <a:latin typeface="+mj-lt"/>
              </a:endParaRPr>
            </a:p>
          </p:txBody>
        </p:sp>
      </p:grpSp>
      <p:sp>
        <p:nvSpPr>
          <p:cNvPr id="107" name="Flowchart: Merge 106">
            <a:extLst>
              <a:ext uri="{FF2B5EF4-FFF2-40B4-BE49-F238E27FC236}">
                <a16:creationId xmlns:a16="http://schemas.microsoft.com/office/drawing/2014/main" id="{BC265EE9-B71B-C38E-2F28-62B60414E0AD}"/>
              </a:ext>
            </a:extLst>
          </p:cNvPr>
          <p:cNvSpPr/>
          <p:nvPr/>
        </p:nvSpPr>
        <p:spPr bwMode="gray">
          <a:xfrm rot="10800000">
            <a:off x="9623416" y="5118067"/>
            <a:ext cx="2024943" cy="115047"/>
          </a:xfrm>
          <a:prstGeom prst="flowChartMerge">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1600" b="1" i="0" u="none" strike="noStrike" kern="0" cap="none" spc="0" normalizeH="0" baseline="0" noProof="0" dirty="0">
              <a:ln>
                <a:noFill/>
              </a:ln>
              <a:solidFill>
                <a:srgbClr val="FFFFFF"/>
              </a:solidFill>
              <a:effectLst/>
              <a:uLnTx/>
              <a:uFillTx/>
              <a:latin typeface="+mj-lt"/>
            </a:endParaRPr>
          </a:p>
        </p:txBody>
      </p:sp>
      <p:grpSp>
        <p:nvGrpSpPr>
          <p:cNvPr id="108" name="Group 107">
            <a:extLst>
              <a:ext uri="{FF2B5EF4-FFF2-40B4-BE49-F238E27FC236}">
                <a16:creationId xmlns:a16="http://schemas.microsoft.com/office/drawing/2014/main" id="{52A68372-12A9-87C5-2543-2A6F06755D6B}"/>
              </a:ext>
            </a:extLst>
          </p:cNvPr>
          <p:cNvGrpSpPr/>
          <p:nvPr/>
        </p:nvGrpSpPr>
        <p:grpSpPr>
          <a:xfrm rot="16200000">
            <a:off x="-1404502" y="3189732"/>
            <a:ext cx="3735917" cy="272238"/>
            <a:chOff x="622169" y="5883836"/>
            <a:chExt cx="5547226" cy="236413"/>
          </a:xfrm>
        </p:grpSpPr>
        <p:grpSp>
          <p:nvGrpSpPr>
            <p:cNvPr id="109" name="Group 108">
              <a:extLst>
                <a:ext uri="{FF2B5EF4-FFF2-40B4-BE49-F238E27FC236}">
                  <a16:creationId xmlns:a16="http://schemas.microsoft.com/office/drawing/2014/main" id="{7987215A-EBE8-ADA8-C046-C6D597838F02}"/>
                </a:ext>
              </a:extLst>
            </p:cNvPr>
            <p:cNvGrpSpPr/>
            <p:nvPr/>
          </p:nvGrpSpPr>
          <p:grpSpPr>
            <a:xfrm>
              <a:off x="622169" y="5904913"/>
              <a:ext cx="2902206" cy="182977"/>
              <a:chOff x="622169" y="5904913"/>
              <a:chExt cx="2902206" cy="182977"/>
            </a:xfrm>
          </p:grpSpPr>
          <p:cxnSp>
            <p:nvCxnSpPr>
              <p:cNvPr id="113" name="Straight Connector 112">
                <a:extLst>
                  <a:ext uri="{FF2B5EF4-FFF2-40B4-BE49-F238E27FC236}">
                    <a16:creationId xmlns:a16="http://schemas.microsoft.com/office/drawing/2014/main" id="{6A03DF42-40BE-CBF3-C707-D655CDFFE2A3}"/>
                  </a:ext>
                </a:extLst>
              </p:cNvPr>
              <p:cNvCxnSpPr>
                <a:cxnSpLocks/>
              </p:cNvCxnSpPr>
              <p:nvPr/>
            </p:nvCxnSpPr>
            <p:spPr>
              <a:xfrm rot="5400000" flipH="1" flipV="1">
                <a:off x="2073271" y="4546218"/>
                <a:ext cx="1" cy="2902206"/>
              </a:xfrm>
              <a:prstGeom prst="line">
                <a:avLst/>
              </a:prstGeom>
              <a:noFill/>
              <a:ln w="57150" cap="flat" cmpd="sng" algn="ctr">
                <a:solidFill>
                  <a:srgbClr val="FDD300"/>
                </a:solidFill>
                <a:prstDash val="solid"/>
                <a:miter lim="800000"/>
              </a:ln>
              <a:effectLst/>
            </p:spPr>
          </p:cxnSp>
          <p:sp>
            <p:nvSpPr>
              <p:cNvPr id="114" name="TextBox 113">
                <a:extLst>
                  <a:ext uri="{FF2B5EF4-FFF2-40B4-BE49-F238E27FC236}">
                    <a16:creationId xmlns:a16="http://schemas.microsoft.com/office/drawing/2014/main" id="{7AB7866F-84E8-4643-F69F-B8656CD0FFE1}"/>
                  </a:ext>
                </a:extLst>
              </p:cNvPr>
              <p:cNvSpPr txBox="1"/>
              <p:nvPr/>
            </p:nvSpPr>
            <p:spPr>
              <a:xfrm>
                <a:off x="1587772" y="5904913"/>
                <a:ext cx="895656" cy="182977"/>
              </a:xfrm>
              <a:prstGeom prst="rect">
                <a:avLst/>
              </a:prstGeom>
              <a:solidFill>
                <a:srgbClr val="FFFFFF"/>
              </a:solidFill>
              <a:ln>
                <a:solidFill>
                  <a:srgbClr val="FDD300"/>
                </a:solidFill>
              </a:ln>
            </p:spPr>
            <p:txBody>
              <a:bodyPr wrap="none" lIns="36000" tIns="36000" rIns="36000" bIns="36000" rtlCol="0" anchor="ctr">
                <a:noAutofit/>
              </a:bodyPr>
              <a:lstStyle/>
              <a:p>
                <a:pPr marL="0" marR="0" lvl="0" indent="0" algn="ctr" defTabSz="914400" eaLnBrk="1" fontAlgn="auto" latinLnBrk="0" hangingPunct="1">
                  <a:lnSpc>
                    <a:spcPct val="100000"/>
                  </a:lnSpc>
                  <a:spcBef>
                    <a:spcPts val="600"/>
                  </a:spcBef>
                  <a:spcAft>
                    <a:spcPts val="0"/>
                  </a:spcAft>
                  <a:buClrTx/>
                  <a:buSzPct val="100000"/>
                  <a:buFontTx/>
                  <a:buNone/>
                  <a:tabLst/>
                  <a:defRPr/>
                </a:pPr>
                <a:r>
                  <a:rPr kumimoji="0" lang="en-US" sz="1050" b="1" i="0" u="none" strike="noStrike" kern="0" cap="none" spc="0" normalizeH="0" baseline="0" noProof="0" dirty="0">
                    <a:ln>
                      <a:noFill/>
                    </a:ln>
                    <a:solidFill>
                      <a:srgbClr val="313131"/>
                    </a:solidFill>
                    <a:effectLst/>
                    <a:uLnTx/>
                    <a:uFillTx/>
                    <a:latin typeface="+mj-lt"/>
                  </a:rPr>
                  <a:t>PHASE I</a:t>
                </a:r>
                <a:endParaRPr kumimoji="0" lang="en-IN" sz="1050" b="1" i="0" u="none" strike="noStrike" kern="0" cap="none" spc="0" normalizeH="0" baseline="0" noProof="0" dirty="0">
                  <a:ln>
                    <a:noFill/>
                  </a:ln>
                  <a:solidFill>
                    <a:srgbClr val="313131"/>
                  </a:solidFill>
                  <a:effectLst/>
                  <a:uLnTx/>
                  <a:uFillTx/>
                  <a:latin typeface="+mj-lt"/>
                </a:endParaRPr>
              </a:p>
            </p:txBody>
          </p:sp>
        </p:grpSp>
        <p:grpSp>
          <p:nvGrpSpPr>
            <p:cNvPr id="110" name="Group 109">
              <a:extLst>
                <a:ext uri="{FF2B5EF4-FFF2-40B4-BE49-F238E27FC236}">
                  <a16:creationId xmlns:a16="http://schemas.microsoft.com/office/drawing/2014/main" id="{12D5EB1B-601B-1D93-456F-5DC1E59726E0}"/>
                </a:ext>
              </a:extLst>
            </p:cNvPr>
            <p:cNvGrpSpPr/>
            <p:nvPr/>
          </p:nvGrpSpPr>
          <p:grpSpPr>
            <a:xfrm>
              <a:off x="3800882" y="5883836"/>
              <a:ext cx="2368513" cy="236413"/>
              <a:chOff x="3800882" y="5883836"/>
              <a:chExt cx="2368513" cy="236413"/>
            </a:xfrm>
          </p:grpSpPr>
          <p:cxnSp>
            <p:nvCxnSpPr>
              <p:cNvPr id="111" name="Straight Connector 110">
                <a:extLst>
                  <a:ext uri="{FF2B5EF4-FFF2-40B4-BE49-F238E27FC236}">
                    <a16:creationId xmlns:a16="http://schemas.microsoft.com/office/drawing/2014/main" id="{9EF66E33-CB97-CAF5-A56C-7D01DFC89A17}"/>
                  </a:ext>
                </a:extLst>
              </p:cNvPr>
              <p:cNvCxnSpPr>
                <a:cxnSpLocks/>
              </p:cNvCxnSpPr>
              <p:nvPr/>
            </p:nvCxnSpPr>
            <p:spPr>
              <a:xfrm rot="5400000" flipV="1">
                <a:off x="4985139" y="4807283"/>
                <a:ext cx="0" cy="2368513"/>
              </a:xfrm>
              <a:prstGeom prst="line">
                <a:avLst/>
              </a:prstGeom>
              <a:noFill/>
              <a:ln w="57150" cap="flat" cmpd="sng" algn="ctr">
                <a:solidFill>
                  <a:srgbClr val="34F0FF"/>
                </a:solidFill>
                <a:prstDash val="solid"/>
                <a:miter lim="800000"/>
              </a:ln>
              <a:effectLst/>
            </p:spPr>
          </p:cxnSp>
          <p:sp>
            <p:nvSpPr>
              <p:cNvPr id="112" name="TextBox 111">
                <a:extLst>
                  <a:ext uri="{FF2B5EF4-FFF2-40B4-BE49-F238E27FC236}">
                    <a16:creationId xmlns:a16="http://schemas.microsoft.com/office/drawing/2014/main" id="{D5FD51C1-FFBC-B5E3-0ED9-070AECE9D85E}"/>
                  </a:ext>
                </a:extLst>
              </p:cNvPr>
              <p:cNvSpPr txBox="1"/>
              <p:nvPr/>
            </p:nvSpPr>
            <p:spPr>
              <a:xfrm>
                <a:off x="4598772" y="5883836"/>
                <a:ext cx="833237" cy="236413"/>
              </a:xfrm>
              <a:prstGeom prst="rect">
                <a:avLst/>
              </a:prstGeom>
              <a:solidFill>
                <a:srgbClr val="FFFFFF"/>
              </a:solidFill>
              <a:ln>
                <a:solidFill>
                  <a:srgbClr val="86F200"/>
                </a:solidFill>
              </a:ln>
            </p:spPr>
            <p:txBody>
              <a:bodyPr wrap="none" lIns="36000" tIns="36000" rIns="36000" bIns="36000" rtlCol="0" anchor="ctr">
                <a:noAutofit/>
              </a:bodyPr>
              <a:lstStyle/>
              <a:p>
                <a:pPr marL="0" marR="0" lvl="0" indent="0" algn="ctr" defTabSz="914400" eaLnBrk="1" fontAlgn="auto" latinLnBrk="0" hangingPunct="1">
                  <a:lnSpc>
                    <a:spcPct val="100000"/>
                  </a:lnSpc>
                  <a:spcBef>
                    <a:spcPts val="600"/>
                  </a:spcBef>
                  <a:spcAft>
                    <a:spcPts val="0"/>
                  </a:spcAft>
                  <a:buClrTx/>
                  <a:buSzPct val="100000"/>
                  <a:buFontTx/>
                  <a:buNone/>
                  <a:tabLst/>
                  <a:defRPr/>
                </a:pPr>
                <a:r>
                  <a:rPr kumimoji="0" lang="en-US" sz="1050" b="1" i="0" u="none" strike="noStrike" kern="0" cap="none" spc="0" normalizeH="0" baseline="0" noProof="0" dirty="0">
                    <a:ln>
                      <a:noFill/>
                    </a:ln>
                    <a:solidFill>
                      <a:srgbClr val="313131"/>
                    </a:solidFill>
                    <a:effectLst/>
                    <a:uLnTx/>
                    <a:uFillTx/>
                    <a:latin typeface="+mj-lt"/>
                  </a:rPr>
                  <a:t>PHASE II</a:t>
                </a:r>
                <a:endParaRPr kumimoji="0" lang="en-IN" sz="1050" b="1" i="0" u="none" strike="noStrike" kern="0" cap="none" spc="0" normalizeH="0" baseline="0" noProof="0" dirty="0">
                  <a:ln>
                    <a:noFill/>
                  </a:ln>
                  <a:solidFill>
                    <a:srgbClr val="313131"/>
                  </a:solidFill>
                  <a:effectLst/>
                  <a:uLnTx/>
                  <a:uFillTx/>
                  <a:latin typeface="+mj-lt"/>
                </a:endParaRPr>
              </a:p>
            </p:txBody>
          </p:sp>
        </p:grpSp>
      </p:grpSp>
      <p:cxnSp>
        <p:nvCxnSpPr>
          <p:cNvPr id="116" name="Straight Connector 115">
            <a:extLst>
              <a:ext uri="{FF2B5EF4-FFF2-40B4-BE49-F238E27FC236}">
                <a16:creationId xmlns:a16="http://schemas.microsoft.com/office/drawing/2014/main" id="{91AE4B5B-5652-BD6E-A72D-86458450826F}"/>
              </a:ext>
            </a:extLst>
          </p:cNvPr>
          <p:cNvCxnSpPr>
            <a:cxnSpLocks/>
          </p:cNvCxnSpPr>
          <p:nvPr/>
        </p:nvCxnSpPr>
        <p:spPr>
          <a:xfrm flipV="1">
            <a:off x="445169" y="2515667"/>
            <a:ext cx="0" cy="547921"/>
          </a:xfrm>
          <a:prstGeom prst="line">
            <a:avLst/>
          </a:prstGeom>
          <a:noFill/>
          <a:ln w="57150" cap="flat" cmpd="sng" algn="ctr">
            <a:solidFill>
              <a:srgbClr val="787878"/>
            </a:solidFill>
            <a:prstDash val="solid"/>
            <a:miter lim="800000"/>
          </a:ln>
          <a:effectLst/>
        </p:spPr>
      </p:cxnSp>
      <p:sp>
        <p:nvSpPr>
          <p:cNvPr id="117" name="Rectangle 116">
            <a:extLst>
              <a:ext uri="{FF2B5EF4-FFF2-40B4-BE49-F238E27FC236}">
                <a16:creationId xmlns:a16="http://schemas.microsoft.com/office/drawing/2014/main" id="{F7015C6F-DE8A-1F5D-9A30-A9EF10C391E6}"/>
              </a:ext>
            </a:extLst>
          </p:cNvPr>
          <p:cNvSpPr/>
          <p:nvPr/>
        </p:nvSpPr>
        <p:spPr bwMode="gray">
          <a:xfrm>
            <a:off x="469900" y="5437380"/>
            <a:ext cx="11252200" cy="872428"/>
          </a:xfrm>
          <a:prstGeom prst="rect">
            <a:avLst/>
          </a:prstGeom>
          <a:solidFill>
            <a:srgbClr val="FFFFFF">
              <a:lumMod val="95000"/>
            </a:srgbClr>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0" cap="none" spc="0" normalizeH="0" baseline="0" noProof="0" dirty="0">
              <a:ln>
                <a:noFill/>
              </a:ln>
              <a:solidFill>
                <a:srgbClr val="FFFFFF"/>
              </a:solidFill>
              <a:effectLst/>
              <a:uLnTx/>
              <a:uFillTx/>
              <a:latin typeface="+mj-lt"/>
            </a:endParaRPr>
          </a:p>
        </p:txBody>
      </p:sp>
      <p:sp>
        <p:nvSpPr>
          <p:cNvPr id="118" name="Rectangle: Rounded Corners 117">
            <a:extLst>
              <a:ext uri="{FF2B5EF4-FFF2-40B4-BE49-F238E27FC236}">
                <a16:creationId xmlns:a16="http://schemas.microsoft.com/office/drawing/2014/main" id="{CD3A7943-83D7-DCCD-74BF-94A3C6B51164}"/>
              </a:ext>
            </a:extLst>
          </p:cNvPr>
          <p:cNvSpPr/>
          <p:nvPr/>
        </p:nvSpPr>
        <p:spPr bwMode="gray">
          <a:xfrm>
            <a:off x="800939" y="5732282"/>
            <a:ext cx="1874323" cy="503815"/>
          </a:xfrm>
          <a:prstGeom prst="roundRect">
            <a:avLst/>
          </a:prstGeom>
          <a:solidFill>
            <a:srgbClr val="86F200">
              <a:lumMod val="60000"/>
              <a:lumOff val="40000"/>
            </a:srgbClr>
          </a:solidFill>
          <a:ln w="19050" algn="ctr">
            <a:noFill/>
            <a:miter lim="800000"/>
            <a:headEnd/>
            <a:tailEnd/>
          </a:ln>
        </p:spPr>
        <p:txBody>
          <a:bodyPr wrap="square" lIns="548640" tIns="88900" rIns="88900" bIns="88900" rtlCol="0" anchor="ctr"/>
          <a:lstStyle/>
          <a:p>
            <a:pPr marL="0" marR="0" lvl="0" indent="0" defTabSz="914400" eaLnBrk="1" fontAlgn="auto" latinLnBrk="0" hangingPunct="1">
              <a:lnSpc>
                <a:spcPct val="106000"/>
              </a:lnSpc>
              <a:spcBef>
                <a:spcPts val="0"/>
              </a:spcBef>
              <a:spcAft>
                <a:spcPts val="0"/>
              </a:spcAft>
              <a:buClrTx/>
              <a:buSzTx/>
              <a:buFont typeface="Wingdings 2" pitchFamily="18" charset="2"/>
              <a:buNone/>
              <a:tabLst/>
              <a:defRPr/>
            </a:pPr>
            <a:r>
              <a:rPr kumimoji="0" lang="en-US" sz="1200" b="1" i="0" u="none" strike="noStrike" kern="0" cap="none" spc="0" normalizeH="0" baseline="0" noProof="0" dirty="0">
                <a:ln>
                  <a:noFill/>
                </a:ln>
                <a:solidFill>
                  <a:srgbClr val="000000"/>
                </a:solidFill>
                <a:effectLst/>
                <a:uLnTx/>
                <a:uFillTx/>
                <a:latin typeface="+mj-lt"/>
              </a:rPr>
              <a:t>VALUE</a:t>
            </a:r>
          </a:p>
        </p:txBody>
      </p:sp>
      <p:sp>
        <p:nvSpPr>
          <p:cNvPr id="119" name="Rectangle: Rounded Corners 118">
            <a:extLst>
              <a:ext uri="{FF2B5EF4-FFF2-40B4-BE49-F238E27FC236}">
                <a16:creationId xmlns:a16="http://schemas.microsoft.com/office/drawing/2014/main" id="{4B5E7A8E-7DC4-AFB1-F128-1A5FC33A99A4}"/>
              </a:ext>
            </a:extLst>
          </p:cNvPr>
          <p:cNvSpPr/>
          <p:nvPr/>
        </p:nvSpPr>
        <p:spPr bwMode="gray">
          <a:xfrm>
            <a:off x="3690556" y="5732282"/>
            <a:ext cx="1874323" cy="503815"/>
          </a:xfrm>
          <a:prstGeom prst="roundRect">
            <a:avLst/>
          </a:prstGeom>
          <a:solidFill>
            <a:srgbClr val="34F0FF"/>
          </a:solidFill>
          <a:ln w="19050" algn="ctr">
            <a:noFill/>
            <a:miter lim="800000"/>
            <a:headEnd/>
            <a:tailEnd/>
          </a:ln>
        </p:spPr>
        <p:txBody>
          <a:bodyPr wrap="square" lIns="548640" tIns="88900" rIns="88900" bIns="88900" rtlCol="0" anchor="ctr"/>
          <a:lstStyle/>
          <a:p>
            <a:pPr>
              <a:lnSpc>
                <a:spcPct val="106000"/>
              </a:lnSpc>
              <a:buFont typeface="Wingdings 2" pitchFamily="18" charset="2"/>
              <a:buNone/>
            </a:pPr>
            <a:r>
              <a:rPr lang="en-US" sz="1200" b="1" dirty="0">
                <a:solidFill>
                  <a:srgbClr val="000000"/>
                </a:solidFill>
                <a:latin typeface="+mj-lt"/>
              </a:rPr>
              <a:t>ARCHITECTURE</a:t>
            </a:r>
          </a:p>
        </p:txBody>
      </p:sp>
      <p:sp>
        <p:nvSpPr>
          <p:cNvPr id="120" name="Rectangle: Rounded Corners 119">
            <a:extLst>
              <a:ext uri="{FF2B5EF4-FFF2-40B4-BE49-F238E27FC236}">
                <a16:creationId xmlns:a16="http://schemas.microsoft.com/office/drawing/2014/main" id="{D6F242E8-9AE2-B39B-BCDB-0606389CD42B}"/>
              </a:ext>
            </a:extLst>
          </p:cNvPr>
          <p:cNvSpPr/>
          <p:nvPr/>
        </p:nvSpPr>
        <p:spPr bwMode="gray">
          <a:xfrm>
            <a:off x="6580173" y="5732282"/>
            <a:ext cx="1874323" cy="503815"/>
          </a:xfrm>
          <a:prstGeom prst="roundRect">
            <a:avLst/>
          </a:prstGeom>
          <a:solidFill>
            <a:srgbClr val="FDD300"/>
          </a:solidFill>
          <a:ln w="19050" algn="ctr">
            <a:noFill/>
            <a:miter lim="800000"/>
            <a:headEnd/>
            <a:tailEnd/>
          </a:ln>
        </p:spPr>
        <p:txBody>
          <a:bodyPr wrap="square" lIns="548640" tIns="88900" rIns="88900" bIns="88900" rtlCol="0" anchor="ctr"/>
          <a:lstStyle/>
          <a:p>
            <a:pPr>
              <a:lnSpc>
                <a:spcPct val="106000"/>
              </a:lnSpc>
              <a:buFont typeface="Wingdings 2" pitchFamily="18" charset="2"/>
              <a:buNone/>
            </a:pPr>
            <a:r>
              <a:rPr lang="en-US" sz="1200" b="1" dirty="0">
                <a:solidFill>
                  <a:srgbClr val="000000"/>
                </a:solidFill>
                <a:latin typeface="+mj-lt"/>
              </a:rPr>
              <a:t>WORKFORCE</a:t>
            </a:r>
          </a:p>
        </p:txBody>
      </p:sp>
      <p:sp>
        <p:nvSpPr>
          <p:cNvPr id="121" name="Rectangle: Rounded Corners 120">
            <a:extLst>
              <a:ext uri="{FF2B5EF4-FFF2-40B4-BE49-F238E27FC236}">
                <a16:creationId xmlns:a16="http://schemas.microsoft.com/office/drawing/2014/main" id="{B49BF751-CBDF-4DD8-2BD2-17194AEEB5A5}"/>
              </a:ext>
            </a:extLst>
          </p:cNvPr>
          <p:cNvSpPr/>
          <p:nvPr/>
        </p:nvSpPr>
        <p:spPr bwMode="gray">
          <a:xfrm>
            <a:off x="9469790" y="5732282"/>
            <a:ext cx="1874323" cy="503815"/>
          </a:xfrm>
          <a:prstGeom prst="roundRect">
            <a:avLst/>
          </a:prstGeom>
          <a:solidFill>
            <a:srgbClr val="3EFAC5"/>
          </a:solidFill>
          <a:ln w="19050" algn="ctr">
            <a:noFill/>
            <a:miter lim="800000"/>
            <a:headEnd/>
            <a:tailEnd/>
          </a:ln>
        </p:spPr>
        <p:txBody>
          <a:bodyPr wrap="square" lIns="548640" tIns="88900" rIns="88900" bIns="88900" rtlCol="0" anchor="ctr"/>
          <a:lstStyle/>
          <a:p>
            <a:pPr>
              <a:lnSpc>
                <a:spcPct val="106000"/>
              </a:lnSpc>
              <a:buFont typeface="Wingdings 2" pitchFamily="18" charset="2"/>
              <a:buNone/>
            </a:pPr>
            <a:r>
              <a:rPr lang="en-US" sz="1200" b="1" dirty="0">
                <a:solidFill>
                  <a:srgbClr val="000000"/>
                </a:solidFill>
                <a:latin typeface="+mj-lt"/>
              </a:rPr>
              <a:t>GOVERNANCE</a:t>
            </a:r>
          </a:p>
        </p:txBody>
      </p:sp>
      <p:sp>
        <p:nvSpPr>
          <p:cNvPr id="122" name="TextBox 121">
            <a:extLst>
              <a:ext uri="{FF2B5EF4-FFF2-40B4-BE49-F238E27FC236}">
                <a16:creationId xmlns:a16="http://schemas.microsoft.com/office/drawing/2014/main" id="{CFD769EE-4012-C8B7-4407-09566BE5F3C2}"/>
              </a:ext>
            </a:extLst>
          </p:cNvPr>
          <p:cNvSpPr txBox="1"/>
          <p:nvPr/>
        </p:nvSpPr>
        <p:spPr>
          <a:xfrm>
            <a:off x="4748333" y="5443362"/>
            <a:ext cx="2520242" cy="261610"/>
          </a:xfrm>
          <a:prstGeom prst="rect">
            <a:avLst/>
          </a:prstGeom>
          <a:noFill/>
        </p:spPr>
        <p:txBody>
          <a:bodyPr wrap="none" rtlCol="0">
            <a:spAutoFit/>
          </a:bodyPr>
          <a:lstStyle/>
          <a:p>
            <a:pPr>
              <a:defRPr/>
            </a:pPr>
            <a:r>
              <a:rPr lang="en-US" sz="1100" b="1" i="1" dirty="0">
                <a:solidFill>
                  <a:prstClr val="black"/>
                </a:solidFill>
                <a:latin typeface="+mj-lt"/>
                <a:ea typeface="Verdana" panose="020B0604030504040204" pitchFamily="34" charset="0"/>
                <a:cs typeface="Verdana" panose="020B0604030504040204" pitchFamily="34" charset="0"/>
              </a:rPr>
              <a:t>… across four essential building blocks</a:t>
            </a:r>
          </a:p>
        </p:txBody>
      </p:sp>
      <p:grpSp>
        <p:nvGrpSpPr>
          <p:cNvPr id="123" name="Group 601">
            <a:extLst>
              <a:ext uri="{FF2B5EF4-FFF2-40B4-BE49-F238E27FC236}">
                <a16:creationId xmlns:a16="http://schemas.microsoft.com/office/drawing/2014/main" id="{A9CC2E18-4A32-9067-965E-D8ADA7FF52EF}"/>
              </a:ext>
            </a:extLst>
          </p:cNvPr>
          <p:cNvGrpSpPr>
            <a:grpSpLocks noChangeAspect="1"/>
          </p:cNvGrpSpPr>
          <p:nvPr/>
        </p:nvGrpSpPr>
        <p:grpSpPr bwMode="auto">
          <a:xfrm>
            <a:off x="932200" y="5798813"/>
            <a:ext cx="370763" cy="369676"/>
            <a:chOff x="7347" y="2263"/>
            <a:chExt cx="341" cy="340"/>
          </a:xfrm>
          <a:solidFill>
            <a:srgbClr val="000000"/>
          </a:solidFill>
        </p:grpSpPr>
        <p:sp>
          <p:nvSpPr>
            <p:cNvPr id="124" name="Freeform 602">
              <a:extLst>
                <a:ext uri="{FF2B5EF4-FFF2-40B4-BE49-F238E27FC236}">
                  <a16:creationId xmlns:a16="http://schemas.microsoft.com/office/drawing/2014/main" id="{A570A2AA-B9B7-2866-DE4D-9D22E65FE9C9}"/>
                </a:ext>
              </a:extLst>
            </p:cNvPr>
            <p:cNvSpPr>
              <a:spLocks noEditPoints="1"/>
            </p:cNvSpPr>
            <p:nvPr/>
          </p:nvSpPr>
          <p:spPr bwMode="auto">
            <a:xfrm>
              <a:off x="7439" y="2327"/>
              <a:ext cx="156" cy="212"/>
            </a:xfrm>
            <a:custGeom>
              <a:avLst/>
              <a:gdLst>
                <a:gd name="T0" fmla="*/ 224 w 235"/>
                <a:gd name="T1" fmla="*/ 149 h 320"/>
                <a:gd name="T2" fmla="*/ 43 w 235"/>
                <a:gd name="T3" fmla="*/ 149 h 320"/>
                <a:gd name="T4" fmla="*/ 43 w 235"/>
                <a:gd name="T5" fmla="*/ 96 h 320"/>
                <a:gd name="T6" fmla="*/ 118 w 235"/>
                <a:gd name="T7" fmla="*/ 21 h 320"/>
                <a:gd name="T8" fmla="*/ 192 w 235"/>
                <a:gd name="T9" fmla="*/ 96 h 320"/>
                <a:gd name="T10" fmla="*/ 192 w 235"/>
                <a:gd name="T11" fmla="*/ 106 h 320"/>
                <a:gd name="T12" fmla="*/ 203 w 235"/>
                <a:gd name="T13" fmla="*/ 117 h 320"/>
                <a:gd name="T14" fmla="*/ 214 w 235"/>
                <a:gd name="T15" fmla="*/ 106 h 320"/>
                <a:gd name="T16" fmla="*/ 214 w 235"/>
                <a:gd name="T17" fmla="*/ 96 h 320"/>
                <a:gd name="T18" fmla="*/ 118 w 235"/>
                <a:gd name="T19" fmla="*/ 0 h 320"/>
                <a:gd name="T20" fmla="*/ 22 w 235"/>
                <a:gd name="T21" fmla="*/ 96 h 320"/>
                <a:gd name="T22" fmla="*/ 22 w 235"/>
                <a:gd name="T23" fmla="*/ 149 h 320"/>
                <a:gd name="T24" fmla="*/ 11 w 235"/>
                <a:gd name="T25" fmla="*/ 149 h 320"/>
                <a:gd name="T26" fmla="*/ 0 w 235"/>
                <a:gd name="T27" fmla="*/ 160 h 320"/>
                <a:gd name="T28" fmla="*/ 0 w 235"/>
                <a:gd name="T29" fmla="*/ 309 h 320"/>
                <a:gd name="T30" fmla="*/ 11 w 235"/>
                <a:gd name="T31" fmla="*/ 320 h 320"/>
                <a:gd name="T32" fmla="*/ 224 w 235"/>
                <a:gd name="T33" fmla="*/ 320 h 320"/>
                <a:gd name="T34" fmla="*/ 235 w 235"/>
                <a:gd name="T35" fmla="*/ 309 h 320"/>
                <a:gd name="T36" fmla="*/ 235 w 235"/>
                <a:gd name="T37" fmla="*/ 160 h 320"/>
                <a:gd name="T38" fmla="*/ 224 w 235"/>
                <a:gd name="T39" fmla="*/ 149 h 320"/>
                <a:gd name="T40" fmla="*/ 214 w 235"/>
                <a:gd name="T41" fmla="*/ 298 h 320"/>
                <a:gd name="T42" fmla="*/ 22 w 235"/>
                <a:gd name="T43" fmla="*/ 298 h 320"/>
                <a:gd name="T44" fmla="*/ 22 w 235"/>
                <a:gd name="T45" fmla="*/ 170 h 320"/>
                <a:gd name="T46" fmla="*/ 214 w 235"/>
                <a:gd name="T47" fmla="*/ 170 h 320"/>
                <a:gd name="T48" fmla="*/ 214 w 235"/>
                <a:gd name="T49" fmla="*/ 298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35" h="320">
                  <a:moveTo>
                    <a:pt x="224" y="149"/>
                  </a:moveTo>
                  <a:cubicBezTo>
                    <a:pt x="43" y="149"/>
                    <a:pt x="43" y="149"/>
                    <a:pt x="43" y="149"/>
                  </a:cubicBezTo>
                  <a:cubicBezTo>
                    <a:pt x="43" y="96"/>
                    <a:pt x="43" y="96"/>
                    <a:pt x="43" y="96"/>
                  </a:cubicBezTo>
                  <a:cubicBezTo>
                    <a:pt x="43" y="54"/>
                    <a:pt x="76" y="21"/>
                    <a:pt x="118" y="21"/>
                  </a:cubicBezTo>
                  <a:cubicBezTo>
                    <a:pt x="159" y="21"/>
                    <a:pt x="192" y="54"/>
                    <a:pt x="192" y="96"/>
                  </a:cubicBezTo>
                  <a:cubicBezTo>
                    <a:pt x="192" y="106"/>
                    <a:pt x="192" y="106"/>
                    <a:pt x="192" y="106"/>
                  </a:cubicBezTo>
                  <a:cubicBezTo>
                    <a:pt x="192" y="112"/>
                    <a:pt x="197" y="117"/>
                    <a:pt x="203" y="117"/>
                  </a:cubicBezTo>
                  <a:cubicBezTo>
                    <a:pt x="209" y="117"/>
                    <a:pt x="214" y="112"/>
                    <a:pt x="214" y="106"/>
                  </a:cubicBezTo>
                  <a:cubicBezTo>
                    <a:pt x="214" y="96"/>
                    <a:pt x="214" y="96"/>
                    <a:pt x="214" y="96"/>
                  </a:cubicBezTo>
                  <a:cubicBezTo>
                    <a:pt x="214" y="43"/>
                    <a:pt x="171" y="0"/>
                    <a:pt x="118" y="0"/>
                  </a:cubicBezTo>
                  <a:cubicBezTo>
                    <a:pt x="65" y="0"/>
                    <a:pt x="22" y="43"/>
                    <a:pt x="22" y="96"/>
                  </a:cubicBezTo>
                  <a:cubicBezTo>
                    <a:pt x="22" y="149"/>
                    <a:pt x="22" y="149"/>
                    <a:pt x="22" y="149"/>
                  </a:cubicBezTo>
                  <a:cubicBezTo>
                    <a:pt x="11" y="149"/>
                    <a:pt x="11" y="149"/>
                    <a:pt x="11" y="149"/>
                  </a:cubicBezTo>
                  <a:cubicBezTo>
                    <a:pt x="5" y="149"/>
                    <a:pt x="0" y="154"/>
                    <a:pt x="0" y="160"/>
                  </a:cubicBezTo>
                  <a:cubicBezTo>
                    <a:pt x="0" y="309"/>
                    <a:pt x="0" y="309"/>
                    <a:pt x="0" y="309"/>
                  </a:cubicBezTo>
                  <a:cubicBezTo>
                    <a:pt x="0" y="315"/>
                    <a:pt x="5" y="320"/>
                    <a:pt x="11" y="320"/>
                  </a:cubicBezTo>
                  <a:cubicBezTo>
                    <a:pt x="224" y="320"/>
                    <a:pt x="224" y="320"/>
                    <a:pt x="224" y="320"/>
                  </a:cubicBezTo>
                  <a:cubicBezTo>
                    <a:pt x="230" y="320"/>
                    <a:pt x="235" y="315"/>
                    <a:pt x="235" y="309"/>
                  </a:cubicBezTo>
                  <a:cubicBezTo>
                    <a:pt x="235" y="160"/>
                    <a:pt x="235" y="160"/>
                    <a:pt x="235" y="160"/>
                  </a:cubicBezTo>
                  <a:cubicBezTo>
                    <a:pt x="235" y="154"/>
                    <a:pt x="230" y="149"/>
                    <a:pt x="224" y="149"/>
                  </a:cubicBezTo>
                  <a:close/>
                  <a:moveTo>
                    <a:pt x="214" y="298"/>
                  </a:moveTo>
                  <a:cubicBezTo>
                    <a:pt x="22" y="298"/>
                    <a:pt x="22" y="298"/>
                    <a:pt x="22" y="298"/>
                  </a:cubicBezTo>
                  <a:cubicBezTo>
                    <a:pt x="22" y="170"/>
                    <a:pt x="22" y="170"/>
                    <a:pt x="22" y="170"/>
                  </a:cubicBezTo>
                  <a:cubicBezTo>
                    <a:pt x="214" y="170"/>
                    <a:pt x="214" y="170"/>
                    <a:pt x="214" y="170"/>
                  </a:cubicBezTo>
                  <a:lnTo>
                    <a:pt x="214" y="2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000000"/>
                </a:solidFill>
                <a:effectLst/>
                <a:uLnTx/>
                <a:uFillTx/>
                <a:latin typeface="+mj-lt"/>
              </a:endParaRPr>
            </a:p>
          </p:txBody>
        </p:sp>
        <p:sp>
          <p:nvSpPr>
            <p:cNvPr id="125" name="Freeform 603">
              <a:extLst>
                <a:ext uri="{FF2B5EF4-FFF2-40B4-BE49-F238E27FC236}">
                  <a16:creationId xmlns:a16="http://schemas.microsoft.com/office/drawing/2014/main" id="{1563B2B1-9A91-F7F9-FDDB-CAA9CEEC3C8B}"/>
                </a:ext>
              </a:extLst>
            </p:cNvPr>
            <p:cNvSpPr>
              <a:spLocks noEditPoints="1"/>
            </p:cNvSpPr>
            <p:nvPr/>
          </p:nvSpPr>
          <p:spPr bwMode="auto">
            <a:xfrm>
              <a:off x="7347" y="2263"/>
              <a:ext cx="341"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000000"/>
                </a:solidFill>
                <a:effectLst/>
                <a:uLnTx/>
                <a:uFillTx/>
                <a:latin typeface="+mj-lt"/>
              </a:endParaRPr>
            </a:p>
          </p:txBody>
        </p:sp>
      </p:grpSp>
      <p:grpSp>
        <p:nvGrpSpPr>
          <p:cNvPr id="126" name="Group 378">
            <a:extLst>
              <a:ext uri="{FF2B5EF4-FFF2-40B4-BE49-F238E27FC236}">
                <a16:creationId xmlns:a16="http://schemas.microsoft.com/office/drawing/2014/main" id="{3E46977B-E92D-BCEB-801E-ACE3F6A105E0}"/>
              </a:ext>
            </a:extLst>
          </p:cNvPr>
          <p:cNvGrpSpPr>
            <a:grpSpLocks noChangeAspect="1"/>
          </p:cNvGrpSpPr>
          <p:nvPr/>
        </p:nvGrpSpPr>
        <p:grpSpPr bwMode="auto">
          <a:xfrm>
            <a:off x="3777756" y="5807069"/>
            <a:ext cx="370763" cy="370763"/>
            <a:chOff x="390" y="1172"/>
            <a:chExt cx="341" cy="341"/>
          </a:xfrm>
          <a:solidFill>
            <a:srgbClr val="000000"/>
          </a:solidFill>
        </p:grpSpPr>
        <p:sp>
          <p:nvSpPr>
            <p:cNvPr id="127" name="Freeform 348">
              <a:extLst>
                <a:ext uri="{FF2B5EF4-FFF2-40B4-BE49-F238E27FC236}">
                  <a16:creationId xmlns:a16="http://schemas.microsoft.com/office/drawing/2014/main" id="{4B2A3CAC-D884-6883-462B-444E9303EBAC}"/>
                </a:ext>
              </a:extLst>
            </p:cNvPr>
            <p:cNvSpPr>
              <a:spLocks noEditPoints="1"/>
            </p:cNvSpPr>
            <p:nvPr/>
          </p:nvSpPr>
          <p:spPr bwMode="auto">
            <a:xfrm>
              <a:off x="390" y="1172"/>
              <a:ext cx="341" cy="341"/>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000000"/>
                </a:solidFill>
                <a:effectLst/>
                <a:uLnTx/>
                <a:uFillTx/>
                <a:latin typeface="+mj-lt"/>
              </a:endParaRPr>
            </a:p>
          </p:txBody>
        </p:sp>
        <p:sp>
          <p:nvSpPr>
            <p:cNvPr id="128" name="Freeform 349">
              <a:extLst>
                <a:ext uri="{FF2B5EF4-FFF2-40B4-BE49-F238E27FC236}">
                  <a16:creationId xmlns:a16="http://schemas.microsoft.com/office/drawing/2014/main" id="{D1E9846A-7B9F-BC74-20B2-F87FFC154A96}"/>
                </a:ext>
              </a:extLst>
            </p:cNvPr>
            <p:cNvSpPr>
              <a:spLocks noEditPoints="1"/>
            </p:cNvSpPr>
            <p:nvPr/>
          </p:nvSpPr>
          <p:spPr bwMode="auto">
            <a:xfrm>
              <a:off x="482" y="1267"/>
              <a:ext cx="156" cy="153"/>
            </a:xfrm>
            <a:custGeom>
              <a:avLst/>
              <a:gdLst>
                <a:gd name="T0" fmla="*/ 235 w 235"/>
                <a:gd name="T1" fmla="*/ 155 h 230"/>
                <a:gd name="T2" fmla="*/ 235 w 235"/>
                <a:gd name="T3" fmla="*/ 219 h 230"/>
                <a:gd name="T4" fmla="*/ 224 w 235"/>
                <a:gd name="T5" fmla="*/ 230 h 230"/>
                <a:gd name="T6" fmla="*/ 11 w 235"/>
                <a:gd name="T7" fmla="*/ 230 h 230"/>
                <a:gd name="T8" fmla="*/ 0 w 235"/>
                <a:gd name="T9" fmla="*/ 219 h 230"/>
                <a:gd name="T10" fmla="*/ 0 w 235"/>
                <a:gd name="T11" fmla="*/ 155 h 230"/>
                <a:gd name="T12" fmla="*/ 11 w 235"/>
                <a:gd name="T13" fmla="*/ 145 h 230"/>
                <a:gd name="T14" fmla="*/ 22 w 235"/>
                <a:gd name="T15" fmla="*/ 155 h 230"/>
                <a:gd name="T16" fmla="*/ 22 w 235"/>
                <a:gd name="T17" fmla="*/ 209 h 230"/>
                <a:gd name="T18" fmla="*/ 214 w 235"/>
                <a:gd name="T19" fmla="*/ 209 h 230"/>
                <a:gd name="T20" fmla="*/ 214 w 235"/>
                <a:gd name="T21" fmla="*/ 155 h 230"/>
                <a:gd name="T22" fmla="*/ 224 w 235"/>
                <a:gd name="T23" fmla="*/ 145 h 230"/>
                <a:gd name="T24" fmla="*/ 235 w 235"/>
                <a:gd name="T25" fmla="*/ 155 h 230"/>
                <a:gd name="T26" fmla="*/ 54 w 235"/>
                <a:gd name="T27" fmla="*/ 187 h 230"/>
                <a:gd name="T28" fmla="*/ 182 w 235"/>
                <a:gd name="T29" fmla="*/ 187 h 230"/>
                <a:gd name="T30" fmla="*/ 192 w 235"/>
                <a:gd name="T31" fmla="*/ 177 h 230"/>
                <a:gd name="T32" fmla="*/ 182 w 235"/>
                <a:gd name="T33" fmla="*/ 166 h 230"/>
                <a:gd name="T34" fmla="*/ 54 w 235"/>
                <a:gd name="T35" fmla="*/ 166 h 230"/>
                <a:gd name="T36" fmla="*/ 43 w 235"/>
                <a:gd name="T37" fmla="*/ 177 h 230"/>
                <a:gd name="T38" fmla="*/ 54 w 235"/>
                <a:gd name="T39" fmla="*/ 187 h 230"/>
                <a:gd name="T40" fmla="*/ 53 w 235"/>
                <a:gd name="T41" fmla="*/ 132 h 230"/>
                <a:gd name="T42" fmla="*/ 181 w 235"/>
                <a:gd name="T43" fmla="*/ 145 h 230"/>
                <a:gd name="T44" fmla="*/ 182 w 235"/>
                <a:gd name="T45" fmla="*/ 145 h 230"/>
                <a:gd name="T46" fmla="*/ 192 w 235"/>
                <a:gd name="T47" fmla="*/ 135 h 230"/>
                <a:gd name="T48" fmla="*/ 183 w 235"/>
                <a:gd name="T49" fmla="*/ 123 h 230"/>
                <a:gd name="T50" fmla="*/ 55 w 235"/>
                <a:gd name="T51" fmla="*/ 111 h 230"/>
                <a:gd name="T52" fmla="*/ 44 w 235"/>
                <a:gd name="T53" fmla="*/ 120 h 230"/>
                <a:gd name="T54" fmla="*/ 53 w 235"/>
                <a:gd name="T55" fmla="*/ 132 h 230"/>
                <a:gd name="T56" fmla="*/ 60 w 235"/>
                <a:gd name="T57" fmla="*/ 78 h 230"/>
                <a:gd name="T58" fmla="*/ 185 w 235"/>
                <a:gd name="T59" fmla="*/ 104 h 230"/>
                <a:gd name="T60" fmla="*/ 187 w 235"/>
                <a:gd name="T61" fmla="*/ 104 h 230"/>
                <a:gd name="T62" fmla="*/ 198 w 235"/>
                <a:gd name="T63" fmla="*/ 96 h 230"/>
                <a:gd name="T64" fmla="*/ 190 w 235"/>
                <a:gd name="T65" fmla="*/ 83 h 230"/>
                <a:gd name="T66" fmla="*/ 64 w 235"/>
                <a:gd name="T67" fmla="*/ 58 h 230"/>
                <a:gd name="T68" fmla="*/ 52 w 235"/>
                <a:gd name="T69" fmla="*/ 66 h 230"/>
                <a:gd name="T70" fmla="*/ 60 w 235"/>
                <a:gd name="T71" fmla="*/ 78 h 230"/>
                <a:gd name="T72" fmla="*/ 75 w 235"/>
                <a:gd name="T73" fmla="*/ 23 h 230"/>
                <a:gd name="T74" fmla="*/ 195 w 235"/>
                <a:gd name="T75" fmla="*/ 66 h 230"/>
                <a:gd name="T76" fmla="*/ 199 w 235"/>
                <a:gd name="T77" fmla="*/ 66 h 230"/>
                <a:gd name="T78" fmla="*/ 209 w 235"/>
                <a:gd name="T79" fmla="*/ 59 h 230"/>
                <a:gd name="T80" fmla="*/ 202 w 235"/>
                <a:gd name="T81" fmla="*/ 46 h 230"/>
                <a:gd name="T82" fmla="*/ 82 w 235"/>
                <a:gd name="T83" fmla="*/ 2 h 230"/>
                <a:gd name="T84" fmla="*/ 68 w 235"/>
                <a:gd name="T85" fmla="*/ 9 h 230"/>
                <a:gd name="T86" fmla="*/ 75 w 235"/>
                <a:gd name="T87" fmla="*/ 23 h 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35" h="230">
                  <a:moveTo>
                    <a:pt x="235" y="155"/>
                  </a:moveTo>
                  <a:cubicBezTo>
                    <a:pt x="235" y="219"/>
                    <a:pt x="235" y="219"/>
                    <a:pt x="235" y="219"/>
                  </a:cubicBezTo>
                  <a:cubicBezTo>
                    <a:pt x="235" y="225"/>
                    <a:pt x="230" y="230"/>
                    <a:pt x="224" y="230"/>
                  </a:cubicBezTo>
                  <a:cubicBezTo>
                    <a:pt x="11" y="230"/>
                    <a:pt x="11" y="230"/>
                    <a:pt x="11" y="230"/>
                  </a:cubicBezTo>
                  <a:cubicBezTo>
                    <a:pt x="5" y="230"/>
                    <a:pt x="0" y="225"/>
                    <a:pt x="0" y="219"/>
                  </a:cubicBezTo>
                  <a:cubicBezTo>
                    <a:pt x="0" y="155"/>
                    <a:pt x="0" y="155"/>
                    <a:pt x="0" y="155"/>
                  </a:cubicBezTo>
                  <a:cubicBezTo>
                    <a:pt x="0" y="149"/>
                    <a:pt x="5" y="145"/>
                    <a:pt x="11" y="145"/>
                  </a:cubicBezTo>
                  <a:cubicBezTo>
                    <a:pt x="17" y="145"/>
                    <a:pt x="22" y="149"/>
                    <a:pt x="22" y="155"/>
                  </a:cubicBezTo>
                  <a:cubicBezTo>
                    <a:pt x="22" y="209"/>
                    <a:pt x="22" y="209"/>
                    <a:pt x="22" y="209"/>
                  </a:cubicBezTo>
                  <a:cubicBezTo>
                    <a:pt x="214" y="209"/>
                    <a:pt x="214" y="209"/>
                    <a:pt x="214" y="209"/>
                  </a:cubicBezTo>
                  <a:cubicBezTo>
                    <a:pt x="214" y="155"/>
                    <a:pt x="214" y="155"/>
                    <a:pt x="214" y="155"/>
                  </a:cubicBezTo>
                  <a:cubicBezTo>
                    <a:pt x="214" y="149"/>
                    <a:pt x="218" y="145"/>
                    <a:pt x="224" y="145"/>
                  </a:cubicBezTo>
                  <a:cubicBezTo>
                    <a:pt x="230" y="145"/>
                    <a:pt x="235" y="149"/>
                    <a:pt x="235" y="155"/>
                  </a:cubicBezTo>
                  <a:close/>
                  <a:moveTo>
                    <a:pt x="54" y="187"/>
                  </a:moveTo>
                  <a:cubicBezTo>
                    <a:pt x="182" y="187"/>
                    <a:pt x="182" y="187"/>
                    <a:pt x="182" y="187"/>
                  </a:cubicBezTo>
                  <a:cubicBezTo>
                    <a:pt x="188" y="187"/>
                    <a:pt x="192" y="183"/>
                    <a:pt x="192" y="177"/>
                  </a:cubicBezTo>
                  <a:cubicBezTo>
                    <a:pt x="192" y="171"/>
                    <a:pt x="188" y="166"/>
                    <a:pt x="182" y="166"/>
                  </a:cubicBezTo>
                  <a:cubicBezTo>
                    <a:pt x="54" y="166"/>
                    <a:pt x="54" y="166"/>
                    <a:pt x="54" y="166"/>
                  </a:cubicBezTo>
                  <a:cubicBezTo>
                    <a:pt x="48" y="166"/>
                    <a:pt x="43" y="171"/>
                    <a:pt x="43" y="177"/>
                  </a:cubicBezTo>
                  <a:cubicBezTo>
                    <a:pt x="43" y="183"/>
                    <a:pt x="48" y="187"/>
                    <a:pt x="54" y="187"/>
                  </a:cubicBezTo>
                  <a:close/>
                  <a:moveTo>
                    <a:pt x="53" y="132"/>
                  </a:moveTo>
                  <a:cubicBezTo>
                    <a:pt x="181" y="145"/>
                    <a:pt x="181" y="145"/>
                    <a:pt x="181" y="145"/>
                  </a:cubicBezTo>
                  <a:cubicBezTo>
                    <a:pt x="181" y="145"/>
                    <a:pt x="181" y="145"/>
                    <a:pt x="182" y="145"/>
                  </a:cubicBezTo>
                  <a:cubicBezTo>
                    <a:pt x="187" y="145"/>
                    <a:pt x="192" y="141"/>
                    <a:pt x="192" y="135"/>
                  </a:cubicBezTo>
                  <a:cubicBezTo>
                    <a:pt x="193" y="129"/>
                    <a:pt x="189" y="124"/>
                    <a:pt x="183" y="123"/>
                  </a:cubicBezTo>
                  <a:cubicBezTo>
                    <a:pt x="55" y="111"/>
                    <a:pt x="55" y="111"/>
                    <a:pt x="55" y="111"/>
                  </a:cubicBezTo>
                  <a:cubicBezTo>
                    <a:pt x="49" y="110"/>
                    <a:pt x="44" y="114"/>
                    <a:pt x="44" y="120"/>
                  </a:cubicBezTo>
                  <a:cubicBezTo>
                    <a:pt x="43" y="126"/>
                    <a:pt x="47" y="131"/>
                    <a:pt x="53" y="132"/>
                  </a:cubicBezTo>
                  <a:close/>
                  <a:moveTo>
                    <a:pt x="60" y="78"/>
                  </a:moveTo>
                  <a:cubicBezTo>
                    <a:pt x="185" y="104"/>
                    <a:pt x="185" y="104"/>
                    <a:pt x="185" y="104"/>
                  </a:cubicBezTo>
                  <a:cubicBezTo>
                    <a:pt x="186" y="104"/>
                    <a:pt x="187" y="104"/>
                    <a:pt x="187" y="104"/>
                  </a:cubicBezTo>
                  <a:cubicBezTo>
                    <a:pt x="192" y="104"/>
                    <a:pt x="197" y="101"/>
                    <a:pt x="198" y="96"/>
                  </a:cubicBezTo>
                  <a:cubicBezTo>
                    <a:pt x="199" y="90"/>
                    <a:pt x="195" y="84"/>
                    <a:pt x="190" y="83"/>
                  </a:cubicBezTo>
                  <a:cubicBezTo>
                    <a:pt x="64" y="58"/>
                    <a:pt x="64" y="58"/>
                    <a:pt x="64" y="58"/>
                  </a:cubicBezTo>
                  <a:cubicBezTo>
                    <a:pt x="58" y="56"/>
                    <a:pt x="53" y="60"/>
                    <a:pt x="52" y="66"/>
                  </a:cubicBezTo>
                  <a:cubicBezTo>
                    <a:pt x="50" y="72"/>
                    <a:pt x="54" y="77"/>
                    <a:pt x="60" y="78"/>
                  </a:cubicBezTo>
                  <a:close/>
                  <a:moveTo>
                    <a:pt x="75" y="23"/>
                  </a:moveTo>
                  <a:cubicBezTo>
                    <a:pt x="195" y="66"/>
                    <a:pt x="195" y="66"/>
                    <a:pt x="195" y="66"/>
                  </a:cubicBezTo>
                  <a:cubicBezTo>
                    <a:pt x="196" y="66"/>
                    <a:pt x="198" y="66"/>
                    <a:pt x="199" y="66"/>
                  </a:cubicBezTo>
                  <a:cubicBezTo>
                    <a:pt x="203" y="66"/>
                    <a:pt x="207" y="64"/>
                    <a:pt x="209" y="59"/>
                  </a:cubicBezTo>
                  <a:cubicBezTo>
                    <a:pt x="211" y="54"/>
                    <a:pt x="208" y="48"/>
                    <a:pt x="202" y="46"/>
                  </a:cubicBezTo>
                  <a:cubicBezTo>
                    <a:pt x="82" y="2"/>
                    <a:pt x="82" y="2"/>
                    <a:pt x="82" y="2"/>
                  </a:cubicBezTo>
                  <a:cubicBezTo>
                    <a:pt x="76" y="0"/>
                    <a:pt x="70" y="3"/>
                    <a:pt x="68" y="9"/>
                  </a:cubicBezTo>
                  <a:cubicBezTo>
                    <a:pt x="66" y="14"/>
                    <a:pt x="69" y="21"/>
                    <a:pt x="75" y="2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000000"/>
                </a:solidFill>
                <a:effectLst/>
                <a:uLnTx/>
                <a:uFillTx/>
                <a:latin typeface="+mj-lt"/>
              </a:endParaRPr>
            </a:p>
          </p:txBody>
        </p:sp>
      </p:grpSp>
      <p:grpSp>
        <p:nvGrpSpPr>
          <p:cNvPr id="129" name="Group 825">
            <a:extLst>
              <a:ext uri="{FF2B5EF4-FFF2-40B4-BE49-F238E27FC236}">
                <a16:creationId xmlns:a16="http://schemas.microsoft.com/office/drawing/2014/main" id="{7CFD7AF2-94AE-334D-6B85-18B9FDFD1F85}"/>
              </a:ext>
            </a:extLst>
          </p:cNvPr>
          <p:cNvGrpSpPr>
            <a:grpSpLocks noChangeAspect="1"/>
          </p:cNvGrpSpPr>
          <p:nvPr/>
        </p:nvGrpSpPr>
        <p:grpSpPr bwMode="auto">
          <a:xfrm>
            <a:off x="9565681" y="5799909"/>
            <a:ext cx="367041" cy="367041"/>
            <a:chOff x="5231" y="3496"/>
            <a:chExt cx="340" cy="340"/>
          </a:xfrm>
          <a:solidFill>
            <a:srgbClr val="000000"/>
          </a:solidFill>
        </p:grpSpPr>
        <p:sp>
          <p:nvSpPr>
            <p:cNvPr id="130" name="Freeform 826">
              <a:extLst>
                <a:ext uri="{FF2B5EF4-FFF2-40B4-BE49-F238E27FC236}">
                  <a16:creationId xmlns:a16="http://schemas.microsoft.com/office/drawing/2014/main" id="{BF5C8CCA-362E-3134-2BFE-E7E5CCE4180B}"/>
                </a:ext>
              </a:extLst>
            </p:cNvPr>
            <p:cNvSpPr>
              <a:spLocks noEditPoints="1"/>
            </p:cNvSpPr>
            <p:nvPr/>
          </p:nvSpPr>
          <p:spPr bwMode="auto">
            <a:xfrm>
              <a:off x="5231" y="3496"/>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000000"/>
                </a:solidFill>
                <a:effectLst/>
                <a:uLnTx/>
                <a:uFillTx/>
                <a:latin typeface="+mj-lt"/>
              </a:endParaRPr>
            </a:p>
          </p:txBody>
        </p:sp>
        <p:sp>
          <p:nvSpPr>
            <p:cNvPr id="131" name="Freeform 827">
              <a:extLst>
                <a:ext uri="{FF2B5EF4-FFF2-40B4-BE49-F238E27FC236}">
                  <a16:creationId xmlns:a16="http://schemas.microsoft.com/office/drawing/2014/main" id="{D5D95C58-A92C-A911-CB14-733DE2FFA442}"/>
                </a:ext>
              </a:extLst>
            </p:cNvPr>
            <p:cNvSpPr>
              <a:spLocks/>
            </p:cNvSpPr>
            <p:nvPr/>
          </p:nvSpPr>
          <p:spPr bwMode="auto">
            <a:xfrm>
              <a:off x="5329" y="3559"/>
              <a:ext cx="144" cy="211"/>
            </a:xfrm>
            <a:custGeom>
              <a:avLst/>
              <a:gdLst>
                <a:gd name="T0" fmla="*/ 212 w 216"/>
                <a:gd name="T1" fmla="*/ 313 h 318"/>
                <a:gd name="T2" fmla="*/ 204 w 216"/>
                <a:gd name="T3" fmla="*/ 318 h 318"/>
                <a:gd name="T4" fmla="*/ 198 w 216"/>
                <a:gd name="T5" fmla="*/ 316 h 318"/>
                <a:gd name="T6" fmla="*/ 162 w 216"/>
                <a:gd name="T7" fmla="*/ 285 h 318"/>
                <a:gd name="T8" fmla="*/ 112 w 216"/>
                <a:gd name="T9" fmla="*/ 207 h 318"/>
                <a:gd name="T10" fmla="*/ 108 w 216"/>
                <a:gd name="T11" fmla="*/ 193 h 318"/>
                <a:gd name="T12" fmla="*/ 51 w 216"/>
                <a:gd name="T13" fmla="*/ 288 h 318"/>
                <a:gd name="T14" fmla="*/ 18 w 216"/>
                <a:gd name="T15" fmla="*/ 316 h 318"/>
                <a:gd name="T16" fmla="*/ 12 w 216"/>
                <a:gd name="T17" fmla="*/ 318 h 318"/>
                <a:gd name="T18" fmla="*/ 3 w 216"/>
                <a:gd name="T19" fmla="*/ 313 h 318"/>
                <a:gd name="T20" fmla="*/ 6 w 216"/>
                <a:gd name="T21" fmla="*/ 298 h 318"/>
                <a:gd name="T22" fmla="*/ 36 w 216"/>
                <a:gd name="T23" fmla="*/ 273 h 318"/>
                <a:gd name="T24" fmla="*/ 97 w 216"/>
                <a:gd name="T25" fmla="*/ 123 h 318"/>
                <a:gd name="T26" fmla="*/ 97 w 216"/>
                <a:gd name="T27" fmla="*/ 37 h 318"/>
                <a:gd name="T28" fmla="*/ 30 w 216"/>
                <a:gd name="T29" fmla="*/ 104 h 318"/>
                <a:gd name="T30" fmla="*/ 22 w 216"/>
                <a:gd name="T31" fmla="*/ 107 h 318"/>
                <a:gd name="T32" fmla="*/ 15 w 216"/>
                <a:gd name="T33" fmla="*/ 104 h 318"/>
                <a:gd name="T34" fmla="*/ 15 w 216"/>
                <a:gd name="T35" fmla="*/ 89 h 318"/>
                <a:gd name="T36" fmla="*/ 100 w 216"/>
                <a:gd name="T37" fmla="*/ 4 h 318"/>
                <a:gd name="T38" fmla="*/ 104 w 216"/>
                <a:gd name="T39" fmla="*/ 1 h 318"/>
                <a:gd name="T40" fmla="*/ 112 w 216"/>
                <a:gd name="T41" fmla="*/ 1 h 318"/>
                <a:gd name="T42" fmla="*/ 115 w 216"/>
                <a:gd name="T43" fmla="*/ 4 h 318"/>
                <a:gd name="T44" fmla="*/ 201 w 216"/>
                <a:gd name="T45" fmla="*/ 89 h 318"/>
                <a:gd name="T46" fmla="*/ 201 w 216"/>
                <a:gd name="T47" fmla="*/ 104 h 318"/>
                <a:gd name="T48" fmla="*/ 193 w 216"/>
                <a:gd name="T49" fmla="*/ 107 h 318"/>
                <a:gd name="T50" fmla="*/ 185 w 216"/>
                <a:gd name="T51" fmla="*/ 104 h 318"/>
                <a:gd name="T52" fmla="*/ 118 w 216"/>
                <a:gd name="T53" fmla="*/ 37 h 318"/>
                <a:gd name="T54" fmla="*/ 118 w 216"/>
                <a:gd name="T55" fmla="*/ 123 h 318"/>
                <a:gd name="T56" fmla="*/ 132 w 216"/>
                <a:gd name="T57" fmla="*/ 199 h 318"/>
                <a:gd name="T58" fmla="*/ 177 w 216"/>
                <a:gd name="T59" fmla="*/ 271 h 318"/>
                <a:gd name="T60" fmla="*/ 210 w 216"/>
                <a:gd name="T61" fmla="*/ 298 h 318"/>
                <a:gd name="T62" fmla="*/ 212 w 216"/>
                <a:gd name="T63" fmla="*/ 313 h 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16" h="318">
                  <a:moveTo>
                    <a:pt x="212" y="313"/>
                  </a:moveTo>
                  <a:cubicBezTo>
                    <a:pt x="210" y="316"/>
                    <a:pt x="207" y="318"/>
                    <a:pt x="204" y="318"/>
                  </a:cubicBezTo>
                  <a:cubicBezTo>
                    <a:pt x="202" y="318"/>
                    <a:pt x="199" y="317"/>
                    <a:pt x="198" y="316"/>
                  </a:cubicBezTo>
                  <a:cubicBezTo>
                    <a:pt x="185" y="307"/>
                    <a:pt x="173" y="297"/>
                    <a:pt x="162" y="285"/>
                  </a:cubicBezTo>
                  <a:cubicBezTo>
                    <a:pt x="140" y="263"/>
                    <a:pt x="124" y="236"/>
                    <a:pt x="112" y="207"/>
                  </a:cubicBezTo>
                  <a:cubicBezTo>
                    <a:pt x="111" y="202"/>
                    <a:pt x="109" y="198"/>
                    <a:pt x="108" y="193"/>
                  </a:cubicBezTo>
                  <a:cubicBezTo>
                    <a:pt x="97" y="228"/>
                    <a:pt x="78" y="261"/>
                    <a:pt x="51" y="288"/>
                  </a:cubicBezTo>
                  <a:cubicBezTo>
                    <a:pt x="41" y="298"/>
                    <a:pt x="30" y="308"/>
                    <a:pt x="18" y="316"/>
                  </a:cubicBezTo>
                  <a:cubicBezTo>
                    <a:pt x="16" y="317"/>
                    <a:pt x="14" y="318"/>
                    <a:pt x="12" y="318"/>
                  </a:cubicBezTo>
                  <a:cubicBezTo>
                    <a:pt x="8" y="318"/>
                    <a:pt x="5" y="316"/>
                    <a:pt x="3" y="313"/>
                  </a:cubicBezTo>
                  <a:cubicBezTo>
                    <a:pt x="0" y="308"/>
                    <a:pt x="1" y="302"/>
                    <a:pt x="6" y="298"/>
                  </a:cubicBezTo>
                  <a:cubicBezTo>
                    <a:pt x="16" y="291"/>
                    <a:pt x="27" y="282"/>
                    <a:pt x="36" y="273"/>
                  </a:cubicBezTo>
                  <a:cubicBezTo>
                    <a:pt x="75" y="233"/>
                    <a:pt x="97" y="180"/>
                    <a:pt x="97" y="123"/>
                  </a:cubicBezTo>
                  <a:cubicBezTo>
                    <a:pt x="97" y="37"/>
                    <a:pt x="97" y="37"/>
                    <a:pt x="97" y="37"/>
                  </a:cubicBezTo>
                  <a:cubicBezTo>
                    <a:pt x="30" y="104"/>
                    <a:pt x="30" y="104"/>
                    <a:pt x="30" y="104"/>
                  </a:cubicBezTo>
                  <a:cubicBezTo>
                    <a:pt x="28" y="106"/>
                    <a:pt x="25" y="107"/>
                    <a:pt x="22" y="107"/>
                  </a:cubicBezTo>
                  <a:cubicBezTo>
                    <a:pt x="20" y="107"/>
                    <a:pt x="17" y="106"/>
                    <a:pt x="15" y="104"/>
                  </a:cubicBezTo>
                  <a:cubicBezTo>
                    <a:pt x="11" y="100"/>
                    <a:pt x="11" y="93"/>
                    <a:pt x="15" y="89"/>
                  </a:cubicBezTo>
                  <a:cubicBezTo>
                    <a:pt x="100" y="4"/>
                    <a:pt x="100" y="4"/>
                    <a:pt x="100" y="4"/>
                  </a:cubicBezTo>
                  <a:cubicBezTo>
                    <a:pt x="101" y="3"/>
                    <a:pt x="102" y="2"/>
                    <a:pt x="104" y="1"/>
                  </a:cubicBezTo>
                  <a:cubicBezTo>
                    <a:pt x="106" y="0"/>
                    <a:pt x="109" y="0"/>
                    <a:pt x="112" y="1"/>
                  </a:cubicBezTo>
                  <a:cubicBezTo>
                    <a:pt x="113" y="2"/>
                    <a:pt x="114" y="3"/>
                    <a:pt x="115" y="4"/>
                  </a:cubicBezTo>
                  <a:cubicBezTo>
                    <a:pt x="201" y="89"/>
                    <a:pt x="201" y="89"/>
                    <a:pt x="201" y="89"/>
                  </a:cubicBezTo>
                  <a:cubicBezTo>
                    <a:pt x="205" y="93"/>
                    <a:pt x="205" y="100"/>
                    <a:pt x="201" y="104"/>
                  </a:cubicBezTo>
                  <a:cubicBezTo>
                    <a:pt x="198" y="106"/>
                    <a:pt x="196" y="107"/>
                    <a:pt x="193" y="107"/>
                  </a:cubicBezTo>
                  <a:cubicBezTo>
                    <a:pt x="190" y="107"/>
                    <a:pt x="188" y="106"/>
                    <a:pt x="185" y="104"/>
                  </a:cubicBezTo>
                  <a:cubicBezTo>
                    <a:pt x="118" y="37"/>
                    <a:pt x="118" y="37"/>
                    <a:pt x="118" y="37"/>
                  </a:cubicBezTo>
                  <a:cubicBezTo>
                    <a:pt x="118" y="123"/>
                    <a:pt x="118" y="123"/>
                    <a:pt x="118" y="123"/>
                  </a:cubicBezTo>
                  <a:cubicBezTo>
                    <a:pt x="118" y="150"/>
                    <a:pt x="123" y="175"/>
                    <a:pt x="132" y="199"/>
                  </a:cubicBezTo>
                  <a:cubicBezTo>
                    <a:pt x="142" y="226"/>
                    <a:pt x="158" y="250"/>
                    <a:pt x="177" y="271"/>
                  </a:cubicBezTo>
                  <a:cubicBezTo>
                    <a:pt x="187" y="281"/>
                    <a:pt x="198" y="290"/>
                    <a:pt x="210" y="298"/>
                  </a:cubicBezTo>
                  <a:cubicBezTo>
                    <a:pt x="215" y="302"/>
                    <a:pt x="216" y="308"/>
                    <a:pt x="212" y="31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000000"/>
                </a:solidFill>
                <a:effectLst/>
                <a:uLnTx/>
                <a:uFillTx/>
                <a:latin typeface="+mj-lt"/>
              </a:endParaRPr>
            </a:p>
          </p:txBody>
        </p:sp>
      </p:grpSp>
      <p:grpSp>
        <p:nvGrpSpPr>
          <p:cNvPr id="132" name="Group 759">
            <a:extLst>
              <a:ext uri="{FF2B5EF4-FFF2-40B4-BE49-F238E27FC236}">
                <a16:creationId xmlns:a16="http://schemas.microsoft.com/office/drawing/2014/main" id="{CF5BF31D-5CAD-667A-1275-22886C049C69}"/>
              </a:ext>
            </a:extLst>
          </p:cNvPr>
          <p:cNvGrpSpPr>
            <a:grpSpLocks noChangeAspect="1"/>
          </p:cNvGrpSpPr>
          <p:nvPr/>
        </p:nvGrpSpPr>
        <p:grpSpPr bwMode="auto">
          <a:xfrm>
            <a:off x="6666935" y="5803499"/>
            <a:ext cx="369676" cy="369676"/>
            <a:chOff x="2732" y="2698"/>
            <a:chExt cx="340" cy="340"/>
          </a:xfrm>
          <a:solidFill>
            <a:srgbClr val="000000"/>
          </a:solidFill>
        </p:grpSpPr>
        <p:sp>
          <p:nvSpPr>
            <p:cNvPr id="133" name="Freeform 760">
              <a:extLst>
                <a:ext uri="{FF2B5EF4-FFF2-40B4-BE49-F238E27FC236}">
                  <a16:creationId xmlns:a16="http://schemas.microsoft.com/office/drawing/2014/main" id="{98C43F33-6820-6AD5-7FE3-2D7C9C2A53DD}"/>
                </a:ext>
              </a:extLst>
            </p:cNvPr>
            <p:cNvSpPr>
              <a:spLocks noEditPoints="1"/>
            </p:cNvSpPr>
            <p:nvPr/>
          </p:nvSpPr>
          <p:spPr bwMode="auto">
            <a:xfrm>
              <a:off x="2732" y="2698"/>
              <a:ext cx="340" cy="34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000000"/>
                </a:solidFill>
                <a:effectLst/>
                <a:uLnTx/>
                <a:uFillTx/>
                <a:latin typeface="+mj-lt"/>
              </a:endParaRPr>
            </a:p>
          </p:txBody>
        </p:sp>
        <p:sp>
          <p:nvSpPr>
            <p:cNvPr id="138" name="Freeform 761">
              <a:extLst>
                <a:ext uri="{FF2B5EF4-FFF2-40B4-BE49-F238E27FC236}">
                  <a16:creationId xmlns:a16="http://schemas.microsoft.com/office/drawing/2014/main" id="{2A5EBFDA-A4BD-A697-563F-C44B5639F285}"/>
                </a:ext>
              </a:extLst>
            </p:cNvPr>
            <p:cNvSpPr>
              <a:spLocks noEditPoints="1"/>
            </p:cNvSpPr>
            <p:nvPr/>
          </p:nvSpPr>
          <p:spPr bwMode="auto">
            <a:xfrm>
              <a:off x="2817" y="2762"/>
              <a:ext cx="170" cy="212"/>
            </a:xfrm>
            <a:custGeom>
              <a:avLst/>
              <a:gdLst>
                <a:gd name="T0" fmla="*/ 245 w 256"/>
                <a:gd name="T1" fmla="*/ 320 h 320"/>
                <a:gd name="T2" fmla="*/ 234 w 256"/>
                <a:gd name="T3" fmla="*/ 309 h 320"/>
                <a:gd name="T4" fmla="*/ 234 w 256"/>
                <a:gd name="T5" fmla="*/ 213 h 320"/>
                <a:gd name="T6" fmla="*/ 192 w 256"/>
                <a:gd name="T7" fmla="*/ 170 h 320"/>
                <a:gd name="T8" fmla="*/ 64 w 256"/>
                <a:gd name="T9" fmla="*/ 170 h 320"/>
                <a:gd name="T10" fmla="*/ 21 w 256"/>
                <a:gd name="T11" fmla="*/ 213 h 320"/>
                <a:gd name="T12" fmla="*/ 21 w 256"/>
                <a:gd name="T13" fmla="*/ 309 h 320"/>
                <a:gd name="T14" fmla="*/ 10 w 256"/>
                <a:gd name="T15" fmla="*/ 320 h 320"/>
                <a:gd name="T16" fmla="*/ 0 w 256"/>
                <a:gd name="T17" fmla="*/ 309 h 320"/>
                <a:gd name="T18" fmla="*/ 0 w 256"/>
                <a:gd name="T19" fmla="*/ 213 h 320"/>
                <a:gd name="T20" fmla="*/ 64 w 256"/>
                <a:gd name="T21" fmla="*/ 149 h 320"/>
                <a:gd name="T22" fmla="*/ 192 w 256"/>
                <a:gd name="T23" fmla="*/ 149 h 320"/>
                <a:gd name="T24" fmla="*/ 256 w 256"/>
                <a:gd name="T25" fmla="*/ 213 h 320"/>
                <a:gd name="T26" fmla="*/ 256 w 256"/>
                <a:gd name="T27" fmla="*/ 309 h 320"/>
                <a:gd name="T28" fmla="*/ 245 w 256"/>
                <a:gd name="T29" fmla="*/ 320 h 320"/>
                <a:gd name="T30" fmla="*/ 192 w 256"/>
                <a:gd name="T31" fmla="*/ 64 h 320"/>
                <a:gd name="T32" fmla="*/ 128 w 256"/>
                <a:gd name="T33" fmla="*/ 0 h 320"/>
                <a:gd name="T34" fmla="*/ 64 w 256"/>
                <a:gd name="T35" fmla="*/ 64 h 320"/>
                <a:gd name="T36" fmla="*/ 128 w 256"/>
                <a:gd name="T37" fmla="*/ 128 h 320"/>
                <a:gd name="T38" fmla="*/ 192 w 256"/>
                <a:gd name="T39" fmla="*/ 64 h 320"/>
                <a:gd name="T40" fmla="*/ 170 w 256"/>
                <a:gd name="T41" fmla="*/ 64 h 320"/>
                <a:gd name="T42" fmla="*/ 128 w 256"/>
                <a:gd name="T43" fmla="*/ 106 h 320"/>
                <a:gd name="T44" fmla="*/ 85 w 256"/>
                <a:gd name="T45" fmla="*/ 64 h 320"/>
                <a:gd name="T46" fmla="*/ 128 w 256"/>
                <a:gd name="T47" fmla="*/ 21 h 320"/>
                <a:gd name="T48" fmla="*/ 170 w 256"/>
                <a:gd name="T49" fmla="*/ 6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56" h="320">
                  <a:moveTo>
                    <a:pt x="245" y="320"/>
                  </a:moveTo>
                  <a:cubicBezTo>
                    <a:pt x="239" y="320"/>
                    <a:pt x="234" y="315"/>
                    <a:pt x="234" y="309"/>
                  </a:cubicBezTo>
                  <a:cubicBezTo>
                    <a:pt x="234" y="213"/>
                    <a:pt x="234" y="213"/>
                    <a:pt x="234" y="213"/>
                  </a:cubicBezTo>
                  <a:cubicBezTo>
                    <a:pt x="234" y="189"/>
                    <a:pt x="215" y="170"/>
                    <a:pt x="192" y="170"/>
                  </a:cubicBezTo>
                  <a:cubicBezTo>
                    <a:pt x="64" y="170"/>
                    <a:pt x="64" y="170"/>
                    <a:pt x="64" y="170"/>
                  </a:cubicBezTo>
                  <a:cubicBezTo>
                    <a:pt x="40" y="170"/>
                    <a:pt x="21" y="189"/>
                    <a:pt x="21" y="213"/>
                  </a:cubicBezTo>
                  <a:cubicBezTo>
                    <a:pt x="21" y="309"/>
                    <a:pt x="21" y="309"/>
                    <a:pt x="21" y="309"/>
                  </a:cubicBezTo>
                  <a:cubicBezTo>
                    <a:pt x="21" y="315"/>
                    <a:pt x="16" y="320"/>
                    <a:pt x="10" y="320"/>
                  </a:cubicBezTo>
                  <a:cubicBezTo>
                    <a:pt x="4" y="320"/>
                    <a:pt x="0" y="315"/>
                    <a:pt x="0" y="309"/>
                  </a:cubicBezTo>
                  <a:cubicBezTo>
                    <a:pt x="0" y="213"/>
                    <a:pt x="0" y="213"/>
                    <a:pt x="0" y="213"/>
                  </a:cubicBezTo>
                  <a:cubicBezTo>
                    <a:pt x="0" y="178"/>
                    <a:pt x="28" y="149"/>
                    <a:pt x="64" y="149"/>
                  </a:cubicBezTo>
                  <a:cubicBezTo>
                    <a:pt x="192" y="149"/>
                    <a:pt x="192" y="149"/>
                    <a:pt x="192" y="149"/>
                  </a:cubicBezTo>
                  <a:cubicBezTo>
                    <a:pt x="227" y="149"/>
                    <a:pt x="256" y="178"/>
                    <a:pt x="256" y="213"/>
                  </a:cubicBezTo>
                  <a:cubicBezTo>
                    <a:pt x="256" y="309"/>
                    <a:pt x="256" y="309"/>
                    <a:pt x="256" y="309"/>
                  </a:cubicBezTo>
                  <a:cubicBezTo>
                    <a:pt x="256" y="315"/>
                    <a:pt x="251" y="320"/>
                    <a:pt x="245" y="320"/>
                  </a:cubicBezTo>
                  <a:close/>
                  <a:moveTo>
                    <a:pt x="192" y="64"/>
                  </a:moveTo>
                  <a:cubicBezTo>
                    <a:pt x="192" y="28"/>
                    <a:pt x="163" y="0"/>
                    <a:pt x="128" y="0"/>
                  </a:cubicBezTo>
                  <a:cubicBezTo>
                    <a:pt x="92" y="0"/>
                    <a:pt x="64" y="28"/>
                    <a:pt x="64" y="64"/>
                  </a:cubicBezTo>
                  <a:cubicBezTo>
                    <a:pt x="64" y="99"/>
                    <a:pt x="92" y="128"/>
                    <a:pt x="128" y="128"/>
                  </a:cubicBezTo>
                  <a:cubicBezTo>
                    <a:pt x="163" y="128"/>
                    <a:pt x="192" y="99"/>
                    <a:pt x="192" y="64"/>
                  </a:cubicBezTo>
                  <a:close/>
                  <a:moveTo>
                    <a:pt x="170" y="64"/>
                  </a:moveTo>
                  <a:cubicBezTo>
                    <a:pt x="170" y="87"/>
                    <a:pt x="151" y="106"/>
                    <a:pt x="128" y="106"/>
                  </a:cubicBezTo>
                  <a:cubicBezTo>
                    <a:pt x="104" y="106"/>
                    <a:pt x="85" y="87"/>
                    <a:pt x="85" y="64"/>
                  </a:cubicBezTo>
                  <a:cubicBezTo>
                    <a:pt x="85" y="40"/>
                    <a:pt x="104" y="21"/>
                    <a:pt x="128" y="21"/>
                  </a:cubicBezTo>
                  <a:cubicBezTo>
                    <a:pt x="151" y="21"/>
                    <a:pt x="170" y="40"/>
                    <a:pt x="170" y="6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dirty="0">
                <a:ln>
                  <a:noFill/>
                </a:ln>
                <a:solidFill>
                  <a:srgbClr val="000000"/>
                </a:solidFill>
                <a:effectLst/>
                <a:uLnTx/>
                <a:uFillTx/>
                <a:latin typeface="+mj-lt"/>
              </a:endParaRPr>
            </a:p>
          </p:txBody>
        </p:sp>
      </p:grpSp>
    </p:spTree>
    <p:extLst>
      <p:ext uri="{BB962C8B-B14F-4D97-AF65-F5344CB8AC3E}">
        <p14:creationId xmlns:p14="http://schemas.microsoft.com/office/powerpoint/2010/main" val="12372758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2739"/>
        </a:solidFill>
        <a:effectLst/>
      </p:bgPr>
    </p:bg>
    <p:spTree>
      <p:nvGrpSpPr>
        <p:cNvPr id="1" name="">
          <a:extLst>
            <a:ext uri="{FF2B5EF4-FFF2-40B4-BE49-F238E27FC236}">
              <a16:creationId xmlns:a16="http://schemas.microsoft.com/office/drawing/2014/main" id="{37BDF0AF-7721-A07A-3B22-81368F2656E6}"/>
            </a:ext>
          </a:extLst>
        </p:cNvPr>
        <p:cNvGrpSpPr/>
        <p:nvPr/>
      </p:nvGrpSpPr>
      <p:grpSpPr>
        <a:xfrm>
          <a:off x="0" y="0"/>
          <a:ext cx="1" cy="1"/>
          <a:chOff x="0" y="0"/>
          <a:chExt cx="1" cy="1"/>
        </a:xfrm>
      </p:grpSpPr>
      <p:pic>
        <p:nvPicPr>
          <p:cNvPr id="2" name="Image 0" descr="/mnt/data/1521c48b23.png">
            <a:extLst>
              <a:ext uri="{FF2B5EF4-FFF2-40B4-BE49-F238E27FC236}">
                <a16:creationId xmlns:a16="http://schemas.microsoft.com/office/drawing/2014/main" id="{72C31041-8464-BCCF-D5FC-97B16092CB6D}"/>
              </a:ext>
            </a:extLst>
          </p:cNvPr>
          <p:cNvPicPr>
            <a:picLocks noChangeAspect="1"/>
          </p:cNvPicPr>
          <p:nvPr/>
        </p:nvPicPr>
        <p:blipFill>
          <a:blip r:embed="rId3"/>
          <a:srcRect l="20756" r="20756"/>
          <a:stretch/>
        </p:blipFill>
        <p:spPr>
          <a:xfrm>
            <a:off x="6172200" y="0"/>
            <a:ext cx="6016752" cy="6858000"/>
          </a:xfrm>
          <a:prstGeom prst="rect">
            <a:avLst/>
          </a:prstGeom>
        </p:spPr>
      </p:pic>
      <p:sp>
        <p:nvSpPr>
          <p:cNvPr id="3" name="Shape 0">
            <a:extLst>
              <a:ext uri="{FF2B5EF4-FFF2-40B4-BE49-F238E27FC236}">
                <a16:creationId xmlns:a16="http://schemas.microsoft.com/office/drawing/2014/main" id="{2D5FAF08-384B-6476-2B37-AA425D0B2E7F}"/>
              </a:ext>
            </a:extLst>
          </p:cNvPr>
          <p:cNvSpPr/>
          <p:nvPr/>
        </p:nvSpPr>
        <p:spPr>
          <a:xfrm>
            <a:off x="5806440" y="0"/>
            <a:ext cx="1188720" cy="6858000"/>
          </a:xfrm>
          <a:prstGeom prst="rect">
            <a:avLst/>
          </a:prstGeom>
          <a:solidFill>
            <a:srgbClr val="0B2739">
              <a:alpha val="80000"/>
            </a:srgbClr>
          </a:solidFill>
          <a:ln w="12700">
            <a:solidFill>
              <a:srgbClr val="0B27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1">
            <a:extLst>
              <a:ext uri="{FF2B5EF4-FFF2-40B4-BE49-F238E27FC236}">
                <a16:creationId xmlns:a16="http://schemas.microsoft.com/office/drawing/2014/main" id="{0355BEB9-52A4-B960-1120-538AB9675BA9}"/>
              </a:ext>
            </a:extLst>
          </p:cNvPr>
          <p:cNvSpPr/>
          <p:nvPr/>
        </p:nvSpPr>
        <p:spPr>
          <a:xfrm>
            <a:off x="658368" y="2857500"/>
            <a:ext cx="5074920" cy="1143000"/>
          </a:xfrm>
          <a:prstGeom prst="rect">
            <a:avLst/>
          </a:prstGeom>
          <a:noFill/>
          <a:ln/>
        </p:spPr>
        <p:txBody>
          <a:bodyPr wrap="square" lIns="0" tIns="0" rIns="0" bIns="0" rtlCol="0" anchor="ct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2000" b="1" i="1" u="none" strike="noStrike" kern="1200" cap="none" spc="0" normalizeH="0" baseline="0" noProof="0" dirty="0">
                <a:ln>
                  <a:noFill/>
                </a:ln>
                <a:solidFill>
                  <a:prstClr val="white"/>
                </a:solidFill>
                <a:effectLst/>
                <a:uLnTx/>
                <a:uFillTx/>
                <a:latin typeface="Aptos"/>
                <a:ea typeface="+mn-ea"/>
                <a:cs typeface="+mn-cs"/>
              </a:rPr>
              <a:t>Part </a:t>
            </a:r>
            <a:r>
              <a:rPr lang="en-US" sz="2000" b="1" i="1" dirty="0">
                <a:solidFill>
                  <a:prstClr val="white"/>
                </a:solidFill>
                <a:latin typeface="Aptos"/>
              </a:rPr>
              <a:t>B</a:t>
            </a:r>
            <a:endParaRPr kumimoji="0" lang="en-US" sz="2000" b="1" i="1" u="none" strike="noStrike" kern="1200" cap="none" spc="0" normalizeH="0" baseline="0" noProof="0" dirty="0">
              <a:ln>
                <a:noFill/>
              </a:ln>
              <a:solidFill>
                <a:prstClr val="white"/>
              </a:solidFill>
              <a:effectLst/>
              <a:uLnTx/>
              <a:uFillTx/>
              <a:latin typeface="Aptos"/>
              <a:ea typeface="+mn-ea"/>
              <a:cs typeface="+mn-cs"/>
            </a:endParaRPr>
          </a:p>
          <a:p>
            <a:pPr marL="0" marR="0" lvl="0" indent="0" algn="l" defTabSz="914400" rtl="0" eaLnBrk="1" fontAlgn="auto" latinLnBrk="0" hangingPunct="1">
              <a:lnSpc>
                <a:spcPct val="90000"/>
              </a:lnSpc>
              <a:spcBef>
                <a:spcPct val="0"/>
              </a:spcBef>
              <a:spcAft>
                <a:spcPts val="600"/>
              </a:spcAft>
              <a:buClrTx/>
              <a:buSzTx/>
              <a:buFontTx/>
              <a:buNone/>
              <a:tabLst/>
              <a:defRPr/>
            </a:pPr>
            <a:endParaRPr kumimoji="0" lang="en-US" sz="2000" b="1" i="1" u="none" strike="noStrike" kern="1200" cap="none" spc="0" normalizeH="0" baseline="0" noProof="0" dirty="0">
              <a:ln>
                <a:noFill/>
              </a:ln>
              <a:solidFill>
                <a:prstClr val="white"/>
              </a:solidFill>
              <a:effectLst/>
              <a:uLnTx/>
              <a:uFillTx/>
              <a:latin typeface="Aptos"/>
              <a:ea typeface="+mn-ea"/>
              <a:cs typeface="+mn-cs"/>
            </a:endParaRPr>
          </a:p>
          <a:p>
            <a:pPr marL="0" marR="0" lvl="0" indent="0" algn="l" defTabSz="914400" rtl="0" eaLnBrk="1" fontAlgn="auto" latinLnBrk="0" hangingPunct="1">
              <a:lnSpc>
                <a:spcPct val="90000"/>
              </a:lnSpc>
              <a:spcBef>
                <a:spcPct val="0"/>
              </a:spcBef>
              <a:spcAft>
                <a:spcPts val="600"/>
              </a:spcAft>
              <a:buClrTx/>
              <a:buSzTx/>
              <a:buFontTx/>
              <a:buNone/>
              <a:tabLst/>
              <a:defRPr/>
            </a:pPr>
            <a:r>
              <a:rPr lang="en-US" sz="3200" b="1" dirty="0">
                <a:solidFill>
                  <a:prstClr val="white"/>
                </a:solidFill>
                <a:latin typeface="Aptos"/>
              </a:rPr>
              <a:t>Technical Architecture &amp; Innovation</a:t>
            </a:r>
          </a:p>
        </p:txBody>
      </p:sp>
      <p:sp>
        <p:nvSpPr>
          <p:cNvPr id="5" name="Shape 2">
            <a:extLst>
              <a:ext uri="{FF2B5EF4-FFF2-40B4-BE49-F238E27FC236}">
                <a16:creationId xmlns:a16="http://schemas.microsoft.com/office/drawing/2014/main" id="{974FB5BF-B113-0972-6B9C-0413A9879F7D}"/>
              </a:ext>
            </a:extLst>
          </p:cNvPr>
          <p:cNvSpPr/>
          <p:nvPr/>
        </p:nvSpPr>
        <p:spPr>
          <a:xfrm>
            <a:off x="658368" y="2976753"/>
            <a:ext cx="1005840" cy="1"/>
          </a:xfrm>
          <a:prstGeom prst="line">
            <a:avLst/>
          </a:prstGeom>
          <a:noFill/>
          <a:ln w="50800">
            <a:solidFill>
              <a:srgbClr val="86BC2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28769326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9EE48-995B-13FD-6E85-0B748D29080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CD4CF10-E4C2-7A06-8206-85252D027F1E}"/>
              </a:ext>
            </a:extLst>
          </p:cNvPr>
          <p:cNvSpPr txBox="1"/>
          <p:nvPr/>
        </p:nvSpPr>
        <p:spPr>
          <a:xfrm>
            <a:off x="48259" y="50215"/>
            <a:ext cx="11198861" cy="400110"/>
          </a:xfrm>
          <a:prstGeom prst="rect">
            <a:avLst/>
          </a:prstGeom>
          <a:noFill/>
        </p:spPr>
        <p:txBody>
          <a:bodyPr wrap="square">
            <a:spAutoFit/>
          </a:bodyPr>
          <a:lstStyle/>
          <a:p>
            <a:r>
              <a:rPr lang="en-US" sz="2000" b="1" dirty="0"/>
              <a:t>Proposed Spine &amp; Brain Framework - </a:t>
            </a:r>
            <a:r>
              <a:rPr lang="en-US" sz="2000" b="1" dirty="0">
                <a:solidFill>
                  <a:srgbClr val="0B2739"/>
                </a:solidFill>
              </a:rPr>
              <a:t>One AI foundation. Many department outcomes.</a:t>
            </a:r>
            <a:endParaRPr lang="en-US" sz="2000" dirty="0"/>
          </a:p>
        </p:txBody>
      </p:sp>
      <p:grpSp>
        <p:nvGrpSpPr>
          <p:cNvPr id="3" name="Group 2">
            <a:extLst>
              <a:ext uri="{FF2B5EF4-FFF2-40B4-BE49-F238E27FC236}">
                <a16:creationId xmlns:a16="http://schemas.microsoft.com/office/drawing/2014/main" id="{CA0C1A42-18D0-33E2-32EC-36B5E9D5FBA2}"/>
              </a:ext>
            </a:extLst>
          </p:cNvPr>
          <p:cNvGrpSpPr/>
          <p:nvPr/>
        </p:nvGrpSpPr>
        <p:grpSpPr>
          <a:xfrm>
            <a:off x="0" y="497695"/>
            <a:ext cx="5752976" cy="151621"/>
            <a:chOff x="0" y="786578"/>
            <a:chExt cx="5752976" cy="151621"/>
          </a:xfrm>
        </p:grpSpPr>
        <p:cxnSp>
          <p:nvCxnSpPr>
            <p:cNvPr id="5" name="Straight Connector 4">
              <a:extLst>
                <a:ext uri="{FF2B5EF4-FFF2-40B4-BE49-F238E27FC236}">
                  <a16:creationId xmlns:a16="http://schemas.microsoft.com/office/drawing/2014/main" id="{5C425AE3-5DC4-3474-A76B-00D2CD67856F}"/>
                </a:ext>
              </a:extLst>
            </p:cNvPr>
            <p:cNvCxnSpPr>
              <a:cxnSpLocks/>
            </p:cNvCxnSpPr>
            <p:nvPr/>
          </p:nvCxnSpPr>
          <p:spPr>
            <a:xfrm>
              <a:off x="0" y="862388"/>
              <a:ext cx="5673213" cy="0"/>
            </a:xfrm>
            <a:prstGeom prst="line">
              <a:avLst/>
            </a:prstGeom>
            <a:ln>
              <a:solidFill>
                <a:srgbClr val="92D050"/>
              </a:solidFill>
            </a:ln>
          </p:spPr>
          <p:style>
            <a:lnRef idx="2">
              <a:schemeClr val="accent1"/>
            </a:lnRef>
            <a:fillRef idx="0">
              <a:schemeClr val="accent1"/>
            </a:fillRef>
            <a:effectRef idx="1">
              <a:schemeClr val="accent1"/>
            </a:effectRef>
            <a:fontRef idx="minor">
              <a:schemeClr val="tx1"/>
            </a:fontRef>
          </p:style>
        </p:cxnSp>
        <p:sp>
          <p:nvSpPr>
            <p:cNvPr id="6" name="Diamond 5">
              <a:extLst>
                <a:ext uri="{FF2B5EF4-FFF2-40B4-BE49-F238E27FC236}">
                  <a16:creationId xmlns:a16="http://schemas.microsoft.com/office/drawing/2014/main" id="{68A22D89-47ED-87E7-3F72-A460CB6A59E2}"/>
                </a:ext>
              </a:extLst>
            </p:cNvPr>
            <p:cNvSpPr/>
            <p:nvPr/>
          </p:nvSpPr>
          <p:spPr>
            <a:xfrm>
              <a:off x="5661536" y="786578"/>
              <a:ext cx="91440" cy="151621"/>
            </a:xfrm>
            <a:prstGeom prst="diamond">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 name="Text 2">
            <a:extLst>
              <a:ext uri="{FF2B5EF4-FFF2-40B4-BE49-F238E27FC236}">
                <a16:creationId xmlns:a16="http://schemas.microsoft.com/office/drawing/2014/main" id="{A98A249F-C839-5961-D7D0-6A8B0517E916}"/>
              </a:ext>
            </a:extLst>
          </p:cNvPr>
          <p:cNvSpPr/>
          <p:nvPr/>
        </p:nvSpPr>
        <p:spPr>
          <a:xfrm>
            <a:off x="512064" y="740664"/>
            <a:ext cx="7680960" cy="246888"/>
          </a:xfrm>
          <a:prstGeom prst="rect">
            <a:avLst/>
          </a:prstGeom>
          <a:noFill/>
          <a:ln/>
        </p:spPr>
        <p:txBody>
          <a:bodyPr wrap="square" lIns="0" tIns="0" rIns="0" bIns="0" rtlCol="0" anchor="ctr"/>
          <a:lstStyle/>
          <a:p>
            <a:pPr marL="0" indent="0">
              <a:buNone/>
            </a:pPr>
            <a:r>
              <a:rPr lang="en-US" sz="1050" dirty="0">
                <a:solidFill>
                  <a:srgbClr val="586875"/>
                </a:solidFill>
              </a:rPr>
              <a:t>A reusable, governed and IndiaAI-aligned model for safe statewide AI adoption</a:t>
            </a:r>
            <a:endParaRPr lang="en-US" sz="1050" dirty="0"/>
          </a:p>
        </p:txBody>
      </p:sp>
      <p:sp>
        <p:nvSpPr>
          <p:cNvPr id="9" name="Shape 3">
            <a:extLst>
              <a:ext uri="{FF2B5EF4-FFF2-40B4-BE49-F238E27FC236}">
                <a16:creationId xmlns:a16="http://schemas.microsoft.com/office/drawing/2014/main" id="{41C1EC3E-0C88-B6CD-42BB-FEB5D808BA5B}"/>
              </a:ext>
            </a:extLst>
          </p:cNvPr>
          <p:cNvSpPr/>
          <p:nvPr/>
        </p:nvSpPr>
        <p:spPr>
          <a:xfrm>
            <a:off x="502920" y="1188720"/>
            <a:ext cx="5148072" cy="3493008"/>
          </a:xfrm>
          <a:prstGeom prst="roundRect">
            <a:avLst>
              <a:gd name="adj" fmla="val 2618"/>
            </a:avLst>
          </a:prstGeom>
          <a:solidFill>
            <a:srgbClr val="0B2739"/>
          </a:solidFill>
          <a:ln w="12700">
            <a:solidFill>
              <a:srgbClr val="0B2739"/>
            </a:solidFill>
            <a:prstDash val="solid"/>
          </a:ln>
        </p:spPr>
        <p:txBody>
          <a:bodyPr/>
          <a:lstStyle/>
          <a:p>
            <a:endParaRPr lang="en-IN" sz="2000"/>
          </a:p>
        </p:txBody>
      </p:sp>
      <p:sp>
        <p:nvSpPr>
          <p:cNvPr id="11" name="Text 4">
            <a:extLst>
              <a:ext uri="{FF2B5EF4-FFF2-40B4-BE49-F238E27FC236}">
                <a16:creationId xmlns:a16="http://schemas.microsoft.com/office/drawing/2014/main" id="{9A59C9F9-E3F6-5091-C7A6-6A6E99C0FC26}"/>
              </a:ext>
            </a:extLst>
          </p:cNvPr>
          <p:cNvSpPr/>
          <p:nvPr/>
        </p:nvSpPr>
        <p:spPr>
          <a:xfrm>
            <a:off x="804672" y="1508760"/>
            <a:ext cx="1463040" cy="182880"/>
          </a:xfrm>
          <a:prstGeom prst="rect">
            <a:avLst/>
          </a:prstGeom>
          <a:noFill/>
          <a:ln/>
        </p:spPr>
        <p:txBody>
          <a:bodyPr wrap="square" lIns="0" tIns="0" rIns="0" bIns="0" rtlCol="0" anchor="ctr"/>
          <a:lstStyle/>
          <a:p>
            <a:pPr marL="0" indent="0">
              <a:buNone/>
            </a:pPr>
            <a:r>
              <a:rPr lang="en-US" sz="900" b="1" dirty="0">
                <a:solidFill>
                  <a:srgbClr val="86BC25"/>
                </a:solidFill>
              </a:rPr>
              <a:t>THE PROPOSITION</a:t>
            </a:r>
            <a:endParaRPr lang="en-US" sz="900" dirty="0"/>
          </a:p>
        </p:txBody>
      </p:sp>
      <p:sp>
        <p:nvSpPr>
          <p:cNvPr id="13" name="Text 5">
            <a:extLst>
              <a:ext uri="{FF2B5EF4-FFF2-40B4-BE49-F238E27FC236}">
                <a16:creationId xmlns:a16="http://schemas.microsoft.com/office/drawing/2014/main" id="{0AC437C3-F64F-B61E-D8F9-D09A32B6CA5F}"/>
              </a:ext>
            </a:extLst>
          </p:cNvPr>
          <p:cNvSpPr/>
          <p:nvPr/>
        </p:nvSpPr>
        <p:spPr>
          <a:xfrm>
            <a:off x="804672" y="1901952"/>
            <a:ext cx="4251960" cy="438912"/>
          </a:xfrm>
          <a:prstGeom prst="rect">
            <a:avLst/>
          </a:prstGeom>
          <a:noFill/>
          <a:ln/>
        </p:spPr>
        <p:txBody>
          <a:bodyPr wrap="square" lIns="0" tIns="0" rIns="0" bIns="0" rtlCol="0" anchor="ctr"/>
          <a:lstStyle/>
          <a:p>
            <a:pPr marL="0" indent="0">
              <a:buNone/>
            </a:pPr>
            <a:r>
              <a:rPr lang="en-US" sz="2800" b="1" dirty="0">
                <a:solidFill>
                  <a:srgbClr val="FFFFFF"/>
                </a:solidFill>
              </a:rPr>
              <a:t>Build the AI Spine once.</a:t>
            </a:r>
            <a:endParaRPr lang="en-US" sz="2800" dirty="0"/>
          </a:p>
        </p:txBody>
      </p:sp>
      <p:sp>
        <p:nvSpPr>
          <p:cNvPr id="15" name="Text 6">
            <a:extLst>
              <a:ext uri="{FF2B5EF4-FFF2-40B4-BE49-F238E27FC236}">
                <a16:creationId xmlns:a16="http://schemas.microsoft.com/office/drawing/2014/main" id="{A2600DC6-E861-AAE1-EAEA-4E064F7452CE}"/>
              </a:ext>
            </a:extLst>
          </p:cNvPr>
          <p:cNvSpPr/>
          <p:nvPr/>
        </p:nvSpPr>
        <p:spPr>
          <a:xfrm>
            <a:off x="804672" y="2450592"/>
            <a:ext cx="4297680" cy="777240"/>
          </a:xfrm>
          <a:prstGeom prst="rect">
            <a:avLst/>
          </a:prstGeom>
          <a:noFill/>
          <a:ln/>
        </p:spPr>
        <p:txBody>
          <a:bodyPr wrap="square" lIns="0" tIns="0" rIns="0" bIns="0" rtlCol="0" anchor="ctr">
            <a:noAutofit/>
          </a:bodyPr>
          <a:lstStyle/>
          <a:p>
            <a:pPr marL="0" indent="0">
              <a:buNone/>
            </a:pPr>
            <a:r>
              <a:rPr lang="en-US" sz="2800" b="1" dirty="0">
                <a:solidFill>
                  <a:srgbClr val="24B7D8"/>
                </a:solidFill>
              </a:rPr>
              <a:t>Configure departmental AI Brains many times.</a:t>
            </a:r>
            <a:endParaRPr lang="en-US" sz="2800" dirty="0"/>
          </a:p>
        </p:txBody>
      </p:sp>
      <p:sp>
        <p:nvSpPr>
          <p:cNvPr id="17" name="Shape 7">
            <a:extLst>
              <a:ext uri="{FF2B5EF4-FFF2-40B4-BE49-F238E27FC236}">
                <a16:creationId xmlns:a16="http://schemas.microsoft.com/office/drawing/2014/main" id="{4ACB30DE-4B7C-4FBF-8C63-77F201C29C31}"/>
              </a:ext>
            </a:extLst>
          </p:cNvPr>
          <p:cNvSpPr/>
          <p:nvPr/>
        </p:nvSpPr>
        <p:spPr>
          <a:xfrm>
            <a:off x="804672" y="3438144"/>
            <a:ext cx="1234440" cy="914"/>
          </a:xfrm>
          <a:prstGeom prst="line">
            <a:avLst/>
          </a:prstGeom>
          <a:noFill/>
          <a:ln w="50800">
            <a:solidFill>
              <a:srgbClr val="86BC25"/>
            </a:solidFill>
            <a:prstDash val="solid"/>
          </a:ln>
        </p:spPr>
        <p:txBody>
          <a:bodyPr/>
          <a:lstStyle/>
          <a:p>
            <a:endParaRPr lang="en-IN" sz="2000"/>
          </a:p>
        </p:txBody>
      </p:sp>
      <p:sp>
        <p:nvSpPr>
          <p:cNvPr id="19" name="Text 8">
            <a:extLst>
              <a:ext uri="{FF2B5EF4-FFF2-40B4-BE49-F238E27FC236}">
                <a16:creationId xmlns:a16="http://schemas.microsoft.com/office/drawing/2014/main" id="{B24D5B22-FC37-66AD-928B-09590DBA1584}"/>
              </a:ext>
            </a:extLst>
          </p:cNvPr>
          <p:cNvSpPr/>
          <p:nvPr/>
        </p:nvSpPr>
        <p:spPr>
          <a:xfrm>
            <a:off x="804672" y="3694176"/>
            <a:ext cx="4251960" cy="603504"/>
          </a:xfrm>
          <a:prstGeom prst="rect">
            <a:avLst/>
          </a:prstGeom>
          <a:noFill/>
          <a:ln/>
        </p:spPr>
        <p:txBody>
          <a:bodyPr wrap="square" lIns="0" tIns="0" rIns="0" bIns="0" rtlCol="0" anchor="ctr">
            <a:noAutofit/>
          </a:bodyPr>
          <a:lstStyle/>
          <a:p>
            <a:pPr marL="0" indent="0">
              <a:buNone/>
            </a:pPr>
            <a:r>
              <a:rPr lang="en-US" sz="1200" dirty="0">
                <a:solidFill>
                  <a:srgbClr val="D8E7ED"/>
                </a:solidFill>
              </a:rPr>
              <a:t>Shared capabilities reduce duplication, shorten time-to-value and allow every department to adopt AI under common standards.</a:t>
            </a:r>
            <a:endParaRPr lang="en-US" sz="1200" dirty="0"/>
          </a:p>
        </p:txBody>
      </p:sp>
      <p:sp>
        <p:nvSpPr>
          <p:cNvPr id="21" name="Shape 9">
            <a:extLst>
              <a:ext uri="{FF2B5EF4-FFF2-40B4-BE49-F238E27FC236}">
                <a16:creationId xmlns:a16="http://schemas.microsoft.com/office/drawing/2014/main" id="{71D88835-2D61-B9DC-E89A-4F908985117A}"/>
              </a:ext>
            </a:extLst>
          </p:cNvPr>
          <p:cNvSpPr/>
          <p:nvPr/>
        </p:nvSpPr>
        <p:spPr>
          <a:xfrm>
            <a:off x="5650992" y="2871216"/>
            <a:ext cx="393192" cy="914"/>
          </a:xfrm>
          <a:prstGeom prst="line">
            <a:avLst/>
          </a:prstGeom>
          <a:noFill/>
          <a:ln w="25400">
            <a:solidFill>
              <a:srgbClr val="86BC25"/>
            </a:solidFill>
            <a:prstDash val="solid"/>
            <a:tailEnd type="triangle"/>
          </a:ln>
        </p:spPr>
        <p:txBody>
          <a:bodyPr/>
          <a:lstStyle/>
          <a:p>
            <a:endParaRPr lang="en-IN" sz="2000"/>
          </a:p>
        </p:txBody>
      </p:sp>
      <p:sp>
        <p:nvSpPr>
          <p:cNvPr id="23" name="Shape 10">
            <a:extLst>
              <a:ext uri="{FF2B5EF4-FFF2-40B4-BE49-F238E27FC236}">
                <a16:creationId xmlns:a16="http://schemas.microsoft.com/office/drawing/2014/main" id="{A2E05D66-883B-C343-0CB2-7578361979CF}"/>
              </a:ext>
            </a:extLst>
          </p:cNvPr>
          <p:cNvSpPr/>
          <p:nvPr/>
        </p:nvSpPr>
        <p:spPr>
          <a:xfrm>
            <a:off x="6053328" y="1188720"/>
            <a:ext cx="5468112" cy="1033272"/>
          </a:xfrm>
          <a:prstGeom prst="roundRect">
            <a:avLst>
              <a:gd name="adj" fmla="val 7080"/>
            </a:avLst>
          </a:prstGeom>
          <a:solidFill>
            <a:srgbClr val="FFFFFF"/>
          </a:solidFill>
          <a:ln w="12700">
            <a:solidFill>
              <a:srgbClr val="D8E2E7"/>
            </a:solidFill>
            <a:prstDash val="solid"/>
          </a:ln>
          <a:effectLst>
            <a:outerShdw blurRad="10160" dist="3810" dir="2700000" algn="bl" rotWithShape="0">
              <a:srgbClr val="000000">
                <a:alpha val="9000"/>
              </a:srgbClr>
            </a:outerShdw>
          </a:effectLst>
        </p:spPr>
        <p:txBody>
          <a:bodyPr/>
          <a:lstStyle/>
          <a:p>
            <a:endParaRPr lang="en-IN" sz="2000"/>
          </a:p>
        </p:txBody>
      </p:sp>
      <p:sp>
        <p:nvSpPr>
          <p:cNvPr id="25" name="Shape 11">
            <a:extLst>
              <a:ext uri="{FF2B5EF4-FFF2-40B4-BE49-F238E27FC236}">
                <a16:creationId xmlns:a16="http://schemas.microsoft.com/office/drawing/2014/main" id="{08224992-574C-7733-129D-F3AB51A94D58}"/>
              </a:ext>
            </a:extLst>
          </p:cNvPr>
          <p:cNvSpPr/>
          <p:nvPr/>
        </p:nvSpPr>
        <p:spPr>
          <a:xfrm>
            <a:off x="6053328" y="1188720"/>
            <a:ext cx="73152" cy="1033272"/>
          </a:xfrm>
          <a:prstGeom prst="rect">
            <a:avLst/>
          </a:prstGeom>
          <a:solidFill>
            <a:srgbClr val="86BC25"/>
          </a:solidFill>
          <a:ln w="12700">
            <a:solidFill>
              <a:srgbClr val="86BC25"/>
            </a:solidFill>
            <a:prstDash val="solid"/>
          </a:ln>
        </p:spPr>
        <p:txBody>
          <a:bodyPr/>
          <a:lstStyle/>
          <a:p>
            <a:endParaRPr lang="en-IN" sz="2000"/>
          </a:p>
        </p:txBody>
      </p:sp>
      <p:sp>
        <p:nvSpPr>
          <p:cNvPr id="27" name="Shape 12">
            <a:extLst>
              <a:ext uri="{FF2B5EF4-FFF2-40B4-BE49-F238E27FC236}">
                <a16:creationId xmlns:a16="http://schemas.microsoft.com/office/drawing/2014/main" id="{07763141-93C8-B2A9-6659-FA69DF5E9011}"/>
              </a:ext>
            </a:extLst>
          </p:cNvPr>
          <p:cNvSpPr/>
          <p:nvPr/>
        </p:nvSpPr>
        <p:spPr>
          <a:xfrm>
            <a:off x="6327648" y="1417320"/>
            <a:ext cx="566928" cy="566928"/>
          </a:xfrm>
          <a:prstGeom prst="ellipse">
            <a:avLst/>
          </a:prstGeom>
          <a:solidFill>
            <a:srgbClr val="86BC25"/>
          </a:solidFill>
          <a:ln w="12700">
            <a:solidFill>
              <a:srgbClr val="86BC25"/>
            </a:solidFill>
            <a:prstDash val="solid"/>
          </a:ln>
        </p:spPr>
        <p:txBody>
          <a:bodyPr/>
          <a:lstStyle/>
          <a:p>
            <a:endParaRPr lang="en-IN" sz="2000"/>
          </a:p>
        </p:txBody>
      </p:sp>
      <p:pic>
        <p:nvPicPr>
          <p:cNvPr id="29" name="Image 0" descr="preencoded.png">
            <a:extLst>
              <a:ext uri="{FF2B5EF4-FFF2-40B4-BE49-F238E27FC236}">
                <a16:creationId xmlns:a16="http://schemas.microsoft.com/office/drawing/2014/main" id="{6024F2F9-4533-4430-5DF2-684F0DAB36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92240" y="1581912"/>
            <a:ext cx="237744" cy="237744"/>
          </a:xfrm>
          <a:prstGeom prst="rect">
            <a:avLst/>
          </a:prstGeom>
        </p:spPr>
      </p:pic>
      <p:sp>
        <p:nvSpPr>
          <p:cNvPr id="31" name="Text 13">
            <a:extLst>
              <a:ext uri="{FF2B5EF4-FFF2-40B4-BE49-F238E27FC236}">
                <a16:creationId xmlns:a16="http://schemas.microsoft.com/office/drawing/2014/main" id="{D85FCDD6-161A-AFEB-BCE5-9EF5A7E32D34}"/>
              </a:ext>
            </a:extLst>
          </p:cNvPr>
          <p:cNvSpPr/>
          <p:nvPr/>
        </p:nvSpPr>
        <p:spPr>
          <a:xfrm>
            <a:off x="7059168" y="1371600"/>
            <a:ext cx="4096512" cy="274320"/>
          </a:xfrm>
          <a:prstGeom prst="rect">
            <a:avLst/>
          </a:prstGeom>
          <a:noFill/>
          <a:ln/>
        </p:spPr>
        <p:txBody>
          <a:bodyPr wrap="square" lIns="0" tIns="0" rIns="0" bIns="0" rtlCol="0" anchor="ctr"/>
          <a:lstStyle/>
          <a:p>
            <a:pPr marL="0" indent="0">
              <a:buNone/>
            </a:pPr>
            <a:r>
              <a:rPr lang="en-US" sz="1600" b="1" dirty="0">
                <a:solidFill>
                  <a:srgbClr val="0B2739"/>
                </a:solidFill>
              </a:rPr>
              <a:t>Statewide AI Spine</a:t>
            </a:r>
            <a:endParaRPr lang="en-US" sz="1600" dirty="0"/>
          </a:p>
        </p:txBody>
      </p:sp>
      <p:sp>
        <p:nvSpPr>
          <p:cNvPr id="33" name="Text 14">
            <a:extLst>
              <a:ext uri="{FF2B5EF4-FFF2-40B4-BE49-F238E27FC236}">
                <a16:creationId xmlns:a16="http://schemas.microsoft.com/office/drawing/2014/main" id="{C611B4A3-A599-666D-E8E7-7FF8B672A7D7}"/>
              </a:ext>
            </a:extLst>
          </p:cNvPr>
          <p:cNvSpPr/>
          <p:nvPr/>
        </p:nvSpPr>
        <p:spPr>
          <a:xfrm>
            <a:off x="7059168" y="1719072"/>
            <a:ext cx="4096512" cy="292608"/>
          </a:xfrm>
          <a:prstGeom prst="rect">
            <a:avLst/>
          </a:prstGeom>
          <a:noFill/>
          <a:ln/>
        </p:spPr>
        <p:txBody>
          <a:bodyPr wrap="square" lIns="0" tIns="0" rIns="0" bIns="0" rtlCol="0" anchor="ctr">
            <a:noAutofit/>
          </a:bodyPr>
          <a:lstStyle/>
          <a:p>
            <a:pPr marL="0" indent="0">
              <a:buNone/>
            </a:pPr>
            <a:r>
              <a:rPr lang="en-US" sz="1000" dirty="0">
                <a:solidFill>
                  <a:srgbClr val="586875"/>
                </a:solidFill>
              </a:rPr>
              <a:t>Shared data, AI, integration, security, workflow and model-governance services.</a:t>
            </a:r>
            <a:endParaRPr lang="en-US" sz="1000" dirty="0"/>
          </a:p>
        </p:txBody>
      </p:sp>
      <p:sp>
        <p:nvSpPr>
          <p:cNvPr id="35" name="Shape 15">
            <a:extLst>
              <a:ext uri="{FF2B5EF4-FFF2-40B4-BE49-F238E27FC236}">
                <a16:creationId xmlns:a16="http://schemas.microsoft.com/office/drawing/2014/main" id="{E0BECE89-06AC-F9B0-9B03-9883C09D53A6}"/>
              </a:ext>
            </a:extLst>
          </p:cNvPr>
          <p:cNvSpPr/>
          <p:nvPr/>
        </p:nvSpPr>
        <p:spPr>
          <a:xfrm>
            <a:off x="6053328" y="2414016"/>
            <a:ext cx="5468112" cy="1033272"/>
          </a:xfrm>
          <a:prstGeom prst="roundRect">
            <a:avLst>
              <a:gd name="adj" fmla="val 7080"/>
            </a:avLst>
          </a:prstGeom>
          <a:solidFill>
            <a:srgbClr val="FFFFFF"/>
          </a:solidFill>
          <a:ln w="12700">
            <a:solidFill>
              <a:srgbClr val="D8E2E7"/>
            </a:solidFill>
            <a:prstDash val="solid"/>
          </a:ln>
          <a:effectLst>
            <a:outerShdw blurRad="10160" dist="3810" dir="2700000" algn="bl" rotWithShape="0">
              <a:srgbClr val="000000">
                <a:alpha val="9000"/>
              </a:srgbClr>
            </a:outerShdw>
          </a:effectLst>
        </p:spPr>
        <p:txBody>
          <a:bodyPr/>
          <a:lstStyle/>
          <a:p>
            <a:endParaRPr lang="en-IN" sz="2000"/>
          </a:p>
        </p:txBody>
      </p:sp>
      <p:sp>
        <p:nvSpPr>
          <p:cNvPr id="37" name="Shape 16">
            <a:extLst>
              <a:ext uri="{FF2B5EF4-FFF2-40B4-BE49-F238E27FC236}">
                <a16:creationId xmlns:a16="http://schemas.microsoft.com/office/drawing/2014/main" id="{6E7933E0-E926-BEEA-9FCD-EC5D8617BA67}"/>
              </a:ext>
            </a:extLst>
          </p:cNvPr>
          <p:cNvSpPr/>
          <p:nvPr/>
        </p:nvSpPr>
        <p:spPr>
          <a:xfrm>
            <a:off x="6053328" y="2414016"/>
            <a:ext cx="73152" cy="1033272"/>
          </a:xfrm>
          <a:prstGeom prst="rect">
            <a:avLst/>
          </a:prstGeom>
          <a:solidFill>
            <a:srgbClr val="24B7D8"/>
          </a:solidFill>
          <a:ln w="12700">
            <a:solidFill>
              <a:srgbClr val="24B7D8"/>
            </a:solidFill>
            <a:prstDash val="solid"/>
          </a:ln>
        </p:spPr>
        <p:txBody>
          <a:bodyPr/>
          <a:lstStyle/>
          <a:p>
            <a:endParaRPr lang="en-IN" sz="2000"/>
          </a:p>
        </p:txBody>
      </p:sp>
      <p:sp>
        <p:nvSpPr>
          <p:cNvPr id="39" name="Shape 17">
            <a:extLst>
              <a:ext uri="{FF2B5EF4-FFF2-40B4-BE49-F238E27FC236}">
                <a16:creationId xmlns:a16="http://schemas.microsoft.com/office/drawing/2014/main" id="{5D1E30ED-5B1F-F475-DAA9-9BB938DE13FD}"/>
              </a:ext>
            </a:extLst>
          </p:cNvPr>
          <p:cNvSpPr/>
          <p:nvPr/>
        </p:nvSpPr>
        <p:spPr>
          <a:xfrm>
            <a:off x="6327648" y="2642616"/>
            <a:ext cx="566928" cy="566928"/>
          </a:xfrm>
          <a:prstGeom prst="ellipse">
            <a:avLst/>
          </a:prstGeom>
          <a:solidFill>
            <a:srgbClr val="24B7D8"/>
          </a:solidFill>
          <a:ln w="12700">
            <a:solidFill>
              <a:srgbClr val="24B7D8"/>
            </a:solidFill>
            <a:prstDash val="solid"/>
          </a:ln>
        </p:spPr>
        <p:txBody>
          <a:bodyPr/>
          <a:lstStyle/>
          <a:p>
            <a:endParaRPr lang="en-IN" sz="2000"/>
          </a:p>
        </p:txBody>
      </p:sp>
      <p:pic>
        <p:nvPicPr>
          <p:cNvPr id="41" name="Image 1" descr="preencoded.png">
            <a:extLst>
              <a:ext uri="{FF2B5EF4-FFF2-40B4-BE49-F238E27FC236}">
                <a16:creationId xmlns:a16="http://schemas.microsoft.com/office/drawing/2014/main" id="{854DAE85-39A8-8213-20AA-CDDAF58652F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92240" y="2807208"/>
            <a:ext cx="237744" cy="237744"/>
          </a:xfrm>
          <a:prstGeom prst="rect">
            <a:avLst/>
          </a:prstGeom>
        </p:spPr>
      </p:pic>
      <p:sp>
        <p:nvSpPr>
          <p:cNvPr id="43" name="Text 18">
            <a:extLst>
              <a:ext uri="{FF2B5EF4-FFF2-40B4-BE49-F238E27FC236}">
                <a16:creationId xmlns:a16="http://schemas.microsoft.com/office/drawing/2014/main" id="{8D4216FD-8BD6-7BE3-4E65-402872B1C493}"/>
              </a:ext>
            </a:extLst>
          </p:cNvPr>
          <p:cNvSpPr/>
          <p:nvPr/>
        </p:nvSpPr>
        <p:spPr>
          <a:xfrm>
            <a:off x="7059168" y="2596896"/>
            <a:ext cx="4096512" cy="274320"/>
          </a:xfrm>
          <a:prstGeom prst="rect">
            <a:avLst/>
          </a:prstGeom>
          <a:noFill/>
          <a:ln/>
        </p:spPr>
        <p:txBody>
          <a:bodyPr wrap="square" lIns="0" tIns="0" rIns="0" bIns="0" rtlCol="0" anchor="ctr"/>
          <a:lstStyle/>
          <a:p>
            <a:pPr marL="0" indent="0">
              <a:buNone/>
            </a:pPr>
            <a:r>
              <a:rPr lang="en-US" sz="1600" b="1" dirty="0">
                <a:solidFill>
                  <a:srgbClr val="0B2739"/>
                </a:solidFill>
              </a:rPr>
              <a:t>Department AI Brains</a:t>
            </a:r>
            <a:endParaRPr lang="en-US" sz="1600" dirty="0"/>
          </a:p>
        </p:txBody>
      </p:sp>
      <p:sp>
        <p:nvSpPr>
          <p:cNvPr id="45" name="Text 19">
            <a:extLst>
              <a:ext uri="{FF2B5EF4-FFF2-40B4-BE49-F238E27FC236}">
                <a16:creationId xmlns:a16="http://schemas.microsoft.com/office/drawing/2014/main" id="{EC081158-F7C9-BE7F-5446-6F7B99A9C732}"/>
              </a:ext>
            </a:extLst>
          </p:cNvPr>
          <p:cNvSpPr/>
          <p:nvPr/>
        </p:nvSpPr>
        <p:spPr>
          <a:xfrm>
            <a:off x="7059168" y="2944368"/>
            <a:ext cx="4096512" cy="292608"/>
          </a:xfrm>
          <a:prstGeom prst="rect">
            <a:avLst/>
          </a:prstGeom>
          <a:noFill/>
          <a:ln/>
        </p:spPr>
        <p:txBody>
          <a:bodyPr wrap="square" lIns="0" tIns="0" rIns="0" bIns="0" rtlCol="0" anchor="ctr">
            <a:noAutofit/>
          </a:bodyPr>
          <a:lstStyle/>
          <a:p>
            <a:pPr marL="0" indent="0">
              <a:buNone/>
            </a:pPr>
            <a:r>
              <a:rPr lang="en-US" sz="1000" dirty="0">
                <a:solidFill>
                  <a:srgbClr val="586875"/>
                </a:solidFill>
              </a:rPr>
              <a:t>Configurable domain knowledge, rules, workflows, interfaces and applications.</a:t>
            </a:r>
            <a:endParaRPr lang="en-US" sz="1000" dirty="0"/>
          </a:p>
        </p:txBody>
      </p:sp>
      <p:sp>
        <p:nvSpPr>
          <p:cNvPr id="47" name="Shape 20">
            <a:extLst>
              <a:ext uri="{FF2B5EF4-FFF2-40B4-BE49-F238E27FC236}">
                <a16:creationId xmlns:a16="http://schemas.microsoft.com/office/drawing/2014/main" id="{BD70AF7C-E55F-9442-7F72-D955E0B7878E}"/>
              </a:ext>
            </a:extLst>
          </p:cNvPr>
          <p:cNvSpPr/>
          <p:nvPr/>
        </p:nvSpPr>
        <p:spPr>
          <a:xfrm>
            <a:off x="6053328" y="3639312"/>
            <a:ext cx="5468112" cy="1033272"/>
          </a:xfrm>
          <a:prstGeom prst="roundRect">
            <a:avLst>
              <a:gd name="adj" fmla="val 7080"/>
            </a:avLst>
          </a:prstGeom>
          <a:solidFill>
            <a:srgbClr val="FFFFFF"/>
          </a:solidFill>
          <a:ln w="12700">
            <a:solidFill>
              <a:srgbClr val="D8E2E7"/>
            </a:solidFill>
            <a:prstDash val="solid"/>
          </a:ln>
          <a:effectLst>
            <a:outerShdw blurRad="10160" dist="3810" dir="2700000" algn="bl" rotWithShape="0">
              <a:srgbClr val="000000">
                <a:alpha val="9000"/>
              </a:srgbClr>
            </a:outerShdw>
          </a:effectLst>
        </p:spPr>
        <p:txBody>
          <a:bodyPr/>
          <a:lstStyle/>
          <a:p>
            <a:endParaRPr lang="en-IN" sz="2000"/>
          </a:p>
        </p:txBody>
      </p:sp>
      <p:sp>
        <p:nvSpPr>
          <p:cNvPr id="49" name="Shape 21">
            <a:extLst>
              <a:ext uri="{FF2B5EF4-FFF2-40B4-BE49-F238E27FC236}">
                <a16:creationId xmlns:a16="http://schemas.microsoft.com/office/drawing/2014/main" id="{392D9DF1-84BC-B73D-A5BF-CAD574D4D429}"/>
              </a:ext>
            </a:extLst>
          </p:cNvPr>
          <p:cNvSpPr/>
          <p:nvPr/>
        </p:nvSpPr>
        <p:spPr>
          <a:xfrm>
            <a:off x="6053328" y="3639312"/>
            <a:ext cx="73152" cy="1033272"/>
          </a:xfrm>
          <a:prstGeom prst="rect">
            <a:avLst/>
          </a:prstGeom>
          <a:solidFill>
            <a:srgbClr val="007CB0"/>
          </a:solidFill>
          <a:ln w="12700">
            <a:solidFill>
              <a:srgbClr val="007CB0"/>
            </a:solidFill>
            <a:prstDash val="solid"/>
          </a:ln>
        </p:spPr>
        <p:txBody>
          <a:bodyPr/>
          <a:lstStyle/>
          <a:p>
            <a:endParaRPr lang="en-IN" sz="2000"/>
          </a:p>
        </p:txBody>
      </p:sp>
      <p:sp>
        <p:nvSpPr>
          <p:cNvPr id="51" name="Shape 22">
            <a:extLst>
              <a:ext uri="{FF2B5EF4-FFF2-40B4-BE49-F238E27FC236}">
                <a16:creationId xmlns:a16="http://schemas.microsoft.com/office/drawing/2014/main" id="{01B5AB98-7768-A613-B0F6-77A6080323B6}"/>
              </a:ext>
            </a:extLst>
          </p:cNvPr>
          <p:cNvSpPr/>
          <p:nvPr/>
        </p:nvSpPr>
        <p:spPr>
          <a:xfrm>
            <a:off x="6327648" y="3867912"/>
            <a:ext cx="566928" cy="566928"/>
          </a:xfrm>
          <a:prstGeom prst="ellipse">
            <a:avLst/>
          </a:prstGeom>
          <a:solidFill>
            <a:srgbClr val="007CB0"/>
          </a:solidFill>
          <a:ln w="12700">
            <a:solidFill>
              <a:srgbClr val="007CB0"/>
            </a:solidFill>
            <a:prstDash val="solid"/>
          </a:ln>
        </p:spPr>
        <p:txBody>
          <a:bodyPr/>
          <a:lstStyle/>
          <a:p>
            <a:endParaRPr lang="en-IN" sz="2000"/>
          </a:p>
        </p:txBody>
      </p:sp>
      <p:pic>
        <p:nvPicPr>
          <p:cNvPr id="53" name="Image 2" descr="preencoded.png">
            <a:extLst>
              <a:ext uri="{FF2B5EF4-FFF2-40B4-BE49-F238E27FC236}">
                <a16:creationId xmlns:a16="http://schemas.microsoft.com/office/drawing/2014/main" id="{30FE98B4-18F8-4622-9138-050FD4B098E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92240" y="4032504"/>
            <a:ext cx="237744" cy="237744"/>
          </a:xfrm>
          <a:prstGeom prst="rect">
            <a:avLst/>
          </a:prstGeom>
        </p:spPr>
      </p:pic>
      <p:sp>
        <p:nvSpPr>
          <p:cNvPr id="55" name="Text 23">
            <a:extLst>
              <a:ext uri="{FF2B5EF4-FFF2-40B4-BE49-F238E27FC236}">
                <a16:creationId xmlns:a16="http://schemas.microsoft.com/office/drawing/2014/main" id="{F52528E1-C507-475A-8B96-7FA142C196F1}"/>
              </a:ext>
            </a:extLst>
          </p:cNvPr>
          <p:cNvSpPr/>
          <p:nvPr/>
        </p:nvSpPr>
        <p:spPr>
          <a:xfrm>
            <a:off x="7059168" y="3822192"/>
            <a:ext cx="4096512" cy="274320"/>
          </a:xfrm>
          <a:prstGeom prst="rect">
            <a:avLst/>
          </a:prstGeom>
          <a:noFill/>
          <a:ln/>
        </p:spPr>
        <p:txBody>
          <a:bodyPr wrap="square" lIns="0" tIns="0" rIns="0" bIns="0" rtlCol="0" anchor="ctr"/>
          <a:lstStyle/>
          <a:p>
            <a:pPr marL="0" indent="0">
              <a:buNone/>
            </a:pPr>
            <a:r>
              <a:rPr lang="en-US" sz="1600" b="1" dirty="0">
                <a:solidFill>
                  <a:srgbClr val="0B2739"/>
                </a:solidFill>
              </a:rPr>
              <a:t>Innovation ecosystem</a:t>
            </a:r>
            <a:endParaRPr lang="en-US" sz="1600" dirty="0"/>
          </a:p>
        </p:txBody>
      </p:sp>
      <p:sp>
        <p:nvSpPr>
          <p:cNvPr id="57" name="Text 24">
            <a:extLst>
              <a:ext uri="{FF2B5EF4-FFF2-40B4-BE49-F238E27FC236}">
                <a16:creationId xmlns:a16="http://schemas.microsoft.com/office/drawing/2014/main" id="{CE2D2643-31FE-C198-71CB-E97BBE5D3AC0}"/>
              </a:ext>
            </a:extLst>
          </p:cNvPr>
          <p:cNvSpPr/>
          <p:nvPr/>
        </p:nvSpPr>
        <p:spPr>
          <a:xfrm>
            <a:off x="7059168" y="4169664"/>
            <a:ext cx="4096512" cy="292608"/>
          </a:xfrm>
          <a:prstGeom prst="rect">
            <a:avLst/>
          </a:prstGeom>
          <a:noFill/>
          <a:ln/>
        </p:spPr>
        <p:txBody>
          <a:bodyPr wrap="square" lIns="0" tIns="0" rIns="0" bIns="0" rtlCol="0" anchor="ctr">
            <a:noAutofit/>
          </a:bodyPr>
          <a:lstStyle/>
          <a:p>
            <a:pPr marL="0" indent="0">
              <a:buNone/>
            </a:pPr>
            <a:r>
              <a:rPr lang="en-US" sz="1000" dirty="0">
                <a:solidFill>
                  <a:srgbClr val="586875"/>
                </a:solidFill>
              </a:rPr>
              <a:t>Research, startups, skilling and co-creation connected to priority State outcomes.</a:t>
            </a:r>
            <a:endParaRPr lang="en-US" sz="1000" dirty="0"/>
          </a:p>
        </p:txBody>
      </p:sp>
      <p:sp>
        <p:nvSpPr>
          <p:cNvPr id="59" name="Shape 25">
            <a:extLst>
              <a:ext uri="{FF2B5EF4-FFF2-40B4-BE49-F238E27FC236}">
                <a16:creationId xmlns:a16="http://schemas.microsoft.com/office/drawing/2014/main" id="{F1892F22-F076-2799-9DC1-3AA45E572DC8}"/>
              </a:ext>
            </a:extLst>
          </p:cNvPr>
          <p:cNvSpPr/>
          <p:nvPr/>
        </p:nvSpPr>
        <p:spPr>
          <a:xfrm>
            <a:off x="502920" y="4818888"/>
            <a:ext cx="11018520" cy="493776"/>
          </a:xfrm>
          <a:prstGeom prst="roundRect">
            <a:avLst>
              <a:gd name="adj" fmla="val 11111"/>
            </a:avLst>
          </a:prstGeom>
          <a:solidFill>
            <a:srgbClr val="EEF6DF"/>
          </a:solidFill>
          <a:ln w="12700">
            <a:solidFill>
              <a:srgbClr val="C9DDA3"/>
            </a:solidFill>
            <a:prstDash val="solid"/>
          </a:ln>
        </p:spPr>
        <p:txBody>
          <a:bodyPr/>
          <a:lstStyle/>
          <a:p>
            <a:endParaRPr lang="en-IN" sz="2000"/>
          </a:p>
        </p:txBody>
      </p:sp>
      <p:sp>
        <p:nvSpPr>
          <p:cNvPr id="61" name="Text 26">
            <a:extLst>
              <a:ext uri="{FF2B5EF4-FFF2-40B4-BE49-F238E27FC236}">
                <a16:creationId xmlns:a16="http://schemas.microsoft.com/office/drawing/2014/main" id="{33166353-E4F3-6CBF-718B-1DB2CE38E2BC}"/>
              </a:ext>
            </a:extLst>
          </p:cNvPr>
          <p:cNvSpPr/>
          <p:nvPr/>
        </p:nvSpPr>
        <p:spPr>
          <a:xfrm>
            <a:off x="713232" y="4974336"/>
            <a:ext cx="1051560" cy="155448"/>
          </a:xfrm>
          <a:prstGeom prst="rect">
            <a:avLst/>
          </a:prstGeom>
          <a:noFill/>
          <a:ln/>
        </p:spPr>
        <p:txBody>
          <a:bodyPr wrap="square" lIns="0" tIns="0" rIns="0" bIns="0" rtlCol="0" anchor="ctr"/>
          <a:lstStyle/>
          <a:p>
            <a:pPr marL="0" indent="0">
              <a:buNone/>
            </a:pPr>
            <a:r>
              <a:rPr lang="en-US" sz="800" b="1" dirty="0">
                <a:solidFill>
                  <a:srgbClr val="43B02A"/>
                </a:solidFill>
              </a:rPr>
              <a:t>OUTCOME LENS</a:t>
            </a:r>
            <a:endParaRPr lang="en-US" sz="800" dirty="0"/>
          </a:p>
        </p:txBody>
      </p:sp>
      <p:sp>
        <p:nvSpPr>
          <p:cNvPr id="63" name="Text 27">
            <a:extLst>
              <a:ext uri="{FF2B5EF4-FFF2-40B4-BE49-F238E27FC236}">
                <a16:creationId xmlns:a16="http://schemas.microsoft.com/office/drawing/2014/main" id="{16C0E747-6A1D-6DA2-3425-08076914EDAA}"/>
              </a:ext>
            </a:extLst>
          </p:cNvPr>
          <p:cNvSpPr/>
          <p:nvPr/>
        </p:nvSpPr>
        <p:spPr>
          <a:xfrm>
            <a:off x="1874520" y="4901184"/>
            <a:ext cx="841248" cy="237744"/>
          </a:xfrm>
          <a:prstGeom prst="rect">
            <a:avLst/>
          </a:prstGeom>
          <a:noFill/>
          <a:ln/>
        </p:spPr>
        <p:txBody>
          <a:bodyPr wrap="square" lIns="0" tIns="0" rIns="0" bIns="0" rtlCol="0" anchor="ctr"/>
          <a:lstStyle/>
          <a:p>
            <a:pPr marL="0" indent="0" algn="r">
              <a:buNone/>
            </a:pPr>
            <a:r>
              <a:rPr lang="en-US" sz="1600" b="1" dirty="0">
                <a:solidFill>
                  <a:srgbClr val="123B5D"/>
                </a:solidFill>
              </a:rPr>
              <a:t>20+</a:t>
            </a:r>
            <a:endParaRPr lang="en-US" sz="1600" dirty="0"/>
          </a:p>
        </p:txBody>
      </p:sp>
      <p:sp>
        <p:nvSpPr>
          <p:cNvPr id="65" name="Text 28">
            <a:extLst>
              <a:ext uri="{FF2B5EF4-FFF2-40B4-BE49-F238E27FC236}">
                <a16:creationId xmlns:a16="http://schemas.microsoft.com/office/drawing/2014/main" id="{404E2E68-E16D-8883-7430-B093245E8579}"/>
              </a:ext>
            </a:extLst>
          </p:cNvPr>
          <p:cNvSpPr/>
          <p:nvPr/>
        </p:nvSpPr>
        <p:spPr>
          <a:xfrm>
            <a:off x="2770632" y="4937760"/>
            <a:ext cx="1261872" cy="164592"/>
          </a:xfrm>
          <a:prstGeom prst="rect">
            <a:avLst/>
          </a:prstGeom>
          <a:noFill/>
          <a:ln/>
        </p:spPr>
        <p:txBody>
          <a:bodyPr wrap="square" lIns="0" tIns="0" rIns="0" bIns="0" rtlCol="0" anchor="ctr">
            <a:normAutofit/>
          </a:bodyPr>
          <a:lstStyle/>
          <a:p>
            <a:pPr marL="0" indent="0">
              <a:buNone/>
            </a:pPr>
            <a:r>
              <a:rPr lang="en-US" sz="900" b="1" dirty="0">
                <a:solidFill>
                  <a:srgbClr val="0B2739"/>
                </a:solidFill>
              </a:rPr>
              <a:t>Departments</a:t>
            </a:r>
            <a:endParaRPr lang="en-US" sz="900" dirty="0"/>
          </a:p>
        </p:txBody>
      </p:sp>
      <p:sp>
        <p:nvSpPr>
          <p:cNvPr id="67" name="Shape 29">
            <a:extLst>
              <a:ext uri="{FF2B5EF4-FFF2-40B4-BE49-F238E27FC236}">
                <a16:creationId xmlns:a16="http://schemas.microsoft.com/office/drawing/2014/main" id="{039616C0-EC70-FF7D-5847-48588A67F364}"/>
              </a:ext>
            </a:extLst>
          </p:cNvPr>
          <p:cNvSpPr/>
          <p:nvPr/>
        </p:nvSpPr>
        <p:spPr>
          <a:xfrm>
            <a:off x="4096512" y="4919472"/>
            <a:ext cx="914" cy="219456"/>
          </a:xfrm>
          <a:prstGeom prst="line">
            <a:avLst/>
          </a:prstGeom>
          <a:noFill/>
          <a:ln w="12700">
            <a:solidFill>
              <a:srgbClr val="B8C9D0"/>
            </a:solidFill>
            <a:prstDash val="solid"/>
          </a:ln>
        </p:spPr>
        <p:txBody>
          <a:bodyPr/>
          <a:lstStyle/>
          <a:p>
            <a:endParaRPr lang="en-IN" sz="2000"/>
          </a:p>
        </p:txBody>
      </p:sp>
      <p:sp>
        <p:nvSpPr>
          <p:cNvPr id="69" name="Text 30">
            <a:extLst>
              <a:ext uri="{FF2B5EF4-FFF2-40B4-BE49-F238E27FC236}">
                <a16:creationId xmlns:a16="http://schemas.microsoft.com/office/drawing/2014/main" id="{C5542F4A-F91E-A137-F85A-F4FFF5E3BE44}"/>
              </a:ext>
            </a:extLst>
          </p:cNvPr>
          <p:cNvSpPr/>
          <p:nvPr/>
        </p:nvSpPr>
        <p:spPr>
          <a:xfrm>
            <a:off x="4206240" y="4901184"/>
            <a:ext cx="841248" cy="237744"/>
          </a:xfrm>
          <a:prstGeom prst="rect">
            <a:avLst/>
          </a:prstGeom>
          <a:noFill/>
          <a:ln/>
        </p:spPr>
        <p:txBody>
          <a:bodyPr wrap="square" lIns="0" tIns="0" rIns="0" bIns="0" rtlCol="0" anchor="ctr"/>
          <a:lstStyle/>
          <a:p>
            <a:pPr marL="0" indent="0" algn="r">
              <a:buNone/>
            </a:pPr>
            <a:r>
              <a:rPr lang="en-US" sz="1600" b="1" dirty="0">
                <a:solidFill>
                  <a:srgbClr val="007CB0"/>
                </a:solidFill>
              </a:rPr>
              <a:t>25+</a:t>
            </a:r>
            <a:endParaRPr lang="en-US" sz="1600" dirty="0"/>
          </a:p>
        </p:txBody>
      </p:sp>
      <p:sp>
        <p:nvSpPr>
          <p:cNvPr id="71" name="Text 31">
            <a:extLst>
              <a:ext uri="{FF2B5EF4-FFF2-40B4-BE49-F238E27FC236}">
                <a16:creationId xmlns:a16="http://schemas.microsoft.com/office/drawing/2014/main" id="{87FBB056-6D50-C9B8-4986-8AE04B00FECD}"/>
              </a:ext>
            </a:extLst>
          </p:cNvPr>
          <p:cNvSpPr/>
          <p:nvPr/>
        </p:nvSpPr>
        <p:spPr>
          <a:xfrm>
            <a:off x="5102352" y="4937760"/>
            <a:ext cx="1261872" cy="164592"/>
          </a:xfrm>
          <a:prstGeom prst="rect">
            <a:avLst/>
          </a:prstGeom>
          <a:noFill/>
          <a:ln/>
        </p:spPr>
        <p:txBody>
          <a:bodyPr wrap="square" lIns="0" tIns="0" rIns="0" bIns="0" rtlCol="0" anchor="ctr">
            <a:normAutofit/>
          </a:bodyPr>
          <a:lstStyle/>
          <a:p>
            <a:pPr marL="0" indent="0">
              <a:buNone/>
            </a:pPr>
            <a:r>
              <a:rPr lang="en-US" sz="900" b="1" dirty="0">
                <a:solidFill>
                  <a:srgbClr val="0B2739"/>
                </a:solidFill>
              </a:rPr>
              <a:t>AI solutions</a:t>
            </a:r>
            <a:endParaRPr lang="en-US" sz="900" dirty="0"/>
          </a:p>
        </p:txBody>
      </p:sp>
      <p:sp>
        <p:nvSpPr>
          <p:cNvPr id="75" name="Shape 32">
            <a:extLst>
              <a:ext uri="{FF2B5EF4-FFF2-40B4-BE49-F238E27FC236}">
                <a16:creationId xmlns:a16="http://schemas.microsoft.com/office/drawing/2014/main" id="{AD7D707B-BFC0-56DF-1718-22134AC06BDF}"/>
              </a:ext>
            </a:extLst>
          </p:cNvPr>
          <p:cNvSpPr/>
          <p:nvPr/>
        </p:nvSpPr>
        <p:spPr>
          <a:xfrm>
            <a:off x="6428232" y="4919472"/>
            <a:ext cx="914" cy="219456"/>
          </a:xfrm>
          <a:prstGeom prst="line">
            <a:avLst/>
          </a:prstGeom>
          <a:noFill/>
          <a:ln w="12700">
            <a:solidFill>
              <a:srgbClr val="B8C9D0"/>
            </a:solidFill>
            <a:prstDash val="solid"/>
          </a:ln>
        </p:spPr>
        <p:txBody>
          <a:bodyPr/>
          <a:lstStyle/>
          <a:p>
            <a:endParaRPr lang="en-IN" sz="2000"/>
          </a:p>
        </p:txBody>
      </p:sp>
      <p:sp>
        <p:nvSpPr>
          <p:cNvPr id="79" name="Text 33">
            <a:extLst>
              <a:ext uri="{FF2B5EF4-FFF2-40B4-BE49-F238E27FC236}">
                <a16:creationId xmlns:a16="http://schemas.microsoft.com/office/drawing/2014/main" id="{374AE8D1-A72B-00ED-51B5-072B89A790E4}"/>
              </a:ext>
            </a:extLst>
          </p:cNvPr>
          <p:cNvSpPr/>
          <p:nvPr/>
        </p:nvSpPr>
        <p:spPr>
          <a:xfrm>
            <a:off x="6537960" y="4901184"/>
            <a:ext cx="841248" cy="237744"/>
          </a:xfrm>
          <a:prstGeom prst="rect">
            <a:avLst/>
          </a:prstGeom>
          <a:noFill/>
          <a:ln/>
        </p:spPr>
        <p:txBody>
          <a:bodyPr wrap="square" lIns="0" tIns="0" rIns="0" bIns="0" rtlCol="0" anchor="ctr"/>
          <a:lstStyle/>
          <a:p>
            <a:pPr marL="0" indent="0" algn="r">
              <a:buNone/>
            </a:pPr>
            <a:r>
              <a:rPr lang="en-US" sz="1600" b="1" dirty="0">
                <a:solidFill>
                  <a:srgbClr val="123B5D"/>
                </a:solidFill>
              </a:rPr>
              <a:t>12,500+</a:t>
            </a:r>
            <a:endParaRPr lang="en-US" sz="1600" dirty="0"/>
          </a:p>
        </p:txBody>
      </p:sp>
      <p:sp>
        <p:nvSpPr>
          <p:cNvPr id="83" name="Text 34">
            <a:extLst>
              <a:ext uri="{FF2B5EF4-FFF2-40B4-BE49-F238E27FC236}">
                <a16:creationId xmlns:a16="http://schemas.microsoft.com/office/drawing/2014/main" id="{564FC354-2957-4FC3-B0DB-D6455F7A928F}"/>
              </a:ext>
            </a:extLst>
          </p:cNvPr>
          <p:cNvSpPr/>
          <p:nvPr/>
        </p:nvSpPr>
        <p:spPr>
          <a:xfrm>
            <a:off x="7434072" y="4937760"/>
            <a:ext cx="1261872" cy="164592"/>
          </a:xfrm>
          <a:prstGeom prst="rect">
            <a:avLst/>
          </a:prstGeom>
          <a:noFill/>
          <a:ln/>
        </p:spPr>
        <p:txBody>
          <a:bodyPr wrap="square" lIns="0" tIns="0" rIns="0" bIns="0" rtlCol="0" anchor="ctr">
            <a:normAutofit/>
          </a:bodyPr>
          <a:lstStyle/>
          <a:p>
            <a:pPr marL="0" indent="0">
              <a:buNone/>
            </a:pPr>
            <a:r>
              <a:rPr lang="en-US" sz="900" b="1" dirty="0">
                <a:solidFill>
                  <a:srgbClr val="0B2739"/>
                </a:solidFill>
              </a:rPr>
              <a:t>People trained</a:t>
            </a:r>
            <a:endParaRPr lang="en-US" sz="900" dirty="0"/>
          </a:p>
        </p:txBody>
      </p:sp>
      <p:sp>
        <p:nvSpPr>
          <p:cNvPr id="87" name="Shape 35">
            <a:extLst>
              <a:ext uri="{FF2B5EF4-FFF2-40B4-BE49-F238E27FC236}">
                <a16:creationId xmlns:a16="http://schemas.microsoft.com/office/drawing/2014/main" id="{63C841D1-95B3-155D-9270-F5337169973B}"/>
              </a:ext>
            </a:extLst>
          </p:cNvPr>
          <p:cNvSpPr/>
          <p:nvPr/>
        </p:nvSpPr>
        <p:spPr>
          <a:xfrm>
            <a:off x="8759952" y="4919472"/>
            <a:ext cx="914" cy="219456"/>
          </a:xfrm>
          <a:prstGeom prst="line">
            <a:avLst/>
          </a:prstGeom>
          <a:noFill/>
          <a:ln w="12700">
            <a:solidFill>
              <a:srgbClr val="B8C9D0"/>
            </a:solidFill>
            <a:prstDash val="solid"/>
          </a:ln>
        </p:spPr>
        <p:txBody>
          <a:bodyPr/>
          <a:lstStyle/>
          <a:p>
            <a:endParaRPr lang="en-IN" sz="2000"/>
          </a:p>
        </p:txBody>
      </p:sp>
      <p:sp>
        <p:nvSpPr>
          <p:cNvPr id="91" name="Text 36">
            <a:extLst>
              <a:ext uri="{FF2B5EF4-FFF2-40B4-BE49-F238E27FC236}">
                <a16:creationId xmlns:a16="http://schemas.microsoft.com/office/drawing/2014/main" id="{3D160E34-38A3-A6FF-CE13-8598605182B9}"/>
              </a:ext>
            </a:extLst>
          </p:cNvPr>
          <p:cNvSpPr/>
          <p:nvPr/>
        </p:nvSpPr>
        <p:spPr>
          <a:xfrm>
            <a:off x="8869680" y="4901184"/>
            <a:ext cx="841248" cy="237744"/>
          </a:xfrm>
          <a:prstGeom prst="rect">
            <a:avLst/>
          </a:prstGeom>
          <a:noFill/>
          <a:ln/>
        </p:spPr>
        <p:txBody>
          <a:bodyPr wrap="square" lIns="0" tIns="0" rIns="0" bIns="0" rtlCol="0" anchor="ctr"/>
          <a:lstStyle/>
          <a:p>
            <a:pPr marL="0" indent="0" algn="r">
              <a:buNone/>
            </a:pPr>
            <a:r>
              <a:rPr lang="en-US" sz="1600" b="1" dirty="0">
                <a:solidFill>
                  <a:srgbClr val="007CB0"/>
                </a:solidFill>
              </a:rPr>
              <a:t>50</a:t>
            </a:r>
            <a:endParaRPr lang="en-US" sz="1600" dirty="0"/>
          </a:p>
        </p:txBody>
      </p:sp>
      <p:sp>
        <p:nvSpPr>
          <p:cNvPr id="95" name="Text 37">
            <a:extLst>
              <a:ext uri="{FF2B5EF4-FFF2-40B4-BE49-F238E27FC236}">
                <a16:creationId xmlns:a16="http://schemas.microsoft.com/office/drawing/2014/main" id="{A30E1D23-68D4-7203-FF67-E5E5A14ADE87}"/>
              </a:ext>
            </a:extLst>
          </p:cNvPr>
          <p:cNvSpPr/>
          <p:nvPr/>
        </p:nvSpPr>
        <p:spPr>
          <a:xfrm>
            <a:off x="9765792" y="4937760"/>
            <a:ext cx="1261872" cy="164592"/>
          </a:xfrm>
          <a:prstGeom prst="rect">
            <a:avLst/>
          </a:prstGeom>
          <a:noFill/>
          <a:ln/>
        </p:spPr>
        <p:txBody>
          <a:bodyPr wrap="square" lIns="0" tIns="0" rIns="0" bIns="0" rtlCol="0" anchor="ctr">
            <a:normAutofit/>
          </a:bodyPr>
          <a:lstStyle/>
          <a:p>
            <a:pPr marL="0" indent="0">
              <a:buNone/>
            </a:pPr>
            <a:r>
              <a:rPr lang="en-US" sz="900" b="1" dirty="0">
                <a:solidFill>
                  <a:srgbClr val="0B2739"/>
                </a:solidFill>
              </a:rPr>
              <a:t>Startups supported</a:t>
            </a:r>
            <a:endParaRPr lang="en-US" sz="900" dirty="0"/>
          </a:p>
        </p:txBody>
      </p:sp>
      <p:sp>
        <p:nvSpPr>
          <p:cNvPr id="99" name="Text 38">
            <a:extLst>
              <a:ext uri="{FF2B5EF4-FFF2-40B4-BE49-F238E27FC236}">
                <a16:creationId xmlns:a16="http://schemas.microsoft.com/office/drawing/2014/main" id="{71008A89-95B1-5F29-C91B-53047D84CB35}"/>
              </a:ext>
            </a:extLst>
          </p:cNvPr>
          <p:cNvSpPr/>
          <p:nvPr/>
        </p:nvSpPr>
        <p:spPr>
          <a:xfrm>
            <a:off x="521208" y="5367528"/>
            <a:ext cx="5577840" cy="201168"/>
          </a:xfrm>
          <a:prstGeom prst="rect">
            <a:avLst/>
          </a:prstGeom>
          <a:noFill/>
          <a:ln/>
        </p:spPr>
        <p:txBody>
          <a:bodyPr wrap="square" lIns="0" tIns="0" rIns="0" bIns="0" rtlCol="0" anchor="ctr"/>
          <a:lstStyle/>
          <a:p>
            <a:pPr marL="0" indent="0">
              <a:buNone/>
            </a:pPr>
            <a:r>
              <a:rPr lang="en-US" sz="1100" b="1" dirty="0">
                <a:solidFill>
                  <a:srgbClr val="0B2739"/>
                </a:solidFill>
              </a:rPr>
              <a:t>Why Sikkim can become India’s Himalayan AI lighthouse</a:t>
            </a:r>
            <a:endParaRPr lang="en-US" sz="1100" dirty="0"/>
          </a:p>
        </p:txBody>
      </p:sp>
      <p:sp>
        <p:nvSpPr>
          <p:cNvPr id="101" name="Shape 39">
            <a:extLst>
              <a:ext uri="{FF2B5EF4-FFF2-40B4-BE49-F238E27FC236}">
                <a16:creationId xmlns:a16="http://schemas.microsoft.com/office/drawing/2014/main" id="{BDB7152B-E000-EAAE-0DBF-D53549ACA300}"/>
              </a:ext>
            </a:extLst>
          </p:cNvPr>
          <p:cNvSpPr/>
          <p:nvPr/>
        </p:nvSpPr>
        <p:spPr>
          <a:xfrm>
            <a:off x="502920" y="5532120"/>
            <a:ext cx="1719072" cy="804672"/>
          </a:xfrm>
          <a:prstGeom prst="roundRect">
            <a:avLst>
              <a:gd name="adj" fmla="val 7955"/>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000"/>
          </a:p>
        </p:txBody>
      </p:sp>
      <p:sp>
        <p:nvSpPr>
          <p:cNvPr id="105" name="Shape 40">
            <a:extLst>
              <a:ext uri="{FF2B5EF4-FFF2-40B4-BE49-F238E27FC236}">
                <a16:creationId xmlns:a16="http://schemas.microsoft.com/office/drawing/2014/main" id="{7D1567CB-29FF-26B0-6355-2AD96E3922C9}"/>
              </a:ext>
            </a:extLst>
          </p:cNvPr>
          <p:cNvSpPr/>
          <p:nvPr/>
        </p:nvSpPr>
        <p:spPr>
          <a:xfrm>
            <a:off x="502920" y="5532120"/>
            <a:ext cx="1719072" cy="82296"/>
          </a:xfrm>
          <a:prstGeom prst="rect">
            <a:avLst/>
          </a:prstGeom>
          <a:solidFill>
            <a:srgbClr val="007CB0"/>
          </a:solidFill>
          <a:ln w="12700">
            <a:solidFill>
              <a:srgbClr val="007CB0"/>
            </a:solidFill>
            <a:prstDash val="solid"/>
          </a:ln>
        </p:spPr>
        <p:txBody>
          <a:bodyPr/>
          <a:lstStyle/>
          <a:p>
            <a:endParaRPr lang="en-IN" sz="2000"/>
          </a:p>
        </p:txBody>
      </p:sp>
      <p:pic>
        <p:nvPicPr>
          <p:cNvPr id="108" name="Image 3" descr="preencoded.png">
            <a:extLst>
              <a:ext uri="{FF2B5EF4-FFF2-40B4-BE49-F238E27FC236}">
                <a16:creationId xmlns:a16="http://schemas.microsoft.com/office/drawing/2014/main" id="{D0D2B77C-A35F-2879-9BA6-BBC10D507C7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0936" y="5705856"/>
            <a:ext cx="182880" cy="182880"/>
          </a:xfrm>
          <a:prstGeom prst="rect">
            <a:avLst/>
          </a:prstGeom>
        </p:spPr>
      </p:pic>
      <p:sp>
        <p:nvSpPr>
          <p:cNvPr id="111" name="Text 41">
            <a:extLst>
              <a:ext uri="{FF2B5EF4-FFF2-40B4-BE49-F238E27FC236}">
                <a16:creationId xmlns:a16="http://schemas.microsoft.com/office/drawing/2014/main" id="{FE5590B1-66D4-BCEC-404C-AD883E084EC2}"/>
              </a:ext>
            </a:extLst>
          </p:cNvPr>
          <p:cNvSpPr/>
          <p:nvPr/>
        </p:nvSpPr>
        <p:spPr>
          <a:xfrm>
            <a:off x="923544" y="5669280"/>
            <a:ext cx="1161288" cy="237744"/>
          </a:xfrm>
          <a:prstGeom prst="rect">
            <a:avLst/>
          </a:prstGeom>
          <a:noFill/>
          <a:ln/>
        </p:spPr>
        <p:txBody>
          <a:bodyPr wrap="square" lIns="0" tIns="0" rIns="0" bIns="0" rtlCol="0" anchor="ctr">
            <a:noAutofit/>
          </a:bodyPr>
          <a:lstStyle/>
          <a:p>
            <a:pPr marL="0" indent="0">
              <a:buNone/>
            </a:pPr>
            <a:r>
              <a:rPr lang="en-US" sz="1000" b="1" dirty="0">
                <a:solidFill>
                  <a:srgbClr val="0B2739"/>
                </a:solidFill>
              </a:rPr>
              <a:t>Himalayan resilience</a:t>
            </a:r>
            <a:endParaRPr lang="en-US" sz="1000" dirty="0"/>
          </a:p>
        </p:txBody>
      </p:sp>
      <p:sp>
        <p:nvSpPr>
          <p:cNvPr id="113" name="Text 42">
            <a:extLst>
              <a:ext uri="{FF2B5EF4-FFF2-40B4-BE49-F238E27FC236}">
                <a16:creationId xmlns:a16="http://schemas.microsoft.com/office/drawing/2014/main" id="{3DC20F2A-12A0-208A-E434-3478C331345F}"/>
              </a:ext>
            </a:extLst>
          </p:cNvPr>
          <p:cNvSpPr/>
          <p:nvPr/>
        </p:nvSpPr>
        <p:spPr>
          <a:xfrm>
            <a:off x="630936" y="5980176"/>
            <a:ext cx="1444752" cy="219456"/>
          </a:xfrm>
          <a:prstGeom prst="rect">
            <a:avLst/>
          </a:prstGeom>
          <a:noFill/>
          <a:ln/>
        </p:spPr>
        <p:txBody>
          <a:bodyPr wrap="square" lIns="0" tIns="0" rIns="0" bIns="0" rtlCol="0" anchor="ctr">
            <a:normAutofit/>
          </a:bodyPr>
          <a:lstStyle/>
          <a:p>
            <a:pPr marL="0" indent="0" algn="ctr">
              <a:buNone/>
            </a:pPr>
            <a:r>
              <a:rPr lang="en-US" sz="700" dirty="0">
                <a:solidFill>
                  <a:srgbClr val="586875"/>
                </a:solidFill>
              </a:rPr>
              <a:t>Disaster and climate intelligence</a:t>
            </a:r>
            <a:endParaRPr lang="en-US" sz="700" dirty="0"/>
          </a:p>
        </p:txBody>
      </p:sp>
      <p:sp>
        <p:nvSpPr>
          <p:cNvPr id="115" name="Shape 43">
            <a:extLst>
              <a:ext uri="{FF2B5EF4-FFF2-40B4-BE49-F238E27FC236}">
                <a16:creationId xmlns:a16="http://schemas.microsoft.com/office/drawing/2014/main" id="{8D097246-F1B7-9DAE-F01B-72F1C71500ED}"/>
              </a:ext>
            </a:extLst>
          </p:cNvPr>
          <p:cNvSpPr/>
          <p:nvPr/>
        </p:nvSpPr>
        <p:spPr>
          <a:xfrm>
            <a:off x="2331720" y="5532120"/>
            <a:ext cx="1719072" cy="804672"/>
          </a:xfrm>
          <a:prstGeom prst="roundRect">
            <a:avLst>
              <a:gd name="adj" fmla="val 7955"/>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000"/>
          </a:p>
        </p:txBody>
      </p:sp>
      <p:sp>
        <p:nvSpPr>
          <p:cNvPr id="117" name="Shape 44">
            <a:extLst>
              <a:ext uri="{FF2B5EF4-FFF2-40B4-BE49-F238E27FC236}">
                <a16:creationId xmlns:a16="http://schemas.microsoft.com/office/drawing/2014/main" id="{18070E39-C4AB-4963-C094-5ED7135C6731}"/>
              </a:ext>
            </a:extLst>
          </p:cNvPr>
          <p:cNvSpPr/>
          <p:nvPr/>
        </p:nvSpPr>
        <p:spPr>
          <a:xfrm>
            <a:off x="2331720" y="5532120"/>
            <a:ext cx="1719072" cy="82296"/>
          </a:xfrm>
          <a:prstGeom prst="rect">
            <a:avLst/>
          </a:prstGeom>
          <a:solidFill>
            <a:srgbClr val="43B02A"/>
          </a:solidFill>
          <a:ln w="12700">
            <a:solidFill>
              <a:srgbClr val="43B02A"/>
            </a:solidFill>
            <a:prstDash val="solid"/>
          </a:ln>
        </p:spPr>
        <p:txBody>
          <a:bodyPr/>
          <a:lstStyle/>
          <a:p>
            <a:endParaRPr lang="en-IN" sz="2000"/>
          </a:p>
        </p:txBody>
      </p:sp>
      <p:pic>
        <p:nvPicPr>
          <p:cNvPr id="119" name="Image 4" descr="preencoded.png">
            <a:extLst>
              <a:ext uri="{FF2B5EF4-FFF2-40B4-BE49-F238E27FC236}">
                <a16:creationId xmlns:a16="http://schemas.microsoft.com/office/drawing/2014/main" id="{249FFE17-6DEA-11C6-66E2-76D85B1AE7A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459736" y="5705856"/>
            <a:ext cx="182880" cy="182880"/>
          </a:xfrm>
          <a:prstGeom prst="rect">
            <a:avLst/>
          </a:prstGeom>
        </p:spPr>
      </p:pic>
      <p:sp>
        <p:nvSpPr>
          <p:cNvPr id="121" name="Text 45">
            <a:extLst>
              <a:ext uri="{FF2B5EF4-FFF2-40B4-BE49-F238E27FC236}">
                <a16:creationId xmlns:a16="http://schemas.microsoft.com/office/drawing/2014/main" id="{A9CFEC33-82A3-8F3E-5B89-FC568A4F7F31}"/>
              </a:ext>
            </a:extLst>
          </p:cNvPr>
          <p:cNvSpPr/>
          <p:nvPr/>
        </p:nvSpPr>
        <p:spPr>
          <a:xfrm>
            <a:off x="2752344" y="5669280"/>
            <a:ext cx="1161288" cy="237744"/>
          </a:xfrm>
          <a:prstGeom prst="rect">
            <a:avLst/>
          </a:prstGeom>
          <a:noFill/>
          <a:ln/>
        </p:spPr>
        <p:txBody>
          <a:bodyPr wrap="square" lIns="0" tIns="0" rIns="0" bIns="0" rtlCol="0" anchor="ctr">
            <a:normAutofit/>
          </a:bodyPr>
          <a:lstStyle/>
          <a:p>
            <a:pPr marL="0" indent="0">
              <a:buNone/>
            </a:pPr>
            <a:r>
              <a:rPr lang="en-US" sz="1000" b="1" dirty="0">
                <a:solidFill>
                  <a:srgbClr val="0B2739"/>
                </a:solidFill>
              </a:rPr>
              <a:t>Organic leadership</a:t>
            </a:r>
            <a:endParaRPr lang="en-US" sz="1000" dirty="0"/>
          </a:p>
        </p:txBody>
      </p:sp>
      <p:sp>
        <p:nvSpPr>
          <p:cNvPr id="123" name="Text 46">
            <a:extLst>
              <a:ext uri="{FF2B5EF4-FFF2-40B4-BE49-F238E27FC236}">
                <a16:creationId xmlns:a16="http://schemas.microsoft.com/office/drawing/2014/main" id="{E993FB17-5513-B841-1EFE-89C8C1B050C2}"/>
              </a:ext>
            </a:extLst>
          </p:cNvPr>
          <p:cNvSpPr/>
          <p:nvPr/>
        </p:nvSpPr>
        <p:spPr>
          <a:xfrm>
            <a:off x="2459736" y="5980176"/>
            <a:ext cx="1444752" cy="219456"/>
          </a:xfrm>
          <a:prstGeom prst="rect">
            <a:avLst/>
          </a:prstGeom>
          <a:noFill/>
          <a:ln/>
        </p:spPr>
        <p:txBody>
          <a:bodyPr wrap="square" lIns="0" tIns="0" rIns="0" bIns="0" rtlCol="0" anchor="ctr">
            <a:normAutofit/>
          </a:bodyPr>
          <a:lstStyle/>
          <a:p>
            <a:pPr marL="0" indent="0" algn="ctr">
              <a:buNone/>
            </a:pPr>
            <a:r>
              <a:rPr lang="en-US" sz="700" dirty="0">
                <a:solidFill>
                  <a:srgbClr val="586875"/>
                </a:solidFill>
              </a:rPr>
              <a:t>Crop, soil and yield intelligence</a:t>
            </a:r>
            <a:endParaRPr lang="en-US" sz="700" dirty="0"/>
          </a:p>
        </p:txBody>
      </p:sp>
      <p:sp>
        <p:nvSpPr>
          <p:cNvPr id="125" name="Shape 47">
            <a:extLst>
              <a:ext uri="{FF2B5EF4-FFF2-40B4-BE49-F238E27FC236}">
                <a16:creationId xmlns:a16="http://schemas.microsoft.com/office/drawing/2014/main" id="{7B328E02-D520-15DE-D0F5-E68006770399}"/>
              </a:ext>
            </a:extLst>
          </p:cNvPr>
          <p:cNvSpPr/>
          <p:nvPr/>
        </p:nvSpPr>
        <p:spPr>
          <a:xfrm>
            <a:off x="4160520" y="5532120"/>
            <a:ext cx="1719072" cy="804672"/>
          </a:xfrm>
          <a:prstGeom prst="roundRect">
            <a:avLst>
              <a:gd name="adj" fmla="val 7955"/>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000"/>
          </a:p>
        </p:txBody>
      </p:sp>
      <p:sp>
        <p:nvSpPr>
          <p:cNvPr id="127" name="Shape 48">
            <a:extLst>
              <a:ext uri="{FF2B5EF4-FFF2-40B4-BE49-F238E27FC236}">
                <a16:creationId xmlns:a16="http://schemas.microsoft.com/office/drawing/2014/main" id="{776BBC5C-2836-DCC7-0D2A-0B4B415591B8}"/>
              </a:ext>
            </a:extLst>
          </p:cNvPr>
          <p:cNvSpPr/>
          <p:nvPr/>
        </p:nvSpPr>
        <p:spPr>
          <a:xfrm>
            <a:off x="4160520" y="5532120"/>
            <a:ext cx="1719072" cy="82296"/>
          </a:xfrm>
          <a:prstGeom prst="rect">
            <a:avLst/>
          </a:prstGeom>
          <a:solidFill>
            <a:srgbClr val="24B7D8"/>
          </a:solidFill>
          <a:ln w="12700">
            <a:solidFill>
              <a:srgbClr val="24B7D8"/>
            </a:solidFill>
            <a:prstDash val="solid"/>
          </a:ln>
        </p:spPr>
        <p:txBody>
          <a:bodyPr/>
          <a:lstStyle/>
          <a:p>
            <a:endParaRPr lang="en-IN" sz="2000"/>
          </a:p>
        </p:txBody>
      </p:sp>
      <p:pic>
        <p:nvPicPr>
          <p:cNvPr id="129" name="Image 5" descr="preencoded.png">
            <a:extLst>
              <a:ext uri="{FF2B5EF4-FFF2-40B4-BE49-F238E27FC236}">
                <a16:creationId xmlns:a16="http://schemas.microsoft.com/office/drawing/2014/main" id="{4FD64221-7CBD-D217-5ABB-807B322CF3D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288536" y="5705856"/>
            <a:ext cx="182880" cy="182880"/>
          </a:xfrm>
          <a:prstGeom prst="rect">
            <a:avLst/>
          </a:prstGeom>
        </p:spPr>
      </p:pic>
      <p:sp>
        <p:nvSpPr>
          <p:cNvPr id="135" name="Text 49">
            <a:extLst>
              <a:ext uri="{FF2B5EF4-FFF2-40B4-BE49-F238E27FC236}">
                <a16:creationId xmlns:a16="http://schemas.microsoft.com/office/drawing/2014/main" id="{98184B32-F79D-B415-8D57-FBD9101673C0}"/>
              </a:ext>
            </a:extLst>
          </p:cNvPr>
          <p:cNvSpPr/>
          <p:nvPr/>
        </p:nvSpPr>
        <p:spPr>
          <a:xfrm>
            <a:off x="4581144" y="5669280"/>
            <a:ext cx="1161288" cy="237744"/>
          </a:xfrm>
          <a:prstGeom prst="rect">
            <a:avLst/>
          </a:prstGeom>
          <a:noFill/>
          <a:ln/>
        </p:spPr>
        <p:txBody>
          <a:bodyPr wrap="square" lIns="0" tIns="0" rIns="0" bIns="0" rtlCol="0" anchor="ctr">
            <a:normAutofit/>
          </a:bodyPr>
          <a:lstStyle/>
          <a:p>
            <a:pPr marL="0" indent="0">
              <a:buNone/>
            </a:pPr>
            <a:r>
              <a:rPr lang="en-US" sz="1000" b="1" dirty="0">
                <a:solidFill>
                  <a:srgbClr val="0B2739"/>
                </a:solidFill>
              </a:rPr>
              <a:t>Tourism economy</a:t>
            </a:r>
            <a:endParaRPr lang="en-US" sz="1000" dirty="0"/>
          </a:p>
        </p:txBody>
      </p:sp>
      <p:sp>
        <p:nvSpPr>
          <p:cNvPr id="139" name="Text 50">
            <a:extLst>
              <a:ext uri="{FF2B5EF4-FFF2-40B4-BE49-F238E27FC236}">
                <a16:creationId xmlns:a16="http://schemas.microsoft.com/office/drawing/2014/main" id="{335939A4-9E61-395B-A8B8-A236EE5C83EF}"/>
              </a:ext>
            </a:extLst>
          </p:cNvPr>
          <p:cNvSpPr/>
          <p:nvPr/>
        </p:nvSpPr>
        <p:spPr>
          <a:xfrm>
            <a:off x="4288536" y="5980176"/>
            <a:ext cx="1444752" cy="219456"/>
          </a:xfrm>
          <a:prstGeom prst="rect">
            <a:avLst/>
          </a:prstGeom>
          <a:noFill/>
          <a:ln/>
        </p:spPr>
        <p:txBody>
          <a:bodyPr wrap="square" lIns="0" tIns="0" rIns="0" bIns="0" rtlCol="0" anchor="ctr">
            <a:noAutofit/>
          </a:bodyPr>
          <a:lstStyle/>
          <a:p>
            <a:pPr marL="0" indent="0" algn="ctr">
              <a:buNone/>
            </a:pPr>
            <a:r>
              <a:rPr lang="en-US" sz="800" dirty="0">
                <a:solidFill>
                  <a:srgbClr val="586875"/>
                </a:solidFill>
              </a:rPr>
              <a:t>Demand, flow and smart services</a:t>
            </a:r>
            <a:endParaRPr lang="en-US" sz="800" dirty="0"/>
          </a:p>
        </p:txBody>
      </p:sp>
      <p:sp>
        <p:nvSpPr>
          <p:cNvPr id="141" name="Shape 51">
            <a:extLst>
              <a:ext uri="{FF2B5EF4-FFF2-40B4-BE49-F238E27FC236}">
                <a16:creationId xmlns:a16="http://schemas.microsoft.com/office/drawing/2014/main" id="{C985818F-C22D-78C0-4D20-A71D0E69AAF7}"/>
              </a:ext>
            </a:extLst>
          </p:cNvPr>
          <p:cNvSpPr/>
          <p:nvPr/>
        </p:nvSpPr>
        <p:spPr>
          <a:xfrm>
            <a:off x="5989320" y="5532120"/>
            <a:ext cx="1719072" cy="804672"/>
          </a:xfrm>
          <a:prstGeom prst="roundRect">
            <a:avLst>
              <a:gd name="adj" fmla="val 7955"/>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000"/>
          </a:p>
        </p:txBody>
      </p:sp>
      <p:sp>
        <p:nvSpPr>
          <p:cNvPr id="144" name="Shape 52">
            <a:extLst>
              <a:ext uri="{FF2B5EF4-FFF2-40B4-BE49-F238E27FC236}">
                <a16:creationId xmlns:a16="http://schemas.microsoft.com/office/drawing/2014/main" id="{72A98F56-891C-467E-BC88-39BADA211B4C}"/>
              </a:ext>
            </a:extLst>
          </p:cNvPr>
          <p:cNvSpPr/>
          <p:nvPr/>
        </p:nvSpPr>
        <p:spPr>
          <a:xfrm>
            <a:off x="5989320" y="5532120"/>
            <a:ext cx="1719072" cy="82296"/>
          </a:xfrm>
          <a:prstGeom prst="rect">
            <a:avLst/>
          </a:prstGeom>
          <a:solidFill>
            <a:srgbClr val="123B5D"/>
          </a:solidFill>
          <a:ln w="12700">
            <a:solidFill>
              <a:srgbClr val="123B5D"/>
            </a:solidFill>
            <a:prstDash val="solid"/>
          </a:ln>
        </p:spPr>
        <p:txBody>
          <a:bodyPr/>
          <a:lstStyle/>
          <a:p>
            <a:endParaRPr lang="en-IN" sz="2000"/>
          </a:p>
        </p:txBody>
      </p:sp>
      <p:pic>
        <p:nvPicPr>
          <p:cNvPr id="147" name="Image 6" descr="preencoded.png">
            <a:extLst>
              <a:ext uri="{FF2B5EF4-FFF2-40B4-BE49-F238E27FC236}">
                <a16:creationId xmlns:a16="http://schemas.microsoft.com/office/drawing/2014/main" id="{2566CB16-6CEB-44B3-E852-7FE2218A10E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117336" y="5705856"/>
            <a:ext cx="182880" cy="182880"/>
          </a:xfrm>
          <a:prstGeom prst="rect">
            <a:avLst/>
          </a:prstGeom>
        </p:spPr>
      </p:pic>
      <p:sp>
        <p:nvSpPr>
          <p:cNvPr id="150" name="Text 53">
            <a:extLst>
              <a:ext uri="{FF2B5EF4-FFF2-40B4-BE49-F238E27FC236}">
                <a16:creationId xmlns:a16="http://schemas.microsoft.com/office/drawing/2014/main" id="{0943AA2B-38D8-FD41-F52B-B928D202DA37}"/>
              </a:ext>
            </a:extLst>
          </p:cNvPr>
          <p:cNvSpPr/>
          <p:nvPr/>
        </p:nvSpPr>
        <p:spPr>
          <a:xfrm>
            <a:off x="6409944" y="5669280"/>
            <a:ext cx="1161288" cy="237744"/>
          </a:xfrm>
          <a:prstGeom prst="rect">
            <a:avLst/>
          </a:prstGeom>
          <a:noFill/>
          <a:ln/>
        </p:spPr>
        <p:txBody>
          <a:bodyPr wrap="square" lIns="0" tIns="0" rIns="0" bIns="0" rtlCol="0" anchor="ctr">
            <a:normAutofit/>
          </a:bodyPr>
          <a:lstStyle/>
          <a:p>
            <a:pPr marL="0" indent="0">
              <a:buNone/>
            </a:pPr>
            <a:r>
              <a:rPr lang="en-US" sz="1000" b="1" dirty="0">
                <a:solidFill>
                  <a:srgbClr val="0B2739"/>
                </a:solidFill>
              </a:rPr>
              <a:t>Digital foundation</a:t>
            </a:r>
            <a:endParaRPr lang="en-US" sz="1000" dirty="0"/>
          </a:p>
        </p:txBody>
      </p:sp>
      <p:sp>
        <p:nvSpPr>
          <p:cNvPr id="154" name="Text 54">
            <a:extLst>
              <a:ext uri="{FF2B5EF4-FFF2-40B4-BE49-F238E27FC236}">
                <a16:creationId xmlns:a16="http://schemas.microsoft.com/office/drawing/2014/main" id="{7CBBE1AA-F91B-2924-A78E-09CC4DD03357}"/>
              </a:ext>
            </a:extLst>
          </p:cNvPr>
          <p:cNvSpPr/>
          <p:nvPr/>
        </p:nvSpPr>
        <p:spPr>
          <a:xfrm>
            <a:off x="6117336" y="5980176"/>
            <a:ext cx="1444752" cy="219456"/>
          </a:xfrm>
          <a:prstGeom prst="rect">
            <a:avLst/>
          </a:prstGeom>
          <a:noFill/>
          <a:ln/>
        </p:spPr>
        <p:txBody>
          <a:bodyPr wrap="square" lIns="0" tIns="0" rIns="0" bIns="0" rtlCol="0" anchor="ctr">
            <a:noAutofit/>
          </a:bodyPr>
          <a:lstStyle/>
          <a:p>
            <a:pPr marL="0" indent="0" algn="ctr">
              <a:buNone/>
            </a:pPr>
            <a:r>
              <a:rPr lang="en-US" sz="800" dirty="0">
                <a:solidFill>
                  <a:srgbClr val="586875"/>
                </a:solidFill>
              </a:rPr>
              <a:t>SDC and e-governance platforms</a:t>
            </a:r>
            <a:endParaRPr lang="en-US" sz="800" dirty="0"/>
          </a:p>
        </p:txBody>
      </p:sp>
      <p:sp>
        <p:nvSpPr>
          <p:cNvPr id="158" name="Shape 55">
            <a:extLst>
              <a:ext uri="{FF2B5EF4-FFF2-40B4-BE49-F238E27FC236}">
                <a16:creationId xmlns:a16="http://schemas.microsoft.com/office/drawing/2014/main" id="{43638F8A-B734-169A-2BE5-D06852EEAF79}"/>
              </a:ext>
            </a:extLst>
          </p:cNvPr>
          <p:cNvSpPr/>
          <p:nvPr/>
        </p:nvSpPr>
        <p:spPr>
          <a:xfrm>
            <a:off x="7818120" y="5532120"/>
            <a:ext cx="1719072" cy="804672"/>
          </a:xfrm>
          <a:prstGeom prst="roundRect">
            <a:avLst>
              <a:gd name="adj" fmla="val 7955"/>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000"/>
          </a:p>
        </p:txBody>
      </p:sp>
      <p:sp>
        <p:nvSpPr>
          <p:cNvPr id="161" name="Shape 56">
            <a:extLst>
              <a:ext uri="{FF2B5EF4-FFF2-40B4-BE49-F238E27FC236}">
                <a16:creationId xmlns:a16="http://schemas.microsoft.com/office/drawing/2014/main" id="{D3C561D9-6998-1C48-534D-FE06A1C8E998}"/>
              </a:ext>
            </a:extLst>
          </p:cNvPr>
          <p:cNvSpPr/>
          <p:nvPr/>
        </p:nvSpPr>
        <p:spPr>
          <a:xfrm>
            <a:off x="7818120" y="5532120"/>
            <a:ext cx="1719072" cy="82296"/>
          </a:xfrm>
          <a:prstGeom prst="rect">
            <a:avLst/>
          </a:prstGeom>
          <a:solidFill>
            <a:srgbClr val="86BC25"/>
          </a:solidFill>
          <a:ln w="12700">
            <a:solidFill>
              <a:srgbClr val="86BC25"/>
            </a:solidFill>
            <a:prstDash val="solid"/>
          </a:ln>
        </p:spPr>
        <p:txBody>
          <a:bodyPr/>
          <a:lstStyle/>
          <a:p>
            <a:endParaRPr lang="en-IN" sz="2000"/>
          </a:p>
        </p:txBody>
      </p:sp>
      <p:pic>
        <p:nvPicPr>
          <p:cNvPr id="163" name="Image 7" descr="preencoded.png">
            <a:extLst>
              <a:ext uri="{FF2B5EF4-FFF2-40B4-BE49-F238E27FC236}">
                <a16:creationId xmlns:a16="http://schemas.microsoft.com/office/drawing/2014/main" id="{36E878BB-63F3-9D85-3C3B-FBF065B1B2B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946136" y="5705856"/>
            <a:ext cx="182880" cy="182880"/>
          </a:xfrm>
          <a:prstGeom prst="rect">
            <a:avLst/>
          </a:prstGeom>
        </p:spPr>
      </p:pic>
      <p:sp>
        <p:nvSpPr>
          <p:cNvPr id="165" name="Text 57">
            <a:extLst>
              <a:ext uri="{FF2B5EF4-FFF2-40B4-BE49-F238E27FC236}">
                <a16:creationId xmlns:a16="http://schemas.microsoft.com/office/drawing/2014/main" id="{3A8BEFC6-D4BC-712C-CF96-AF9388FA5CCC}"/>
              </a:ext>
            </a:extLst>
          </p:cNvPr>
          <p:cNvSpPr/>
          <p:nvPr/>
        </p:nvSpPr>
        <p:spPr>
          <a:xfrm>
            <a:off x="8238744" y="5669280"/>
            <a:ext cx="1161288" cy="237744"/>
          </a:xfrm>
          <a:prstGeom prst="rect">
            <a:avLst/>
          </a:prstGeom>
          <a:noFill/>
          <a:ln/>
        </p:spPr>
        <p:txBody>
          <a:bodyPr wrap="square" lIns="0" tIns="0" rIns="0" bIns="0" rtlCol="0" anchor="ctr">
            <a:noAutofit/>
          </a:bodyPr>
          <a:lstStyle/>
          <a:p>
            <a:pPr marL="0" indent="0">
              <a:buNone/>
            </a:pPr>
            <a:r>
              <a:rPr lang="en-US" sz="1000" b="1" dirty="0">
                <a:solidFill>
                  <a:srgbClr val="0B2739"/>
                </a:solidFill>
              </a:rPr>
              <a:t>National alignment</a:t>
            </a:r>
            <a:endParaRPr lang="en-US" sz="1000" dirty="0"/>
          </a:p>
        </p:txBody>
      </p:sp>
      <p:sp>
        <p:nvSpPr>
          <p:cNvPr id="167" name="Text 58">
            <a:extLst>
              <a:ext uri="{FF2B5EF4-FFF2-40B4-BE49-F238E27FC236}">
                <a16:creationId xmlns:a16="http://schemas.microsoft.com/office/drawing/2014/main" id="{65B36489-45C0-16E9-78B4-1CD985160E05}"/>
              </a:ext>
            </a:extLst>
          </p:cNvPr>
          <p:cNvSpPr/>
          <p:nvPr/>
        </p:nvSpPr>
        <p:spPr>
          <a:xfrm>
            <a:off x="7946136" y="5980176"/>
            <a:ext cx="1444752" cy="219456"/>
          </a:xfrm>
          <a:prstGeom prst="rect">
            <a:avLst/>
          </a:prstGeom>
          <a:noFill/>
          <a:ln/>
        </p:spPr>
        <p:txBody>
          <a:bodyPr wrap="square" lIns="0" tIns="0" rIns="0" bIns="0" rtlCol="0" anchor="ctr">
            <a:noAutofit/>
          </a:bodyPr>
          <a:lstStyle/>
          <a:p>
            <a:pPr marL="0" indent="0" algn="ctr">
              <a:buNone/>
            </a:pPr>
            <a:r>
              <a:rPr lang="en-US" sz="800" dirty="0">
                <a:solidFill>
                  <a:srgbClr val="586875"/>
                </a:solidFill>
              </a:rPr>
              <a:t>IndiaAI, AIKosh and BHASHINI</a:t>
            </a:r>
            <a:endParaRPr lang="en-US" sz="800" dirty="0"/>
          </a:p>
        </p:txBody>
      </p:sp>
      <p:sp>
        <p:nvSpPr>
          <p:cNvPr id="169" name="Shape 59">
            <a:extLst>
              <a:ext uri="{FF2B5EF4-FFF2-40B4-BE49-F238E27FC236}">
                <a16:creationId xmlns:a16="http://schemas.microsoft.com/office/drawing/2014/main" id="{041A5CF6-2CAB-39AD-1144-1139293DF5F7}"/>
              </a:ext>
            </a:extLst>
          </p:cNvPr>
          <p:cNvSpPr/>
          <p:nvPr/>
        </p:nvSpPr>
        <p:spPr>
          <a:xfrm>
            <a:off x="9646920" y="5532120"/>
            <a:ext cx="1719072" cy="804672"/>
          </a:xfrm>
          <a:prstGeom prst="roundRect">
            <a:avLst>
              <a:gd name="adj" fmla="val 7955"/>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000"/>
          </a:p>
        </p:txBody>
      </p:sp>
      <p:sp>
        <p:nvSpPr>
          <p:cNvPr id="171" name="Shape 60">
            <a:extLst>
              <a:ext uri="{FF2B5EF4-FFF2-40B4-BE49-F238E27FC236}">
                <a16:creationId xmlns:a16="http://schemas.microsoft.com/office/drawing/2014/main" id="{9A1FE641-02C4-D781-29DF-6A1077199C04}"/>
              </a:ext>
            </a:extLst>
          </p:cNvPr>
          <p:cNvSpPr/>
          <p:nvPr/>
        </p:nvSpPr>
        <p:spPr>
          <a:xfrm>
            <a:off x="9646920" y="5532120"/>
            <a:ext cx="1719072" cy="82296"/>
          </a:xfrm>
          <a:prstGeom prst="rect">
            <a:avLst/>
          </a:prstGeom>
          <a:solidFill>
            <a:srgbClr val="007CB0"/>
          </a:solidFill>
          <a:ln w="12700">
            <a:solidFill>
              <a:srgbClr val="007CB0"/>
            </a:solidFill>
            <a:prstDash val="solid"/>
          </a:ln>
        </p:spPr>
        <p:txBody>
          <a:bodyPr/>
          <a:lstStyle/>
          <a:p>
            <a:endParaRPr lang="en-IN" sz="2000"/>
          </a:p>
        </p:txBody>
      </p:sp>
      <p:pic>
        <p:nvPicPr>
          <p:cNvPr id="173" name="Image 8" descr="preencoded.png">
            <a:extLst>
              <a:ext uri="{FF2B5EF4-FFF2-40B4-BE49-F238E27FC236}">
                <a16:creationId xmlns:a16="http://schemas.microsoft.com/office/drawing/2014/main" id="{DD7C15D2-AE06-EDB5-3AF9-7F71DFACC42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774936" y="5705856"/>
            <a:ext cx="182880" cy="182880"/>
          </a:xfrm>
          <a:prstGeom prst="rect">
            <a:avLst/>
          </a:prstGeom>
        </p:spPr>
      </p:pic>
      <p:sp>
        <p:nvSpPr>
          <p:cNvPr id="175" name="Text 61">
            <a:extLst>
              <a:ext uri="{FF2B5EF4-FFF2-40B4-BE49-F238E27FC236}">
                <a16:creationId xmlns:a16="http://schemas.microsoft.com/office/drawing/2014/main" id="{E4FFBE76-26DC-070A-EC8C-59B656192732}"/>
              </a:ext>
            </a:extLst>
          </p:cNvPr>
          <p:cNvSpPr/>
          <p:nvPr/>
        </p:nvSpPr>
        <p:spPr>
          <a:xfrm>
            <a:off x="10067544" y="5669280"/>
            <a:ext cx="1161288" cy="237744"/>
          </a:xfrm>
          <a:prstGeom prst="rect">
            <a:avLst/>
          </a:prstGeom>
          <a:noFill/>
          <a:ln/>
        </p:spPr>
        <p:txBody>
          <a:bodyPr wrap="square" lIns="0" tIns="0" rIns="0" bIns="0" rtlCol="0" anchor="ctr">
            <a:normAutofit/>
          </a:bodyPr>
          <a:lstStyle/>
          <a:p>
            <a:pPr marL="0" indent="0">
              <a:buNone/>
            </a:pPr>
            <a:r>
              <a:rPr lang="en-US" sz="1000" b="1" dirty="0">
                <a:solidFill>
                  <a:srgbClr val="0B2739"/>
                </a:solidFill>
              </a:rPr>
              <a:t>Replicability</a:t>
            </a:r>
            <a:endParaRPr lang="en-US" sz="1000" dirty="0"/>
          </a:p>
        </p:txBody>
      </p:sp>
      <p:sp>
        <p:nvSpPr>
          <p:cNvPr id="179" name="Text 62">
            <a:extLst>
              <a:ext uri="{FF2B5EF4-FFF2-40B4-BE49-F238E27FC236}">
                <a16:creationId xmlns:a16="http://schemas.microsoft.com/office/drawing/2014/main" id="{24BBDC1E-3EBF-8D28-EC66-802B145D1E0B}"/>
              </a:ext>
            </a:extLst>
          </p:cNvPr>
          <p:cNvSpPr/>
          <p:nvPr/>
        </p:nvSpPr>
        <p:spPr>
          <a:xfrm>
            <a:off x="9774936" y="5980176"/>
            <a:ext cx="1444752" cy="219456"/>
          </a:xfrm>
          <a:prstGeom prst="rect">
            <a:avLst/>
          </a:prstGeom>
          <a:noFill/>
          <a:ln/>
        </p:spPr>
        <p:txBody>
          <a:bodyPr wrap="square" lIns="0" tIns="0" rIns="0" bIns="0" rtlCol="0" anchor="ctr">
            <a:normAutofit/>
          </a:bodyPr>
          <a:lstStyle/>
          <a:p>
            <a:pPr marL="0" indent="0" algn="ctr">
              <a:buNone/>
            </a:pPr>
            <a:r>
              <a:rPr lang="en-US" sz="600" dirty="0">
                <a:solidFill>
                  <a:srgbClr val="586875"/>
                </a:solidFill>
              </a:rPr>
              <a:t>Himalayan and North-Eastern model</a:t>
            </a:r>
            <a:endParaRPr lang="en-US" sz="600" dirty="0"/>
          </a:p>
        </p:txBody>
      </p:sp>
    </p:spTree>
    <p:extLst>
      <p:ext uri="{BB962C8B-B14F-4D97-AF65-F5344CB8AC3E}">
        <p14:creationId xmlns:p14="http://schemas.microsoft.com/office/powerpoint/2010/main" val="26773288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E9D07-6F09-282F-9534-FB822091EC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30B9E62-4420-1B92-BF39-3C6F5318D555}"/>
              </a:ext>
            </a:extLst>
          </p:cNvPr>
          <p:cNvSpPr txBox="1"/>
          <p:nvPr/>
        </p:nvSpPr>
        <p:spPr>
          <a:xfrm>
            <a:off x="190499" y="19735"/>
            <a:ext cx="8562975" cy="400110"/>
          </a:xfrm>
          <a:prstGeom prst="rect">
            <a:avLst/>
          </a:prstGeom>
          <a:noFill/>
        </p:spPr>
        <p:txBody>
          <a:bodyPr wrap="square">
            <a:spAutoFit/>
          </a:bodyPr>
          <a:lstStyle/>
          <a:p>
            <a:r>
              <a:rPr lang="en-US" sz="2000" b="1" dirty="0">
                <a:latin typeface="+mj-lt"/>
              </a:rPr>
              <a:t>Federated Operating Model</a:t>
            </a:r>
          </a:p>
        </p:txBody>
      </p:sp>
      <p:grpSp>
        <p:nvGrpSpPr>
          <p:cNvPr id="3" name="Group 2">
            <a:extLst>
              <a:ext uri="{FF2B5EF4-FFF2-40B4-BE49-F238E27FC236}">
                <a16:creationId xmlns:a16="http://schemas.microsoft.com/office/drawing/2014/main" id="{69D2B475-B087-5254-D776-D197CF490924}"/>
              </a:ext>
            </a:extLst>
          </p:cNvPr>
          <p:cNvGrpSpPr/>
          <p:nvPr/>
        </p:nvGrpSpPr>
        <p:grpSpPr>
          <a:xfrm>
            <a:off x="0" y="507855"/>
            <a:ext cx="5752976" cy="151621"/>
            <a:chOff x="0" y="786578"/>
            <a:chExt cx="5752976" cy="151621"/>
          </a:xfrm>
        </p:grpSpPr>
        <p:cxnSp>
          <p:nvCxnSpPr>
            <p:cNvPr id="5" name="Straight Connector 4">
              <a:extLst>
                <a:ext uri="{FF2B5EF4-FFF2-40B4-BE49-F238E27FC236}">
                  <a16:creationId xmlns:a16="http://schemas.microsoft.com/office/drawing/2014/main" id="{B8866406-7C96-ECF0-1380-270B09BFB9E4}"/>
                </a:ext>
              </a:extLst>
            </p:cNvPr>
            <p:cNvCxnSpPr>
              <a:cxnSpLocks/>
            </p:cNvCxnSpPr>
            <p:nvPr/>
          </p:nvCxnSpPr>
          <p:spPr>
            <a:xfrm>
              <a:off x="0" y="862388"/>
              <a:ext cx="5673213" cy="0"/>
            </a:xfrm>
            <a:prstGeom prst="line">
              <a:avLst/>
            </a:prstGeom>
            <a:ln>
              <a:solidFill>
                <a:srgbClr val="92D050"/>
              </a:solidFill>
            </a:ln>
          </p:spPr>
          <p:style>
            <a:lnRef idx="2">
              <a:schemeClr val="accent1"/>
            </a:lnRef>
            <a:fillRef idx="0">
              <a:schemeClr val="accent1"/>
            </a:fillRef>
            <a:effectRef idx="1">
              <a:schemeClr val="accent1"/>
            </a:effectRef>
            <a:fontRef idx="minor">
              <a:schemeClr val="tx1"/>
            </a:fontRef>
          </p:style>
        </p:cxnSp>
        <p:sp>
          <p:nvSpPr>
            <p:cNvPr id="6" name="Diamond 5">
              <a:extLst>
                <a:ext uri="{FF2B5EF4-FFF2-40B4-BE49-F238E27FC236}">
                  <a16:creationId xmlns:a16="http://schemas.microsoft.com/office/drawing/2014/main" id="{18FF9707-DB6F-09BF-1F5F-29AA31A1CB9C}"/>
                </a:ext>
              </a:extLst>
            </p:cNvPr>
            <p:cNvSpPr/>
            <p:nvPr/>
          </p:nvSpPr>
          <p:spPr>
            <a:xfrm>
              <a:off x="5661536" y="786578"/>
              <a:ext cx="91440" cy="151621"/>
            </a:xfrm>
            <a:prstGeom prst="diamond">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grpSp>
      <p:sp>
        <p:nvSpPr>
          <p:cNvPr id="193" name="Text 2">
            <a:extLst>
              <a:ext uri="{FF2B5EF4-FFF2-40B4-BE49-F238E27FC236}">
                <a16:creationId xmlns:a16="http://schemas.microsoft.com/office/drawing/2014/main" id="{22ED8B3D-A117-8AC6-BCA4-64C19ADF63D3}"/>
              </a:ext>
            </a:extLst>
          </p:cNvPr>
          <p:cNvSpPr/>
          <p:nvPr/>
        </p:nvSpPr>
        <p:spPr>
          <a:xfrm>
            <a:off x="512064" y="749808"/>
            <a:ext cx="10881360" cy="256032"/>
          </a:xfrm>
          <a:prstGeom prst="rect">
            <a:avLst/>
          </a:prstGeom>
          <a:noFill/>
          <a:ln/>
        </p:spPr>
        <p:txBody>
          <a:bodyPr wrap="square" lIns="0" tIns="0" rIns="0" bIns="0" rtlCol="0" anchor="ctr"/>
          <a:lstStyle/>
          <a:p>
            <a:r>
              <a:rPr lang="en-US" sz="1050" dirty="0">
                <a:solidFill>
                  <a:srgbClr val="586875"/>
                </a:solidFill>
                <a:latin typeface="+mj-lt"/>
              </a:rPr>
              <a:t>The State AI Spine sets common standards; Department Brains retain domain ownership and decision authority</a:t>
            </a:r>
            <a:endParaRPr lang="en-US" sz="1050" dirty="0">
              <a:solidFill>
                <a:prstClr val="black"/>
              </a:solidFill>
              <a:latin typeface="+mj-lt"/>
            </a:endParaRPr>
          </a:p>
        </p:txBody>
      </p:sp>
      <p:sp>
        <p:nvSpPr>
          <p:cNvPr id="194" name="Shape 3">
            <a:extLst>
              <a:ext uri="{FF2B5EF4-FFF2-40B4-BE49-F238E27FC236}">
                <a16:creationId xmlns:a16="http://schemas.microsoft.com/office/drawing/2014/main" id="{A8132660-0AA9-7125-6BED-A21CD71E1895}"/>
              </a:ext>
            </a:extLst>
          </p:cNvPr>
          <p:cNvSpPr/>
          <p:nvPr/>
        </p:nvSpPr>
        <p:spPr>
          <a:xfrm>
            <a:off x="502920" y="1188720"/>
            <a:ext cx="4736592" cy="4526280"/>
          </a:xfrm>
          <a:prstGeom prst="roundRect">
            <a:avLst>
              <a:gd name="adj" fmla="val 2020"/>
            </a:avLst>
          </a:prstGeom>
          <a:solidFill>
            <a:srgbClr val="FFFFFF"/>
          </a:solidFill>
          <a:ln w="12700">
            <a:solidFill>
              <a:srgbClr val="D7E1E6"/>
            </a:solidFill>
            <a:prstDash val="solid"/>
          </a:ln>
          <a:effectLst>
            <a:outerShdw blurRad="10160" dist="3175" dir="2700000" algn="bl" rotWithShape="0">
              <a:srgbClr val="000000">
                <a:alpha val="8000"/>
              </a:srgbClr>
            </a:outerShdw>
          </a:effectLst>
        </p:spPr>
        <p:txBody>
          <a:bodyPr/>
          <a:lstStyle/>
          <a:p>
            <a:endParaRPr lang="en-IN" sz="2400">
              <a:solidFill>
                <a:prstClr val="black"/>
              </a:solidFill>
              <a:latin typeface="+mj-lt"/>
            </a:endParaRPr>
          </a:p>
        </p:txBody>
      </p:sp>
      <p:sp>
        <p:nvSpPr>
          <p:cNvPr id="195" name="Text 4">
            <a:extLst>
              <a:ext uri="{FF2B5EF4-FFF2-40B4-BE49-F238E27FC236}">
                <a16:creationId xmlns:a16="http://schemas.microsoft.com/office/drawing/2014/main" id="{40B59002-57AA-24D9-38B2-FF5DB9C5D356}"/>
              </a:ext>
            </a:extLst>
          </p:cNvPr>
          <p:cNvSpPr/>
          <p:nvPr/>
        </p:nvSpPr>
        <p:spPr>
          <a:xfrm>
            <a:off x="777240" y="1463040"/>
            <a:ext cx="4160520" cy="201168"/>
          </a:xfrm>
          <a:prstGeom prst="rect">
            <a:avLst/>
          </a:prstGeom>
          <a:noFill/>
          <a:ln/>
        </p:spPr>
        <p:txBody>
          <a:bodyPr wrap="square" lIns="0" tIns="0" rIns="0" bIns="0" rtlCol="0" anchor="ctr"/>
          <a:lstStyle/>
          <a:p>
            <a:pPr algn="ctr"/>
            <a:r>
              <a:rPr lang="en-US" sz="1000" b="1" dirty="0">
                <a:solidFill>
                  <a:srgbClr val="43B02A"/>
                </a:solidFill>
                <a:latin typeface="+mj-lt"/>
              </a:rPr>
              <a:t>ONE SHARED SPINE, MULTIPLE DOMAIN BRAINS</a:t>
            </a:r>
            <a:endParaRPr lang="en-US" sz="1000" dirty="0">
              <a:solidFill>
                <a:prstClr val="black"/>
              </a:solidFill>
              <a:latin typeface="+mj-lt"/>
            </a:endParaRPr>
          </a:p>
        </p:txBody>
      </p:sp>
      <p:sp>
        <p:nvSpPr>
          <p:cNvPr id="196" name="Shape 5">
            <a:extLst>
              <a:ext uri="{FF2B5EF4-FFF2-40B4-BE49-F238E27FC236}">
                <a16:creationId xmlns:a16="http://schemas.microsoft.com/office/drawing/2014/main" id="{9C5816C1-98CB-8B8B-C104-5A54D154FCDA}"/>
              </a:ext>
            </a:extLst>
          </p:cNvPr>
          <p:cNvSpPr/>
          <p:nvPr/>
        </p:nvSpPr>
        <p:spPr>
          <a:xfrm flipH="1" flipV="1">
            <a:off x="1545336" y="2368296"/>
            <a:ext cx="1325880" cy="941832"/>
          </a:xfrm>
          <a:prstGeom prst="line">
            <a:avLst/>
          </a:prstGeom>
          <a:noFill/>
          <a:ln w="17780">
            <a:solidFill>
              <a:srgbClr val="B7CBD3"/>
            </a:solidFill>
            <a:prstDash val="solid"/>
          </a:ln>
        </p:spPr>
        <p:txBody>
          <a:bodyPr/>
          <a:lstStyle/>
          <a:p>
            <a:endParaRPr lang="en-IN" sz="2400">
              <a:solidFill>
                <a:prstClr val="black"/>
              </a:solidFill>
              <a:latin typeface="+mj-lt"/>
            </a:endParaRPr>
          </a:p>
        </p:txBody>
      </p:sp>
      <p:sp>
        <p:nvSpPr>
          <p:cNvPr id="197" name="Shape 6">
            <a:extLst>
              <a:ext uri="{FF2B5EF4-FFF2-40B4-BE49-F238E27FC236}">
                <a16:creationId xmlns:a16="http://schemas.microsoft.com/office/drawing/2014/main" id="{3D9FEF19-F28C-19CC-9C66-ECD3DB4FB018}"/>
              </a:ext>
            </a:extLst>
          </p:cNvPr>
          <p:cNvSpPr/>
          <p:nvPr/>
        </p:nvSpPr>
        <p:spPr>
          <a:xfrm flipV="1">
            <a:off x="2871216" y="2368296"/>
            <a:ext cx="1207008" cy="941832"/>
          </a:xfrm>
          <a:prstGeom prst="line">
            <a:avLst/>
          </a:prstGeom>
          <a:noFill/>
          <a:ln w="17780">
            <a:solidFill>
              <a:srgbClr val="B7CBD3"/>
            </a:solidFill>
            <a:prstDash val="solid"/>
          </a:ln>
        </p:spPr>
        <p:txBody>
          <a:bodyPr/>
          <a:lstStyle/>
          <a:p>
            <a:endParaRPr lang="en-IN" sz="2400">
              <a:solidFill>
                <a:prstClr val="black"/>
              </a:solidFill>
              <a:latin typeface="+mj-lt"/>
            </a:endParaRPr>
          </a:p>
        </p:txBody>
      </p:sp>
      <p:sp>
        <p:nvSpPr>
          <p:cNvPr id="198" name="Shape 7">
            <a:extLst>
              <a:ext uri="{FF2B5EF4-FFF2-40B4-BE49-F238E27FC236}">
                <a16:creationId xmlns:a16="http://schemas.microsoft.com/office/drawing/2014/main" id="{CFFFDA1D-D23E-B1DC-4670-0E87C25F7CD5}"/>
              </a:ext>
            </a:extLst>
          </p:cNvPr>
          <p:cNvSpPr/>
          <p:nvPr/>
        </p:nvSpPr>
        <p:spPr>
          <a:xfrm flipH="1">
            <a:off x="1490472" y="3310128"/>
            <a:ext cx="1380744" cy="1408176"/>
          </a:xfrm>
          <a:prstGeom prst="line">
            <a:avLst/>
          </a:prstGeom>
          <a:noFill/>
          <a:ln w="17780">
            <a:solidFill>
              <a:srgbClr val="B7CBD3"/>
            </a:solidFill>
            <a:prstDash val="solid"/>
          </a:ln>
        </p:spPr>
        <p:txBody>
          <a:bodyPr/>
          <a:lstStyle/>
          <a:p>
            <a:endParaRPr lang="en-IN" sz="2400">
              <a:solidFill>
                <a:prstClr val="black"/>
              </a:solidFill>
              <a:latin typeface="+mj-lt"/>
            </a:endParaRPr>
          </a:p>
        </p:txBody>
      </p:sp>
      <p:sp>
        <p:nvSpPr>
          <p:cNvPr id="199" name="Shape 8">
            <a:extLst>
              <a:ext uri="{FF2B5EF4-FFF2-40B4-BE49-F238E27FC236}">
                <a16:creationId xmlns:a16="http://schemas.microsoft.com/office/drawing/2014/main" id="{E698A382-43A8-61CD-BA4D-19A71770A54C}"/>
              </a:ext>
            </a:extLst>
          </p:cNvPr>
          <p:cNvSpPr/>
          <p:nvPr/>
        </p:nvSpPr>
        <p:spPr>
          <a:xfrm>
            <a:off x="2871216" y="3310128"/>
            <a:ext cx="1207008" cy="1408176"/>
          </a:xfrm>
          <a:prstGeom prst="line">
            <a:avLst/>
          </a:prstGeom>
          <a:noFill/>
          <a:ln w="17780">
            <a:solidFill>
              <a:srgbClr val="B7CBD3"/>
            </a:solidFill>
            <a:prstDash val="solid"/>
          </a:ln>
        </p:spPr>
        <p:txBody>
          <a:bodyPr/>
          <a:lstStyle/>
          <a:p>
            <a:endParaRPr lang="en-IN" sz="2400">
              <a:solidFill>
                <a:prstClr val="black"/>
              </a:solidFill>
              <a:latin typeface="+mj-lt"/>
            </a:endParaRPr>
          </a:p>
        </p:txBody>
      </p:sp>
      <p:sp>
        <p:nvSpPr>
          <p:cNvPr id="200" name="Shape 9">
            <a:extLst>
              <a:ext uri="{FF2B5EF4-FFF2-40B4-BE49-F238E27FC236}">
                <a16:creationId xmlns:a16="http://schemas.microsoft.com/office/drawing/2014/main" id="{9EBA451E-AEC5-B902-2889-98B8EC039498}"/>
              </a:ext>
            </a:extLst>
          </p:cNvPr>
          <p:cNvSpPr/>
          <p:nvPr/>
        </p:nvSpPr>
        <p:spPr>
          <a:xfrm flipH="1">
            <a:off x="2798064" y="3310128"/>
            <a:ext cx="73152" cy="1773936"/>
          </a:xfrm>
          <a:prstGeom prst="line">
            <a:avLst/>
          </a:prstGeom>
          <a:noFill/>
          <a:ln w="17780">
            <a:solidFill>
              <a:srgbClr val="B7CBD3"/>
            </a:solidFill>
            <a:prstDash val="solid"/>
          </a:ln>
        </p:spPr>
        <p:txBody>
          <a:bodyPr/>
          <a:lstStyle/>
          <a:p>
            <a:endParaRPr lang="en-IN" sz="2400">
              <a:solidFill>
                <a:prstClr val="black"/>
              </a:solidFill>
              <a:latin typeface="+mj-lt"/>
            </a:endParaRPr>
          </a:p>
        </p:txBody>
      </p:sp>
      <p:sp>
        <p:nvSpPr>
          <p:cNvPr id="201" name="Shape 10">
            <a:extLst>
              <a:ext uri="{FF2B5EF4-FFF2-40B4-BE49-F238E27FC236}">
                <a16:creationId xmlns:a16="http://schemas.microsoft.com/office/drawing/2014/main" id="{39BE6BBA-B874-7DE8-2597-1567A1645C6A}"/>
              </a:ext>
            </a:extLst>
          </p:cNvPr>
          <p:cNvSpPr/>
          <p:nvPr/>
        </p:nvSpPr>
        <p:spPr>
          <a:xfrm>
            <a:off x="1892808" y="2331720"/>
            <a:ext cx="1956816" cy="1956816"/>
          </a:xfrm>
          <a:prstGeom prst="ellipse">
            <a:avLst/>
          </a:prstGeom>
          <a:solidFill>
            <a:srgbClr val="0B2739"/>
          </a:solidFill>
          <a:ln w="38100">
            <a:solidFill>
              <a:srgbClr val="86BC25"/>
            </a:solidFill>
            <a:prstDash val="solid"/>
          </a:ln>
          <a:effectLst>
            <a:outerShdw blurRad="15240" dist="5080" dir="2700000" algn="bl" rotWithShape="0">
              <a:srgbClr val="000000">
                <a:alpha val="14000"/>
              </a:srgbClr>
            </a:outerShdw>
          </a:effectLst>
        </p:spPr>
        <p:txBody>
          <a:bodyPr/>
          <a:lstStyle/>
          <a:p>
            <a:endParaRPr lang="en-IN" sz="2400">
              <a:solidFill>
                <a:prstClr val="black"/>
              </a:solidFill>
              <a:latin typeface="+mj-lt"/>
            </a:endParaRPr>
          </a:p>
        </p:txBody>
      </p:sp>
      <p:pic>
        <p:nvPicPr>
          <p:cNvPr id="202" name="Image 0" descr="preencoded.png">
            <a:extLst>
              <a:ext uri="{FF2B5EF4-FFF2-40B4-BE49-F238E27FC236}">
                <a16:creationId xmlns:a16="http://schemas.microsoft.com/office/drawing/2014/main" id="{49B816E8-8BFF-DB56-5EBD-72BE4B992E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578608" y="2660904"/>
            <a:ext cx="585216" cy="585216"/>
          </a:xfrm>
          <a:prstGeom prst="rect">
            <a:avLst/>
          </a:prstGeom>
        </p:spPr>
      </p:pic>
      <p:sp>
        <p:nvSpPr>
          <p:cNvPr id="203" name="Text 11">
            <a:extLst>
              <a:ext uri="{FF2B5EF4-FFF2-40B4-BE49-F238E27FC236}">
                <a16:creationId xmlns:a16="http://schemas.microsoft.com/office/drawing/2014/main" id="{F54A2AF6-B3EA-AE70-5B6F-9C1094555FB3}"/>
              </a:ext>
            </a:extLst>
          </p:cNvPr>
          <p:cNvSpPr/>
          <p:nvPr/>
        </p:nvSpPr>
        <p:spPr>
          <a:xfrm>
            <a:off x="2267712" y="3355848"/>
            <a:ext cx="1207008" cy="493776"/>
          </a:xfrm>
          <a:prstGeom prst="rect">
            <a:avLst/>
          </a:prstGeom>
          <a:noFill/>
          <a:ln/>
        </p:spPr>
        <p:txBody>
          <a:bodyPr wrap="square" lIns="0" tIns="0" rIns="0" bIns="0" rtlCol="0" anchor="ctr"/>
          <a:lstStyle/>
          <a:p>
            <a:pPr algn="ctr"/>
            <a:r>
              <a:rPr lang="en-US" b="1" dirty="0">
                <a:solidFill>
                  <a:srgbClr val="FFFFFF"/>
                </a:solidFill>
                <a:latin typeface="+mj-lt"/>
              </a:rPr>
              <a:t>STATE AI</a:t>
            </a:r>
            <a:endParaRPr lang="en-US" dirty="0">
              <a:solidFill>
                <a:prstClr val="black"/>
              </a:solidFill>
              <a:latin typeface="+mj-lt"/>
            </a:endParaRPr>
          </a:p>
          <a:p>
            <a:pPr algn="ctr"/>
            <a:r>
              <a:rPr lang="en-US" b="1" dirty="0">
                <a:solidFill>
                  <a:srgbClr val="FFFFFF"/>
                </a:solidFill>
                <a:latin typeface="+mj-lt"/>
              </a:rPr>
              <a:t>SPINE</a:t>
            </a:r>
            <a:endParaRPr lang="en-US" dirty="0">
              <a:solidFill>
                <a:prstClr val="black"/>
              </a:solidFill>
              <a:latin typeface="+mj-lt"/>
            </a:endParaRPr>
          </a:p>
        </p:txBody>
      </p:sp>
      <p:sp>
        <p:nvSpPr>
          <p:cNvPr id="204" name="Shape 12">
            <a:extLst>
              <a:ext uri="{FF2B5EF4-FFF2-40B4-BE49-F238E27FC236}">
                <a16:creationId xmlns:a16="http://schemas.microsoft.com/office/drawing/2014/main" id="{4DDBC50B-7D55-A07F-5AD0-13817ACC02F8}"/>
              </a:ext>
            </a:extLst>
          </p:cNvPr>
          <p:cNvSpPr/>
          <p:nvPr/>
        </p:nvSpPr>
        <p:spPr>
          <a:xfrm>
            <a:off x="932688" y="2907792"/>
            <a:ext cx="841248" cy="256032"/>
          </a:xfrm>
          <a:prstGeom prst="roundRect">
            <a:avLst>
              <a:gd name="adj" fmla="val 50000"/>
            </a:avLst>
          </a:prstGeom>
          <a:solidFill>
            <a:srgbClr val="EEF6DF"/>
          </a:solidFill>
          <a:ln w="12700">
            <a:solidFill>
              <a:srgbClr val="86BC25"/>
            </a:solidFill>
            <a:prstDash val="solid"/>
          </a:ln>
        </p:spPr>
        <p:txBody>
          <a:bodyPr/>
          <a:lstStyle/>
          <a:p>
            <a:endParaRPr lang="en-IN" sz="2400">
              <a:solidFill>
                <a:prstClr val="black"/>
              </a:solidFill>
              <a:latin typeface="+mj-lt"/>
            </a:endParaRPr>
          </a:p>
        </p:txBody>
      </p:sp>
      <p:sp>
        <p:nvSpPr>
          <p:cNvPr id="205" name="Text 13">
            <a:extLst>
              <a:ext uri="{FF2B5EF4-FFF2-40B4-BE49-F238E27FC236}">
                <a16:creationId xmlns:a16="http://schemas.microsoft.com/office/drawing/2014/main" id="{47AF43B4-D727-F02A-C47E-7B8CBD83711C}"/>
              </a:ext>
            </a:extLst>
          </p:cNvPr>
          <p:cNvSpPr/>
          <p:nvPr/>
        </p:nvSpPr>
        <p:spPr>
          <a:xfrm>
            <a:off x="978408" y="2976372"/>
            <a:ext cx="749808" cy="100584"/>
          </a:xfrm>
          <a:prstGeom prst="rect">
            <a:avLst/>
          </a:prstGeom>
          <a:noFill/>
          <a:ln/>
        </p:spPr>
        <p:txBody>
          <a:bodyPr wrap="square" lIns="0" tIns="0" rIns="0" bIns="0" rtlCol="0" anchor="ctr">
            <a:noAutofit/>
          </a:bodyPr>
          <a:lstStyle/>
          <a:p>
            <a:pPr algn="ctr"/>
            <a:r>
              <a:rPr lang="en-US" sz="800" b="1" dirty="0">
                <a:solidFill>
                  <a:srgbClr val="0B2739"/>
                </a:solidFill>
                <a:latin typeface="+mj-lt"/>
              </a:rPr>
              <a:t>Identity</a:t>
            </a:r>
            <a:endParaRPr lang="en-US" sz="800" dirty="0">
              <a:solidFill>
                <a:prstClr val="black"/>
              </a:solidFill>
              <a:latin typeface="+mj-lt"/>
            </a:endParaRPr>
          </a:p>
        </p:txBody>
      </p:sp>
      <p:sp>
        <p:nvSpPr>
          <p:cNvPr id="206" name="Shape 14">
            <a:extLst>
              <a:ext uri="{FF2B5EF4-FFF2-40B4-BE49-F238E27FC236}">
                <a16:creationId xmlns:a16="http://schemas.microsoft.com/office/drawing/2014/main" id="{E596CE93-0568-5030-FCCB-32EA6425EC15}"/>
              </a:ext>
            </a:extLst>
          </p:cNvPr>
          <p:cNvSpPr/>
          <p:nvPr/>
        </p:nvSpPr>
        <p:spPr>
          <a:xfrm>
            <a:off x="1143000" y="3438144"/>
            <a:ext cx="841248" cy="256032"/>
          </a:xfrm>
          <a:prstGeom prst="roundRect">
            <a:avLst>
              <a:gd name="adj" fmla="val 50000"/>
            </a:avLst>
          </a:prstGeom>
          <a:solidFill>
            <a:srgbClr val="EAF4F8"/>
          </a:solidFill>
          <a:ln w="12700">
            <a:solidFill>
              <a:srgbClr val="24B7D8"/>
            </a:solidFill>
            <a:prstDash val="solid"/>
          </a:ln>
        </p:spPr>
        <p:txBody>
          <a:bodyPr/>
          <a:lstStyle/>
          <a:p>
            <a:endParaRPr lang="en-IN" sz="2400">
              <a:solidFill>
                <a:prstClr val="black"/>
              </a:solidFill>
              <a:latin typeface="+mj-lt"/>
            </a:endParaRPr>
          </a:p>
        </p:txBody>
      </p:sp>
      <p:sp>
        <p:nvSpPr>
          <p:cNvPr id="207" name="Text 15">
            <a:extLst>
              <a:ext uri="{FF2B5EF4-FFF2-40B4-BE49-F238E27FC236}">
                <a16:creationId xmlns:a16="http://schemas.microsoft.com/office/drawing/2014/main" id="{0EB904CF-2F9E-E353-F363-002BCA3F36DA}"/>
              </a:ext>
            </a:extLst>
          </p:cNvPr>
          <p:cNvSpPr/>
          <p:nvPr/>
        </p:nvSpPr>
        <p:spPr>
          <a:xfrm>
            <a:off x="1188720" y="3506724"/>
            <a:ext cx="749808" cy="100584"/>
          </a:xfrm>
          <a:prstGeom prst="rect">
            <a:avLst/>
          </a:prstGeom>
          <a:noFill/>
          <a:ln/>
        </p:spPr>
        <p:txBody>
          <a:bodyPr wrap="square" lIns="0" tIns="0" rIns="0" bIns="0" rtlCol="0" anchor="ctr">
            <a:noAutofit/>
          </a:bodyPr>
          <a:lstStyle/>
          <a:p>
            <a:pPr algn="ctr"/>
            <a:r>
              <a:rPr lang="en-US" sz="800" b="1" dirty="0">
                <a:solidFill>
                  <a:srgbClr val="0B2739"/>
                </a:solidFill>
                <a:latin typeface="+mj-lt"/>
              </a:rPr>
              <a:t>Data</a:t>
            </a:r>
            <a:endParaRPr lang="en-US" sz="800" dirty="0">
              <a:solidFill>
                <a:prstClr val="black"/>
              </a:solidFill>
              <a:latin typeface="+mj-lt"/>
            </a:endParaRPr>
          </a:p>
        </p:txBody>
      </p:sp>
      <p:sp>
        <p:nvSpPr>
          <p:cNvPr id="208" name="Shape 16">
            <a:extLst>
              <a:ext uri="{FF2B5EF4-FFF2-40B4-BE49-F238E27FC236}">
                <a16:creationId xmlns:a16="http://schemas.microsoft.com/office/drawing/2014/main" id="{64EB215C-DC88-315A-4102-682124233AFA}"/>
              </a:ext>
            </a:extLst>
          </p:cNvPr>
          <p:cNvSpPr/>
          <p:nvPr/>
        </p:nvSpPr>
        <p:spPr>
          <a:xfrm>
            <a:off x="3730752" y="2898648"/>
            <a:ext cx="841248" cy="256032"/>
          </a:xfrm>
          <a:prstGeom prst="roundRect">
            <a:avLst>
              <a:gd name="adj" fmla="val 50000"/>
            </a:avLst>
          </a:prstGeom>
          <a:solidFill>
            <a:srgbClr val="EEF6DF"/>
          </a:solidFill>
          <a:ln w="12700">
            <a:solidFill>
              <a:srgbClr val="86BC25"/>
            </a:solidFill>
            <a:prstDash val="solid"/>
          </a:ln>
        </p:spPr>
        <p:txBody>
          <a:bodyPr/>
          <a:lstStyle/>
          <a:p>
            <a:endParaRPr lang="en-IN" sz="2400">
              <a:solidFill>
                <a:prstClr val="black"/>
              </a:solidFill>
              <a:latin typeface="+mj-lt"/>
            </a:endParaRPr>
          </a:p>
        </p:txBody>
      </p:sp>
      <p:sp>
        <p:nvSpPr>
          <p:cNvPr id="209" name="Text 17">
            <a:extLst>
              <a:ext uri="{FF2B5EF4-FFF2-40B4-BE49-F238E27FC236}">
                <a16:creationId xmlns:a16="http://schemas.microsoft.com/office/drawing/2014/main" id="{D342F243-7258-8C5B-8A87-5519D334ED33}"/>
              </a:ext>
            </a:extLst>
          </p:cNvPr>
          <p:cNvSpPr/>
          <p:nvPr/>
        </p:nvSpPr>
        <p:spPr>
          <a:xfrm>
            <a:off x="3776472" y="2967228"/>
            <a:ext cx="749808" cy="100584"/>
          </a:xfrm>
          <a:prstGeom prst="rect">
            <a:avLst/>
          </a:prstGeom>
          <a:noFill/>
          <a:ln/>
        </p:spPr>
        <p:txBody>
          <a:bodyPr wrap="square" lIns="0" tIns="0" rIns="0" bIns="0" rtlCol="0" anchor="ctr">
            <a:noAutofit/>
          </a:bodyPr>
          <a:lstStyle/>
          <a:p>
            <a:pPr algn="ctr"/>
            <a:r>
              <a:rPr lang="en-US" sz="800" b="1" dirty="0">
                <a:solidFill>
                  <a:srgbClr val="0B2739"/>
                </a:solidFill>
                <a:latin typeface="+mj-lt"/>
              </a:rPr>
              <a:t>AI Gateway</a:t>
            </a:r>
            <a:endParaRPr lang="en-US" sz="800" dirty="0">
              <a:solidFill>
                <a:prstClr val="black"/>
              </a:solidFill>
              <a:latin typeface="+mj-lt"/>
            </a:endParaRPr>
          </a:p>
        </p:txBody>
      </p:sp>
      <p:sp>
        <p:nvSpPr>
          <p:cNvPr id="210" name="Shape 18">
            <a:extLst>
              <a:ext uri="{FF2B5EF4-FFF2-40B4-BE49-F238E27FC236}">
                <a16:creationId xmlns:a16="http://schemas.microsoft.com/office/drawing/2014/main" id="{A3D205B6-B02F-8372-01CD-B4BE81FFE5C1}"/>
              </a:ext>
            </a:extLst>
          </p:cNvPr>
          <p:cNvSpPr/>
          <p:nvPr/>
        </p:nvSpPr>
        <p:spPr>
          <a:xfrm>
            <a:off x="3675888" y="3438144"/>
            <a:ext cx="841248" cy="256032"/>
          </a:xfrm>
          <a:prstGeom prst="roundRect">
            <a:avLst>
              <a:gd name="adj" fmla="val 50000"/>
            </a:avLst>
          </a:prstGeom>
          <a:solidFill>
            <a:srgbClr val="EAF4F8"/>
          </a:solidFill>
          <a:ln w="12700">
            <a:solidFill>
              <a:srgbClr val="24B7D8"/>
            </a:solidFill>
            <a:prstDash val="solid"/>
          </a:ln>
        </p:spPr>
        <p:txBody>
          <a:bodyPr/>
          <a:lstStyle/>
          <a:p>
            <a:endParaRPr lang="en-IN" sz="2400">
              <a:solidFill>
                <a:prstClr val="black"/>
              </a:solidFill>
              <a:latin typeface="+mj-lt"/>
            </a:endParaRPr>
          </a:p>
        </p:txBody>
      </p:sp>
      <p:sp>
        <p:nvSpPr>
          <p:cNvPr id="211" name="Text 19">
            <a:extLst>
              <a:ext uri="{FF2B5EF4-FFF2-40B4-BE49-F238E27FC236}">
                <a16:creationId xmlns:a16="http://schemas.microsoft.com/office/drawing/2014/main" id="{6E731393-78A7-6512-5E62-D418E9479030}"/>
              </a:ext>
            </a:extLst>
          </p:cNvPr>
          <p:cNvSpPr/>
          <p:nvPr/>
        </p:nvSpPr>
        <p:spPr>
          <a:xfrm>
            <a:off x="3721608" y="3506724"/>
            <a:ext cx="749808" cy="100584"/>
          </a:xfrm>
          <a:prstGeom prst="rect">
            <a:avLst/>
          </a:prstGeom>
          <a:noFill/>
          <a:ln/>
        </p:spPr>
        <p:txBody>
          <a:bodyPr wrap="square" lIns="0" tIns="0" rIns="0" bIns="0" rtlCol="0" anchor="ctr">
            <a:noAutofit/>
          </a:bodyPr>
          <a:lstStyle/>
          <a:p>
            <a:pPr algn="ctr"/>
            <a:r>
              <a:rPr lang="en-US" sz="800" b="1" dirty="0">
                <a:solidFill>
                  <a:srgbClr val="0B2739"/>
                </a:solidFill>
                <a:latin typeface="+mj-lt"/>
              </a:rPr>
              <a:t>Workflow</a:t>
            </a:r>
            <a:endParaRPr lang="en-US" sz="800" dirty="0">
              <a:solidFill>
                <a:prstClr val="black"/>
              </a:solidFill>
              <a:latin typeface="+mj-lt"/>
            </a:endParaRPr>
          </a:p>
        </p:txBody>
      </p:sp>
      <p:sp>
        <p:nvSpPr>
          <p:cNvPr id="212" name="Shape 20">
            <a:extLst>
              <a:ext uri="{FF2B5EF4-FFF2-40B4-BE49-F238E27FC236}">
                <a16:creationId xmlns:a16="http://schemas.microsoft.com/office/drawing/2014/main" id="{E958D623-158D-7C69-2BD5-8E7A3A82D937}"/>
              </a:ext>
            </a:extLst>
          </p:cNvPr>
          <p:cNvSpPr/>
          <p:nvPr/>
        </p:nvSpPr>
        <p:spPr>
          <a:xfrm>
            <a:off x="1920240" y="4187952"/>
            <a:ext cx="841248" cy="256032"/>
          </a:xfrm>
          <a:prstGeom prst="roundRect">
            <a:avLst>
              <a:gd name="adj" fmla="val 50000"/>
            </a:avLst>
          </a:prstGeom>
          <a:solidFill>
            <a:srgbClr val="EEF6DF"/>
          </a:solidFill>
          <a:ln w="12700">
            <a:solidFill>
              <a:srgbClr val="86BC25"/>
            </a:solidFill>
            <a:prstDash val="solid"/>
          </a:ln>
        </p:spPr>
        <p:txBody>
          <a:bodyPr/>
          <a:lstStyle/>
          <a:p>
            <a:endParaRPr lang="en-IN" sz="2400">
              <a:solidFill>
                <a:prstClr val="black"/>
              </a:solidFill>
              <a:latin typeface="+mj-lt"/>
            </a:endParaRPr>
          </a:p>
        </p:txBody>
      </p:sp>
      <p:sp>
        <p:nvSpPr>
          <p:cNvPr id="213" name="Text 21">
            <a:extLst>
              <a:ext uri="{FF2B5EF4-FFF2-40B4-BE49-F238E27FC236}">
                <a16:creationId xmlns:a16="http://schemas.microsoft.com/office/drawing/2014/main" id="{6C9CB4CE-A0C0-0884-CB90-101D265C65B3}"/>
              </a:ext>
            </a:extLst>
          </p:cNvPr>
          <p:cNvSpPr/>
          <p:nvPr/>
        </p:nvSpPr>
        <p:spPr>
          <a:xfrm>
            <a:off x="1965960" y="4256532"/>
            <a:ext cx="749808" cy="100584"/>
          </a:xfrm>
          <a:prstGeom prst="rect">
            <a:avLst/>
          </a:prstGeom>
          <a:noFill/>
          <a:ln/>
        </p:spPr>
        <p:txBody>
          <a:bodyPr wrap="square" lIns="0" tIns="0" rIns="0" bIns="0" rtlCol="0" anchor="ctr">
            <a:noAutofit/>
          </a:bodyPr>
          <a:lstStyle/>
          <a:p>
            <a:pPr algn="ctr"/>
            <a:r>
              <a:rPr lang="en-US" sz="800" b="1" dirty="0">
                <a:solidFill>
                  <a:srgbClr val="0B2739"/>
                </a:solidFill>
                <a:latin typeface="+mj-lt"/>
              </a:rPr>
              <a:t>Audit</a:t>
            </a:r>
            <a:endParaRPr lang="en-US" sz="800" dirty="0">
              <a:solidFill>
                <a:prstClr val="black"/>
              </a:solidFill>
              <a:latin typeface="+mj-lt"/>
            </a:endParaRPr>
          </a:p>
        </p:txBody>
      </p:sp>
      <p:sp>
        <p:nvSpPr>
          <p:cNvPr id="214" name="Shape 22">
            <a:extLst>
              <a:ext uri="{FF2B5EF4-FFF2-40B4-BE49-F238E27FC236}">
                <a16:creationId xmlns:a16="http://schemas.microsoft.com/office/drawing/2014/main" id="{F0A8A502-7ABF-9BD2-D83A-4966C079F20A}"/>
              </a:ext>
            </a:extLst>
          </p:cNvPr>
          <p:cNvSpPr/>
          <p:nvPr/>
        </p:nvSpPr>
        <p:spPr>
          <a:xfrm>
            <a:off x="2907792" y="4187952"/>
            <a:ext cx="1261872" cy="256032"/>
          </a:xfrm>
          <a:prstGeom prst="roundRect">
            <a:avLst>
              <a:gd name="adj" fmla="val 50000"/>
            </a:avLst>
          </a:prstGeom>
          <a:solidFill>
            <a:srgbClr val="EAF4F8"/>
          </a:solidFill>
          <a:ln w="12700">
            <a:solidFill>
              <a:srgbClr val="24B7D8"/>
            </a:solidFill>
            <a:prstDash val="solid"/>
          </a:ln>
        </p:spPr>
        <p:txBody>
          <a:bodyPr/>
          <a:lstStyle/>
          <a:p>
            <a:endParaRPr lang="en-IN" sz="2400">
              <a:solidFill>
                <a:prstClr val="black"/>
              </a:solidFill>
              <a:latin typeface="+mj-lt"/>
            </a:endParaRPr>
          </a:p>
        </p:txBody>
      </p:sp>
      <p:sp>
        <p:nvSpPr>
          <p:cNvPr id="215" name="Text 23">
            <a:extLst>
              <a:ext uri="{FF2B5EF4-FFF2-40B4-BE49-F238E27FC236}">
                <a16:creationId xmlns:a16="http://schemas.microsoft.com/office/drawing/2014/main" id="{6E9C1273-48CC-8ADA-9348-DB03B68A5B81}"/>
              </a:ext>
            </a:extLst>
          </p:cNvPr>
          <p:cNvSpPr/>
          <p:nvPr/>
        </p:nvSpPr>
        <p:spPr>
          <a:xfrm>
            <a:off x="2953512" y="4256532"/>
            <a:ext cx="1170432" cy="100584"/>
          </a:xfrm>
          <a:prstGeom prst="rect">
            <a:avLst/>
          </a:prstGeom>
          <a:noFill/>
          <a:ln/>
        </p:spPr>
        <p:txBody>
          <a:bodyPr wrap="square" lIns="0" tIns="0" rIns="0" bIns="0" rtlCol="0" anchor="ctr">
            <a:noAutofit/>
          </a:bodyPr>
          <a:lstStyle/>
          <a:p>
            <a:pPr algn="ctr"/>
            <a:r>
              <a:rPr lang="en-US" sz="800" b="1" dirty="0">
                <a:solidFill>
                  <a:srgbClr val="0B2739"/>
                </a:solidFill>
                <a:latin typeface="+mj-lt"/>
              </a:rPr>
              <a:t>Responsible AI</a:t>
            </a:r>
            <a:endParaRPr lang="en-US" sz="800" dirty="0">
              <a:solidFill>
                <a:prstClr val="black"/>
              </a:solidFill>
              <a:latin typeface="+mj-lt"/>
            </a:endParaRPr>
          </a:p>
        </p:txBody>
      </p:sp>
      <p:sp>
        <p:nvSpPr>
          <p:cNvPr id="216" name="Shape 24">
            <a:extLst>
              <a:ext uri="{FF2B5EF4-FFF2-40B4-BE49-F238E27FC236}">
                <a16:creationId xmlns:a16="http://schemas.microsoft.com/office/drawing/2014/main" id="{3C46F33C-1718-1621-A916-896F2D8E360B}"/>
              </a:ext>
            </a:extLst>
          </p:cNvPr>
          <p:cNvSpPr/>
          <p:nvPr/>
        </p:nvSpPr>
        <p:spPr>
          <a:xfrm>
            <a:off x="713232" y="1792224"/>
            <a:ext cx="932688" cy="932688"/>
          </a:xfrm>
          <a:prstGeom prst="ellipse">
            <a:avLst/>
          </a:prstGeom>
          <a:solidFill>
            <a:srgbClr val="FFFFFF"/>
          </a:solidFill>
          <a:ln w="25400">
            <a:solidFill>
              <a:srgbClr val="007CB0"/>
            </a:solidFill>
            <a:prstDash val="solid"/>
          </a:ln>
          <a:effectLst>
            <a:outerShdw blurRad="8890" dist="3175" dir="2700000" algn="bl" rotWithShape="0">
              <a:srgbClr val="000000">
                <a:alpha val="8000"/>
              </a:srgbClr>
            </a:outerShdw>
          </a:effectLst>
        </p:spPr>
        <p:txBody>
          <a:bodyPr/>
          <a:lstStyle/>
          <a:p>
            <a:endParaRPr lang="en-IN" sz="2400">
              <a:solidFill>
                <a:prstClr val="black"/>
              </a:solidFill>
              <a:latin typeface="+mj-lt"/>
            </a:endParaRPr>
          </a:p>
        </p:txBody>
      </p:sp>
      <p:pic>
        <p:nvPicPr>
          <p:cNvPr id="217" name="Image 1" descr="preencoded.png">
            <a:extLst>
              <a:ext uri="{FF2B5EF4-FFF2-40B4-BE49-F238E27FC236}">
                <a16:creationId xmlns:a16="http://schemas.microsoft.com/office/drawing/2014/main" id="{C22D39E7-8A3A-1235-27EC-BB75648DD4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6696" y="1956816"/>
            <a:ext cx="365760" cy="365760"/>
          </a:xfrm>
          <a:prstGeom prst="rect">
            <a:avLst/>
          </a:prstGeom>
        </p:spPr>
      </p:pic>
      <p:sp>
        <p:nvSpPr>
          <p:cNvPr id="218" name="Text 25">
            <a:extLst>
              <a:ext uri="{FF2B5EF4-FFF2-40B4-BE49-F238E27FC236}">
                <a16:creationId xmlns:a16="http://schemas.microsoft.com/office/drawing/2014/main" id="{22628674-8625-DCCF-047B-F55FAC7FB030}"/>
              </a:ext>
            </a:extLst>
          </p:cNvPr>
          <p:cNvSpPr/>
          <p:nvPr/>
        </p:nvSpPr>
        <p:spPr>
          <a:xfrm>
            <a:off x="640080" y="2395728"/>
            <a:ext cx="1078992" cy="228600"/>
          </a:xfrm>
          <a:prstGeom prst="rect">
            <a:avLst/>
          </a:prstGeom>
          <a:noFill/>
          <a:ln/>
        </p:spPr>
        <p:txBody>
          <a:bodyPr wrap="square" lIns="0" tIns="0" rIns="0" bIns="0" rtlCol="0" anchor="ctr">
            <a:normAutofit/>
          </a:bodyPr>
          <a:lstStyle/>
          <a:p>
            <a:pPr algn="ctr"/>
            <a:r>
              <a:rPr lang="en-US" sz="900" b="1" dirty="0">
                <a:solidFill>
                  <a:srgbClr val="0B2739"/>
                </a:solidFill>
                <a:latin typeface="+mj-lt"/>
              </a:rPr>
              <a:t>Tourism</a:t>
            </a:r>
            <a:endParaRPr lang="en-US" sz="900" dirty="0">
              <a:solidFill>
                <a:prstClr val="black"/>
              </a:solidFill>
              <a:latin typeface="+mj-lt"/>
            </a:endParaRPr>
          </a:p>
        </p:txBody>
      </p:sp>
      <p:sp>
        <p:nvSpPr>
          <p:cNvPr id="219" name="Shape 26">
            <a:extLst>
              <a:ext uri="{FF2B5EF4-FFF2-40B4-BE49-F238E27FC236}">
                <a16:creationId xmlns:a16="http://schemas.microsoft.com/office/drawing/2014/main" id="{D2727D4E-39AF-A0D6-1A6D-2AA16DC1850D}"/>
              </a:ext>
            </a:extLst>
          </p:cNvPr>
          <p:cNvSpPr/>
          <p:nvPr/>
        </p:nvSpPr>
        <p:spPr>
          <a:xfrm>
            <a:off x="3749040" y="1792224"/>
            <a:ext cx="932688" cy="932688"/>
          </a:xfrm>
          <a:prstGeom prst="ellipse">
            <a:avLst/>
          </a:prstGeom>
          <a:solidFill>
            <a:srgbClr val="FFFFFF"/>
          </a:solidFill>
          <a:ln w="25400">
            <a:solidFill>
              <a:srgbClr val="43B02A"/>
            </a:solidFill>
            <a:prstDash val="solid"/>
          </a:ln>
          <a:effectLst>
            <a:outerShdw blurRad="8890" dist="3175" dir="2700000" algn="bl" rotWithShape="0">
              <a:srgbClr val="000000">
                <a:alpha val="8000"/>
              </a:srgbClr>
            </a:outerShdw>
          </a:effectLst>
        </p:spPr>
        <p:txBody>
          <a:bodyPr/>
          <a:lstStyle/>
          <a:p>
            <a:endParaRPr lang="en-IN" sz="2400">
              <a:solidFill>
                <a:prstClr val="black"/>
              </a:solidFill>
              <a:latin typeface="+mj-lt"/>
            </a:endParaRPr>
          </a:p>
        </p:txBody>
      </p:sp>
      <p:pic>
        <p:nvPicPr>
          <p:cNvPr id="220" name="Image 2" descr="preencoded.png">
            <a:extLst>
              <a:ext uri="{FF2B5EF4-FFF2-40B4-BE49-F238E27FC236}">
                <a16:creationId xmlns:a16="http://schemas.microsoft.com/office/drawing/2014/main" id="{392D4D90-D9AF-6429-3EA4-CB25DCE5498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32504" y="1956816"/>
            <a:ext cx="365760" cy="365760"/>
          </a:xfrm>
          <a:prstGeom prst="rect">
            <a:avLst/>
          </a:prstGeom>
        </p:spPr>
      </p:pic>
      <p:sp>
        <p:nvSpPr>
          <p:cNvPr id="221" name="Text 27">
            <a:extLst>
              <a:ext uri="{FF2B5EF4-FFF2-40B4-BE49-F238E27FC236}">
                <a16:creationId xmlns:a16="http://schemas.microsoft.com/office/drawing/2014/main" id="{9EE92CF0-B84D-1AB4-2F38-6342BEE03C7B}"/>
              </a:ext>
            </a:extLst>
          </p:cNvPr>
          <p:cNvSpPr/>
          <p:nvPr/>
        </p:nvSpPr>
        <p:spPr>
          <a:xfrm>
            <a:off x="3675888" y="2395728"/>
            <a:ext cx="1078992" cy="228600"/>
          </a:xfrm>
          <a:prstGeom prst="rect">
            <a:avLst/>
          </a:prstGeom>
          <a:noFill/>
          <a:ln/>
        </p:spPr>
        <p:txBody>
          <a:bodyPr wrap="square" lIns="0" tIns="0" rIns="0" bIns="0" rtlCol="0" anchor="ctr">
            <a:normAutofit/>
          </a:bodyPr>
          <a:lstStyle/>
          <a:p>
            <a:pPr algn="ctr"/>
            <a:r>
              <a:rPr lang="en-US" sz="900" b="1" dirty="0">
                <a:solidFill>
                  <a:srgbClr val="0B2739"/>
                </a:solidFill>
                <a:latin typeface="+mj-lt"/>
              </a:rPr>
              <a:t>Disaster</a:t>
            </a:r>
            <a:endParaRPr lang="en-US" sz="900" dirty="0">
              <a:solidFill>
                <a:prstClr val="black"/>
              </a:solidFill>
              <a:latin typeface="+mj-lt"/>
            </a:endParaRPr>
          </a:p>
        </p:txBody>
      </p:sp>
      <p:sp>
        <p:nvSpPr>
          <p:cNvPr id="222" name="Shape 28">
            <a:extLst>
              <a:ext uri="{FF2B5EF4-FFF2-40B4-BE49-F238E27FC236}">
                <a16:creationId xmlns:a16="http://schemas.microsoft.com/office/drawing/2014/main" id="{8A2E5299-D0CE-B726-189B-04C3094BB0FA}"/>
              </a:ext>
            </a:extLst>
          </p:cNvPr>
          <p:cNvSpPr/>
          <p:nvPr/>
        </p:nvSpPr>
        <p:spPr>
          <a:xfrm>
            <a:off x="658368" y="4078224"/>
            <a:ext cx="932688" cy="932688"/>
          </a:xfrm>
          <a:prstGeom prst="ellipse">
            <a:avLst/>
          </a:prstGeom>
          <a:solidFill>
            <a:srgbClr val="FFFFFF"/>
          </a:solidFill>
          <a:ln w="25400">
            <a:solidFill>
              <a:srgbClr val="86BC25"/>
            </a:solidFill>
            <a:prstDash val="solid"/>
          </a:ln>
          <a:effectLst>
            <a:outerShdw blurRad="8890" dist="3175" dir="2700000" algn="bl" rotWithShape="0">
              <a:srgbClr val="000000">
                <a:alpha val="8000"/>
              </a:srgbClr>
            </a:outerShdw>
          </a:effectLst>
        </p:spPr>
        <p:txBody>
          <a:bodyPr/>
          <a:lstStyle/>
          <a:p>
            <a:endParaRPr lang="en-IN" sz="2400">
              <a:solidFill>
                <a:prstClr val="black"/>
              </a:solidFill>
              <a:latin typeface="+mj-lt"/>
            </a:endParaRPr>
          </a:p>
        </p:txBody>
      </p:sp>
      <p:pic>
        <p:nvPicPr>
          <p:cNvPr id="223" name="Image 3" descr="preencoded.png">
            <a:extLst>
              <a:ext uri="{FF2B5EF4-FFF2-40B4-BE49-F238E27FC236}">
                <a16:creationId xmlns:a16="http://schemas.microsoft.com/office/drawing/2014/main" id="{06FA6A32-9604-33AE-FF1A-32C7BC4478E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41832" y="4242816"/>
            <a:ext cx="365760" cy="365760"/>
          </a:xfrm>
          <a:prstGeom prst="rect">
            <a:avLst/>
          </a:prstGeom>
        </p:spPr>
      </p:pic>
      <p:sp>
        <p:nvSpPr>
          <p:cNvPr id="224" name="Text 29">
            <a:extLst>
              <a:ext uri="{FF2B5EF4-FFF2-40B4-BE49-F238E27FC236}">
                <a16:creationId xmlns:a16="http://schemas.microsoft.com/office/drawing/2014/main" id="{8E4AEB1B-5BE6-C6BC-7558-F15B462CB3B9}"/>
              </a:ext>
            </a:extLst>
          </p:cNvPr>
          <p:cNvSpPr/>
          <p:nvPr/>
        </p:nvSpPr>
        <p:spPr>
          <a:xfrm>
            <a:off x="585216" y="4681728"/>
            <a:ext cx="1078992" cy="228600"/>
          </a:xfrm>
          <a:prstGeom prst="rect">
            <a:avLst/>
          </a:prstGeom>
          <a:noFill/>
          <a:ln/>
        </p:spPr>
        <p:txBody>
          <a:bodyPr wrap="square" lIns="0" tIns="0" rIns="0" bIns="0" rtlCol="0" anchor="ctr">
            <a:normAutofit/>
          </a:bodyPr>
          <a:lstStyle/>
          <a:p>
            <a:pPr algn="ctr"/>
            <a:r>
              <a:rPr lang="en-US" sz="900" b="1" dirty="0">
                <a:solidFill>
                  <a:srgbClr val="0B2739"/>
                </a:solidFill>
                <a:latin typeface="+mj-lt"/>
              </a:rPr>
              <a:t>Agriculture</a:t>
            </a:r>
            <a:endParaRPr lang="en-US" sz="900" dirty="0">
              <a:solidFill>
                <a:prstClr val="black"/>
              </a:solidFill>
              <a:latin typeface="+mj-lt"/>
            </a:endParaRPr>
          </a:p>
        </p:txBody>
      </p:sp>
      <p:sp>
        <p:nvSpPr>
          <p:cNvPr id="225" name="Shape 30">
            <a:extLst>
              <a:ext uri="{FF2B5EF4-FFF2-40B4-BE49-F238E27FC236}">
                <a16:creationId xmlns:a16="http://schemas.microsoft.com/office/drawing/2014/main" id="{0373419F-4DB5-36F6-4060-5ED54DE74ED8}"/>
              </a:ext>
            </a:extLst>
          </p:cNvPr>
          <p:cNvSpPr/>
          <p:nvPr/>
        </p:nvSpPr>
        <p:spPr>
          <a:xfrm>
            <a:off x="3749040" y="4078224"/>
            <a:ext cx="932688" cy="932688"/>
          </a:xfrm>
          <a:prstGeom prst="ellipse">
            <a:avLst/>
          </a:prstGeom>
          <a:solidFill>
            <a:srgbClr val="FFFFFF"/>
          </a:solidFill>
          <a:ln w="25400">
            <a:solidFill>
              <a:srgbClr val="24B7D8"/>
            </a:solidFill>
            <a:prstDash val="solid"/>
          </a:ln>
          <a:effectLst>
            <a:outerShdw blurRad="8890" dist="3175" dir="2700000" algn="bl" rotWithShape="0">
              <a:srgbClr val="000000">
                <a:alpha val="8000"/>
              </a:srgbClr>
            </a:outerShdw>
          </a:effectLst>
        </p:spPr>
        <p:txBody>
          <a:bodyPr/>
          <a:lstStyle/>
          <a:p>
            <a:endParaRPr lang="en-IN" sz="2400">
              <a:solidFill>
                <a:prstClr val="black"/>
              </a:solidFill>
              <a:latin typeface="+mj-lt"/>
            </a:endParaRPr>
          </a:p>
        </p:txBody>
      </p:sp>
      <p:pic>
        <p:nvPicPr>
          <p:cNvPr id="226" name="Image 4" descr="preencoded.png">
            <a:extLst>
              <a:ext uri="{FF2B5EF4-FFF2-40B4-BE49-F238E27FC236}">
                <a16:creationId xmlns:a16="http://schemas.microsoft.com/office/drawing/2014/main" id="{D90E0649-D80B-595C-6D74-4EBCB0DC2F2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032504" y="4242816"/>
            <a:ext cx="365760" cy="365760"/>
          </a:xfrm>
          <a:prstGeom prst="rect">
            <a:avLst/>
          </a:prstGeom>
        </p:spPr>
      </p:pic>
      <p:sp>
        <p:nvSpPr>
          <p:cNvPr id="227" name="Text 31">
            <a:extLst>
              <a:ext uri="{FF2B5EF4-FFF2-40B4-BE49-F238E27FC236}">
                <a16:creationId xmlns:a16="http://schemas.microsoft.com/office/drawing/2014/main" id="{8EBE9788-5C65-D78C-0D55-B1FF1E316BF6}"/>
              </a:ext>
            </a:extLst>
          </p:cNvPr>
          <p:cNvSpPr/>
          <p:nvPr/>
        </p:nvSpPr>
        <p:spPr>
          <a:xfrm>
            <a:off x="3675888" y="4681728"/>
            <a:ext cx="1078992" cy="228600"/>
          </a:xfrm>
          <a:prstGeom prst="rect">
            <a:avLst/>
          </a:prstGeom>
          <a:noFill/>
          <a:ln/>
        </p:spPr>
        <p:txBody>
          <a:bodyPr wrap="square" lIns="0" tIns="0" rIns="0" bIns="0" rtlCol="0" anchor="ctr">
            <a:normAutofit/>
          </a:bodyPr>
          <a:lstStyle/>
          <a:p>
            <a:pPr algn="ctr"/>
            <a:r>
              <a:rPr lang="en-US" sz="900" b="1" dirty="0">
                <a:solidFill>
                  <a:srgbClr val="0B2739"/>
                </a:solidFill>
                <a:latin typeface="+mj-lt"/>
              </a:rPr>
              <a:t>Health</a:t>
            </a:r>
            <a:endParaRPr lang="en-US" sz="900" dirty="0">
              <a:solidFill>
                <a:prstClr val="black"/>
              </a:solidFill>
              <a:latin typeface="+mj-lt"/>
            </a:endParaRPr>
          </a:p>
        </p:txBody>
      </p:sp>
      <p:sp>
        <p:nvSpPr>
          <p:cNvPr id="228" name="Shape 32">
            <a:extLst>
              <a:ext uri="{FF2B5EF4-FFF2-40B4-BE49-F238E27FC236}">
                <a16:creationId xmlns:a16="http://schemas.microsoft.com/office/drawing/2014/main" id="{64F11270-2301-C37D-6B4A-C89521A69A5B}"/>
              </a:ext>
            </a:extLst>
          </p:cNvPr>
          <p:cNvSpPr/>
          <p:nvPr/>
        </p:nvSpPr>
        <p:spPr>
          <a:xfrm>
            <a:off x="2404872" y="4553712"/>
            <a:ext cx="932688" cy="932688"/>
          </a:xfrm>
          <a:prstGeom prst="ellipse">
            <a:avLst/>
          </a:prstGeom>
          <a:solidFill>
            <a:srgbClr val="FFFFFF"/>
          </a:solidFill>
          <a:ln w="25400">
            <a:solidFill>
              <a:srgbClr val="007CB0"/>
            </a:solidFill>
            <a:prstDash val="solid"/>
          </a:ln>
          <a:effectLst>
            <a:outerShdw blurRad="8890" dist="3175" dir="2700000" algn="bl" rotWithShape="0">
              <a:srgbClr val="000000">
                <a:alpha val="8000"/>
              </a:srgbClr>
            </a:outerShdw>
          </a:effectLst>
        </p:spPr>
        <p:txBody>
          <a:bodyPr/>
          <a:lstStyle/>
          <a:p>
            <a:endParaRPr lang="en-IN" sz="2400">
              <a:solidFill>
                <a:prstClr val="black"/>
              </a:solidFill>
              <a:latin typeface="+mj-lt"/>
            </a:endParaRPr>
          </a:p>
        </p:txBody>
      </p:sp>
      <p:pic>
        <p:nvPicPr>
          <p:cNvPr id="229" name="Image 5" descr="preencoded.png">
            <a:extLst>
              <a:ext uri="{FF2B5EF4-FFF2-40B4-BE49-F238E27FC236}">
                <a16:creationId xmlns:a16="http://schemas.microsoft.com/office/drawing/2014/main" id="{5DC437F9-EFD6-8781-CC2E-5D332705D64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688336" y="4718304"/>
            <a:ext cx="365760" cy="365760"/>
          </a:xfrm>
          <a:prstGeom prst="rect">
            <a:avLst/>
          </a:prstGeom>
        </p:spPr>
      </p:pic>
      <p:sp>
        <p:nvSpPr>
          <p:cNvPr id="230" name="Text 33">
            <a:extLst>
              <a:ext uri="{FF2B5EF4-FFF2-40B4-BE49-F238E27FC236}">
                <a16:creationId xmlns:a16="http://schemas.microsoft.com/office/drawing/2014/main" id="{4C91B3A8-26DC-BEC0-0945-848E2CCB64E7}"/>
              </a:ext>
            </a:extLst>
          </p:cNvPr>
          <p:cNvSpPr/>
          <p:nvPr/>
        </p:nvSpPr>
        <p:spPr>
          <a:xfrm>
            <a:off x="2331720" y="5157216"/>
            <a:ext cx="1078992" cy="228600"/>
          </a:xfrm>
          <a:prstGeom prst="rect">
            <a:avLst/>
          </a:prstGeom>
          <a:noFill/>
          <a:ln/>
        </p:spPr>
        <p:txBody>
          <a:bodyPr wrap="square" lIns="0" tIns="0" rIns="0" bIns="0" rtlCol="0" anchor="ctr">
            <a:normAutofit/>
          </a:bodyPr>
          <a:lstStyle/>
          <a:p>
            <a:pPr algn="ctr"/>
            <a:r>
              <a:rPr lang="en-US" sz="900" b="1" dirty="0">
                <a:solidFill>
                  <a:srgbClr val="0B2739"/>
                </a:solidFill>
                <a:latin typeface="+mj-lt"/>
              </a:rPr>
              <a:t>Education</a:t>
            </a:r>
            <a:endParaRPr lang="en-US" sz="900" dirty="0">
              <a:solidFill>
                <a:prstClr val="black"/>
              </a:solidFill>
              <a:latin typeface="+mj-lt"/>
            </a:endParaRPr>
          </a:p>
        </p:txBody>
      </p:sp>
      <p:sp>
        <p:nvSpPr>
          <p:cNvPr id="231" name="Text 34">
            <a:extLst>
              <a:ext uri="{FF2B5EF4-FFF2-40B4-BE49-F238E27FC236}">
                <a16:creationId xmlns:a16="http://schemas.microsoft.com/office/drawing/2014/main" id="{C5611134-86F2-EDD7-10EC-27C024941D97}"/>
              </a:ext>
            </a:extLst>
          </p:cNvPr>
          <p:cNvSpPr/>
          <p:nvPr/>
        </p:nvSpPr>
        <p:spPr>
          <a:xfrm>
            <a:off x="795528" y="5303520"/>
            <a:ext cx="1097280" cy="164592"/>
          </a:xfrm>
          <a:prstGeom prst="rect">
            <a:avLst/>
          </a:prstGeom>
          <a:noFill/>
          <a:ln/>
        </p:spPr>
        <p:txBody>
          <a:bodyPr wrap="square" lIns="0" tIns="0" rIns="0" bIns="0" rtlCol="0" anchor="ctr"/>
          <a:lstStyle/>
          <a:p>
            <a:r>
              <a:rPr lang="en-US" sz="900" b="1" dirty="0">
                <a:solidFill>
                  <a:srgbClr val="43B02A"/>
                </a:solidFill>
                <a:latin typeface="+mj-lt"/>
              </a:rPr>
              <a:t>Central standards</a:t>
            </a:r>
            <a:endParaRPr lang="en-US" sz="900" dirty="0">
              <a:solidFill>
                <a:prstClr val="black"/>
              </a:solidFill>
              <a:latin typeface="+mj-lt"/>
            </a:endParaRPr>
          </a:p>
        </p:txBody>
      </p:sp>
      <p:sp>
        <p:nvSpPr>
          <p:cNvPr id="232" name="Text 35">
            <a:extLst>
              <a:ext uri="{FF2B5EF4-FFF2-40B4-BE49-F238E27FC236}">
                <a16:creationId xmlns:a16="http://schemas.microsoft.com/office/drawing/2014/main" id="{4B80C6D1-9148-7D61-8E4D-4744C81E8457}"/>
              </a:ext>
            </a:extLst>
          </p:cNvPr>
          <p:cNvSpPr/>
          <p:nvPr/>
        </p:nvSpPr>
        <p:spPr>
          <a:xfrm>
            <a:off x="3593592" y="5303520"/>
            <a:ext cx="1325880" cy="164592"/>
          </a:xfrm>
          <a:prstGeom prst="rect">
            <a:avLst/>
          </a:prstGeom>
          <a:noFill/>
          <a:ln/>
        </p:spPr>
        <p:txBody>
          <a:bodyPr wrap="square" lIns="0" tIns="0" rIns="0" bIns="0" rtlCol="0" anchor="ctr"/>
          <a:lstStyle/>
          <a:p>
            <a:pPr algn="r"/>
            <a:r>
              <a:rPr lang="en-US" sz="900" b="1" dirty="0">
                <a:solidFill>
                  <a:srgbClr val="007CB0"/>
                </a:solidFill>
                <a:latin typeface="+mj-lt"/>
              </a:rPr>
              <a:t>Department autonomy</a:t>
            </a:r>
            <a:endParaRPr lang="en-US" sz="900" dirty="0">
              <a:solidFill>
                <a:prstClr val="black"/>
              </a:solidFill>
              <a:latin typeface="+mj-lt"/>
            </a:endParaRPr>
          </a:p>
        </p:txBody>
      </p:sp>
      <p:sp>
        <p:nvSpPr>
          <p:cNvPr id="233" name="Shape 36">
            <a:extLst>
              <a:ext uri="{FF2B5EF4-FFF2-40B4-BE49-F238E27FC236}">
                <a16:creationId xmlns:a16="http://schemas.microsoft.com/office/drawing/2014/main" id="{F15FECBF-74F3-3367-5CA1-812AEC8F83ED}"/>
              </a:ext>
            </a:extLst>
          </p:cNvPr>
          <p:cNvSpPr/>
          <p:nvPr/>
        </p:nvSpPr>
        <p:spPr>
          <a:xfrm>
            <a:off x="5532120" y="1188720"/>
            <a:ext cx="6016752" cy="1344168"/>
          </a:xfrm>
          <a:prstGeom prst="roundRect">
            <a:avLst>
              <a:gd name="adj" fmla="val 6122"/>
            </a:avLst>
          </a:prstGeom>
          <a:solidFill>
            <a:srgbClr val="FFFFFF"/>
          </a:solidFill>
          <a:ln w="12700">
            <a:solidFill>
              <a:srgbClr val="D7E1E6"/>
            </a:solidFill>
            <a:prstDash val="solid"/>
          </a:ln>
          <a:effectLst>
            <a:outerShdw blurRad="10160" dist="3810" dir="2700000" algn="bl" rotWithShape="0">
              <a:srgbClr val="000000">
                <a:alpha val="10000"/>
              </a:srgbClr>
            </a:outerShdw>
          </a:effectLst>
        </p:spPr>
        <p:txBody>
          <a:bodyPr/>
          <a:lstStyle/>
          <a:p>
            <a:endParaRPr lang="en-IN" sz="2400">
              <a:solidFill>
                <a:prstClr val="black"/>
              </a:solidFill>
              <a:latin typeface="+mj-lt"/>
            </a:endParaRPr>
          </a:p>
        </p:txBody>
      </p:sp>
      <p:sp>
        <p:nvSpPr>
          <p:cNvPr id="234" name="Shape 37">
            <a:extLst>
              <a:ext uri="{FF2B5EF4-FFF2-40B4-BE49-F238E27FC236}">
                <a16:creationId xmlns:a16="http://schemas.microsoft.com/office/drawing/2014/main" id="{C02CE227-A006-2044-1033-CC3EBF065DEB}"/>
              </a:ext>
            </a:extLst>
          </p:cNvPr>
          <p:cNvSpPr/>
          <p:nvPr/>
        </p:nvSpPr>
        <p:spPr>
          <a:xfrm>
            <a:off x="5532120" y="1188720"/>
            <a:ext cx="82296" cy="1344168"/>
          </a:xfrm>
          <a:prstGeom prst="rect">
            <a:avLst/>
          </a:prstGeom>
          <a:solidFill>
            <a:srgbClr val="43B02A"/>
          </a:solidFill>
          <a:ln w="12700">
            <a:solidFill>
              <a:srgbClr val="43B02A"/>
            </a:solidFill>
            <a:prstDash val="solid"/>
          </a:ln>
        </p:spPr>
        <p:txBody>
          <a:bodyPr/>
          <a:lstStyle/>
          <a:p>
            <a:endParaRPr lang="en-IN" sz="2400">
              <a:solidFill>
                <a:prstClr val="black"/>
              </a:solidFill>
              <a:latin typeface="+mj-lt"/>
            </a:endParaRPr>
          </a:p>
        </p:txBody>
      </p:sp>
      <p:sp>
        <p:nvSpPr>
          <p:cNvPr id="235" name="Shape 38">
            <a:extLst>
              <a:ext uri="{FF2B5EF4-FFF2-40B4-BE49-F238E27FC236}">
                <a16:creationId xmlns:a16="http://schemas.microsoft.com/office/drawing/2014/main" id="{6762DAB1-A987-BCC4-CF1A-99EF70CCB784}"/>
              </a:ext>
            </a:extLst>
          </p:cNvPr>
          <p:cNvSpPr/>
          <p:nvPr/>
        </p:nvSpPr>
        <p:spPr>
          <a:xfrm>
            <a:off x="5760720" y="1389888"/>
            <a:ext cx="502920" cy="502920"/>
          </a:xfrm>
          <a:prstGeom prst="ellipse">
            <a:avLst/>
          </a:prstGeom>
          <a:solidFill>
            <a:srgbClr val="43B02A"/>
          </a:solidFill>
          <a:ln w="12700">
            <a:solidFill>
              <a:srgbClr val="43B02A"/>
            </a:solidFill>
            <a:prstDash val="solid"/>
          </a:ln>
        </p:spPr>
        <p:txBody>
          <a:bodyPr/>
          <a:lstStyle/>
          <a:p>
            <a:endParaRPr lang="en-IN" sz="2400">
              <a:solidFill>
                <a:prstClr val="black"/>
              </a:solidFill>
              <a:latin typeface="+mj-lt"/>
            </a:endParaRPr>
          </a:p>
        </p:txBody>
      </p:sp>
      <p:pic>
        <p:nvPicPr>
          <p:cNvPr id="236" name="Image 6" descr="preencoded.png">
            <a:extLst>
              <a:ext uri="{FF2B5EF4-FFF2-40B4-BE49-F238E27FC236}">
                <a16:creationId xmlns:a16="http://schemas.microsoft.com/office/drawing/2014/main" id="{06ECF613-133F-3719-2EE7-037774CC324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907024" y="1536192"/>
            <a:ext cx="210312" cy="210312"/>
          </a:xfrm>
          <a:prstGeom prst="rect">
            <a:avLst/>
          </a:prstGeom>
        </p:spPr>
      </p:pic>
      <p:sp>
        <p:nvSpPr>
          <p:cNvPr id="237" name="Text 39">
            <a:extLst>
              <a:ext uri="{FF2B5EF4-FFF2-40B4-BE49-F238E27FC236}">
                <a16:creationId xmlns:a16="http://schemas.microsoft.com/office/drawing/2014/main" id="{CF6625B5-2EC3-F450-AD15-AFC3AAF7132B}"/>
              </a:ext>
            </a:extLst>
          </p:cNvPr>
          <p:cNvSpPr/>
          <p:nvPr/>
        </p:nvSpPr>
        <p:spPr>
          <a:xfrm>
            <a:off x="11045952" y="1371600"/>
            <a:ext cx="274320" cy="201168"/>
          </a:xfrm>
          <a:prstGeom prst="rect">
            <a:avLst/>
          </a:prstGeom>
          <a:noFill/>
          <a:ln/>
        </p:spPr>
        <p:txBody>
          <a:bodyPr wrap="square" lIns="0" tIns="0" rIns="0" bIns="0" rtlCol="0" anchor="ctr"/>
          <a:lstStyle/>
          <a:p>
            <a:pPr algn="r"/>
            <a:r>
              <a:rPr lang="en-US" sz="1100" b="1" dirty="0">
                <a:solidFill>
                  <a:srgbClr val="43B02A"/>
                </a:solidFill>
                <a:latin typeface="+mj-lt"/>
              </a:rPr>
              <a:t>01</a:t>
            </a:r>
            <a:endParaRPr lang="en-US" sz="1100" dirty="0">
              <a:solidFill>
                <a:prstClr val="black"/>
              </a:solidFill>
              <a:latin typeface="+mj-lt"/>
            </a:endParaRPr>
          </a:p>
        </p:txBody>
      </p:sp>
      <p:sp>
        <p:nvSpPr>
          <p:cNvPr id="238" name="Text 40">
            <a:extLst>
              <a:ext uri="{FF2B5EF4-FFF2-40B4-BE49-F238E27FC236}">
                <a16:creationId xmlns:a16="http://schemas.microsoft.com/office/drawing/2014/main" id="{D565F500-C0CB-FE83-F395-6CDEAE658DB2}"/>
              </a:ext>
            </a:extLst>
          </p:cNvPr>
          <p:cNvSpPr/>
          <p:nvPr/>
        </p:nvSpPr>
        <p:spPr>
          <a:xfrm>
            <a:off x="6428232" y="1389888"/>
            <a:ext cx="4507992" cy="310896"/>
          </a:xfrm>
          <a:prstGeom prst="rect">
            <a:avLst/>
          </a:prstGeom>
          <a:noFill/>
          <a:ln/>
        </p:spPr>
        <p:txBody>
          <a:bodyPr wrap="square" lIns="0" tIns="0" rIns="0" bIns="0" rtlCol="0" anchor="ctr">
            <a:normAutofit/>
          </a:bodyPr>
          <a:lstStyle/>
          <a:p>
            <a:r>
              <a:rPr lang="en-US" sz="1600" b="1" dirty="0">
                <a:solidFill>
                  <a:srgbClr val="0B2739"/>
                </a:solidFill>
                <a:latin typeface="+mj-lt"/>
              </a:rPr>
              <a:t>Central AI Spine</a:t>
            </a:r>
            <a:endParaRPr lang="en-US" sz="1600" dirty="0">
              <a:solidFill>
                <a:prstClr val="black"/>
              </a:solidFill>
              <a:latin typeface="+mj-lt"/>
            </a:endParaRPr>
          </a:p>
        </p:txBody>
      </p:sp>
      <p:sp>
        <p:nvSpPr>
          <p:cNvPr id="239" name="Text 41">
            <a:extLst>
              <a:ext uri="{FF2B5EF4-FFF2-40B4-BE49-F238E27FC236}">
                <a16:creationId xmlns:a16="http://schemas.microsoft.com/office/drawing/2014/main" id="{A4C11CC7-C922-4A70-3655-C93C646EC404}"/>
              </a:ext>
            </a:extLst>
          </p:cNvPr>
          <p:cNvSpPr/>
          <p:nvPr/>
        </p:nvSpPr>
        <p:spPr>
          <a:xfrm>
            <a:off x="5806440" y="1993392"/>
            <a:ext cx="5486400" cy="356616"/>
          </a:xfrm>
          <a:prstGeom prst="rect">
            <a:avLst/>
          </a:prstGeom>
          <a:noFill/>
          <a:ln/>
        </p:spPr>
        <p:txBody>
          <a:bodyPr wrap="square" lIns="254" tIns="254" rIns="254" bIns="254" rtlCol="0" anchor="ctr">
            <a:noAutofit/>
          </a:bodyPr>
          <a:lstStyle/>
          <a:p>
            <a:pPr marL="139700" indent="-139700">
              <a:buSzPct val="100000"/>
              <a:buFontTx/>
              <a:buChar char="•"/>
            </a:pPr>
            <a:r>
              <a:rPr lang="en-US" sz="1000" dirty="0">
                <a:solidFill>
                  <a:srgbClr val="586875"/>
                </a:solidFill>
                <a:latin typeface="+mj-lt"/>
              </a:rPr>
              <a:t>Operates shared data, AI, integration, workflow, security, audit and monitoring services.</a:t>
            </a:r>
            <a:endParaRPr lang="en-US" sz="1000" dirty="0">
              <a:solidFill>
                <a:prstClr val="black"/>
              </a:solidFill>
              <a:latin typeface="+mj-lt"/>
            </a:endParaRPr>
          </a:p>
          <a:p>
            <a:pPr marL="139700" indent="-139700">
              <a:buSzPct val="100000"/>
              <a:buFontTx/>
              <a:buChar char="•"/>
            </a:pPr>
            <a:r>
              <a:rPr lang="en-US" sz="1000" dirty="0">
                <a:solidFill>
                  <a:srgbClr val="586875"/>
                </a:solidFill>
                <a:latin typeface="+mj-lt"/>
              </a:rPr>
              <a:t>Maintains approved technology, model, connector and reusable-component catalogues.</a:t>
            </a:r>
            <a:endParaRPr lang="en-US" sz="1000" dirty="0">
              <a:solidFill>
                <a:prstClr val="black"/>
              </a:solidFill>
              <a:latin typeface="+mj-lt"/>
            </a:endParaRPr>
          </a:p>
          <a:p>
            <a:pPr marL="139700" indent="-139700">
              <a:buSzPct val="100000"/>
              <a:buFontTx/>
              <a:buChar char="•"/>
            </a:pPr>
            <a:r>
              <a:rPr lang="en-US" sz="1000" dirty="0">
                <a:solidFill>
                  <a:srgbClr val="586875"/>
                </a:solidFill>
                <a:latin typeface="+mj-lt"/>
              </a:rPr>
              <a:t>Defines architecture, security, privacy and Responsible AI standards.</a:t>
            </a:r>
            <a:endParaRPr lang="en-US" sz="1000" dirty="0">
              <a:solidFill>
                <a:prstClr val="black"/>
              </a:solidFill>
              <a:latin typeface="+mj-lt"/>
            </a:endParaRPr>
          </a:p>
        </p:txBody>
      </p:sp>
      <p:sp>
        <p:nvSpPr>
          <p:cNvPr id="240" name="Shape 42">
            <a:extLst>
              <a:ext uri="{FF2B5EF4-FFF2-40B4-BE49-F238E27FC236}">
                <a16:creationId xmlns:a16="http://schemas.microsoft.com/office/drawing/2014/main" id="{B68B945A-A78D-F90D-0871-C2052477D5AE}"/>
              </a:ext>
            </a:extLst>
          </p:cNvPr>
          <p:cNvSpPr/>
          <p:nvPr/>
        </p:nvSpPr>
        <p:spPr>
          <a:xfrm>
            <a:off x="5532120" y="2761488"/>
            <a:ext cx="2852928" cy="2212848"/>
          </a:xfrm>
          <a:prstGeom prst="roundRect">
            <a:avLst>
              <a:gd name="adj" fmla="val 3719"/>
            </a:avLst>
          </a:prstGeom>
          <a:solidFill>
            <a:srgbClr val="FFFFFF"/>
          </a:solidFill>
          <a:ln w="12700">
            <a:solidFill>
              <a:srgbClr val="D7E1E6"/>
            </a:solidFill>
            <a:prstDash val="solid"/>
          </a:ln>
          <a:effectLst>
            <a:outerShdw blurRad="10160" dist="3810" dir="2700000" algn="bl" rotWithShape="0">
              <a:srgbClr val="000000">
                <a:alpha val="10000"/>
              </a:srgbClr>
            </a:outerShdw>
          </a:effectLst>
        </p:spPr>
        <p:txBody>
          <a:bodyPr/>
          <a:lstStyle/>
          <a:p>
            <a:endParaRPr lang="en-IN" sz="2400">
              <a:solidFill>
                <a:prstClr val="black"/>
              </a:solidFill>
              <a:latin typeface="+mj-lt"/>
            </a:endParaRPr>
          </a:p>
        </p:txBody>
      </p:sp>
      <p:sp>
        <p:nvSpPr>
          <p:cNvPr id="241" name="Shape 43">
            <a:extLst>
              <a:ext uri="{FF2B5EF4-FFF2-40B4-BE49-F238E27FC236}">
                <a16:creationId xmlns:a16="http://schemas.microsoft.com/office/drawing/2014/main" id="{0C175E11-266C-AF75-7BD2-550BF5FB9371}"/>
              </a:ext>
            </a:extLst>
          </p:cNvPr>
          <p:cNvSpPr/>
          <p:nvPr/>
        </p:nvSpPr>
        <p:spPr>
          <a:xfrm>
            <a:off x="5532120" y="2761488"/>
            <a:ext cx="82296" cy="2212848"/>
          </a:xfrm>
          <a:prstGeom prst="rect">
            <a:avLst/>
          </a:prstGeom>
          <a:solidFill>
            <a:srgbClr val="86BC25"/>
          </a:solidFill>
          <a:ln w="12700">
            <a:solidFill>
              <a:srgbClr val="86BC25"/>
            </a:solidFill>
            <a:prstDash val="solid"/>
          </a:ln>
        </p:spPr>
        <p:txBody>
          <a:bodyPr/>
          <a:lstStyle/>
          <a:p>
            <a:endParaRPr lang="en-IN" sz="2400">
              <a:solidFill>
                <a:prstClr val="black"/>
              </a:solidFill>
              <a:latin typeface="+mj-lt"/>
            </a:endParaRPr>
          </a:p>
        </p:txBody>
      </p:sp>
      <p:sp>
        <p:nvSpPr>
          <p:cNvPr id="242" name="Shape 44">
            <a:extLst>
              <a:ext uri="{FF2B5EF4-FFF2-40B4-BE49-F238E27FC236}">
                <a16:creationId xmlns:a16="http://schemas.microsoft.com/office/drawing/2014/main" id="{089C12DC-8A98-E85C-A428-64E21C3A5947}"/>
              </a:ext>
            </a:extLst>
          </p:cNvPr>
          <p:cNvSpPr/>
          <p:nvPr/>
        </p:nvSpPr>
        <p:spPr>
          <a:xfrm>
            <a:off x="5760720" y="2962656"/>
            <a:ext cx="502920" cy="502920"/>
          </a:xfrm>
          <a:prstGeom prst="ellipse">
            <a:avLst/>
          </a:prstGeom>
          <a:solidFill>
            <a:srgbClr val="86BC25"/>
          </a:solidFill>
          <a:ln w="12700">
            <a:solidFill>
              <a:srgbClr val="86BC25"/>
            </a:solidFill>
            <a:prstDash val="solid"/>
          </a:ln>
        </p:spPr>
        <p:txBody>
          <a:bodyPr/>
          <a:lstStyle/>
          <a:p>
            <a:endParaRPr lang="en-IN" sz="2400">
              <a:solidFill>
                <a:prstClr val="black"/>
              </a:solidFill>
              <a:latin typeface="+mj-lt"/>
            </a:endParaRPr>
          </a:p>
        </p:txBody>
      </p:sp>
      <p:pic>
        <p:nvPicPr>
          <p:cNvPr id="243" name="Image 7" descr="preencoded.png">
            <a:extLst>
              <a:ext uri="{FF2B5EF4-FFF2-40B4-BE49-F238E27FC236}">
                <a16:creationId xmlns:a16="http://schemas.microsoft.com/office/drawing/2014/main" id="{F8E484CC-CBC6-00D3-0A77-FA663680535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907024" y="3108960"/>
            <a:ext cx="210312" cy="210312"/>
          </a:xfrm>
          <a:prstGeom prst="rect">
            <a:avLst/>
          </a:prstGeom>
        </p:spPr>
      </p:pic>
      <p:sp>
        <p:nvSpPr>
          <p:cNvPr id="244" name="Text 45">
            <a:extLst>
              <a:ext uri="{FF2B5EF4-FFF2-40B4-BE49-F238E27FC236}">
                <a16:creationId xmlns:a16="http://schemas.microsoft.com/office/drawing/2014/main" id="{EDA685F2-388A-E939-EF4F-E1719F8EF7D5}"/>
              </a:ext>
            </a:extLst>
          </p:cNvPr>
          <p:cNvSpPr/>
          <p:nvPr/>
        </p:nvSpPr>
        <p:spPr>
          <a:xfrm>
            <a:off x="7882128" y="2944368"/>
            <a:ext cx="274320" cy="201168"/>
          </a:xfrm>
          <a:prstGeom prst="rect">
            <a:avLst/>
          </a:prstGeom>
          <a:noFill/>
          <a:ln/>
        </p:spPr>
        <p:txBody>
          <a:bodyPr wrap="square" lIns="0" tIns="0" rIns="0" bIns="0" rtlCol="0" anchor="ctr"/>
          <a:lstStyle/>
          <a:p>
            <a:pPr algn="r"/>
            <a:r>
              <a:rPr lang="en-US" sz="1100" b="1" dirty="0">
                <a:solidFill>
                  <a:srgbClr val="86BC25"/>
                </a:solidFill>
                <a:latin typeface="+mj-lt"/>
              </a:rPr>
              <a:t>02</a:t>
            </a:r>
            <a:endParaRPr lang="en-US" sz="1100" dirty="0">
              <a:solidFill>
                <a:prstClr val="black"/>
              </a:solidFill>
              <a:latin typeface="+mj-lt"/>
            </a:endParaRPr>
          </a:p>
        </p:txBody>
      </p:sp>
      <p:sp>
        <p:nvSpPr>
          <p:cNvPr id="245" name="Text 46">
            <a:extLst>
              <a:ext uri="{FF2B5EF4-FFF2-40B4-BE49-F238E27FC236}">
                <a16:creationId xmlns:a16="http://schemas.microsoft.com/office/drawing/2014/main" id="{D8C78723-AFBB-EA9C-2489-5CAC540DA87F}"/>
              </a:ext>
            </a:extLst>
          </p:cNvPr>
          <p:cNvSpPr/>
          <p:nvPr/>
        </p:nvSpPr>
        <p:spPr>
          <a:xfrm>
            <a:off x="6428232" y="2962656"/>
            <a:ext cx="1344168" cy="310896"/>
          </a:xfrm>
          <a:prstGeom prst="rect">
            <a:avLst/>
          </a:prstGeom>
          <a:noFill/>
          <a:ln/>
        </p:spPr>
        <p:txBody>
          <a:bodyPr wrap="square" lIns="0" tIns="0" rIns="0" bIns="0" rtlCol="0" anchor="ctr">
            <a:noAutofit/>
          </a:bodyPr>
          <a:lstStyle/>
          <a:p>
            <a:r>
              <a:rPr lang="en-US" sz="1600" b="1" dirty="0">
                <a:solidFill>
                  <a:srgbClr val="0B2739"/>
                </a:solidFill>
                <a:latin typeface="+mj-lt"/>
              </a:rPr>
              <a:t>Department Brains</a:t>
            </a:r>
            <a:endParaRPr lang="en-US" sz="1600" dirty="0">
              <a:solidFill>
                <a:prstClr val="black"/>
              </a:solidFill>
              <a:latin typeface="+mj-lt"/>
            </a:endParaRPr>
          </a:p>
        </p:txBody>
      </p:sp>
      <p:sp>
        <p:nvSpPr>
          <p:cNvPr id="246" name="Text 47">
            <a:extLst>
              <a:ext uri="{FF2B5EF4-FFF2-40B4-BE49-F238E27FC236}">
                <a16:creationId xmlns:a16="http://schemas.microsoft.com/office/drawing/2014/main" id="{9128CA43-6AAB-8ABF-36DE-642DD76ED6E8}"/>
              </a:ext>
            </a:extLst>
          </p:cNvPr>
          <p:cNvSpPr/>
          <p:nvPr/>
        </p:nvSpPr>
        <p:spPr>
          <a:xfrm>
            <a:off x="5806440" y="3566160"/>
            <a:ext cx="2322576" cy="1225296"/>
          </a:xfrm>
          <a:prstGeom prst="rect">
            <a:avLst/>
          </a:prstGeom>
          <a:noFill/>
          <a:ln/>
        </p:spPr>
        <p:txBody>
          <a:bodyPr wrap="square" lIns="254" tIns="254" rIns="254" bIns="254" rtlCol="0" anchor="ctr">
            <a:normAutofit/>
          </a:bodyPr>
          <a:lstStyle/>
          <a:p>
            <a:pPr marL="139700" indent="-139700">
              <a:buSzPct val="100000"/>
              <a:buFontTx/>
              <a:buChar char="•"/>
            </a:pPr>
            <a:r>
              <a:rPr lang="en-US" sz="1000" dirty="0">
                <a:solidFill>
                  <a:srgbClr val="586875"/>
                </a:solidFill>
                <a:latin typeface="+mj-lt"/>
              </a:rPr>
              <a:t>Own purpose, domain rules, source data, users and outcome KPIs.</a:t>
            </a:r>
            <a:endParaRPr lang="en-US" sz="1000" dirty="0">
              <a:solidFill>
                <a:prstClr val="black"/>
              </a:solidFill>
              <a:latin typeface="+mj-lt"/>
            </a:endParaRPr>
          </a:p>
          <a:p>
            <a:pPr marL="139700" indent="-139700">
              <a:buSzPct val="100000"/>
              <a:buFontTx/>
              <a:buChar char="•"/>
            </a:pPr>
            <a:r>
              <a:rPr lang="en-US" sz="1000" dirty="0">
                <a:solidFill>
                  <a:srgbClr val="586875"/>
                </a:solidFill>
                <a:latin typeface="+mj-lt"/>
              </a:rPr>
              <a:t>Validate recommendations and dashboards with domain experts.</a:t>
            </a:r>
            <a:endParaRPr lang="en-US" sz="1000" dirty="0">
              <a:solidFill>
                <a:prstClr val="black"/>
              </a:solidFill>
              <a:latin typeface="+mj-lt"/>
            </a:endParaRPr>
          </a:p>
          <a:p>
            <a:pPr marL="139700" indent="-139700">
              <a:buSzPct val="100000"/>
              <a:buFontTx/>
              <a:buChar char="•"/>
            </a:pPr>
            <a:r>
              <a:rPr lang="en-US" sz="1000" dirty="0">
                <a:solidFill>
                  <a:srgbClr val="586875"/>
                </a:solidFill>
                <a:latin typeface="+mj-lt"/>
              </a:rPr>
              <a:t>Approve operational use and retain statutory authority.</a:t>
            </a:r>
            <a:endParaRPr lang="en-US" sz="1000" dirty="0">
              <a:solidFill>
                <a:prstClr val="black"/>
              </a:solidFill>
              <a:latin typeface="+mj-lt"/>
            </a:endParaRPr>
          </a:p>
        </p:txBody>
      </p:sp>
      <p:sp>
        <p:nvSpPr>
          <p:cNvPr id="247" name="Shape 48">
            <a:extLst>
              <a:ext uri="{FF2B5EF4-FFF2-40B4-BE49-F238E27FC236}">
                <a16:creationId xmlns:a16="http://schemas.microsoft.com/office/drawing/2014/main" id="{2C9126D9-A81F-5789-E688-D10834D4D0A9}"/>
              </a:ext>
            </a:extLst>
          </p:cNvPr>
          <p:cNvSpPr/>
          <p:nvPr/>
        </p:nvSpPr>
        <p:spPr>
          <a:xfrm>
            <a:off x="8622792" y="2761488"/>
            <a:ext cx="2926080" cy="2212848"/>
          </a:xfrm>
          <a:prstGeom prst="roundRect">
            <a:avLst>
              <a:gd name="adj" fmla="val 3719"/>
            </a:avLst>
          </a:prstGeom>
          <a:solidFill>
            <a:srgbClr val="FFFFFF"/>
          </a:solidFill>
          <a:ln w="12700">
            <a:solidFill>
              <a:srgbClr val="D7E1E6"/>
            </a:solidFill>
            <a:prstDash val="solid"/>
          </a:ln>
          <a:effectLst>
            <a:outerShdw blurRad="10160" dist="3810" dir="2700000" algn="bl" rotWithShape="0">
              <a:srgbClr val="000000">
                <a:alpha val="10000"/>
              </a:srgbClr>
            </a:outerShdw>
          </a:effectLst>
        </p:spPr>
        <p:txBody>
          <a:bodyPr/>
          <a:lstStyle/>
          <a:p>
            <a:endParaRPr lang="en-IN" sz="2400">
              <a:solidFill>
                <a:prstClr val="black"/>
              </a:solidFill>
              <a:latin typeface="+mj-lt"/>
            </a:endParaRPr>
          </a:p>
        </p:txBody>
      </p:sp>
      <p:sp>
        <p:nvSpPr>
          <p:cNvPr id="248" name="Shape 49">
            <a:extLst>
              <a:ext uri="{FF2B5EF4-FFF2-40B4-BE49-F238E27FC236}">
                <a16:creationId xmlns:a16="http://schemas.microsoft.com/office/drawing/2014/main" id="{AA9A3E87-07D4-C303-3482-ABBA8DD96AD8}"/>
              </a:ext>
            </a:extLst>
          </p:cNvPr>
          <p:cNvSpPr/>
          <p:nvPr/>
        </p:nvSpPr>
        <p:spPr>
          <a:xfrm>
            <a:off x="8622792" y="2761488"/>
            <a:ext cx="82296" cy="2212848"/>
          </a:xfrm>
          <a:prstGeom prst="rect">
            <a:avLst/>
          </a:prstGeom>
          <a:solidFill>
            <a:srgbClr val="007CB0"/>
          </a:solidFill>
          <a:ln w="12700">
            <a:solidFill>
              <a:srgbClr val="007CB0"/>
            </a:solidFill>
            <a:prstDash val="solid"/>
          </a:ln>
        </p:spPr>
        <p:txBody>
          <a:bodyPr/>
          <a:lstStyle/>
          <a:p>
            <a:endParaRPr lang="en-IN" sz="2400">
              <a:solidFill>
                <a:prstClr val="black"/>
              </a:solidFill>
              <a:latin typeface="+mj-lt"/>
            </a:endParaRPr>
          </a:p>
        </p:txBody>
      </p:sp>
      <p:sp>
        <p:nvSpPr>
          <p:cNvPr id="249" name="Shape 50">
            <a:extLst>
              <a:ext uri="{FF2B5EF4-FFF2-40B4-BE49-F238E27FC236}">
                <a16:creationId xmlns:a16="http://schemas.microsoft.com/office/drawing/2014/main" id="{EC762DD1-7D1B-246A-ED15-91B59BD4357A}"/>
              </a:ext>
            </a:extLst>
          </p:cNvPr>
          <p:cNvSpPr/>
          <p:nvPr/>
        </p:nvSpPr>
        <p:spPr>
          <a:xfrm>
            <a:off x="8851392" y="2962656"/>
            <a:ext cx="502920" cy="502920"/>
          </a:xfrm>
          <a:prstGeom prst="ellipse">
            <a:avLst/>
          </a:prstGeom>
          <a:solidFill>
            <a:srgbClr val="007CB0"/>
          </a:solidFill>
          <a:ln w="12700">
            <a:solidFill>
              <a:srgbClr val="007CB0"/>
            </a:solidFill>
            <a:prstDash val="solid"/>
          </a:ln>
        </p:spPr>
        <p:txBody>
          <a:bodyPr/>
          <a:lstStyle/>
          <a:p>
            <a:endParaRPr lang="en-IN" sz="2400">
              <a:solidFill>
                <a:prstClr val="black"/>
              </a:solidFill>
              <a:latin typeface="+mj-lt"/>
            </a:endParaRPr>
          </a:p>
        </p:txBody>
      </p:sp>
      <p:pic>
        <p:nvPicPr>
          <p:cNvPr id="250" name="Image 8" descr="preencoded.png">
            <a:extLst>
              <a:ext uri="{FF2B5EF4-FFF2-40B4-BE49-F238E27FC236}">
                <a16:creationId xmlns:a16="http://schemas.microsoft.com/office/drawing/2014/main" id="{68F67227-C6C2-58C1-298F-E141B66C70A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997696" y="3108960"/>
            <a:ext cx="210312" cy="210312"/>
          </a:xfrm>
          <a:prstGeom prst="rect">
            <a:avLst/>
          </a:prstGeom>
        </p:spPr>
      </p:pic>
      <p:sp>
        <p:nvSpPr>
          <p:cNvPr id="251" name="Text 51">
            <a:extLst>
              <a:ext uri="{FF2B5EF4-FFF2-40B4-BE49-F238E27FC236}">
                <a16:creationId xmlns:a16="http://schemas.microsoft.com/office/drawing/2014/main" id="{8F627F50-DDF7-BE35-D895-22C805529EC9}"/>
              </a:ext>
            </a:extLst>
          </p:cNvPr>
          <p:cNvSpPr/>
          <p:nvPr/>
        </p:nvSpPr>
        <p:spPr>
          <a:xfrm>
            <a:off x="11045952" y="2944368"/>
            <a:ext cx="274320" cy="201168"/>
          </a:xfrm>
          <a:prstGeom prst="rect">
            <a:avLst/>
          </a:prstGeom>
          <a:noFill/>
          <a:ln/>
        </p:spPr>
        <p:txBody>
          <a:bodyPr wrap="square" lIns="0" tIns="0" rIns="0" bIns="0" rtlCol="0" anchor="ctr"/>
          <a:lstStyle/>
          <a:p>
            <a:pPr algn="r"/>
            <a:r>
              <a:rPr lang="en-US" sz="1100" b="1" dirty="0">
                <a:solidFill>
                  <a:srgbClr val="007CB0"/>
                </a:solidFill>
                <a:latin typeface="+mj-lt"/>
              </a:rPr>
              <a:t>03</a:t>
            </a:r>
            <a:endParaRPr lang="en-US" sz="1100" dirty="0">
              <a:solidFill>
                <a:prstClr val="black"/>
              </a:solidFill>
              <a:latin typeface="+mj-lt"/>
            </a:endParaRPr>
          </a:p>
        </p:txBody>
      </p:sp>
      <p:sp>
        <p:nvSpPr>
          <p:cNvPr id="252" name="Text 52">
            <a:extLst>
              <a:ext uri="{FF2B5EF4-FFF2-40B4-BE49-F238E27FC236}">
                <a16:creationId xmlns:a16="http://schemas.microsoft.com/office/drawing/2014/main" id="{DEC8E132-D3CC-9A35-9243-BB1D3107C975}"/>
              </a:ext>
            </a:extLst>
          </p:cNvPr>
          <p:cNvSpPr/>
          <p:nvPr/>
        </p:nvSpPr>
        <p:spPr>
          <a:xfrm>
            <a:off x="9518904" y="2962656"/>
            <a:ext cx="1417320" cy="310896"/>
          </a:xfrm>
          <a:prstGeom prst="rect">
            <a:avLst/>
          </a:prstGeom>
          <a:noFill/>
          <a:ln/>
        </p:spPr>
        <p:txBody>
          <a:bodyPr wrap="square" lIns="0" tIns="0" rIns="0" bIns="0" rtlCol="0" anchor="ctr">
            <a:noAutofit/>
          </a:bodyPr>
          <a:lstStyle/>
          <a:p>
            <a:r>
              <a:rPr lang="en-US" sz="1600" b="1" dirty="0">
                <a:solidFill>
                  <a:srgbClr val="0B2739"/>
                </a:solidFill>
                <a:latin typeface="+mj-lt"/>
              </a:rPr>
              <a:t>Joint governance</a:t>
            </a:r>
            <a:endParaRPr lang="en-US" sz="1600" dirty="0">
              <a:solidFill>
                <a:prstClr val="black"/>
              </a:solidFill>
              <a:latin typeface="+mj-lt"/>
            </a:endParaRPr>
          </a:p>
        </p:txBody>
      </p:sp>
      <p:sp>
        <p:nvSpPr>
          <p:cNvPr id="253" name="Text 53">
            <a:extLst>
              <a:ext uri="{FF2B5EF4-FFF2-40B4-BE49-F238E27FC236}">
                <a16:creationId xmlns:a16="http://schemas.microsoft.com/office/drawing/2014/main" id="{1AED8D9D-2C8D-D11C-B81A-476095CDEA57}"/>
              </a:ext>
            </a:extLst>
          </p:cNvPr>
          <p:cNvSpPr/>
          <p:nvPr/>
        </p:nvSpPr>
        <p:spPr>
          <a:xfrm>
            <a:off x="8897112" y="3566160"/>
            <a:ext cx="2395728" cy="1225296"/>
          </a:xfrm>
          <a:prstGeom prst="rect">
            <a:avLst/>
          </a:prstGeom>
          <a:noFill/>
          <a:ln/>
        </p:spPr>
        <p:txBody>
          <a:bodyPr wrap="square" lIns="254" tIns="254" rIns="254" bIns="254" rtlCol="0" anchor="ctr">
            <a:normAutofit/>
          </a:bodyPr>
          <a:lstStyle/>
          <a:p>
            <a:pPr marL="139700" indent="-139700">
              <a:buSzPct val="100000"/>
              <a:buFontTx/>
              <a:buChar char="•"/>
            </a:pPr>
            <a:r>
              <a:rPr lang="en-US" sz="1000" dirty="0">
                <a:solidFill>
                  <a:srgbClr val="586875"/>
                </a:solidFill>
                <a:latin typeface="+mj-lt"/>
              </a:rPr>
              <a:t>Steering committees set priorities, funding and risk direction.</a:t>
            </a:r>
            <a:endParaRPr lang="en-US" sz="1000" dirty="0">
              <a:solidFill>
                <a:prstClr val="black"/>
              </a:solidFill>
              <a:latin typeface="+mj-lt"/>
            </a:endParaRPr>
          </a:p>
          <a:p>
            <a:pPr marL="139700" indent="-139700">
              <a:buSzPct val="100000"/>
              <a:buFontTx/>
              <a:buChar char="•"/>
            </a:pPr>
            <a:r>
              <a:rPr lang="en-US" sz="1000" dirty="0">
                <a:solidFill>
                  <a:srgbClr val="586875"/>
                </a:solidFill>
                <a:latin typeface="+mj-lt"/>
              </a:rPr>
              <a:t>Technical and Responsible AI councils approve architecture and production release.</a:t>
            </a:r>
            <a:endParaRPr lang="en-US" sz="1000" dirty="0">
              <a:solidFill>
                <a:prstClr val="black"/>
              </a:solidFill>
              <a:latin typeface="+mj-lt"/>
            </a:endParaRPr>
          </a:p>
          <a:p>
            <a:pPr marL="139700" indent="-139700">
              <a:buSzPct val="100000"/>
              <a:buFontTx/>
              <a:buChar char="•"/>
            </a:pPr>
            <a:r>
              <a:rPr lang="en-US" sz="1000" dirty="0">
                <a:solidFill>
                  <a:srgbClr val="586875"/>
                </a:solidFill>
                <a:latin typeface="+mj-lt"/>
              </a:rPr>
              <a:t>Working groups drive data access, UAT, training, adoption and benefit realization.</a:t>
            </a:r>
            <a:endParaRPr lang="en-US" sz="1000" dirty="0">
              <a:solidFill>
                <a:prstClr val="black"/>
              </a:solidFill>
              <a:latin typeface="+mj-lt"/>
            </a:endParaRPr>
          </a:p>
        </p:txBody>
      </p:sp>
      <p:sp>
        <p:nvSpPr>
          <p:cNvPr id="254" name="Shape 54">
            <a:extLst>
              <a:ext uri="{FF2B5EF4-FFF2-40B4-BE49-F238E27FC236}">
                <a16:creationId xmlns:a16="http://schemas.microsoft.com/office/drawing/2014/main" id="{53EE61C3-F80D-C902-DF03-E254D0F48AA4}"/>
              </a:ext>
            </a:extLst>
          </p:cNvPr>
          <p:cNvSpPr/>
          <p:nvPr/>
        </p:nvSpPr>
        <p:spPr>
          <a:xfrm>
            <a:off x="5532120" y="5212080"/>
            <a:ext cx="6016752" cy="502920"/>
          </a:xfrm>
          <a:prstGeom prst="roundRect">
            <a:avLst>
              <a:gd name="adj" fmla="val 12727"/>
            </a:avLst>
          </a:prstGeom>
          <a:solidFill>
            <a:srgbClr val="0B2739"/>
          </a:solidFill>
          <a:ln w="12700">
            <a:solidFill>
              <a:srgbClr val="0B2739"/>
            </a:solidFill>
            <a:prstDash val="solid"/>
          </a:ln>
        </p:spPr>
        <p:txBody>
          <a:bodyPr/>
          <a:lstStyle/>
          <a:p>
            <a:endParaRPr lang="en-IN" sz="2400">
              <a:solidFill>
                <a:prstClr val="black"/>
              </a:solidFill>
              <a:latin typeface="+mj-lt"/>
            </a:endParaRPr>
          </a:p>
        </p:txBody>
      </p:sp>
      <p:pic>
        <p:nvPicPr>
          <p:cNvPr id="255" name="Image 9" descr="preencoded.png">
            <a:extLst>
              <a:ext uri="{FF2B5EF4-FFF2-40B4-BE49-F238E27FC236}">
                <a16:creationId xmlns:a16="http://schemas.microsoft.com/office/drawing/2014/main" id="{FC2A7F1C-B37B-3E19-43A7-C84EB5A27CF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760720" y="5358384"/>
            <a:ext cx="201168" cy="201168"/>
          </a:xfrm>
          <a:prstGeom prst="rect">
            <a:avLst/>
          </a:prstGeom>
        </p:spPr>
      </p:pic>
      <p:sp>
        <p:nvSpPr>
          <p:cNvPr id="256" name="Text 55">
            <a:extLst>
              <a:ext uri="{FF2B5EF4-FFF2-40B4-BE49-F238E27FC236}">
                <a16:creationId xmlns:a16="http://schemas.microsoft.com/office/drawing/2014/main" id="{1879FBFA-E215-43AA-127D-86F1224B261E}"/>
              </a:ext>
            </a:extLst>
          </p:cNvPr>
          <p:cNvSpPr/>
          <p:nvPr/>
        </p:nvSpPr>
        <p:spPr>
          <a:xfrm>
            <a:off x="6108192" y="5340096"/>
            <a:ext cx="5138928" cy="182880"/>
          </a:xfrm>
          <a:prstGeom prst="rect">
            <a:avLst/>
          </a:prstGeom>
          <a:noFill/>
          <a:ln/>
        </p:spPr>
        <p:txBody>
          <a:bodyPr wrap="square" lIns="0" tIns="0" rIns="0" bIns="0" rtlCol="0" anchor="ctr">
            <a:noAutofit/>
          </a:bodyPr>
          <a:lstStyle/>
          <a:p>
            <a:r>
              <a:rPr lang="en-US" sz="900" b="1" dirty="0">
                <a:solidFill>
                  <a:srgbClr val="FFFFFF"/>
                </a:solidFill>
                <a:latin typeface="+mj-lt"/>
              </a:rPr>
              <a:t>AI assists and recommends. Final administrative and statutory authority remains with designated Government officials.</a:t>
            </a:r>
            <a:endParaRPr lang="en-US" sz="900" dirty="0">
              <a:solidFill>
                <a:prstClr val="black"/>
              </a:solidFill>
              <a:latin typeface="+mj-lt"/>
            </a:endParaRPr>
          </a:p>
        </p:txBody>
      </p:sp>
      <p:sp>
        <p:nvSpPr>
          <p:cNvPr id="257" name="Shape 56">
            <a:extLst>
              <a:ext uri="{FF2B5EF4-FFF2-40B4-BE49-F238E27FC236}">
                <a16:creationId xmlns:a16="http://schemas.microsoft.com/office/drawing/2014/main" id="{49336961-4085-360D-1800-CE493D453428}"/>
              </a:ext>
            </a:extLst>
          </p:cNvPr>
          <p:cNvSpPr/>
          <p:nvPr/>
        </p:nvSpPr>
        <p:spPr>
          <a:xfrm>
            <a:off x="502920" y="5925312"/>
            <a:ext cx="3493008" cy="393192"/>
          </a:xfrm>
          <a:prstGeom prst="roundRect">
            <a:avLst>
              <a:gd name="adj" fmla="val 11628"/>
            </a:avLst>
          </a:prstGeom>
          <a:solidFill>
            <a:srgbClr val="EEF6DF"/>
          </a:solidFill>
          <a:ln w="12700">
            <a:solidFill>
              <a:srgbClr val="CCE1A6"/>
            </a:solidFill>
            <a:prstDash val="solid"/>
          </a:ln>
        </p:spPr>
        <p:txBody>
          <a:bodyPr/>
          <a:lstStyle/>
          <a:p>
            <a:endParaRPr lang="en-IN" sz="2400">
              <a:solidFill>
                <a:prstClr val="black"/>
              </a:solidFill>
              <a:latin typeface="+mj-lt"/>
            </a:endParaRPr>
          </a:p>
        </p:txBody>
      </p:sp>
      <p:pic>
        <p:nvPicPr>
          <p:cNvPr id="258" name="Image 10" descr="preencoded.png">
            <a:extLst>
              <a:ext uri="{FF2B5EF4-FFF2-40B4-BE49-F238E27FC236}">
                <a16:creationId xmlns:a16="http://schemas.microsoft.com/office/drawing/2014/main" id="{40083BE5-265C-B527-D8B7-6F42F5743C15}"/>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67512" y="6035040"/>
            <a:ext cx="164592" cy="164592"/>
          </a:xfrm>
          <a:prstGeom prst="rect">
            <a:avLst/>
          </a:prstGeom>
        </p:spPr>
      </p:pic>
      <p:sp>
        <p:nvSpPr>
          <p:cNvPr id="259" name="Text 57">
            <a:extLst>
              <a:ext uri="{FF2B5EF4-FFF2-40B4-BE49-F238E27FC236}">
                <a16:creationId xmlns:a16="http://schemas.microsoft.com/office/drawing/2014/main" id="{E4D1E9C2-07B8-DFE9-1E38-86D95A8348BC}"/>
              </a:ext>
            </a:extLst>
          </p:cNvPr>
          <p:cNvSpPr/>
          <p:nvPr/>
        </p:nvSpPr>
        <p:spPr>
          <a:xfrm>
            <a:off x="941832" y="6007608"/>
            <a:ext cx="1207008" cy="118872"/>
          </a:xfrm>
          <a:prstGeom prst="rect">
            <a:avLst/>
          </a:prstGeom>
          <a:noFill/>
          <a:ln/>
        </p:spPr>
        <p:txBody>
          <a:bodyPr wrap="square" lIns="0" tIns="0" rIns="0" bIns="0" rtlCol="0" anchor="ctr"/>
          <a:lstStyle/>
          <a:p>
            <a:r>
              <a:rPr lang="en-US" sz="900" b="1" dirty="0">
                <a:solidFill>
                  <a:srgbClr val="43B02A"/>
                </a:solidFill>
                <a:latin typeface="+mj-lt"/>
              </a:rPr>
              <a:t>COMMON FOUNDATION</a:t>
            </a:r>
            <a:endParaRPr lang="en-US" sz="900" dirty="0">
              <a:solidFill>
                <a:prstClr val="black"/>
              </a:solidFill>
              <a:latin typeface="+mj-lt"/>
            </a:endParaRPr>
          </a:p>
        </p:txBody>
      </p:sp>
      <p:sp>
        <p:nvSpPr>
          <p:cNvPr id="260" name="Text 58">
            <a:extLst>
              <a:ext uri="{FF2B5EF4-FFF2-40B4-BE49-F238E27FC236}">
                <a16:creationId xmlns:a16="http://schemas.microsoft.com/office/drawing/2014/main" id="{94E06996-F963-626F-FEC2-3863FA1796FE}"/>
              </a:ext>
            </a:extLst>
          </p:cNvPr>
          <p:cNvSpPr/>
          <p:nvPr/>
        </p:nvSpPr>
        <p:spPr>
          <a:xfrm>
            <a:off x="2084832" y="5998464"/>
            <a:ext cx="1691640" cy="137160"/>
          </a:xfrm>
          <a:prstGeom prst="rect">
            <a:avLst/>
          </a:prstGeom>
          <a:noFill/>
          <a:ln/>
        </p:spPr>
        <p:txBody>
          <a:bodyPr wrap="square" lIns="0" tIns="0" rIns="0" bIns="0" rtlCol="0" anchor="ctr">
            <a:normAutofit/>
          </a:bodyPr>
          <a:lstStyle/>
          <a:p>
            <a:pPr algn="r"/>
            <a:r>
              <a:rPr lang="en-US" sz="800" b="1" dirty="0">
                <a:solidFill>
                  <a:srgbClr val="0B2739"/>
                </a:solidFill>
                <a:latin typeface="+mj-lt"/>
              </a:rPr>
              <a:t>Reusable capabilities and controls</a:t>
            </a:r>
            <a:endParaRPr lang="en-US" sz="800" dirty="0">
              <a:solidFill>
                <a:prstClr val="black"/>
              </a:solidFill>
              <a:latin typeface="+mj-lt"/>
            </a:endParaRPr>
          </a:p>
        </p:txBody>
      </p:sp>
      <p:sp>
        <p:nvSpPr>
          <p:cNvPr id="261" name="Shape 59">
            <a:extLst>
              <a:ext uri="{FF2B5EF4-FFF2-40B4-BE49-F238E27FC236}">
                <a16:creationId xmlns:a16="http://schemas.microsoft.com/office/drawing/2014/main" id="{557E87B7-C355-6B16-B5D5-CABBC89CE107}"/>
              </a:ext>
            </a:extLst>
          </p:cNvPr>
          <p:cNvSpPr/>
          <p:nvPr/>
        </p:nvSpPr>
        <p:spPr>
          <a:xfrm>
            <a:off x="4233672" y="5925312"/>
            <a:ext cx="3493008" cy="393192"/>
          </a:xfrm>
          <a:prstGeom prst="roundRect">
            <a:avLst>
              <a:gd name="adj" fmla="val 11628"/>
            </a:avLst>
          </a:prstGeom>
          <a:solidFill>
            <a:srgbClr val="EAF4F8"/>
          </a:solidFill>
          <a:ln w="12700">
            <a:solidFill>
              <a:srgbClr val="C9DDE6"/>
            </a:solidFill>
            <a:prstDash val="solid"/>
          </a:ln>
        </p:spPr>
        <p:txBody>
          <a:bodyPr/>
          <a:lstStyle/>
          <a:p>
            <a:endParaRPr lang="en-IN" sz="2400">
              <a:solidFill>
                <a:prstClr val="black"/>
              </a:solidFill>
              <a:latin typeface="+mj-lt"/>
            </a:endParaRPr>
          </a:p>
        </p:txBody>
      </p:sp>
      <p:pic>
        <p:nvPicPr>
          <p:cNvPr id="262" name="Image 11" descr="preencoded.png">
            <a:extLst>
              <a:ext uri="{FF2B5EF4-FFF2-40B4-BE49-F238E27FC236}">
                <a16:creationId xmlns:a16="http://schemas.microsoft.com/office/drawing/2014/main" id="{B9061DE3-284E-3625-43A7-949785E75823}"/>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398264" y="6035040"/>
            <a:ext cx="164592" cy="164592"/>
          </a:xfrm>
          <a:prstGeom prst="rect">
            <a:avLst/>
          </a:prstGeom>
        </p:spPr>
      </p:pic>
      <p:sp>
        <p:nvSpPr>
          <p:cNvPr id="263" name="Text 60">
            <a:extLst>
              <a:ext uri="{FF2B5EF4-FFF2-40B4-BE49-F238E27FC236}">
                <a16:creationId xmlns:a16="http://schemas.microsoft.com/office/drawing/2014/main" id="{30C40828-A945-18E8-CA74-59440FD5EF0B}"/>
              </a:ext>
            </a:extLst>
          </p:cNvPr>
          <p:cNvSpPr/>
          <p:nvPr/>
        </p:nvSpPr>
        <p:spPr>
          <a:xfrm>
            <a:off x="4672584" y="6007608"/>
            <a:ext cx="1207008" cy="118872"/>
          </a:xfrm>
          <a:prstGeom prst="rect">
            <a:avLst/>
          </a:prstGeom>
          <a:noFill/>
          <a:ln/>
        </p:spPr>
        <p:txBody>
          <a:bodyPr wrap="square" lIns="0" tIns="0" rIns="0" bIns="0" rtlCol="0" anchor="ctr"/>
          <a:lstStyle/>
          <a:p>
            <a:r>
              <a:rPr lang="en-US" sz="900" b="1" dirty="0">
                <a:solidFill>
                  <a:srgbClr val="24B7D8"/>
                </a:solidFill>
                <a:latin typeface="+mj-lt"/>
              </a:rPr>
              <a:t>DOMAIN OWNERSHIP</a:t>
            </a:r>
            <a:endParaRPr lang="en-US" sz="900" dirty="0">
              <a:solidFill>
                <a:prstClr val="black"/>
              </a:solidFill>
              <a:latin typeface="+mj-lt"/>
            </a:endParaRPr>
          </a:p>
        </p:txBody>
      </p:sp>
      <p:sp>
        <p:nvSpPr>
          <p:cNvPr id="264" name="Text 61">
            <a:extLst>
              <a:ext uri="{FF2B5EF4-FFF2-40B4-BE49-F238E27FC236}">
                <a16:creationId xmlns:a16="http://schemas.microsoft.com/office/drawing/2014/main" id="{3004605F-FEAB-AF63-FC25-DE9D5699DE26}"/>
              </a:ext>
            </a:extLst>
          </p:cNvPr>
          <p:cNvSpPr/>
          <p:nvPr/>
        </p:nvSpPr>
        <p:spPr>
          <a:xfrm>
            <a:off x="5815584" y="5998464"/>
            <a:ext cx="1691640" cy="137160"/>
          </a:xfrm>
          <a:prstGeom prst="rect">
            <a:avLst/>
          </a:prstGeom>
          <a:noFill/>
          <a:ln/>
        </p:spPr>
        <p:txBody>
          <a:bodyPr wrap="square" lIns="0" tIns="0" rIns="0" bIns="0" rtlCol="0" anchor="ctr">
            <a:normAutofit/>
          </a:bodyPr>
          <a:lstStyle/>
          <a:p>
            <a:pPr algn="r"/>
            <a:r>
              <a:rPr lang="en-US" sz="800" b="1" dirty="0">
                <a:solidFill>
                  <a:srgbClr val="0B2739"/>
                </a:solidFill>
                <a:latin typeface="+mj-lt"/>
              </a:rPr>
              <a:t>Rules, data, users and outcomes</a:t>
            </a:r>
            <a:endParaRPr lang="en-US" sz="800" dirty="0">
              <a:solidFill>
                <a:prstClr val="black"/>
              </a:solidFill>
              <a:latin typeface="+mj-lt"/>
            </a:endParaRPr>
          </a:p>
        </p:txBody>
      </p:sp>
      <p:sp>
        <p:nvSpPr>
          <p:cNvPr id="265" name="Shape 62">
            <a:extLst>
              <a:ext uri="{FF2B5EF4-FFF2-40B4-BE49-F238E27FC236}">
                <a16:creationId xmlns:a16="http://schemas.microsoft.com/office/drawing/2014/main" id="{4A900D1F-64A7-E38F-AA7C-87D672D401F0}"/>
              </a:ext>
            </a:extLst>
          </p:cNvPr>
          <p:cNvSpPr/>
          <p:nvPr/>
        </p:nvSpPr>
        <p:spPr>
          <a:xfrm>
            <a:off x="7964424" y="5925312"/>
            <a:ext cx="3493008" cy="393192"/>
          </a:xfrm>
          <a:prstGeom prst="roundRect">
            <a:avLst>
              <a:gd name="adj" fmla="val 11628"/>
            </a:avLst>
          </a:prstGeom>
          <a:solidFill>
            <a:srgbClr val="EAF4F8"/>
          </a:solidFill>
          <a:ln w="12700">
            <a:solidFill>
              <a:srgbClr val="C9DDE6"/>
            </a:solidFill>
            <a:prstDash val="solid"/>
          </a:ln>
        </p:spPr>
        <p:txBody>
          <a:bodyPr/>
          <a:lstStyle/>
          <a:p>
            <a:endParaRPr lang="en-IN" sz="2400">
              <a:solidFill>
                <a:prstClr val="black"/>
              </a:solidFill>
              <a:latin typeface="+mj-lt"/>
            </a:endParaRPr>
          </a:p>
        </p:txBody>
      </p:sp>
      <p:pic>
        <p:nvPicPr>
          <p:cNvPr id="266" name="Image 12" descr="preencoded.png">
            <a:extLst>
              <a:ext uri="{FF2B5EF4-FFF2-40B4-BE49-F238E27FC236}">
                <a16:creationId xmlns:a16="http://schemas.microsoft.com/office/drawing/2014/main" id="{42A55B0A-BBE7-EF53-0E95-C44C4AF9B386}"/>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129016" y="6035040"/>
            <a:ext cx="164592" cy="164592"/>
          </a:xfrm>
          <a:prstGeom prst="rect">
            <a:avLst/>
          </a:prstGeom>
        </p:spPr>
      </p:pic>
      <p:sp>
        <p:nvSpPr>
          <p:cNvPr id="267" name="Text 63">
            <a:extLst>
              <a:ext uri="{FF2B5EF4-FFF2-40B4-BE49-F238E27FC236}">
                <a16:creationId xmlns:a16="http://schemas.microsoft.com/office/drawing/2014/main" id="{1CCB036C-8B25-4254-1A97-545173026C04}"/>
              </a:ext>
            </a:extLst>
          </p:cNvPr>
          <p:cNvSpPr/>
          <p:nvPr/>
        </p:nvSpPr>
        <p:spPr>
          <a:xfrm>
            <a:off x="8403336" y="6007608"/>
            <a:ext cx="1207008" cy="118872"/>
          </a:xfrm>
          <a:prstGeom prst="rect">
            <a:avLst/>
          </a:prstGeom>
          <a:noFill/>
          <a:ln/>
        </p:spPr>
        <p:txBody>
          <a:bodyPr wrap="square" lIns="0" tIns="0" rIns="0" bIns="0" rtlCol="0" anchor="ctr"/>
          <a:lstStyle/>
          <a:p>
            <a:r>
              <a:rPr lang="en-US" sz="900" b="1" dirty="0">
                <a:solidFill>
                  <a:srgbClr val="007CB0"/>
                </a:solidFill>
                <a:latin typeface="+mj-lt"/>
              </a:rPr>
              <a:t>JOINT ASSURANCE</a:t>
            </a:r>
            <a:endParaRPr lang="en-US" sz="900" dirty="0">
              <a:solidFill>
                <a:prstClr val="black"/>
              </a:solidFill>
              <a:latin typeface="+mj-lt"/>
            </a:endParaRPr>
          </a:p>
        </p:txBody>
      </p:sp>
      <p:sp>
        <p:nvSpPr>
          <p:cNvPr id="268" name="Text 64">
            <a:extLst>
              <a:ext uri="{FF2B5EF4-FFF2-40B4-BE49-F238E27FC236}">
                <a16:creationId xmlns:a16="http://schemas.microsoft.com/office/drawing/2014/main" id="{43F5DBFF-C774-327B-350E-59357F24F624}"/>
              </a:ext>
            </a:extLst>
          </p:cNvPr>
          <p:cNvSpPr/>
          <p:nvPr/>
        </p:nvSpPr>
        <p:spPr>
          <a:xfrm>
            <a:off x="9546336" y="5998464"/>
            <a:ext cx="1691640" cy="137160"/>
          </a:xfrm>
          <a:prstGeom prst="rect">
            <a:avLst/>
          </a:prstGeom>
          <a:noFill/>
          <a:ln/>
        </p:spPr>
        <p:txBody>
          <a:bodyPr wrap="square" lIns="0" tIns="0" rIns="0" bIns="0" rtlCol="0" anchor="ctr">
            <a:normAutofit/>
          </a:bodyPr>
          <a:lstStyle/>
          <a:p>
            <a:pPr algn="r"/>
            <a:r>
              <a:rPr lang="en-US" sz="800" b="1" dirty="0">
                <a:solidFill>
                  <a:srgbClr val="0B2739"/>
                </a:solidFill>
                <a:latin typeface="+mj-lt"/>
              </a:rPr>
              <a:t>Priority, risk and production approval</a:t>
            </a:r>
            <a:endParaRPr lang="en-US" sz="800" dirty="0">
              <a:solidFill>
                <a:prstClr val="black"/>
              </a:solidFill>
              <a:latin typeface="+mj-lt"/>
            </a:endParaRPr>
          </a:p>
        </p:txBody>
      </p:sp>
    </p:spTree>
    <p:extLst>
      <p:ext uri="{BB962C8B-B14F-4D97-AF65-F5344CB8AC3E}">
        <p14:creationId xmlns:p14="http://schemas.microsoft.com/office/powerpoint/2010/main" val="23844577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32A63-C999-42D6-876C-4061ACF0284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3761C1D-4FB7-6755-7570-08F3781FCAAB}"/>
              </a:ext>
            </a:extLst>
          </p:cNvPr>
          <p:cNvSpPr txBox="1"/>
          <p:nvPr/>
        </p:nvSpPr>
        <p:spPr>
          <a:xfrm>
            <a:off x="190499" y="19735"/>
            <a:ext cx="8562975" cy="646331"/>
          </a:xfrm>
          <a:prstGeom prst="rect">
            <a:avLst/>
          </a:prstGeom>
          <a:noFill/>
        </p:spPr>
        <p:txBody>
          <a:bodyPr wrap="square">
            <a:spAutoFit/>
          </a:bodyPr>
          <a:lstStyle/>
          <a:p>
            <a:r>
              <a:rPr lang="en-US" sz="2000" b="1" dirty="0">
                <a:latin typeface="+mj-lt"/>
              </a:rPr>
              <a:t>Build once, scale many</a:t>
            </a:r>
          </a:p>
          <a:p>
            <a:r>
              <a:rPr lang="en-US" sz="1600" i="1" dirty="0">
                <a:solidFill>
                  <a:srgbClr val="202020"/>
                </a:solidFill>
                <a:latin typeface="+mj-lt"/>
              </a:rPr>
              <a:t>Implementation and economic logic</a:t>
            </a:r>
          </a:p>
        </p:txBody>
      </p:sp>
      <p:grpSp>
        <p:nvGrpSpPr>
          <p:cNvPr id="3" name="Group 2">
            <a:extLst>
              <a:ext uri="{FF2B5EF4-FFF2-40B4-BE49-F238E27FC236}">
                <a16:creationId xmlns:a16="http://schemas.microsoft.com/office/drawing/2014/main" id="{F5C2D1B8-82BC-4BF9-B3BB-908E62080205}"/>
              </a:ext>
            </a:extLst>
          </p:cNvPr>
          <p:cNvGrpSpPr/>
          <p:nvPr/>
        </p:nvGrpSpPr>
        <p:grpSpPr>
          <a:xfrm>
            <a:off x="0" y="680575"/>
            <a:ext cx="5752976" cy="151621"/>
            <a:chOff x="0" y="786578"/>
            <a:chExt cx="5752976" cy="151621"/>
          </a:xfrm>
        </p:grpSpPr>
        <p:cxnSp>
          <p:nvCxnSpPr>
            <p:cNvPr id="5" name="Straight Connector 4">
              <a:extLst>
                <a:ext uri="{FF2B5EF4-FFF2-40B4-BE49-F238E27FC236}">
                  <a16:creationId xmlns:a16="http://schemas.microsoft.com/office/drawing/2014/main" id="{38D07021-56A3-40A5-E68E-801940AD6B55}"/>
                </a:ext>
              </a:extLst>
            </p:cNvPr>
            <p:cNvCxnSpPr>
              <a:cxnSpLocks/>
            </p:cNvCxnSpPr>
            <p:nvPr/>
          </p:nvCxnSpPr>
          <p:spPr>
            <a:xfrm>
              <a:off x="0" y="862388"/>
              <a:ext cx="5673213" cy="0"/>
            </a:xfrm>
            <a:prstGeom prst="line">
              <a:avLst/>
            </a:prstGeom>
            <a:ln>
              <a:solidFill>
                <a:srgbClr val="92D050"/>
              </a:solidFill>
            </a:ln>
          </p:spPr>
          <p:style>
            <a:lnRef idx="2">
              <a:schemeClr val="accent1"/>
            </a:lnRef>
            <a:fillRef idx="0">
              <a:schemeClr val="accent1"/>
            </a:fillRef>
            <a:effectRef idx="1">
              <a:schemeClr val="accent1"/>
            </a:effectRef>
            <a:fontRef idx="minor">
              <a:schemeClr val="tx1"/>
            </a:fontRef>
          </p:style>
        </p:cxnSp>
        <p:sp>
          <p:nvSpPr>
            <p:cNvPr id="6" name="Diamond 5">
              <a:extLst>
                <a:ext uri="{FF2B5EF4-FFF2-40B4-BE49-F238E27FC236}">
                  <a16:creationId xmlns:a16="http://schemas.microsoft.com/office/drawing/2014/main" id="{C3F7662D-D124-181B-F359-24A8495AB051}"/>
                </a:ext>
              </a:extLst>
            </p:cNvPr>
            <p:cNvSpPr/>
            <p:nvPr/>
          </p:nvSpPr>
          <p:spPr>
            <a:xfrm>
              <a:off x="5661536" y="786578"/>
              <a:ext cx="91440" cy="151621"/>
            </a:xfrm>
            <a:prstGeom prst="diamond">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grpSp>
      <p:sp>
        <p:nvSpPr>
          <p:cNvPr id="7" name="Text 2">
            <a:extLst>
              <a:ext uri="{FF2B5EF4-FFF2-40B4-BE49-F238E27FC236}">
                <a16:creationId xmlns:a16="http://schemas.microsoft.com/office/drawing/2014/main" id="{3F281445-3BE1-204B-BF4F-4138A15DFDB3}"/>
              </a:ext>
            </a:extLst>
          </p:cNvPr>
          <p:cNvSpPr/>
          <p:nvPr/>
        </p:nvSpPr>
        <p:spPr>
          <a:xfrm>
            <a:off x="512064" y="749808"/>
            <a:ext cx="9326880" cy="256032"/>
          </a:xfrm>
          <a:prstGeom prst="rect">
            <a:avLst/>
          </a:prstGeom>
          <a:noFill/>
          <a:ln/>
        </p:spPr>
        <p:txBody>
          <a:bodyPr wrap="square" lIns="0" tIns="0" rIns="0" bIns="0" rtlCol="0" anchor="ctr"/>
          <a:lstStyle/>
          <a:p>
            <a:r>
              <a:rPr lang="en-US" sz="1100" dirty="0">
                <a:solidFill>
                  <a:srgbClr val="596875"/>
                </a:solidFill>
                <a:latin typeface="+mj-lt"/>
              </a:rPr>
              <a:t>Implementation and economic logic of the State AI Spine and Department Brain model</a:t>
            </a:r>
            <a:endParaRPr lang="en-US" sz="1100" dirty="0">
              <a:solidFill>
                <a:prstClr val="black"/>
              </a:solidFill>
              <a:latin typeface="+mj-lt"/>
            </a:endParaRPr>
          </a:p>
        </p:txBody>
      </p:sp>
      <p:sp>
        <p:nvSpPr>
          <p:cNvPr id="8" name="Shape 3">
            <a:extLst>
              <a:ext uri="{FF2B5EF4-FFF2-40B4-BE49-F238E27FC236}">
                <a16:creationId xmlns:a16="http://schemas.microsoft.com/office/drawing/2014/main" id="{DA4D2C3B-21D8-800D-C6C6-DADDF889E11A}"/>
              </a:ext>
            </a:extLst>
          </p:cNvPr>
          <p:cNvSpPr/>
          <p:nvPr/>
        </p:nvSpPr>
        <p:spPr>
          <a:xfrm>
            <a:off x="548640" y="1298448"/>
            <a:ext cx="3429000" cy="2450592"/>
          </a:xfrm>
          <a:prstGeom prst="roundRect">
            <a:avLst>
              <a:gd name="adj" fmla="val 3731"/>
            </a:avLst>
          </a:prstGeom>
          <a:solidFill>
            <a:srgbClr val="FFFFFF"/>
          </a:solidFill>
          <a:ln w="12700">
            <a:solidFill>
              <a:srgbClr val="D8E2E7"/>
            </a:solidFill>
            <a:prstDash val="solid"/>
          </a:ln>
          <a:effectLst>
            <a:outerShdw blurRad="11430" dist="3810" dir="2700000" algn="bl" rotWithShape="0">
              <a:srgbClr val="000000">
                <a:alpha val="10000"/>
              </a:srgbClr>
            </a:outerShdw>
          </a:effectLst>
        </p:spPr>
        <p:txBody>
          <a:bodyPr/>
          <a:lstStyle/>
          <a:p>
            <a:endParaRPr lang="en-IN" sz="2000">
              <a:solidFill>
                <a:prstClr val="black"/>
              </a:solidFill>
              <a:latin typeface="+mj-lt"/>
            </a:endParaRPr>
          </a:p>
        </p:txBody>
      </p:sp>
      <p:sp>
        <p:nvSpPr>
          <p:cNvPr id="9" name="Shape 4">
            <a:extLst>
              <a:ext uri="{FF2B5EF4-FFF2-40B4-BE49-F238E27FC236}">
                <a16:creationId xmlns:a16="http://schemas.microsoft.com/office/drawing/2014/main" id="{026F534A-6F7F-1891-534F-8F0125895ADC}"/>
              </a:ext>
            </a:extLst>
          </p:cNvPr>
          <p:cNvSpPr/>
          <p:nvPr/>
        </p:nvSpPr>
        <p:spPr>
          <a:xfrm>
            <a:off x="548640" y="1298448"/>
            <a:ext cx="3429000" cy="109728"/>
          </a:xfrm>
          <a:prstGeom prst="rect">
            <a:avLst/>
          </a:prstGeom>
          <a:solidFill>
            <a:srgbClr val="86BC25"/>
          </a:solidFill>
          <a:ln w="12700">
            <a:solidFill>
              <a:srgbClr val="86BC25"/>
            </a:solidFill>
            <a:prstDash val="solid"/>
          </a:ln>
        </p:spPr>
        <p:txBody>
          <a:bodyPr/>
          <a:lstStyle/>
          <a:p>
            <a:endParaRPr lang="en-IN" sz="2000">
              <a:solidFill>
                <a:prstClr val="black"/>
              </a:solidFill>
              <a:latin typeface="+mj-lt"/>
            </a:endParaRPr>
          </a:p>
        </p:txBody>
      </p:sp>
      <p:sp>
        <p:nvSpPr>
          <p:cNvPr id="10" name="Shape 5">
            <a:extLst>
              <a:ext uri="{FF2B5EF4-FFF2-40B4-BE49-F238E27FC236}">
                <a16:creationId xmlns:a16="http://schemas.microsoft.com/office/drawing/2014/main" id="{D28814EB-28E0-A383-CF58-A69697017E21}"/>
              </a:ext>
            </a:extLst>
          </p:cNvPr>
          <p:cNvSpPr/>
          <p:nvPr/>
        </p:nvSpPr>
        <p:spPr>
          <a:xfrm>
            <a:off x="795528" y="1581912"/>
            <a:ext cx="612648" cy="612648"/>
          </a:xfrm>
          <a:prstGeom prst="ellipse">
            <a:avLst/>
          </a:prstGeom>
          <a:solidFill>
            <a:srgbClr val="86BC25"/>
          </a:solidFill>
          <a:ln w="12700">
            <a:solidFill>
              <a:srgbClr val="86BC25"/>
            </a:solidFill>
            <a:prstDash val="solid"/>
          </a:ln>
        </p:spPr>
        <p:txBody>
          <a:bodyPr/>
          <a:lstStyle/>
          <a:p>
            <a:endParaRPr lang="en-IN" sz="2000">
              <a:solidFill>
                <a:prstClr val="black"/>
              </a:solidFill>
              <a:latin typeface="+mj-lt"/>
            </a:endParaRPr>
          </a:p>
        </p:txBody>
      </p:sp>
      <p:pic>
        <p:nvPicPr>
          <p:cNvPr id="11" name="Image 0" descr="preencoded.png">
            <a:extLst>
              <a:ext uri="{FF2B5EF4-FFF2-40B4-BE49-F238E27FC236}">
                <a16:creationId xmlns:a16="http://schemas.microsoft.com/office/drawing/2014/main" id="{38EBBD3F-482F-9627-DFDF-1C87E3DCE9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69264" y="1755648"/>
            <a:ext cx="265176" cy="265176"/>
          </a:xfrm>
          <a:prstGeom prst="rect">
            <a:avLst/>
          </a:prstGeom>
        </p:spPr>
      </p:pic>
      <p:sp>
        <p:nvSpPr>
          <p:cNvPr id="15" name="Text 6">
            <a:extLst>
              <a:ext uri="{FF2B5EF4-FFF2-40B4-BE49-F238E27FC236}">
                <a16:creationId xmlns:a16="http://schemas.microsoft.com/office/drawing/2014/main" id="{7C34AA17-C078-A908-E083-482D5BDF46DC}"/>
              </a:ext>
            </a:extLst>
          </p:cNvPr>
          <p:cNvSpPr/>
          <p:nvPr/>
        </p:nvSpPr>
        <p:spPr>
          <a:xfrm>
            <a:off x="3429000" y="1563624"/>
            <a:ext cx="292608" cy="256032"/>
          </a:xfrm>
          <a:prstGeom prst="rect">
            <a:avLst/>
          </a:prstGeom>
          <a:noFill/>
          <a:ln/>
        </p:spPr>
        <p:txBody>
          <a:bodyPr wrap="square" lIns="0" tIns="0" rIns="0" bIns="0" rtlCol="0" anchor="ctr"/>
          <a:lstStyle/>
          <a:p>
            <a:pPr algn="r"/>
            <a:r>
              <a:rPr lang="en-US" sz="1400" b="1" dirty="0">
                <a:solidFill>
                  <a:srgbClr val="86BC25"/>
                </a:solidFill>
                <a:latin typeface="+mj-lt"/>
              </a:rPr>
              <a:t>01</a:t>
            </a:r>
            <a:endParaRPr lang="en-US" sz="1400" dirty="0">
              <a:solidFill>
                <a:prstClr val="black"/>
              </a:solidFill>
              <a:latin typeface="+mj-lt"/>
            </a:endParaRPr>
          </a:p>
        </p:txBody>
      </p:sp>
      <p:sp>
        <p:nvSpPr>
          <p:cNvPr id="16" name="Text 7">
            <a:extLst>
              <a:ext uri="{FF2B5EF4-FFF2-40B4-BE49-F238E27FC236}">
                <a16:creationId xmlns:a16="http://schemas.microsoft.com/office/drawing/2014/main" id="{7E66DA01-06E7-C6AE-28FE-8585D4B4BE99}"/>
              </a:ext>
            </a:extLst>
          </p:cNvPr>
          <p:cNvSpPr/>
          <p:nvPr/>
        </p:nvSpPr>
        <p:spPr>
          <a:xfrm>
            <a:off x="1554480" y="1572768"/>
            <a:ext cx="1719072" cy="310896"/>
          </a:xfrm>
          <a:prstGeom prst="rect">
            <a:avLst/>
          </a:prstGeom>
          <a:noFill/>
          <a:ln/>
        </p:spPr>
        <p:txBody>
          <a:bodyPr wrap="square" lIns="0" tIns="0" rIns="0" bIns="0" rtlCol="0" anchor="ctr"/>
          <a:lstStyle/>
          <a:p>
            <a:r>
              <a:rPr lang="en-US" sz="1600" b="1" dirty="0">
                <a:solidFill>
                  <a:srgbClr val="0B2739"/>
                </a:solidFill>
                <a:latin typeface="+mj-lt"/>
              </a:rPr>
              <a:t>Build the foundation</a:t>
            </a:r>
            <a:endParaRPr lang="en-US" sz="1600" dirty="0">
              <a:solidFill>
                <a:prstClr val="black"/>
              </a:solidFill>
              <a:latin typeface="+mj-lt"/>
            </a:endParaRPr>
          </a:p>
        </p:txBody>
      </p:sp>
      <p:sp>
        <p:nvSpPr>
          <p:cNvPr id="18" name="Text 8">
            <a:extLst>
              <a:ext uri="{FF2B5EF4-FFF2-40B4-BE49-F238E27FC236}">
                <a16:creationId xmlns:a16="http://schemas.microsoft.com/office/drawing/2014/main" id="{1E76F3FB-36BB-2A5B-131A-A60200CC57AB}"/>
              </a:ext>
            </a:extLst>
          </p:cNvPr>
          <p:cNvSpPr/>
          <p:nvPr/>
        </p:nvSpPr>
        <p:spPr>
          <a:xfrm>
            <a:off x="1554480" y="2076180"/>
            <a:ext cx="1993392" cy="256032"/>
          </a:xfrm>
          <a:prstGeom prst="rect">
            <a:avLst/>
          </a:prstGeom>
          <a:noFill/>
          <a:ln/>
        </p:spPr>
        <p:txBody>
          <a:bodyPr wrap="square" lIns="0" tIns="0" rIns="0" bIns="0" rtlCol="0" anchor="ctr">
            <a:noAutofit/>
          </a:bodyPr>
          <a:lstStyle/>
          <a:p>
            <a:r>
              <a:rPr lang="en-US" sz="900" b="1" dirty="0">
                <a:solidFill>
                  <a:srgbClr val="86BC25"/>
                </a:solidFill>
                <a:latin typeface="+mj-lt"/>
              </a:rPr>
              <a:t>CREATE REUSABLE STATE ASSETS</a:t>
            </a:r>
            <a:endParaRPr lang="en-US" sz="900" dirty="0">
              <a:solidFill>
                <a:prstClr val="black"/>
              </a:solidFill>
              <a:latin typeface="+mj-lt"/>
            </a:endParaRPr>
          </a:p>
        </p:txBody>
      </p:sp>
      <p:sp>
        <p:nvSpPr>
          <p:cNvPr id="20" name="Text 9">
            <a:extLst>
              <a:ext uri="{FF2B5EF4-FFF2-40B4-BE49-F238E27FC236}">
                <a16:creationId xmlns:a16="http://schemas.microsoft.com/office/drawing/2014/main" id="{1710BBB4-4694-B702-B8A3-F789C631C6EE}"/>
              </a:ext>
            </a:extLst>
          </p:cNvPr>
          <p:cNvSpPr/>
          <p:nvPr/>
        </p:nvSpPr>
        <p:spPr>
          <a:xfrm>
            <a:off x="841248" y="2468880"/>
            <a:ext cx="2816352" cy="1179576"/>
          </a:xfrm>
          <a:prstGeom prst="rect">
            <a:avLst/>
          </a:prstGeom>
          <a:noFill/>
          <a:ln/>
        </p:spPr>
        <p:txBody>
          <a:bodyPr wrap="square" lIns="254" tIns="254" rIns="254" bIns="254" rtlCol="0" anchor="ctr">
            <a:normAutofit lnSpcReduction="10000"/>
          </a:bodyPr>
          <a:lstStyle/>
          <a:p>
            <a:pPr marL="152400" indent="-152400">
              <a:lnSpc>
                <a:spcPct val="150000"/>
              </a:lnSpc>
              <a:buSzPct val="100000"/>
              <a:buFontTx/>
              <a:buChar char="•"/>
            </a:pPr>
            <a:r>
              <a:rPr lang="en-US" sz="900" dirty="0">
                <a:solidFill>
                  <a:srgbClr val="596875"/>
                </a:solidFill>
                <a:latin typeface="+mj-lt"/>
              </a:rPr>
              <a:t>APIs, event schemas, master-data mappings and geospatial services</a:t>
            </a:r>
            <a:endParaRPr lang="en-US" sz="900" dirty="0">
              <a:solidFill>
                <a:prstClr val="black"/>
              </a:solidFill>
              <a:latin typeface="+mj-lt"/>
            </a:endParaRPr>
          </a:p>
          <a:p>
            <a:pPr marL="152400" indent="-152400">
              <a:lnSpc>
                <a:spcPct val="150000"/>
              </a:lnSpc>
              <a:buSzPct val="100000"/>
              <a:buFontTx/>
              <a:buChar char="•"/>
            </a:pPr>
            <a:r>
              <a:rPr lang="en-US" sz="900" dirty="0">
                <a:solidFill>
                  <a:srgbClr val="596875"/>
                </a:solidFill>
                <a:latin typeface="+mj-lt"/>
              </a:rPr>
              <a:t>RAG, document intelligence, vision, multilingual and alerting services</a:t>
            </a:r>
            <a:endParaRPr lang="en-US" sz="900" dirty="0">
              <a:solidFill>
                <a:prstClr val="black"/>
              </a:solidFill>
              <a:latin typeface="+mj-lt"/>
            </a:endParaRPr>
          </a:p>
          <a:p>
            <a:pPr marL="152400" indent="-152400">
              <a:lnSpc>
                <a:spcPct val="150000"/>
              </a:lnSpc>
              <a:buSzPct val="100000"/>
              <a:buFontTx/>
              <a:buChar char="•"/>
            </a:pPr>
            <a:r>
              <a:rPr lang="en-US" sz="900" dirty="0">
                <a:solidFill>
                  <a:srgbClr val="596875"/>
                </a:solidFill>
                <a:latin typeface="+mj-lt"/>
              </a:rPr>
              <a:t>Workflow templates, dashboards, role models and evaluation suites</a:t>
            </a:r>
            <a:endParaRPr lang="en-US" sz="900" dirty="0">
              <a:solidFill>
                <a:prstClr val="black"/>
              </a:solidFill>
              <a:latin typeface="+mj-lt"/>
            </a:endParaRPr>
          </a:p>
        </p:txBody>
      </p:sp>
      <p:sp>
        <p:nvSpPr>
          <p:cNvPr id="22" name="Shape 10">
            <a:extLst>
              <a:ext uri="{FF2B5EF4-FFF2-40B4-BE49-F238E27FC236}">
                <a16:creationId xmlns:a16="http://schemas.microsoft.com/office/drawing/2014/main" id="{420E20E3-AEFC-756F-2341-9484E6F80086}"/>
              </a:ext>
            </a:extLst>
          </p:cNvPr>
          <p:cNvSpPr/>
          <p:nvPr/>
        </p:nvSpPr>
        <p:spPr>
          <a:xfrm>
            <a:off x="4389120" y="1298448"/>
            <a:ext cx="3429000" cy="2450592"/>
          </a:xfrm>
          <a:prstGeom prst="roundRect">
            <a:avLst>
              <a:gd name="adj" fmla="val 3731"/>
            </a:avLst>
          </a:prstGeom>
          <a:solidFill>
            <a:srgbClr val="FFFFFF"/>
          </a:solidFill>
          <a:ln w="12700">
            <a:solidFill>
              <a:srgbClr val="D8E2E7"/>
            </a:solidFill>
            <a:prstDash val="solid"/>
          </a:ln>
          <a:effectLst>
            <a:outerShdw blurRad="11430" dist="3810" dir="2700000" algn="bl" rotWithShape="0">
              <a:srgbClr val="000000">
                <a:alpha val="10000"/>
              </a:srgbClr>
            </a:outerShdw>
          </a:effectLst>
        </p:spPr>
        <p:txBody>
          <a:bodyPr/>
          <a:lstStyle/>
          <a:p>
            <a:endParaRPr lang="en-IN" sz="2000">
              <a:solidFill>
                <a:prstClr val="black"/>
              </a:solidFill>
              <a:latin typeface="+mj-lt"/>
            </a:endParaRPr>
          </a:p>
        </p:txBody>
      </p:sp>
      <p:sp>
        <p:nvSpPr>
          <p:cNvPr id="24" name="Shape 11">
            <a:extLst>
              <a:ext uri="{FF2B5EF4-FFF2-40B4-BE49-F238E27FC236}">
                <a16:creationId xmlns:a16="http://schemas.microsoft.com/office/drawing/2014/main" id="{AE9FF3B4-1447-8CCB-C2F9-7C4242C99D39}"/>
              </a:ext>
            </a:extLst>
          </p:cNvPr>
          <p:cNvSpPr/>
          <p:nvPr/>
        </p:nvSpPr>
        <p:spPr>
          <a:xfrm>
            <a:off x="4389120" y="1298448"/>
            <a:ext cx="3429000" cy="109728"/>
          </a:xfrm>
          <a:prstGeom prst="rect">
            <a:avLst/>
          </a:prstGeom>
          <a:solidFill>
            <a:srgbClr val="25B5D8"/>
          </a:solidFill>
          <a:ln w="12700">
            <a:solidFill>
              <a:srgbClr val="25B5D8"/>
            </a:solidFill>
            <a:prstDash val="solid"/>
          </a:ln>
        </p:spPr>
        <p:txBody>
          <a:bodyPr/>
          <a:lstStyle/>
          <a:p>
            <a:endParaRPr lang="en-IN" sz="2000">
              <a:solidFill>
                <a:prstClr val="black"/>
              </a:solidFill>
              <a:latin typeface="+mj-lt"/>
            </a:endParaRPr>
          </a:p>
        </p:txBody>
      </p:sp>
      <p:sp>
        <p:nvSpPr>
          <p:cNvPr id="25" name="Shape 12">
            <a:extLst>
              <a:ext uri="{FF2B5EF4-FFF2-40B4-BE49-F238E27FC236}">
                <a16:creationId xmlns:a16="http://schemas.microsoft.com/office/drawing/2014/main" id="{E04B716D-C777-A2F9-74B8-7349EBFF6E9E}"/>
              </a:ext>
            </a:extLst>
          </p:cNvPr>
          <p:cNvSpPr/>
          <p:nvPr/>
        </p:nvSpPr>
        <p:spPr>
          <a:xfrm>
            <a:off x="4636008" y="1581912"/>
            <a:ext cx="612648" cy="612648"/>
          </a:xfrm>
          <a:prstGeom prst="ellipse">
            <a:avLst/>
          </a:prstGeom>
          <a:solidFill>
            <a:srgbClr val="25B5D8"/>
          </a:solidFill>
          <a:ln w="12700">
            <a:solidFill>
              <a:srgbClr val="25B5D8"/>
            </a:solidFill>
            <a:prstDash val="solid"/>
          </a:ln>
        </p:spPr>
        <p:txBody>
          <a:bodyPr/>
          <a:lstStyle/>
          <a:p>
            <a:endParaRPr lang="en-IN" sz="2000">
              <a:solidFill>
                <a:prstClr val="black"/>
              </a:solidFill>
              <a:latin typeface="+mj-lt"/>
            </a:endParaRPr>
          </a:p>
        </p:txBody>
      </p:sp>
      <p:pic>
        <p:nvPicPr>
          <p:cNvPr id="27" name="Image 1" descr="preencoded.png">
            <a:extLst>
              <a:ext uri="{FF2B5EF4-FFF2-40B4-BE49-F238E27FC236}">
                <a16:creationId xmlns:a16="http://schemas.microsoft.com/office/drawing/2014/main" id="{213C5F1C-FE4C-DBF0-1862-47CF497CE45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09744" y="1755648"/>
            <a:ext cx="265176" cy="265176"/>
          </a:xfrm>
          <a:prstGeom prst="rect">
            <a:avLst/>
          </a:prstGeom>
        </p:spPr>
      </p:pic>
      <p:sp>
        <p:nvSpPr>
          <p:cNvPr id="30" name="Text 13">
            <a:extLst>
              <a:ext uri="{FF2B5EF4-FFF2-40B4-BE49-F238E27FC236}">
                <a16:creationId xmlns:a16="http://schemas.microsoft.com/office/drawing/2014/main" id="{FFE8479A-3F72-FB95-9621-D0C894A32E31}"/>
              </a:ext>
            </a:extLst>
          </p:cNvPr>
          <p:cNvSpPr/>
          <p:nvPr/>
        </p:nvSpPr>
        <p:spPr>
          <a:xfrm>
            <a:off x="7269480" y="1563624"/>
            <a:ext cx="292608" cy="256032"/>
          </a:xfrm>
          <a:prstGeom prst="rect">
            <a:avLst/>
          </a:prstGeom>
          <a:noFill/>
          <a:ln/>
        </p:spPr>
        <p:txBody>
          <a:bodyPr wrap="square" lIns="0" tIns="0" rIns="0" bIns="0" rtlCol="0" anchor="ctr"/>
          <a:lstStyle/>
          <a:p>
            <a:pPr algn="r"/>
            <a:r>
              <a:rPr lang="en-US" sz="1400" b="1" dirty="0">
                <a:solidFill>
                  <a:srgbClr val="25B5D8"/>
                </a:solidFill>
                <a:latin typeface="+mj-lt"/>
              </a:rPr>
              <a:t>02</a:t>
            </a:r>
            <a:endParaRPr lang="en-US" sz="1400" dirty="0">
              <a:solidFill>
                <a:prstClr val="black"/>
              </a:solidFill>
              <a:latin typeface="+mj-lt"/>
            </a:endParaRPr>
          </a:p>
        </p:txBody>
      </p:sp>
      <p:sp>
        <p:nvSpPr>
          <p:cNvPr id="31" name="Text 14">
            <a:extLst>
              <a:ext uri="{FF2B5EF4-FFF2-40B4-BE49-F238E27FC236}">
                <a16:creationId xmlns:a16="http://schemas.microsoft.com/office/drawing/2014/main" id="{1B58F44E-4C92-08DB-C239-649F6112BEB3}"/>
              </a:ext>
            </a:extLst>
          </p:cNvPr>
          <p:cNvSpPr/>
          <p:nvPr/>
        </p:nvSpPr>
        <p:spPr>
          <a:xfrm>
            <a:off x="5394960" y="1572768"/>
            <a:ext cx="1719072" cy="310896"/>
          </a:xfrm>
          <a:prstGeom prst="rect">
            <a:avLst/>
          </a:prstGeom>
          <a:noFill/>
          <a:ln/>
        </p:spPr>
        <p:txBody>
          <a:bodyPr wrap="square" lIns="0" tIns="0" rIns="0" bIns="0" rtlCol="0" anchor="ctr"/>
          <a:lstStyle/>
          <a:p>
            <a:r>
              <a:rPr lang="en-US" sz="1600" b="1" dirty="0">
                <a:solidFill>
                  <a:srgbClr val="0B2739"/>
                </a:solidFill>
                <a:latin typeface="+mj-lt"/>
              </a:rPr>
              <a:t>Configure a Brain</a:t>
            </a:r>
            <a:endParaRPr lang="en-US" sz="1600" dirty="0">
              <a:solidFill>
                <a:prstClr val="black"/>
              </a:solidFill>
              <a:latin typeface="+mj-lt"/>
            </a:endParaRPr>
          </a:p>
        </p:txBody>
      </p:sp>
      <p:sp>
        <p:nvSpPr>
          <p:cNvPr id="32" name="Text 15">
            <a:extLst>
              <a:ext uri="{FF2B5EF4-FFF2-40B4-BE49-F238E27FC236}">
                <a16:creationId xmlns:a16="http://schemas.microsoft.com/office/drawing/2014/main" id="{E030C9EE-6B5C-77B5-FE2C-DDD1D8904C9D}"/>
              </a:ext>
            </a:extLst>
          </p:cNvPr>
          <p:cNvSpPr/>
          <p:nvPr/>
        </p:nvSpPr>
        <p:spPr>
          <a:xfrm>
            <a:off x="5394960" y="2076180"/>
            <a:ext cx="1993392" cy="256032"/>
          </a:xfrm>
          <a:prstGeom prst="rect">
            <a:avLst/>
          </a:prstGeom>
          <a:noFill/>
          <a:ln/>
        </p:spPr>
        <p:txBody>
          <a:bodyPr wrap="square" lIns="0" tIns="0" rIns="0" bIns="0" rtlCol="0" anchor="ctr">
            <a:normAutofit/>
          </a:bodyPr>
          <a:lstStyle/>
          <a:p>
            <a:r>
              <a:rPr lang="en-US" sz="900" b="1" dirty="0">
                <a:solidFill>
                  <a:srgbClr val="25B5D8"/>
                </a:solidFill>
                <a:latin typeface="+mj-lt"/>
              </a:rPr>
              <a:t>TAILOR FOR EACH DEPARTMENT</a:t>
            </a:r>
            <a:endParaRPr lang="en-US" sz="900" dirty="0">
              <a:solidFill>
                <a:prstClr val="black"/>
              </a:solidFill>
              <a:latin typeface="+mj-lt"/>
            </a:endParaRPr>
          </a:p>
        </p:txBody>
      </p:sp>
      <p:sp>
        <p:nvSpPr>
          <p:cNvPr id="33" name="Text 16">
            <a:extLst>
              <a:ext uri="{FF2B5EF4-FFF2-40B4-BE49-F238E27FC236}">
                <a16:creationId xmlns:a16="http://schemas.microsoft.com/office/drawing/2014/main" id="{FB16560C-464B-BECB-9BEF-F2B48F05DE5D}"/>
              </a:ext>
            </a:extLst>
          </p:cNvPr>
          <p:cNvSpPr/>
          <p:nvPr/>
        </p:nvSpPr>
        <p:spPr>
          <a:xfrm>
            <a:off x="4681728" y="2468880"/>
            <a:ext cx="2816352" cy="1179576"/>
          </a:xfrm>
          <a:prstGeom prst="rect">
            <a:avLst/>
          </a:prstGeom>
          <a:noFill/>
          <a:ln/>
        </p:spPr>
        <p:txBody>
          <a:bodyPr wrap="square" lIns="254" tIns="254" rIns="254" bIns="254" rtlCol="0" anchor="ctr">
            <a:normAutofit lnSpcReduction="10000"/>
          </a:bodyPr>
          <a:lstStyle/>
          <a:p>
            <a:pPr marL="152400" indent="-152400">
              <a:lnSpc>
                <a:spcPct val="150000"/>
              </a:lnSpc>
              <a:buSzPct val="100000"/>
              <a:buFontTx/>
              <a:buChar char="•"/>
            </a:pPr>
            <a:r>
              <a:rPr lang="en-US" sz="900" dirty="0">
                <a:solidFill>
                  <a:srgbClr val="596875"/>
                </a:solidFill>
                <a:latin typeface="+mj-lt"/>
              </a:rPr>
              <a:t>Confirm outcome, owner, users, data, risk tier and readiness</a:t>
            </a:r>
            <a:endParaRPr lang="en-US" sz="900" dirty="0">
              <a:solidFill>
                <a:prstClr val="black"/>
              </a:solidFill>
              <a:latin typeface="+mj-lt"/>
            </a:endParaRPr>
          </a:p>
          <a:p>
            <a:pPr marL="152400" indent="-152400">
              <a:lnSpc>
                <a:spcPct val="150000"/>
              </a:lnSpc>
              <a:buSzPct val="100000"/>
              <a:buFontTx/>
              <a:buChar char="•"/>
            </a:pPr>
            <a:r>
              <a:rPr lang="en-US" sz="900" dirty="0">
                <a:solidFill>
                  <a:srgbClr val="596875"/>
                </a:solidFill>
                <a:latin typeface="+mj-lt"/>
              </a:rPr>
              <a:t>Configure approved services, domain knowledge, thresholds and workflows</a:t>
            </a:r>
            <a:endParaRPr lang="en-US" sz="900" dirty="0">
              <a:solidFill>
                <a:prstClr val="black"/>
              </a:solidFill>
              <a:latin typeface="+mj-lt"/>
            </a:endParaRPr>
          </a:p>
          <a:p>
            <a:pPr marL="152400" indent="-152400">
              <a:lnSpc>
                <a:spcPct val="150000"/>
              </a:lnSpc>
              <a:buSzPct val="100000"/>
              <a:buFontTx/>
              <a:buChar char="•"/>
            </a:pPr>
            <a:r>
              <a:rPr lang="en-US" sz="900" dirty="0">
                <a:solidFill>
                  <a:srgbClr val="596875"/>
                </a:solidFill>
                <a:latin typeface="+mj-lt"/>
              </a:rPr>
              <a:t>Complete assurance, UAT, training and production acceptance</a:t>
            </a:r>
            <a:endParaRPr lang="en-US" sz="900" dirty="0">
              <a:solidFill>
                <a:prstClr val="black"/>
              </a:solidFill>
              <a:latin typeface="+mj-lt"/>
            </a:endParaRPr>
          </a:p>
        </p:txBody>
      </p:sp>
      <p:sp>
        <p:nvSpPr>
          <p:cNvPr id="34" name="Shape 17">
            <a:extLst>
              <a:ext uri="{FF2B5EF4-FFF2-40B4-BE49-F238E27FC236}">
                <a16:creationId xmlns:a16="http://schemas.microsoft.com/office/drawing/2014/main" id="{F6377D30-E8B8-A095-3D15-DC88DFF14618}"/>
              </a:ext>
            </a:extLst>
          </p:cNvPr>
          <p:cNvSpPr/>
          <p:nvPr/>
        </p:nvSpPr>
        <p:spPr>
          <a:xfrm>
            <a:off x="8229600" y="1298448"/>
            <a:ext cx="3429000" cy="2450592"/>
          </a:xfrm>
          <a:prstGeom prst="roundRect">
            <a:avLst>
              <a:gd name="adj" fmla="val 3731"/>
            </a:avLst>
          </a:prstGeom>
          <a:solidFill>
            <a:srgbClr val="FFFFFF"/>
          </a:solidFill>
          <a:ln w="12700">
            <a:solidFill>
              <a:srgbClr val="D8E2E7"/>
            </a:solidFill>
            <a:prstDash val="solid"/>
          </a:ln>
          <a:effectLst>
            <a:outerShdw blurRad="11430" dist="3810" dir="2700000" algn="bl" rotWithShape="0">
              <a:srgbClr val="000000">
                <a:alpha val="10000"/>
              </a:srgbClr>
            </a:outerShdw>
          </a:effectLst>
        </p:spPr>
        <p:txBody>
          <a:bodyPr/>
          <a:lstStyle/>
          <a:p>
            <a:endParaRPr lang="en-IN" sz="2000">
              <a:solidFill>
                <a:prstClr val="black"/>
              </a:solidFill>
              <a:latin typeface="+mj-lt"/>
            </a:endParaRPr>
          </a:p>
        </p:txBody>
      </p:sp>
      <p:sp>
        <p:nvSpPr>
          <p:cNvPr id="35" name="Shape 18">
            <a:extLst>
              <a:ext uri="{FF2B5EF4-FFF2-40B4-BE49-F238E27FC236}">
                <a16:creationId xmlns:a16="http://schemas.microsoft.com/office/drawing/2014/main" id="{69F2F8A2-4C55-DBD1-E89E-8EEA086217AE}"/>
              </a:ext>
            </a:extLst>
          </p:cNvPr>
          <p:cNvSpPr/>
          <p:nvPr/>
        </p:nvSpPr>
        <p:spPr>
          <a:xfrm>
            <a:off x="8229600" y="1298448"/>
            <a:ext cx="3429000" cy="109728"/>
          </a:xfrm>
          <a:prstGeom prst="rect">
            <a:avLst/>
          </a:prstGeom>
          <a:solidFill>
            <a:srgbClr val="007CB0"/>
          </a:solidFill>
          <a:ln w="12700">
            <a:solidFill>
              <a:srgbClr val="007CB0"/>
            </a:solidFill>
            <a:prstDash val="solid"/>
          </a:ln>
        </p:spPr>
        <p:txBody>
          <a:bodyPr/>
          <a:lstStyle/>
          <a:p>
            <a:endParaRPr lang="en-IN" sz="2000">
              <a:solidFill>
                <a:prstClr val="black"/>
              </a:solidFill>
              <a:latin typeface="+mj-lt"/>
            </a:endParaRPr>
          </a:p>
        </p:txBody>
      </p:sp>
      <p:sp>
        <p:nvSpPr>
          <p:cNvPr id="36" name="Shape 19">
            <a:extLst>
              <a:ext uri="{FF2B5EF4-FFF2-40B4-BE49-F238E27FC236}">
                <a16:creationId xmlns:a16="http://schemas.microsoft.com/office/drawing/2014/main" id="{CE3A4BED-03C1-F0D7-8600-CBBF34CF1FA9}"/>
              </a:ext>
            </a:extLst>
          </p:cNvPr>
          <p:cNvSpPr/>
          <p:nvPr/>
        </p:nvSpPr>
        <p:spPr>
          <a:xfrm>
            <a:off x="8476488" y="1581912"/>
            <a:ext cx="612648" cy="612648"/>
          </a:xfrm>
          <a:prstGeom prst="ellipse">
            <a:avLst/>
          </a:prstGeom>
          <a:solidFill>
            <a:srgbClr val="007CB0"/>
          </a:solidFill>
          <a:ln w="12700">
            <a:solidFill>
              <a:srgbClr val="007CB0"/>
            </a:solidFill>
            <a:prstDash val="solid"/>
          </a:ln>
        </p:spPr>
        <p:txBody>
          <a:bodyPr/>
          <a:lstStyle/>
          <a:p>
            <a:endParaRPr lang="en-IN" sz="2000">
              <a:solidFill>
                <a:prstClr val="black"/>
              </a:solidFill>
              <a:latin typeface="+mj-lt"/>
            </a:endParaRPr>
          </a:p>
        </p:txBody>
      </p:sp>
      <p:pic>
        <p:nvPicPr>
          <p:cNvPr id="37" name="Image 2" descr="preencoded.png">
            <a:extLst>
              <a:ext uri="{FF2B5EF4-FFF2-40B4-BE49-F238E27FC236}">
                <a16:creationId xmlns:a16="http://schemas.microsoft.com/office/drawing/2014/main" id="{4FDCCD1F-ACD6-A2BA-5EE1-F77B070FE8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650224" y="1755648"/>
            <a:ext cx="265176" cy="265176"/>
          </a:xfrm>
          <a:prstGeom prst="rect">
            <a:avLst/>
          </a:prstGeom>
        </p:spPr>
      </p:pic>
      <p:sp>
        <p:nvSpPr>
          <p:cNvPr id="38" name="Text 20">
            <a:extLst>
              <a:ext uri="{FF2B5EF4-FFF2-40B4-BE49-F238E27FC236}">
                <a16:creationId xmlns:a16="http://schemas.microsoft.com/office/drawing/2014/main" id="{D1772DE1-EB23-BE0B-3B48-E9FBBD40A0C8}"/>
              </a:ext>
            </a:extLst>
          </p:cNvPr>
          <p:cNvSpPr/>
          <p:nvPr/>
        </p:nvSpPr>
        <p:spPr>
          <a:xfrm>
            <a:off x="11109960" y="1563624"/>
            <a:ext cx="292608" cy="256032"/>
          </a:xfrm>
          <a:prstGeom prst="rect">
            <a:avLst/>
          </a:prstGeom>
          <a:noFill/>
          <a:ln/>
        </p:spPr>
        <p:txBody>
          <a:bodyPr wrap="square" lIns="0" tIns="0" rIns="0" bIns="0" rtlCol="0" anchor="ctr"/>
          <a:lstStyle/>
          <a:p>
            <a:pPr algn="r"/>
            <a:r>
              <a:rPr lang="en-US" sz="1400" b="1" dirty="0">
                <a:solidFill>
                  <a:srgbClr val="007CB0"/>
                </a:solidFill>
                <a:latin typeface="+mj-lt"/>
              </a:rPr>
              <a:t>03</a:t>
            </a:r>
            <a:endParaRPr lang="en-US" sz="1400" dirty="0">
              <a:solidFill>
                <a:prstClr val="black"/>
              </a:solidFill>
              <a:latin typeface="+mj-lt"/>
            </a:endParaRPr>
          </a:p>
        </p:txBody>
      </p:sp>
      <p:sp>
        <p:nvSpPr>
          <p:cNvPr id="39" name="Text 21">
            <a:extLst>
              <a:ext uri="{FF2B5EF4-FFF2-40B4-BE49-F238E27FC236}">
                <a16:creationId xmlns:a16="http://schemas.microsoft.com/office/drawing/2014/main" id="{731B5D9E-BB5A-6CAB-9CA9-26D8FEDEA10C}"/>
              </a:ext>
            </a:extLst>
          </p:cNvPr>
          <p:cNvSpPr/>
          <p:nvPr/>
        </p:nvSpPr>
        <p:spPr>
          <a:xfrm>
            <a:off x="9235440" y="1572768"/>
            <a:ext cx="1719072" cy="310896"/>
          </a:xfrm>
          <a:prstGeom prst="rect">
            <a:avLst/>
          </a:prstGeom>
          <a:noFill/>
          <a:ln/>
        </p:spPr>
        <p:txBody>
          <a:bodyPr wrap="square" lIns="0" tIns="0" rIns="0" bIns="0" rtlCol="0" anchor="ctr"/>
          <a:lstStyle/>
          <a:p>
            <a:r>
              <a:rPr lang="en-US" sz="1600" b="1" dirty="0">
                <a:solidFill>
                  <a:srgbClr val="0B2739"/>
                </a:solidFill>
                <a:latin typeface="+mj-lt"/>
              </a:rPr>
              <a:t>Realize value</a:t>
            </a:r>
            <a:endParaRPr lang="en-US" sz="1600" dirty="0">
              <a:solidFill>
                <a:prstClr val="black"/>
              </a:solidFill>
              <a:latin typeface="+mj-lt"/>
            </a:endParaRPr>
          </a:p>
        </p:txBody>
      </p:sp>
      <p:sp>
        <p:nvSpPr>
          <p:cNvPr id="40" name="Text 22">
            <a:extLst>
              <a:ext uri="{FF2B5EF4-FFF2-40B4-BE49-F238E27FC236}">
                <a16:creationId xmlns:a16="http://schemas.microsoft.com/office/drawing/2014/main" id="{C864D991-4D6D-C38B-96C4-FB0DC58AF251}"/>
              </a:ext>
            </a:extLst>
          </p:cNvPr>
          <p:cNvSpPr/>
          <p:nvPr/>
        </p:nvSpPr>
        <p:spPr>
          <a:xfrm>
            <a:off x="9235440" y="2076180"/>
            <a:ext cx="1993392" cy="256032"/>
          </a:xfrm>
          <a:prstGeom prst="rect">
            <a:avLst/>
          </a:prstGeom>
          <a:noFill/>
          <a:ln/>
        </p:spPr>
        <p:txBody>
          <a:bodyPr wrap="square" lIns="0" tIns="0" rIns="0" bIns="0" rtlCol="0" anchor="ctr">
            <a:normAutofit/>
          </a:bodyPr>
          <a:lstStyle/>
          <a:p>
            <a:r>
              <a:rPr lang="en-US" sz="900" b="1" dirty="0">
                <a:solidFill>
                  <a:srgbClr val="007CB0"/>
                </a:solidFill>
                <a:latin typeface="+mj-lt"/>
              </a:rPr>
              <a:t>SCALE WITH LOWER UNIT COST</a:t>
            </a:r>
            <a:endParaRPr lang="en-US" sz="900" dirty="0">
              <a:solidFill>
                <a:prstClr val="black"/>
              </a:solidFill>
              <a:latin typeface="+mj-lt"/>
            </a:endParaRPr>
          </a:p>
        </p:txBody>
      </p:sp>
      <p:sp>
        <p:nvSpPr>
          <p:cNvPr id="41" name="Text 23">
            <a:extLst>
              <a:ext uri="{FF2B5EF4-FFF2-40B4-BE49-F238E27FC236}">
                <a16:creationId xmlns:a16="http://schemas.microsoft.com/office/drawing/2014/main" id="{C076BC89-3281-54A3-21F7-4D629BB04528}"/>
              </a:ext>
            </a:extLst>
          </p:cNvPr>
          <p:cNvSpPr/>
          <p:nvPr/>
        </p:nvSpPr>
        <p:spPr>
          <a:xfrm>
            <a:off x="8522208" y="2468880"/>
            <a:ext cx="2816352" cy="1179576"/>
          </a:xfrm>
          <a:prstGeom prst="rect">
            <a:avLst/>
          </a:prstGeom>
          <a:noFill/>
          <a:ln/>
        </p:spPr>
        <p:txBody>
          <a:bodyPr wrap="square" lIns="254" tIns="254" rIns="254" bIns="254" rtlCol="0" anchor="ctr">
            <a:normAutofit/>
          </a:bodyPr>
          <a:lstStyle/>
          <a:p>
            <a:pPr marL="152400" indent="-152400">
              <a:lnSpc>
                <a:spcPct val="150000"/>
              </a:lnSpc>
              <a:buSzPct val="100000"/>
              <a:buFontTx/>
              <a:buChar char="•"/>
            </a:pPr>
            <a:r>
              <a:rPr lang="en-US" sz="900" dirty="0">
                <a:solidFill>
                  <a:srgbClr val="596875"/>
                </a:solidFill>
                <a:latin typeface="+mj-lt"/>
              </a:rPr>
              <a:t>Reduce duplicated platform, security, integration and operating expenditure</a:t>
            </a:r>
            <a:endParaRPr lang="en-US" sz="900" dirty="0">
              <a:solidFill>
                <a:prstClr val="black"/>
              </a:solidFill>
              <a:latin typeface="+mj-lt"/>
            </a:endParaRPr>
          </a:p>
          <a:p>
            <a:pPr marL="152400" indent="-152400">
              <a:lnSpc>
                <a:spcPct val="150000"/>
              </a:lnSpc>
              <a:buSzPct val="100000"/>
              <a:buFontTx/>
              <a:buChar char="•"/>
            </a:pPr>
            <a:r>
              <a:rPr lang="en-US" sz="900" dirty="0">
                <a:solidFill>
                  <a:srgbClr val="596875"/>
                </a:solidFill>
                <a:latin typeface="+mj-lt"/>
              </a:rPr>
              <a:t>Accelerate time-to-pilot and time-to-production</a:t>
            </a:r>
            <a:endParaRPr lang="en-US" sz="900" dirty="0">
              <a:solidFill>
                <a:prstClr val="black"/>
              </a:solidFill>
              <a:latin typeface="+mj-lt"/>
            </a:endParaRPr>
          </a:p>
          <a:p>
            <a:pPr marL="152400" indent="-152400">
              <a:lnSpc>
                <a:spcPct val="150000"/>
              </a:lnSpc>
              <a:buSzPct val="100000"/>
              <a:buFontTx/>
              <a:buChar char="•"/>
            </a:pPr>
            <a:r>
              <a:rPr lang="en-US" sz="900" dirty="0">
                <a:solidFill>
                  <a:srgbClr val="596875"/>
                </a:solidFill>
                <a:latin typeface="+mj-lt"/>
              </a:rPr>
              <a:t>Improve utilization, observability, capacity management and FinOps</a:t>
            </a:r>
            <a:endParaRPr lang="en-US" sz="900" dirty="0">
              <a:solidFill>
                <a:prstClr val="black"/>
              </a:solidFill>
              <a:latin typeface="+mj-lt"/>
            </a:endParaRPr>
          </a:p>
        </p:txBody>
      </p:sp>
      <p:sp>
        <p:nvSpPr>
          <p:cNvPr id="42" name="Shape 24">
            <a:extLst>
              <a:ext uri="{FF2B5EF4-FFF2-40B4-BE49-F238E27FC236}">
                <a16:creationId xmlns:a16="http://schemas.microsoft.com/office/drawing/2014/main" id="{55454738-5BB1-5E95-724A-3EED78CA1021}"/>
              </a:ext>
            </a:extLst>
          </p:cNvPr>
          <p:cNvSpPr/>
          <p:nvPr/>
        </p:nvSpPr>
        <p:spPr>
          <a:xfrm>
            <a:off x="4050792" y="2276856"/>
            <a:ext cx="320040" cy="457200"/>
          </a:xfrm>
          <a:prstGeom prst="chevron">
            <a:avLst/>
          </a:prstGeom>
          <a:solidFill>
            <a:srgbClr val="86BC25"/>
          </a:solidFill>
          <a:ln w="12700">
            <a:solidFill>
              <a:srgbClr val="FFFFFF"/>
            </a:solidFill>
            <a:prstDash val="solid"/>
          </a:ln>
        </p:spPr>
        <p:txBody>
          <a:bodyPr/>
          <a:lstStyle/>
          <a:p>
            <a:endParaRPr lang="en-IN" sz="2000">
              <a:solidFill>
                <a:prstClr val="black"/>
              </a:solidFill>
              <a:latin typeface="+mj-lt"/>
            </a:endParaRPr>
          </a:p>
        </p:txBody>
      </p:sp>
      <p:sp>
        <p:nvSpPr>
          <p:cNvPr id="43" name="Shape 25">
            <a:extLst>
              <a:ext uri="{FF2B5EF4-FFF2-40B4-BE49-F238E27FC236}">
                <a16:creationId xmlns:a16="http://schemas.microsoft.com/office/drawing/2014/main" id="{5F7C73BA-496D-01B2-D9DB-3681263ECB12}"/>
              </a:ext>
            </a:extLst>
          </p:cNvPr>
          <p:cNvSpPr/>
          <p:nvPr/>
        </p:nvSpPr>
        <p:spPr>
          <a:xfrm>
            <a:off x="7891272" y="2276856"/>
            <a:ext cx="320040" cy="457200"/>
          </a:xfrm>
          <a:prstGeom prst="chevron">
            <a:avLst/>
          </a:prstGeom>
          <a:solidFill>
            <a:srgbClr val="86BC25"/>
          </a:solidFill>
          <a:ln w="12700">
            <a:solidFill>
              <a:srgbClr val="FFFFFF"/>
            </a:solidFill>
            <a:prstDash val="solid"/>
          </a:ln>
        </p:spPr>
        <p:txBody>
          <a:bodyPr/>
          <a:lstStyle/>
          <a:p>
            <a:endParaRPr lang="en-IN" sz="2000">
              <a:solidFill>
                <a:prstClr val="black"/>
              </a:solidFill>
              <a:latin typeface="+mj-lt"/>
            </a:endParaRPr>
          </a:p>
        </p:txBody>
      </p:sp>
      <p:sp>
        <p:nvSpPr>
          <p:cNvPr id="44" name="Text 26">
            <a:extLst>
              <a:ext uri="{FF2B5EF4-FFF2-40B4-BE49-F238E27FC236}">
                <a16:creationId xmlns:a16="http://schemas.microsoft.com/office/drawing/2014/main" id="{A5168389-3D5C-6352-249B-BF8ED1605516}"/>
              </a:ext>
            </a:extLst>
          </p:cNvPr>
          <p:cNvSpPr/>
          <p:nvPr/>
        </p:nvSpPr>
        <p:spPr>
          <a:xfrm>
            <a:off x="612648" y="4050792"/>
            <a:ext cx="3931920" cy="256032"/>
          </a:xfrm>
          <a:prstGeom prst="rect">
            <a:avLst/>
          </a:prstGeom>
          <a:noFill/>
          <a:ln/>
        </p:spPr>
        <p:txBody>
          <a:bodyPr wrap="square" lIns="0" tIns="0" rIns="0" bIns="0" rtlCol="0" anchor="ctr"/>
          <a:lstStyle/>
          <a:p>
            <a:r>
              <a:rPr lang="en-US" sz="1400" b="1" dirty="0">
                <a:solidFill>
                  <a:srgbClr val="0B2739"/>
                </a:solidFill>
                <a:latin typeface="+mj-lt"/>
              </a:rPr>
              <a:t>Why the model changes the economics</a:t>
            </a:r>
            <a:endParaRPr lang="en-US" sz="1400" dirty="0">
              <a:solidFill>
                <a:prstClr val="black"/>
              </a:solidFill>
              <a:latin typeface="+mj-lt"/>
            </a:endParaRPr>
          </a:p>
        </p:txBody>
      </p:sp>
      <p:sp>
        <p:nvSpPr>
          <p:cNvPr id="45" name="Text 27">
            <a:extLst>
              <a:ext uri="{FF2B5EF4-FFF2-40B4-BE49-F238E27FC236}">
                <a16:creationId xmlns:a16="http://schemas.microsoft.com/office/drawing/2014/main" id="{BEF1A894-4040-A1E1-DD95-F15A4B690274}"/>
              </a:ext>
            </a:extLst>
          </p:cNvPr>
          <p:cNvSpPr/>
          <p:nvPr/>
        </p:nvSpPr>
        <p:spPr>
          <a:xfrm>
            <a:off x="2798064" y="4087368"/>
            <a:ext cx="2971800" cy="155448"/>
          </a:xfrm>
          <a:prstGeom prst="rect">
            <a:avLst/>
          </a:prstGeom>
          <a:noFill/>
          <a:ln/>
        </p:spPr>
        <p:txBody>
          <a:bodyPr wrap="square" lIns="0" tIns="0" rIns="0" bIns="0" rtlCol="0" anchor="ctr"/>
          <a:lstStyle/>
          <a:p>
            <a:pPr algn="ctr"/>
            <a:r>
              <a:rPr lang="en-US" sz="800" b="1" dirty="0">
                <a:solidFill>
                  <a:srgbClr val="596875"/>
                </a:solidFill>
                <a:latin typeface="+mj-lt"/>
              </a:rPr>
              <a:t>TRADITIONAL APPROACH</a:t>
            </a:r>
            <a:endParaRPr lang="en-US" sz="800" dirty="0">
              <a:solidFill>
                <a:prstClr val="black"/>
              </a:solidFill>
              <a:latin typeface="+mj-lt"/>
            </a:endParaRPr>
          </a:p>
        </p:txBody>
      </p:sp>
      <p:sp>
        <p:nvSpPr>
          <p:cNvPr id="46" name="Text 28">
            <a:extLst>
              <a:ext uri="{FF2B5EF4-FFF2-40B4-BE49-F238E27FC236}">
                <a16:creationId xmlns:a16="http://schemas.microsoft.com/office/drawing/2014/main" id="{7C8FDD36-94C3-1F3E-04FB-736C16EAD996}"/>
              </a:ext>
            </a:extLst>
          </p:cNvPr>
          <p:cNvSpPr/>
          <p:nvPr/>
        </p:nvSpPr>
        <p:spPr>
          <a:xfrm>
            <a:off x="6665976" y="4087368"/>
            <a:ext cx="4389120" cy="155448"/>
          </a:xfrm>
          <a:prstGeom prst="rect">
            <a:avLst/>
          </a:prstGeom>
          <a:noFill/>
          <a:ln/>
        </p:spPr>
        <p:txBody>
          <a:bodyPr wrap="square" lIns="0" tIns="0" rIns="0" bIns="0" rtlCol="0" anchor="ctr"/>
          <a:lstStyle/>
          <a:p>
            <a:pPr algn="ctr"/>
            <a:r>
              <a:rPr lang="en-US" sz="800" b="1" dirty="0">
                <a:solidFill>
                  <a:srgbClr val="43B02A"/>
                </a:solidFill>
                <a:latin typeface="+mj-lt"/>
              </a:rPr>
              <a:t>SPINE &amp; BRAIN APPROACH</a:t>
            </a:r>
            <a:endParaRPr lang="en-US" sz="800" dirty="0">
              <a:solidFill>
                <a:prstClr val="black"/>
              </a:solidFill>
              <a:latin typeface="+mj-lt"/>
            </a:endParaRPr>
          </a:p>
        </p:txBody>
      </p:sp>
      <p:sp>
        <p:nvSpPr>
          <p:cNvPr id="47" name="Shape 29">
            <a:extLst>
              <a:ext uri="{FF2B5EF4-FFF2-40B4-BE49-F238E27FC236}">
                <a16:creationId xmlns:a16="http://schemas.microsoft.com/office/drawing/2014/main" id="{76AADE3B-4FA2-8805-083A-8289906350B8}"/>
              </a:ext>
            </a:extLst>
          </p:cNvPr>
          <p:cNvSpPr/>
          <p:nvPr/>
        </p:nvSpPr>
        <p:spPr>
          <a:xfrm>
            <a:off x="621792" y="4443984"/>
            <a:ext cx="10936224" cy="438912"/>
          </a:xfrm>
          <a:prstGeom prst="roundRect">
            <a:avLst>
              <a:gd name="adj" fmla="val 10417"/>
            </a:avLst>
          </a:prstGeom>
          <a:solidFill>
            <a:srgbClr val="FFFFFF"/>
          </a:solidFill>
          <a:ln w="12700">
            <a:solidFill>
              <a:srgbClr val="D8E2E7"/>
            </a:solidFill>
            <a:prstDash val="solid"/>
          </a:ln>
        </p:spPr>
        <p:txBody>
          <a:bodyPr/>
          <a:lstStyle/>
          <a:p>
            <a:endParaRPr lang="en-IN" sz="2000">
              <a:solidFill>
                <a:prstClr val="black"/>
              </a:solidFill>
              <a:latin typeface="+mj-lt"/>
            </a:endParaRPr>
          </a:p>
        </p:txBody>
      </p:sp>
      <p:pic>
        <p:nvPicPr>
          <p:cNvPr id="48" name="Image 3" descr="preencoded.png">
            <a:extLst>
              <a:ext uri="{FF2B5EF4-FFF2-40B4-BE49-F238E27FC236}">
                <a16:creationId xmlns:a16="http://schemas.microsoft.com/office/drawing/2014/main" id="{5633E4F5-3C92-0875-6576-A6A21491F45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4672" y="4572000"/>
            <a:ext cx="182880" cy="182880"/>
          </a:xfrm>
          <a:prstGeom prst="rect">
            <a:avLst/>
          </a:prstGeom>
        </p:spPr>
      </p:pic>
      <p:sp>
        <p:nvSpPr>
          <p:cNvPr id="49" name="Text 30">
            <a:extLst>
              <a:ext uri="{FF2B5EF4-FFF2-40B4-BE49-F238E27FC236}">
                <a16:creationId xmlns:a16="http://schemas.microsoft.com/office/drawing/2014/main" id="{257D76F7-833F-827E-0EBE-6B121E3381B0}"/>
              </a:ext>
            </a:extLst>
          </p:cNvPr>
          <p:cNvSpPr/>
          <p:nvPr/>
        </p:nvSpPr>
        <p:spPr>
          <a:xfrm>
            <a:off x="1097280" y="4562856"/>
            <a:ext cx="1051560" cy="164592"/>
          </a:xfrm>
          <a:prstGeom prst="rect">
            <a:avLst/>
          </a:prstGeom>
          <a:noFill/>
          <a:ln/>
        </p:spPr>
        <p:txBody>
          <a:bodyPr wrap="square" lIns="0" tIns="0" rIns="0" bIns="0" rtlCol="0" anchor="ctr"/>
          <a:lstStyle/>
          <a:p>
            <a:r>
              <a:rPr lang="en-US" sz="900" b="1" dirty="0">
                <a:solidFill>
                  <a:srgbClr val="0B2739"/>
                </a:solidFill>
                <a:latin typeface="+mj-lt"/>
              </a:rPr>
              <a:t>Technology</a:t>
            </a:r>
            <a:endParaRPr lang="en-US" sz="900" dirty="0">
              <a:solidFill>
                <a:prstClr val="black"/>
              </a:solidFill>
              <a:latin typeface="+mj-lt"/>
            </a:endParaRPr>
          </a:p>
        </p:txBody>
      </p:sp>
      <p:sp>
        <p:nvSpPr>
          <p:cNvPr id="50" name="Text 31">
            <a:extLst>
              <a:ext uri="{FF2B5EF4-FFF2-40B4-BE49-F238E27FC236}">
                <a16:creationId xmlns:a16="http://schemas.microsoft.com/office/drawing/2014/main" id="{26DCAD40-EA26-5D90-18B5-0C4FD2CB7EBF}"/>
              </a:ext>
            </a:extLst>
          </p:cNvPr>
          <p:cNvSpPr/>
          <p:nvPr/>
        </p:nvSpPr>
        <p:spPr>
          <a:xfrm>
            <a:off x="2770632" y="4562856"/>
            <a:ext cx="3063240" cy="164592"/>
          </a:xfrm>
          <a:prstGeom prst="rect">
            <a:avLst/>
          </a:prstGeom>
          <a:noFill/>
          <a:ln/>
        </p:spPr>
        <p:txBody>
          <a:bodyPr wrap="square" lIns="0" tIns="0" rIns="0" bIns="0" rtlCol="0" anchor="ctr">
            <a:normAutofit/>
          </a:bodyPr>
          <a:lstStyle/>
          <a:p>
            <a:pPr algn="ctr"/>
            <a:r>
              <a:rPr lang="en-US" sz="900" dirty="0">
                <a:solidFill>
                  <a:srgbClr val="596875"/>
                </a:solidFill>
                <a:latin typeface="+mj-lt"/>
              </a:rPr>
              <a:t>Separate stacks</a:t>
            </a:r>
            <a:endParaRPr lang="en-US" sz="900" dirty="0">
              <a:solidFill>
                <a:prstClr val="black"/>
              </a:solidFill>
              <a:latin typeface="+mj-lt"/>
            </a:endParaRPr>
          </a:p>
        </p:txBody>
      </p:sp>
      <p:sp>
        <p:nvSpPr>
          <p:cNvPr id="51" name="Shape 32">
            <a:extLst>
              <a:ext uri="{FF2B5EF4-FFF2-40B4-BE49-F238E27FC236}">
                <a16:creationId xmlns:a16="http://schemas.microsoft.com/office/drawing/2014/main" id="{AFE91C76-A9CB-0CD6-574B-016CDD1EB031}"/>
              </a:ext>
            </a:extLst>
          </p:cNvPr>
          <p:cNvSpPr/>
          <p:nvPr/>
        </p:nvSpPr>
        <p:spPr>
          <a:xfrm>
            <a:off x="6016752" y="4562856"/>
            <a:ext cx="292608" cy="201168"/>
          </a:xfrm>
          <a:prstGeom prst="chevron">
            <a:avLst/>
          </a:prstGeom>
          <a:solidFill>
            <a:srgbClr val="86BC25"/>
          </a:solidFill>
          <a:ln w="12700">
            <a:solidFill>
              <a:srgbClr val="86BC25"/>
            </a:solidFill>
            <a:prstDash val="solid"/>
          </a:ln>
        </p:spPr>
        <p:txBody>
          <a:bodyPr/>
          <a:lstStyle/>
          <a:p>
            <a:endParaRPr lang="en-IN" sz="2000">
              <a:solidFill>
                <a:prstClr val="black"/>
              </a:solidFill>
              <a:latin typeface="+mj-lt"/>
            </a:endParaRPr>
          </a:p>
        </p:txBody>
      </p:sp>
      <p:sp>
        <p:nvSpPr>
          <p:cNvPr id="52" name="Text 33">
            <a:extLst>
              <a:ext uri="{FF2B5EF4-FFF2-40B4-BE49-F238E27FC236}">
                <a16:creationId xmlns:a16="http://schemas.microsoft.com/office/drawing/2014/main" id="{F3F1E210-D858-293B-3B17-E1331E850BF4}"/>
              </a:ext>
            </a:extLst>
          </p:cNvPr>
          <p:cNvSpPr/>
          <p:nvPr/>
        </p:nvSpPr>
        <p:spPr>
          <a:xfrm>
            <a:off x="6583680" y="4544568"/>
            <a:ext cx="4526280" cy="201168"/>
          </a:xfrm>
          <a:prstGeom prst="rect">
            <a:avLst/>
          </a:prstGeom>
          <a:noFill/>
          <a:ln/>
        </p:spPr>
        <p:txBody>
          <a:bodyPr wrap="square" lIns="0" tIns="0" rIns="0" bIns="0" rtlCol="0" anchor="ctr">
            <a:normAutofit/>
          </a:bodyPr>
          <a:lstStyle/>
          <a:p>
            <a:pPr algn="ctr"/>
            <a:r>
              <a:rPr lang="en-US" sz="900" b="1" dirty="0">
                <a:solidFill>
                  <a:srgbClr val="147D38"/>
                </a:solidFill>
                <a:latin typeface="+mj-lt"/>
              </a:rPr>
              <a:t>Shared State AI Spine</a:t>
            </a:r>
            <a:endParaRPr lang="en-US" sz="900" dirty="0">
              <a:solidFill>
                <a:prstClr val="black"/>
              </a:solidFill>
              <a:latin typeface="+mj-lt"/>
            </a:endParaRPr>
          </a:p>
        </p:txBody>
      </p:sp>
      <p:sp>
        <p:nvSpPr>
          <p:cNvPr id="53" name="Shape 34">
            <a:extLst>
              <a:ext uri="{FF2B5EF4-FFF2-40B4-BE49-F238E27FC236}">
                <a16:creationId xmlns:a16="http://schemas.microsoft.com/office/drawing/2014/main" id="{D030F882-8DF1-EDC4-16FA-D0AFECD6D0EA}"/>
              </a:ext>
            </a:extLst>
          </p:cNvPr>
          <p:cNvSpPr/>
          <p:nvPr/>
        </p:nvSpPr>
        <p:spPr>
          <a:xfrm>
            <a:off x="621792" y="4956048"/>
            <a:ext cx="10936224" cy="438912"/>
          </a:xfrm>
          <a:prstGeom prst="roundRect">
            <a:avLst>
              <a:gd name="adj" fmla="val 10417"/>
            </a:avLst>
          </a:prstGeom>
          <a:solidFill>
            <a:srgbClr val="FFFFFF"/>
          </a:solidFill>
          <a:ln w="12700">
            <a:solidFill>
              <a:srgbClr val="D8E2E7"/>
            </a:solidFill>
            <a:prstDash val="solid"/>
          </a:ln>
        </p:spPr>
        <p:txBody>
          <a:bodyPr/>
          <a:lstStyle/>
          <a:p>
            <a:endParaRPr lang="en-IN" sz="2000">
              <a:solidFill>
                <a:prstClr val="black"/>
              </a:solidFill>
              <a:latin typeface="+mj-lt"/>
            </a:endParaRPr>
          </a:p>
        </p:txBody>
      </p:sp>
      <p:pic>
        <p:nvPicPr>
          <p:cNvPr id="54" name="Image 4" descr="preencoded.png">
            <a:extLst>
              <a:ext uri="{FF2B5EF4-FFF2-40B4-BE49-F238E27FC236}">
                <a16:creationId xmlns:a16="http://schemas.microsoft.com/office/drawing/2014/main" id="{0A1AF772-F257-E0A1-0E05-B5091AECB14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4672" y="5084064"/>
            <a:ext cx="182880" cy="182880"/>
          </a:xfrm>
          <a:prstGeom prst="rect">
            <a:avLst/>
          </a:prstGeom>
        </p:spPr>
      </p:pic>
      <p:sp>
        <p:nvSpPr>
          <p:cNvPr id="55" name="Text 35">
            <a:extLst>
              <a:ext uri="{FF2B5EF4-FFF2-40B4-BE49-F238E27FC236}">
                <a16:creationId xmlns:a16="http://schemas.microsoft.com/office/drawing/2014/main" id="{23CF9F9A-9948-7F32-35EB-2AEAF931ACE9}"/>
              </a:ext>
            </a:extLst>
          </p:cNvPr>
          <p:cNvSpPr/>
          <p:nvPr/>
        </p:nvSpPr>
        <p:spPr>
          <a:xfrm>
            <a:off x="1097280" y="5074920"/>
            <a:ext cx="1051560" cy="164592"/>
          </a:xfrm>
          <a:prstGeom prst="rect">
            <a:avLst/>
          </a:prstGeom>
          <a:noFill/>
          <a:ln/>
        </p:spPr>
        <p:txBody>
          <a:bodyPr wrap="square" lIns="0" tIns="0" rIns="0" bIns="0" rtlCol="0" anchor="ctr"/>
          <a:lstStyle/>
          <a:p>
            <a:r>
              <a:rPr lang="en-US" sz="900" b="1" dirty="0">
                <a:solidFill>
                  <a:srgbClr val="0B2739"/>
                </a:solidFill>
                <a:latin typeface="+mj-lt"/>
              </a:rPr>
              <a:t>Integration</a:t>
            </a:r>
            <a:endParaRPr lang="en-US" sz="900" dirty="0">
              <a:solidFill>
                <a:prstClr val="black"/>
              </a:solidFill>
              <a:latin typeface="+mj-lt"/>
            </a:endParaRPr>
          </a:p>
        </p:txBody>
      </p:sp>
      <p:sp>
        <p:nvSpPr>
          <p:cNvPr id="56" name="Text 36">
            <a:extLst>
              <a:ext uri="{FF2B5EF4-FFF2-40B4-BE49-F238E27FC236}">
                <a16:creationId xmlns:a16="http://schemas.microsoft.com/office/drawing/2014/main" id="{47652435-5B61-CF23-0758-F9808B4F0CA5}"/>
              </a:ext>
            </a:extLst>
          </p:cNvPr>
          <p:cNvSpPr/>
          <p:nvPr/>
        </p:nvSpPr>
        <p:spPr>
          <a:xfrm>
            <a:off x="2770632" y="5074920"/>
            <a:ext cx="3063240" cy="164592"/>
          </a:xfrm>
          <a:prstGeom prst="rect">
            <a:avLst/>
          </a:prstGeom>
          <a:noFill/>
          <a:ln/>
        </p:spPr>
        <p:txBody>
          <a:bodyPr wrap="square" lIns="0" tIns="0" rIns="0" bIns="0" rtlCol="0" anchor="ctr">
            <a:normAutofit/>
          </a:bodyPr>
          <a:lstStyle/>
          <a:p>
            <a:pPr algn="ctr"/>
            <a:r>
              <a:rPr lang="en-US" sz="900" dirty="0">
                <a:solidFill>
                  <a:srgbClr val="596875"/>
                </a:solidFill>
                <a:latin typeface="+mj-lt"/>
              </a:rPr>
              <a:t>Point-to-point interfaces</a:t>
            </a:r>
            <a:endParaRPr lang="en-US" sz="900" dirty="0">
              <a:solidFill>
                <a:prstClr val="black"/>
              </a:solidFill>
              <a:latin typeface="+mj-lt"/>
            </a:endParaRPr>
          </a:p>
        </p:txBody>
      </p:sp>
      <p:sp>
        <p:nvSpPr>
          <p:cNvPr id="57" name="Shape 37">
            <a:extLst>
              <a:ext uri="{FF2B5EF4-FFF2-40B4-BE49-F238E27FC236}">
                <a16:creationId xmlns:a16="http://schemas.microsoft.com/office/drawing/2014/main" id="{E969425B-B5C8-E23A-EA87-8AF51D1CA4C1}"/>
              </a:ext>
            </a:extLst>
          </p:cNvPr>
          <p:cNvSpPr/>
          <p:nvPr/>
        </p:nvSpPr>
        <p:spPr>
          <a:xfrm>
            <a:off x="6016752" y="5074920"/>
            <a:ext cx="292608" cy="201168"/>
          </a:xfrm>
          <a:prstGeom prst="chevron">
            <a:avLst/>
          </a:prstGeom>
          <a:solidFill>
            <a:srgbClr val="86BC25"/>
          </a:solidFill>
          <a:ln w="12700">
            <a:solidFill>
              <a:srgbClr val="86BC25"/>
            </a:solidFill>
            <a:prstDash val="solid"/>
          </a:ln>
        </p:spPr>
        <p:txBody>
          <a:bodyPr/>
          <a:lstStyle/>
          <a:p>
            <a:endParaRPr lang="en-IN" sz="2000">
              <a:solidFill>
                <a:prstClr val="black"/>
              </a:solidFill>
              <a:latin typeface="+mj-lt"/>
            </a:endParaRPr>
          </a:p>
        </p:txBody>
      </p:sp>
      <p:sp>
        <p:nvSpPr>
          <p:cNvPr id="58" name="Text 38">
            <a:extLst>
              <a:ext uri="{FF2B5EF4-FFF2-40B4-BE49-F238E27FC236}">
                <a16:creationId xmlns:a16="http://schemas.microsoft.com/office/drawing/2014/main" id="{41C3ADA3-5391-89AF-59BE-9F10E12131D3}"/>
              </a:ext>
            </a:extLst>
          </p:cNvPr>
          <p:cNvSpPr/>
          <p:nvPr/>
        </p:nvSpPr>
        <p:spPr>
          <a:xfrm>
            <a:off x="6583680" y="5056632"/>
            <a:ext cx="4526280" cy="201168"/>
          </a:xfrm>
          <a:prstGeom prst="rect">
            <a:avLst/>
          </a:prstGeom>
          <a:noFill/>
          <a:ln/>
        </p:spPr>
        <p:txBody>
          <a:bodyPr wrap="square" lIns="0" tIns="0" rIns="0" bIns="0" rtlCol="0" anchor="ctr">
            <a:normAutofit/>
          </a:bodyPr>
          <a:lstStyle/>
          <a:p>
            <a:pPr algn="ctr"/>
            <a:r>
              <a:rPr lang="en-US" sz="900" b="1" dirty="0">
                <a:solidFill>
                  <a:srgbClr val="147D38"/>
                </a:solidFill>
                <a:latin typeface="+mj-lt"/>
              </a:rPr>
              <a:t>Reusable APIs and connectors</a:t>
            </a:r>
            <a:endParaRPr lang="en-US" sz="900" dirty="0">
              <a:solidFill>
                <a:prstClr val="black"/>
              </a:solidFill>
              <a:latin typeface="+mj-lt"/>
            </a:endParaRPr>
          </a:p>
        </p:txBody>
      </p:sp>
      <p:sp>
        <p:nvSpPr>
          <p:cNvPr id="59" name="Shape 39">
            <a:extLst>
              <a:ext uri="{FF2B5EF4-FFF2-40B4-BE49-F238E27FC236}">
                <a16:creationId xmlns:a16="http://schemas.microsoft.com/office/drawing/2014/main" id="{722EF27D-18D1-B4F6-D495-E88A37CA8356}"/>
              </a:ext>
            </a:extLst>
          </p:cNvPr>
          <p:cNvSpPr/>
          <p:nvPr/>
        </p:nvSpPr>
        <p:spPr>
          <a:xfrm>
            <a:off x="621792" y="5468112"/>
            <a:ext cx="10936224" cy="438912"/>
          </a:xfrm>
          <a:prstGeom prst="roundRect">
            <a:avLst>
              <a:gd name="adj" fmla="val 10417"/>
            </a:avLst>
          </a:prstGeom>
          <a:solidFill>
            <a:srgbClr val="FFFFFF"/>
          </a:solidFill>
          <a:ln w="12700">
            <a:solidFill>
              <a:srgbClr val="D8E2E7"/>
            </a:solidFill>
            <a:prstDash val="solid"/>
          </a:ln>
        </p:spPr>
        <p:txBody>
          <a:bodyPr/>
          <a:lstStyle/>
          <a:p>
            <a:endParaRPr lang="en-IN" sz="2000">
              <a:solidFill>
                <a:prstClr val="black"/>
              </a:solidFill>
              <a:latin typeface="+mj-lt"/>
            </a:endParaRPr>
          </a:p>
        </p:txBody>
      </p:sp>
      <p:pic>
        <p:nvPicPr>
          <p:cNvPr id="60" name="Image 5" descr="preencoded.png">
            <a:extLst>
              <a:ext uri="{FF2B5EF4-FFF2-40B4-BE49-F238E27FC236}">
                <a16:creationId xmlns:a16="http://schemas.microsoft.com/office/drawing/2014/main" id="{898CFBF7-7E60-66F9-781B-C3FE34C5537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04672" y="5596128"/>
            <a:ext cx="182880" cy="182880"/>
          </a:xfrm>
          <a:prstGeom prst="rect">
            <a:avLst/>
          </a:prstGeom>
        </p:spPr>
      </p:pic>
      <p:sp>
        <p:nvSpPr>
          <p:cNvPr id="61" name="Text 40">
            <a:extLst>
              <a:ext uri="{FF2B5EF4-FFF2-40B4-BE49-F238E27FC236}">
                <a16:creationId xmlns:a16="http://schemas.microsoft.com/office/drawing/2014/main" id="{3024A655-F623-FC0D-B42F-696B5957E6A6}"/>
              </a:ext>
            </a:extLst>
          </p:cNvPr>
          <p:cNvSpPr/>
          <p:nvPr/>
        </p:nvSpPr>
        <p:spPr>
          <a:xfrm>
            <a:off x="1097280" y="5586984"/>
            <a:ext cx="1051560" cy="164592"/>
          </a:xfrm>
          <a:prstGeom prst="rect">
            <a:avLst/>
          </a:prstGeom>
          <a:noFill/>
          <a:ln/>
        </p:spPr>
        <p:txBody>
          <a:bodyPr wrap="square" lIns="0" tIns="0" rIns="0" bIns="0" rtlCol="0" anchor="ctr"/>
          <a:lstStyle/>
          <a:p>
            <a:r>
              <a:rPr lang="en-US" sz="900" b="1" dirty="0">
                <a:solidFill>
                  <a:srgbClr val="0B2739"/>
                </a:solidFill>
                <a:latin typeface="+mj-lt"/>
              </a:rPr>
              <a:t>Governance</a:t>
            </a:r>
            <a:endParaRPr lang="en-US" sz="900" dirty="0">
              <a:solidFill>
                <a:prstClr val="black"/>
              </a:solidFill>
              <a:latin typeface="+mj-lt"/>
            </a:endParaRPr>
          </a:p>
        </p:txBody>
      </p:sp>
      <p:sp>
        <p:nvSpPr>
          <p:cNvPr id="62" name="Text 41">
            <a:extLst>
              <a:ext uri="{FF2B5EF4-FFF2-40B4-BE49-F238E27FC236}">
                <a16:creationId xmlns:a16="http://schemas.microsoft.com/office/drawing/2014/main" id="{C26C5C79-35CE-7D10-5D17-F2109DD17D4A}"/>
              </a:ext>
            </a:extLst>
          </p:cNvPr>
          <p:cNvSpPr/>
          <p:nvPr/>
        </p:nvSpPr>
        <p:spPr>
          <a:xfrm>
            <a:off x="2770632" y="5586984"/>
            <a:ext cx="3063240" cy="164592"/>
          </a:xfrm>
          <a:prstGeom prst="rect">
            <a:avLst/>
          </a:prstGeom>
          <a:noFill/>
          <a:ln/>
        </p:spPr>
        <p:txBody>
          <a:bodyPr wrap="square" lIns="0" tIns="0" rIns="0" bIns="0" rtlCol="0" anchor="ctr">
            <a:normAutofit/>
          </a:bodyPr>
          <a:lstStyle/>
          <a:p>
            <a:pPr algn="ctr"/>
            <a:r>
              <a:rPr lang="en-US" sz="900" dirty="0">
                <a:solidFill>
                  <a:srgbClr val="596875"/>
                </a:solidFill>
                <a:latin typeface="+mj-lt"/>
              </a:rPr>
              <a:t>Project-specific controls</a:t>
            </a:r>
            <a:endParaRPr lang="en-US" sz="900" dirty="0">
              <a:solidFill>
                <a:prstClr val="black"/>
              </a:solidFill>
              <a:latin typeface="+mj-lt"/>
            </a:endParaRPr>
          </a:p>
        </p:txBody>
      </p:sp>
      <p:sp>
        <p:nvSpPr>
          <p:cNvPr id="63" name="Shape 42">
            <a:extLst>
              <a:ext uri="{FF2B5EF4-FFF2-40B4-BE49-F238E27FC236}">
                <a16:creationId xmlns:a16="http://schemas.microsoft.com/office/drawing/2014/main" id="{0DFE49C9-5F58-8618-55D7-CD2ADA6BB8F7}"/>
              </a:ext>
            </a:extLst>
          </p:cNvPr>
          <p:cNvSpPr/>
          <p:nvPr/>
        </p:nvSpPr>
        <p:spPr>
          <a:xfrm>
            <a:off x="6016752" y="5586984"/>
            <a:ext cx="292608" cy="201168"/>
          </a:xfrm>
          <a:prstGeom prst="chevron">
            <a:avLst/>
          </a:prstGeom>
          <a:solidFill>
            <a:srgbClr val="86BC25"/>
          </a:solidFill>
          <a:ln w="12700">
            <a:solidFill>
              <a:srgbClr val="86BC25"/>
            </a:solidFill>
            <a:prstDash val="solid"/>
          </a:ln>
        </p:spPr>
        <p:txBody>
          <a:bodyPr/>
          <a:lstStyle/>
          <a:p>
            <a:endParaRPr lang="en-IN" sz="2000">
              <a:solidFill>
                <a:prstClr val="black"/>
              </a:solidFill>
              <a:latin typeface="+mj-lt"/>
            </a:endParaRPr>
          </a:p>
        </p:txBody>
      </p:sp>
      <p:sp>
        <p:nvSpPr>
          <p:cNvPr id="64" name="Text 43">
            <a:extLst>
              <a:ext uri="{FF2B5EF4-FFF2-40B4-BE49-F238E27FC236}">
                <a16:creationId xmlns:a16="http://schemas.microsoft.com/office/drawing/2014/main" id="{4A59E3A5-57BF-F398-C2C4-D630A63AFE7E}"/>
              </a:ext>
            </a:extLst>
          </p:cNvPr>
          <p:cNvSpPr/>
          <p:nvPr/>
        </p:nvSpPr>
        <p:spPr>
          <a:xfrm>
            <a:off x="6583680" y="5568696"/>
            <a:ext cx="4526280" cy="201168"/>
          </a:xfrm>
          <a:prstGeom prst="rect">
            <a:avLst/>
          </a:prstGeom>
          <a:noFill/>
          <a:ln/>
        </p:spPr>
        <p:txBody>
          <a:bodyPr wrap="square" lIns="0" tIns="0" rIns="0" bIns="0" rtlCol="0" anchor="ctr">
            <a:normAutofit/>
          </a:bodyPr>
          <a:lstStyle/>
          <a:p>
            <a:pPr algn="ctr"/>
            <a:r>
              <a:rPr lang="en-US" sz="900" b="1" dirty="0">
                <a:solidFill>
                  <a:srgbClr val="147D38"/>
                </a:solidFill>
                <a:latin typeface="+mj-lt"/>
              </a:rPr>
              <a:t>Common policy, risk and audit</a:t>
            </a:r>
            <a:endParaRPr lang="en-US" sz="900" dirty="0">
              <a:solidFill>
                <a:prstClr val="black"/>
              </a:solidFill>
              <a:latin typeface="+mj-lt"/>
            </a:endParaRPr>
          </a:p>
        </p:txBody>
      </p:sp>
      <p:sp>
        <p:nvSpPr>
          <p:cNvPr id="65" name="Shape 44">
            <a:extLst>
              <a:ext uri="{FF2B5EF4-FFF2-40B4-BE49-F238E27FC236}">
                <a16:creationId xmlns:a16="http://schemas.microsoft.com/office/drawing/2014/main" id="{48382B2E-F3F1-FE87-30F7-49EEFA479822}"/>
              </a:ext>
            </a:extLst>
          </p:cNvPr>
          <p:cNvSpPr/>
          <p:nvPr/>
        </p:nvSpPr>
        <p:spPr>
          <a:xfrm>
            <a:off x="621792" y="5980176"/>
            <a:ext cx="10936224" cy="438912"/>
          </a:xfrm>
          <a:prstGeom prst="roundRect">
            <a:avLst>
              <a:gd name="adj" fmla="val 10417"/>
            </a:avLst>
          </a:prstGeom>
          <a:solidFill>
            <a:srgbClr val="FFFFFF"/>
          </a:solidFill>
          <a:ln w="12700">
            <a:solidFill>
              <a:srgbClr val="D8E2E7"/>
            </a:solidFill>
            <a:prstDash val="solid"/>
          </a:ln>
        </p:spPr>
        <p:txBody>
          <a:bodyPr/>
          <a:lstStyle/>
          <a:p>
            <a:endParaRPr lang="en-IN" sz="2000">
              <a:solidFill>
                <a:prstClr val="black"/>
              </a:solidFill>
              <a:latin typeface="+mj-lt"/>
            </a:endParaRPr>
          </a:p>
        </p:txBody>
      </p:sp>
      <p:pic>
        <p:nvPicPr>
          <p:cNvPr id="66" name="Image 6" descr="preencoded.png">
            <a:extLst>
              <a:ext uri="{FF2B5EF4-FFF2-40B4-BE49-F238E27FC236}">
                <a16:creationId xmlns:a16="http://schemas.microsoft.com/office/drawing/2014/main" id="{A9D8F7CF-DB2D-0BD9-C699-C6D240E3C36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04672" y="6108192"/>
            <a:ext cx="182880" cy="182880"/>
          </a:xfrm>
          <a:prstGeom prst="rect">
            <a:avLst/>
          </a:prstGeom>
        </p:spPr>
      </p:pic>
      <p:sp>
        <p:nvSpPr>
          <p:cNvPr id="67" name="Text 45">
            <a:extLst>
              <a:ext uri="{FF2B5EF4-FFF2-40B4-BE49-F238E27FC236}">
                <a16:creationId xmlns:a16="http://schemas.microsoft.com/office/drawing/2014/main" id="{0367EC4C-6AF1-4BCB-677F-7A779E7D6478}"/>
              </a:ext>
            </a:extLst>
          </p:cNvPr>
          <p:cNvSpPr/>
          <p:nvPr/>
        </p:nvSpPr>
        <p:spPr>
          <a:xfrm>
            <a:off x="1097280" y="6099048"/>
            <a:ext cx="1051560" cy="164592"/>
          </a:xfrm>
          <a:prstGeom prst="rect">
            <a:avLst/>
          </a:prstGeom>
          <a:noFill/>
          <a:ln/>
        </p:spPr>
        <p:txBody>
          <a:bodyPr wrap="square" lIns="0" tIns="0" rIns="0" bIns="0" rtlCol="0" anchor="ctr"/>
          <a:lstStyle/>
          <a:p>
            <a:r>
              <a:rPr lang="en-US" sz="900" b="1" dirty="0">
                <a:solidFill>
                  <a:srgbClr val="0B2739"/>
                </a:solidFill>
                <a:latin typeface="+mj-lt"/>
              </a:rPr>
              <a:t>Economics</a:t>
            </a:r>
            <a:endParaRPr lang="en-US" sz="900" dirty="0">
              <a:solidFill>
                <a:prstClr val="black"/>
              </a:solidFill>
              <a:latin typeface="+mj-lt"/>
            </a:endParaRPr>
          </a:p>
        </p:txBody>
      </p:sp>
      <p:sp>
        <p:nvSpPr>
          <p:cNvPr id="68" name="Text 46">
            <a:extLst>
              <a:ext uri="{FF2B5EF4-FFF2-40B4-BE49-F238E27FC236}">
                <a16:creationId xmlns:a16="http://schemas.microsoft.com/office/drawing/2014/main" id="{88B51191-BB22-4833-0B3D-AD3CDC795A52}"/>
              </a:ext>
            </a:extLst>
          </p:cNvPr>
          <p:cNvSpPr/>
          <p:nvPr/>
        </p:nvSpPr>
        <p:spPr>
          <a:xfrm>
            <a:off x="2770632" y="6099048"/>
            <a:ext cx="3063240" cy="164592"/>
          </a:xfrm>
          <a:prstGeom prst="rect">
            <a:avLst/>
          </a:prstGeom>
          <a:noFill/>
          <a:ln/>
        </p:spPr>
        <p:txBody>
          <a:bodyPr wrap="square" lIns="0" tIns="0" rIns="0" bIns="0" rtlCol="0" anchor="ctr">
            <a:normAutofit/>
          </a:bodyPr>
          <a:lstStyle/>
          <a:p>
            <a:pPr algn="ctr"/>
            <a:r>
              <a:rPr lang="en-US" sz="900" dirty="0">
                <a:solidFill>
                  <a:srgbClr val="596875"/>
                </a:solidFill>
                <a:latin typeface="+mj-lt"/>
              </a:rPr>
              <a:t>Duplicated capacity</a:t>
            </a:r>
            <a:endParaRPr lang="en-US" sz="900" dirty="0">
              <a:solidFill>
                <a:prstClr val="black"/>
              </a:solidFill>
              <a:latin typeface="+mj-lt"/>
            </a:endParaRPr>
          </a:p>
        </p:txBody>
      </p:sp>
      <p:sp>
        <p:nvSpPr>
          <p:cNvPr id="69" name="Shape 47">
            <a:extLst>
              <a:ext uri="{FF2B5EF4-FFF2-40B4-BE49-F238E27FC236}">
                <a16:creationId xmlns:a16="http://schemas.microsoft.com/office/drawing/2014/main" id="{2C2D682F-37CF-11F1-9F01-C2A40B640445}"/>
              </a:ext>
            </a:extLst>
          </p:cNvPr>
          <p:cNvSpPr/>
          <p:nvPr/>
        </p:nvSpPr>
        <p:spPr>
          <a:xfrm>
            <a:off x="6016752" y="6099048"/>
            <a:ext cx="292608" cy="201168"/>
          </a:xfrm>
          <a:prstGeom prst="chevron">
            <a:avLst/>
          </a:prstGeom>
          <a:solidFill>
            <a:srgbClr val="86BC25"/>
          </a:solidFill>
          <a:ln w="12700">
            <a:solidFill>
              <a:srgbClr val="86BC25"/>
            </a:solidFill>
            <a:prstDash val="solid"/>
          </a:ln>
        </p:spPr>
        <p:txBody>
          <a:bodyPr/>
          <a:lstStyle/>
          <a:p>
            <a:endParaRPr lang="en-IN" sz="2000">
              <a:solidFill>
                <a:prstClr val="black"/>
              </a:solidFill>
              <a:latin typeface="+mj-lt"/>
            </a:endParaRPr>
          </a:p>
        </p:txBody>
      </p:sp>
      <p:sp>
        <p:nvSpPr>
          <p:cNvPr id="70" name="Text 48">
            <a:extLst>
              <a:ext uri="{FF2B5EF4-FFF2-40B4-BE49-F238E27FC236}">
                <a16:creationId xmlns:a16="http://schemas.microsoft.com/office/drawing/2014/main" id="{728E3070-AE9F-AAC1-71CE-8077A5AD6CF9}"/>
              </a:ext>
            </a:extLst>
          </p:cNvPr>
          <p:cNvSpPr/>
          <p:nvPr/>
        </p:nvSpPr>
        <p:spPr>
          <a:xfrm>
            <a:off x="6583680" y="6080760"/>
            <a:ext cx="4526280" cy="201168"/>
          </a:xfrm>
          <a:prstGeom prst="rect">
            <a:avLst/>
          </a:prstGeom>
          <a:noFill/>
          <a:ln/>
        </p:spPr>
        <p:txBody>
          <a:bodyPr wrap="square" lIns="0" tIns="0" rIns="0" bIns="0" rtlCol="0" anchor="ctr">
            <a:normAutofit/>
          </a:bodyPr>
          <a:lstStyle/>
          <a:p>
            <a:pPr algn="ctr"/>
            <a:r>
              <a:rPr lang="en-US" sz="900" b="1" dirty="0">
                <a:solidFill>
                  <a:srgbClr val="147D38"/>
                </a:solidFill>
                <a:latin typeface="+mj-lt"/>
              </a:rPr>
              <a:t>Optimized shared services</a:t>
            </a:r>
            <a:endParaRPr lang="en-US" sz="900" dirty="0">
              <a:solidFill>
                <a:prstClr val="black"/>
              </a:solidFill>
              <a:latin typeface="+mj-lt"/>
            </a:endParaRPr>
          </a:p>
        </p:txBody>
      </p:sp>
      <p:sp>
        <p:nvSpPr>
          <p:cNvPr id="71" name="Shape 49">
            <a:extLst>
              <a:ext uri="{FF2B5EF4-FFF2-40B4-BE49-F238E27FC236}">
                <a16:creationId xmlns:a16="http://schemas.microsoft.com/office/drawing/2014/main" id="{D7218270-79EF-0966-4F6D-A8CB4FEFF2ED}"/>
              </a:ext>
            </a:extLst>
          </p:cNvPr>
          <p:cNvSpPr/>
          <p:nvPr/>
        </p:nvSpPr>
        <p:spPr>
          <a:xfrm>
            <a:off x="7891272" y="438912"/>
            <a:ext cx="3630168" cy="466344"/>
          </a:xfrm>
          <a:prstGeom prst="roundRect">
            <a:avLst>
              <a:gd name="adj" fmla="val 11765"/>
            </a:avLst>
          </a:prstGeom>
          <a:solidFill>
            <a:srgbClr val="EFF6DF"/>
          </a:solidFill>
          <a:ln w="12700">
            <a:solidFill>
              <a:srgbClr val="CDDEA9"/>
            </a:solidFill>
            <a:prstDash val="solid"/>
          </a:ln>
        </p:spPr>
        <p:txBody>
          <a:bodyPr/>
          <a:lstStyle/>
          <a:p>
            <a:endParaRPr lang="en-IN" sz="2000">
              <a:solidFill>
                <a:prstClr val="black"/>
              </a:solidFill>
              <a:latin typeface="+mj-lt"/>
            </a:endParaRPr>
          </a:p>
        </p:txBody>
      </p:sp>
      <p:pic>
        <p:nvPicPr>
          <p:cNvPr id="72" name="Image 7" descr="preencoded.png">
            <a:extLst>
              <a:ext uri="{FF2B5EF4-FFF2-40B4-BE49-F238E27FC236}">
                <a16:creationId xmlns:a16="http://schemas.microsoft.com/office/drawing/2014/main" id="{34FAFB7D-BD95-73B8-F57D-A9F7483783E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119872" y="576072"/>
            <a:ext cx="182880" cy="182880"/>
          </a:xfrm>
          <a:prstGeom prst="rect">
            <a:avLst/>
          </a:prstGeom>
        </p:spPr>
      </p:pic>
      <p:sp>
        <p:nvSpPr>
          <p:cNvPr id="73" name="Text 50">
            <a:extLst>
              <a:ext uri="{FF2B5EF4-FFF2-40B4-BE49-F238E27FC236}">
                <a16:creationId xmlns:a16="http://schemas.microsoft.com/office/drawing/2014/main" id="{FAAB941E-ADAB-44B3-63B2-B9923D5463C7}"/>
              </a:ext>
            </a:extLst>
          </p:cNvPr>
          <p:cNvSpPr/>
          <p:nvPr/>
        </p:nvSpPr>
        <p:spPr>
          <a:xfrm>
            <a:off x="8412480" y="548640"/>
            <a:ext cx="2816352" cy="164592"/>
          </a:xfrm>
          <a:prstGeom prst="rect">
            <a:avLst/>
          </a:prstGeom>
          <a:noFill/>
          <a:ln/>
        </p:spPr>
        <p:txBody>
          <a:bodyPr wrap="square" lIns="0" tIns="0" rIns="0" bIns="0" rtlCol="0" anchor="ctr">
            <a:normAutofit/>
          </a:bodyPr>
          <a:lstStyle/>
          <a:p>
            <a:pPr algn="ctr"/>
            <a:r>
              <a:rPr lang="en-US" sz="800" b="1" dirty="0">
                <a:solidFill>
                  <a:srgbClr val="0B2739"/>
                </a:solidFill>
                <a:latin typeface="+mj-lt"/>
              </a:rPr>
              <a:t>From isolated projects to a reusable State capability</a:t>
            </a:r>
            <a:endParaRPr lang="en-US" sz="800" dirty="0">
              <a:solidFill>
                <a:prstClr val="black"/>
              </a:solidFill>
              <a:latin typeface="+mj-lt"/>
            </a:endParaRPr>
          </a:p>
        </p:txBody>
      </p:sp>
    </p:spTree>
    <p:extLst>
      <p:ext uri="{BB962C8B-B14F-4D97-AF65-F5344CB8AC3E}">
        <p14:creationId xmlns:p14="http://schemas.microsoft.com/office/powerpoint/2010/main" val="514740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1D8A1-4209-8412-5558-318FC61DD47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B628F95-ACF6-A007-E992-6C387AB93E30}"/>
              </a:ext>
            </a:extLst>
          </p:cNvPr>
          <p:cNvSpPr txBox="1"/>
          <p:nvPr/>
        </p:nvSpPr>
        <p:spPr>
          <a:xfrm>
            <a:off x="190499" y="90855"/>
            <a:ext cx="10782301" cy="400110"/>
          </a:xfrm>
          <a:prstGeom prst="rect">
            <a:avLst/>
          </a:prstGeom>
          <a:noFill/>
        </p:spPr>
        <p:txBody>
          <a:bodyPr wrap="square">
            <a:spAutoFit/>
          </a:bodyPr>
          <a:lstStyle/>
          <a:p>
            <a:r>
              <a:rPr lang="en-US" sz="2000" b="1" dirty="0">
                <a:solidFill>
                  <a:srgbClr val="0B2739"/>
                </a:solidFill>
                <a:latin typeface="+mj-lt"/>
              </a:rPr>
              <a:t>Proposed Conceptual architecture: shared foundation, configurable intelligence</a:t>
            </a:r>
            <a:endParaRPr lang="en-US" sz="2000" dirty="0">
              <a:latin typeface="+mj-lt"/>
            </a:endParaRPr>
          </a:p>
        </p:txBody>
      </p:sp>
      <p:grpSp>
        <p:nvGrpSpPr>
          <p:cNvPr id="3" name="Group 2">
            <a:extLst>
              <a:ext uri="{FF2B5EF4-FFF2-40B4-BE49-F238E27FC236}">
                <a16:creationId xmlns:a16="http://schemas.microsoft.com/office/drawing/2014/main" id="{75FFA6B4-D2A3-0EAA-876D-A1449BA5D674}"/>
              </a:ext>
            </a:extLst>
          </p:cNvPr>
          <p:cNvGrpSpPr/>
          <p:nvPr/>
        </p:nvGrpSpPr>
        <p:grpSpPr>
          <a:xfrm>
            <a:off x="0" y="480460"/>
            <a:ext cx="5752976" cy="151621"/>
            <a:chOff x="0" y="786578"/>
            <a:chExt cx="5752976" cy="151621"/>
          </a:xfrm>
        </p:grpSpPr>
        <p:cxnSp>
          <p:nvCxnSpPr>
            <p:cNvPr id="5" name="Straight Connector 4">
              <a:extLst>
                <a:ext uri="{FF2B5EF4-FFF2-40B4-BE49-F238E27FC236}">
                  <a16:creationId xmlns:a16="http://schemas.microsoft.com/office/drawing/2014/main" id="{BCD58F01-E2A4-F2AB-25E9-72CA2CC355CA}"/>
                </a:ext>
              </a:extLst>
            </p:cNvPr>
            <p:cNvCxnSpPr>
              <a:cxnSpLocks/>
            </p:cNvCxnSpPr>
            <p:nvPr/>
          </p:nvCxnSpPr>
          <p:spPr>
            <a:xfrm>
              <a:off x="0" y="862388"/>
              <a:ext cx="5673213" cy="0"/>
            </a:xfrm>
            <a:prstGeom prst="line">
              <a:avLst/>
            </a:prstGeom>
            <a:ln>
              <a:solidFill>
                <a:srgbClr val="92D050"/>
              </a:solidFill>
            </a:ln>
          </p:spPr>
          <p:style>
            <a:lnRef idx="2">
              <a:schemeClr val="accent1"/>
            </a:lnRef>
            <a:fillRef idx="0">
              <a:schemeClr val="accent1"/>
            </a:fillRef>
            <a:effectRef idx="1">
              <a:schemeClr val="accent1"/>
            </a:effectRef>
            <a:fontRef idx="minor">
              <a:schemeClr val="tx1"/>
            </a:fontRef>
          </p:style>
        </p:cxnSp>
        <p:sp>
          <p:nvSpPr>
            <p:cNvPr id="6" name="Diamond 5">
              <a:extLst>
                <a:ext uri="{FF2B5EF4-FFF2-40B4-BE49-F238E27FC236}">
                  <a16:creationId xmlns:a16="http://schemas.microsoft.com/office/drawing/2014/main" id="{AAB3E5D0-BA58-E071-6F7E-ED5143F8541A}"/>
                </a:ext>
              </a:extLst>
            </p:cNvPr>
            <p:cNvSpPr/>
            <p:nvPr/>
          </p:nvSpPr>
          <p:spPr>
            <a:xfrm>
              <a:off x="5661536" y="786578"/>
              <a:ext cx="91440" cy="151621"/>
            </a:xfrm>
            <a:prstGeom prst="diamond">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grpSp>
      <p:sp>
        <p:nvSpPr>
          <p:cNvPr id="41" name="Text 2">
            <a:extLst>
              <a:ext uri="{FF2B5EF4-FFF2-40B4-BE49-F238E27FC236}">
                <a16:creationId xmlns:a16="http://schemas.microsoft.com/office/drawing/2014/main" id="{22A12A5D-C211-B3D2-6810-C8D54D725A6D}"/>
              </a:ext>
            </a:extLst>
          </p:cNvPr>
          <p:cNvSpPr/>
          <p:nvPr/>
        </p:nvSpPr>
        <p:spPr>
          <a:xfrm>
            <a:off x="512064" y="731520"/>
            <a:ext cx="10881360" cy="256032"/>
          </a:xfrm>
          <a:prstGeom prst="rect">
            <a:avLst/>
          </a:prstGeom>
          <a:noFill/>
          <a:ln/>
        </p:spPr>
        <p:txBody>
          <a:bodyPr wrap="square" lIns="0" tIns="0" rIns="0" bIns="0" rtlCol="0" anchor="ctr"/>
          <a:lstStyle/>
          <a:p>
            <a:r>
              <a:rPr lang="en-US" sz="1000" dirty="0">
                <a:solidFill>
                  <a:srgbClr val="596875"/>
                </a:solidFill>
                <a:latin typeface="+mj-lt"/>
              </a:rPr>
              <a:t>Common State capabilities are established once; department-specific knowledge, workflows and experiences are configured above them</a:t>
            </a:r>
            <a:endParaRPr lang="en-US" sz="1000" dirty="0">
              <a:solidFill>
                <a:prstClr val="black"/>
              </a:solidFill>
              <a:latin typeface="+mj-lt"/>
            </a:endParaRPr>
          </a:p>
        </p:txBody>
      </p:sp>
      <p:sp>
        <p:nvSpPr>
          <p:cNvPr id="42" name="Shape 3">
            <a:extLst>
              <a:ext uri="{FF2B5EF4-FFF2-40B4-BE49-F238E27FC236}">
                <a16:creationId xmlns:a16="http://schemas.microsoft.com/office/drawing/2014/main" id="{CEA1C855-16C5-C7F2-F3B1-29E43FB27C95}"/>
              </a:ext>
            </a:extLst>
          </p:cNvPr>
          <p:cNvSpPr/>
          <p:nvPr/>
        </p:nvSpPr>
        <p:spPr>
          <a:xfrm>
            <a:off x="530352" y="1161288"/>
            <a:ext cx="1170432" cy="2423160"/>
          </a:xfrm>
          <a:prstGeom prst="roundRect">
            <a:avLst>
              <a:gd name="adj" fmla="val 6250"/>
            </a:avLst>
          </a:prstGeom>
          <a:solidFill>
            <a:srgbClr val="EFF6DF"/>
          </a:solidFill>
          <a:ln w="12700">
            <a:solidFill>
              <a:srgbClr val="CDDEA8"/>
            </a:solidFill>
            <a:prstDash val="solid"/>
          </a:ln>
        </p:spPr>
        <p:txBody>
          <a:bodyPr/>
          <a:lstStyle/>
          <a:p>
            <a:endParaRPr lang="en-IN" sz="2400">
              <a:solidFill>
                <a:prstClr val="black"/>
              </a:solidFill>
              <a:latin typeface="+mj-lt"/>
            </a:endParaRPr>
          </a:p>
        </p:txBody>
      </p:sp>
      <p:pic>
        <p:nvPicPr>
          <p:cNvPr id="43" name="Image 0" descr="preencoded.png">
            <a:extLst>
              <a:ext uri="{FF2B5EF4-FFF2-40B4-BE49-F238E27FC236}">
                <a16:creationId xmlns:a16="http://schemas.microsoft.com/office/drawing/2014/main" id="{C8B194ED-1A67-D11A-FBDB-83D42572CF0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05256" y="1435608"/>
            <a:ext cx="384048" cy="384048"/>
          </a:xfrm>
          <a:prstGeom prst="rect">
            <a:avLst/>
          </a:prstGeom>
        </p:spPr>
      </p:pic>
      <p:sp>
        <p:nvSpPr>
          <p:cNvPr id="44" name="Text 4">
            <a:extLst>
              <a:ext uri="{FF2B5EF4-FFF2-40B4-BE49-F238E27FC236}">
                <a16:creationId xmlns:a16="http://schemas.microsoft.com/office/drawing/2014/main" id="{BDC94767-4E29-DAE1-0E50-923B27E5BCD5}"/>
              </a:ext>
            </a:extLst>
          </p:cNvPr>
          <p:cNvSpPr/>
          <p:nvPr/>
        </p:nvSpPr>
        <p:spPr>
          <a:xfrm>
            <a:off x="694944" y="1975104"/>
            <a:ext cx="841248" cy="658368"/>
          </a:xfrm>
          <a:prstGeom prst="rect">
            <a:avLst/>
          </a:prstGeom>
          <a:noFill/>
          <a:ln/>
        </p:spPr>
        <p:txBody>
          <a:bodyPr wrap="square" lIns="0" tIns="0" rIns="0" bIns="0" rtlCol="0" anchor="ctr"/>
          <a:lstStyle/>
          <a:p>
            <a:pPr algn="ctr"/>
            <a:r>
              <a:rPr lang="en-US" sz="1050" b="1" dirty="0">
                <a:solidFill>
                  <a:srgbClr val="123B5D"/>
                </a:solidFill>
                <a:latin typeface="+mj-lt"/>
              </a:rPr>
              <a:t>CONFIGURABLE</a:t>
            </a:r>
            <a:endParaRPr lang="en-US" sz="1050" dirty="0">
              <a:solidFill>
                <a:prstClr val="black"/>
              </a:solidFill>
              <a:latin typeface="+mj-lt"/>
            </a:endParaRPr>
          </a:p>
          <a:p>
            <a:pPr algn="ctr"/>
            <a:r>
              <a:rPr lang="en-US" sz="1050" b="1" dirty="0">
                <a:solidFill>
                  <a:srgbClr val="123B5D"/>
                </a:solidFill>
                <a:latin typeface="+mj-lt"/>
              </a:rPr>
              <a:t>DOMAIN</a:t>
            </a:r>
            <a:endParaRPr lang="en-US" sz="1050" dirty="0">
              <a:solidFill>
                <a:prstClr val="black"/>
              </a:solidFill>
              <a:latin typeface="+mj-lt"/>
            </a:endParaRPr>
          </a:p>
          <a:p>
            <a:pPr algn="ctr"/>
            <a:r>
              <a:rPr lang="en-US" sz="1050" b="1" dirty="0">
                <a:solidFill>
                  <a:srgbClr val="123B5D"/>
                </a:solidFill>
                <a:latin typeface="+mj-lt"/>
              </a:rPr>
              <a:t>INTELLIGENCE</a:t>
            </a:r>
            <a:endParaRPr lang="en-US" sz="1050" dirty="0">
              <a:solidFill>
                <a:prstClr val="black"/>
              </a:solidFill>
              <a:latin typeface="+mj-lt"/>
            </a:endParaRPr>
          </a:p>
        </p:txBody>
      </p:sp>
      <p:sp>
        <p:nvSpPr>
          <p:cNvPr id="45" name="Text 5">
            <a:extLst>
              <a:ext uri="{FF2B5EF4-FFF2-40B4-BE49-F238E27FC236}">
                <a16:creationId xmlns:a16="http://schemas.microsoft.com/office/drawing/2014/main" id="{739FDCCD-C85C-4950-1B16-1398DB85FE77}"/>
              </a:ext>
            </a:extLst>
          </p:cNvPr>
          <p:cNvSpPr/>
          <p:nvPr/>
        </p:nvSpPr>
        <p:spPr>
          <a:xfrm>
            <a:off x="658368" y="3054096"/>
            <a:ext cx="914400" cy="201168"/>
          </a:xfrm>
          <a:prstGeom prst="rect">
            <a:avLst/>
          </a:prstGeom>
          <a:noFill/>
          <a:ln/>
        </p:spPr>
        <p:txBody>
          <a:bodyPr wrap="square" lIns="0" tIns="0" rIns="0" bIns="0" rtlCol="0" anchor="ctr"/>
          <a:lstStyle/>
          <a:p>
            <a:pPr algn="ctr"/>
            <a:r>
              <a:rPr lang="en-US" sz="900" b="1" dirty="0">
                <a:solidFill>
                  <a:srgbClr val="43B02A"/>
                </a:solidFill>
                <a:latin typeface="+mj-lt"/>
              </a:rPr>
              <a:t>Department Brain</a:t>
            </a:r>
            <a:endParaRPr lang="en-US" sz="900" dirty="0">
              <a:solidFill>
                <a:prstClr val="black"/>
              </a:solidFill>
              <a:latin typeface="+mj-lt"/>
            </a:endParaRPr>
          </a:p>
        </p:txBody>
      </p:sp>
      <p:sp>
        <p:nvSpPr>
          <p:cNvPr id="46" name="Shape 6">
            <a:extLst>
              <a:ext uri="{FF2B5EF4-FFF2-40B4-BE49-F238E27FC236}">
                <a16:creationId xmlns:a16="http://schemas.microsoft.com/office/drawing/2014/main" id="{11E7393F-4650-8F5A-5B7F-4C2593A12809}"/>
              </a:ext>
            </a:extLst>
          </p:cNvPr>
          <p:cNvSpPr/>
          <p:nvPr/>
        </p:nvSpPr>
        <p:spPr>
          <a:xfrm>
            <a:off x="530352" y="3776472"/>
            <a:ext cx="1170432" cy="2212848"/>
          </a:xfrm>
          <a:prstGeom prst="roundRect">
            <a:avLst>
              <a:gd name="adj" fmla="val 6250"/>
            </a:avLst>
          </a:prstGeom>
          <a:solidFill>
            <a:srgbClr val="EBF5F8"/>
          </a:solidFill>
          <a:ln w="12700">
            <a:solidFill>
              <a:srgbClr val="C9DDE6"/>
            </a:solidFill>
            <a:prstDash val="solid"/>
          </a:ln>
        </p:spPr>
        <p:txBody>
          <a:bodyPr/>
          <a:lstStyle/>
          <a:p>
            <a:endParaRPr lang="en-IN" sz="2400">
              <a:solidFill>
                <a:prstClr val="black"/>
              </a:solidFill>
              <a:latin typeface="+mj-lt"/>
            </a:endParaRPr>
          </a:p>
        </p:txBody>
      </p:sp>
      <p:pic>
        <p:nvPicPr>
          <p:cNvPr id="47" name="Image 1" descr="preencoded.png">
            <a:extLst>
              <a:ext uri="{FF2B5EF4-FFF2-40B4-BE49-F238E27FC236}">
                <a16:creationId xmlns:a16="http://schemas.microsoft.com/office/drawing/2014/main" id="{E7FDBEB3-435A-84AE-2DC2-B3B0D9B9DB0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5256" y="4041648"/>
            <a:ext cx="384048" cy="384048"/>
          </a:xfrm>
          <a:prstGeom prst="rect">
            <a:avLst/>
          </a:prstGeom>
        </p:spPr>
      </p:pic>
      <p:sp>
        <p:nvSpPr>
          <p:cNvPr id="49" name="Text 7">
            <a:extLst>
              <a:ext uri="{FF2B5EF4-FFF2-40B4-BE49-F238E27FC236}">
                <a16:creationId xmlns:a16="http://schemas.microsoft.com/office/drawing/2014/main" id="{A21EDFCB-CEBD-8740-9546-B2D4BC6B1B3D}"/>
              </a:ext>
            </a:extLst>
          </p:cNvPr>
          <p:cNvSpPr/>
          <p:nvPr/>
        </p:nvSpPr>
        <p:spPr>
          <a:xfrm>
            <a:off x="665448" y="4572000"/>
            <a:ext cx="905256" cy="640080"/>
          </a:xfrm>
          <a:prstGeom prst="rect">
            <a:avLst/>
          </a:prstGeom>
          <a:noFill/>
          <a:ln/>
        </p:spPr>
        <p:txBody>
          <a:bodyPr wrap="square" lIns="0" tIns="0" rIns="0" bIns="0" rtlCol="0" anchor="ctr"/>
          <a:lstStyle/>
          <a:p>
            <a:pPr algn="ctr"/>
            <a:r>
              <a:rPr lang="en-US" sz="1050" b="1" dirty="0">
                <a:solidFill>
                  <a:srgbClr val="123B5D"/>
                </a:solidFill>
                <a:latin typeface="+mj-lt"/>
              </a:rPr>
              <a:t>SHARED</a:t>
            </a:r>
            <a:endParaRPr lang="en-US" sz="1050" dirty="0">
              <a:solidFill>
                <a:prstClr val="black"/>
              </a:solidFill>
              <a:latin typeface="+mj-lt"/>
            </a:endParaRPr>
          </a:p>
          <a:p>
            <a:pPr algn="ctr"/>
            <a:r>
              <a:rPr lang="en-US" sz="1050" b="1" dirty="0">
                <a:solidFill>
                  <a:srgbClr val="123B5D"/>
                </a:solidFill>
                <a:latin typeface="+mj-lt"/>
              </a:rPr>
              <a:t>STATE</a:t>
            </a:r>
            <a:endParaRPr lang="en-US" sz="1050" dirty="0">
              <a:solidFill>
                <a:prstClr val="black"/>
              </a:solidFill>
              <a:latin typeface="+mj-lt"/>
            </a:endParaRPr>
          </a:p>
          <a:p>
            <a:pPr algn="ctr"/>
            <a:r>
              <a:rPr lang="en-US" sz="1050" b="1" dirty="0">
                <a:solidFill>
                  <a:srgbClr val="123B5D"/>
                </a:solidFill>
                <a:latin typeface="+mj-lt"/>
              </a:rPr>
              <a:t>FOUNDATION</a:t>
            </a:r>
            <a:endParaRPr lang="en-US" sz="1050" dirty="0">
              <a:solidFill>
                <a:prstClr val="black"/>
              </a:solidFill>
              <a:latin typeface="+mj-lt"/>
            </a:endParaRPr>
          </a:p>
        </p:txBody>
      </p:sp>
      <p:sp>
        <p:nvSpPr>
          <p:cNvPr id="51" name="Text 8">
            <a:extLst>
              <a:ext uri="{FF2B5EF4-FFF2-40B4-BE49-F238E27FC236}">
                <a16:creationId xmlns:a16="http://schemas.microsoft.com/office/drawing/2014/main" id="{19E175A4-6DE7-EDE8-FBEF-9B5C8BF2E8D7}"/>
              </a:ext>
            </a:extLst>
          </p:cNvPr>
          <p:cNvSpPr/>
          <p:nvPr/>
        </p:nvSpPr>
        <p:spPr>
          <a:xfrm>
            <a:off x="658368" y="5504688"/>
            <a:ext cx="914400" cy="201168"/>
          </a:xfrm>
          <a:prstGeom prst="rect">
            <a:avLst/>
          </a:prstGeom>
          <a:noFill/>
          <a:ln/>
        </p:spPr>
        <p:txBody>
          <a:bodyPr wrap="square" lIns="0" tIns="0" rIns="0" bIns="0" rtlCol="0" anchor="ctr"/>
          <a:lstStyle/>
          <a:p>
            <a:pPr algn="ctr"/>
            <a:r>
              <a:rPr lang="en-US" sz="900" b="1" dirty="0">
                <a:solidFill>
                  <a:srgbClr val="007CB0"/>
                </a:solidFill>
                <a:latin typeface="+mj-lt"/>
              </a:rPr>
              <a:t>AI Spine</a:t>
            </a:r>
            <a:endParaRPr lang="en-US" sz="900" dirty="0">
              <a:solidFill>
                <a:prstClr val="black"/>
              </a:solidFill>
              <a:latin typeface="+mj-lt"/>
            </a:endParaRPr>
          </a:p>
        </p:txBody>
      </p:sp>
      <p:sp>
        <p:nvSpPr>
          <p:cNvPr id="53" name="Shape 9">
            <a:extLst>
              <a:ext uri="{FF2B5EF4-FFF2-40B4-BE49-F238E27FC236}">
                <a16:creationId xmlns:a16="http://schemas.microsoft.com/office/drawing/2014/main" id="{2055D41F-CD6C-ED40-A075-718FC8FB5C33}"/>
              </a:ext>
            </a:extLst>
          </p:cNvPr>
          <p:cNvSpPr/>
          <p:nvPr/>
        </p:nvSpPr>
        <p:spPr>
          <a:xfrm>
            <a:off x="2066544" y="1161288"/>
            <a:ext cx="8961120" cy="530352"/>
          </a:xfrm>
          <a:prstGeom prst="roundRect">
            <a:avLst>
              <a:gd name="adj" fmla="val 10345"/>
            </a:avLst>
          </a:prstGeom>
          <a:solidFill>
            <a:srgbClr val="FFFFFF"/>
          </a:solidFill>
          <a:ln w="17780">
            <a:solidFill>
              <a:srgbClr val="43B02A"/>
            </a:solidFill>
            <a:prstDash val="solid"/>
          </a:ln>
          <a:effectLst>
            <a:outerShdw blurRad="8890" dist="2794" dir="2700000" algn="bl" rotWithShape="0">
              <a:srgbClr val="000000">
                <a:alpha val="7000"/>
              </a:srgbClr>
            </a:outerShdw>
          </a:effectLst>
        </p:spPr>
        <p:txBody>
          <a:bodyPr/>
          <a:lstStyle/>
          <a:p>
            <a:endParaRPr lang="en-IN" sz="2400">
              <a:solidFill>
                <a:prstClr val="black"/>
              </a:solidFill>
              <a:latin typeface="+mj-lt"/>
            </a:endParaRPr>
          </a:p>
        </p:txBody>
      </p:sp>
      <p:sp>
        <p:nvSpPr>
          <p:cNvPr id="55" name="Shape 10">
            <a:extLst>
              <a:ext uri="{FF2B5EF4-FFF2-40B4-BE49-F238E27FC236}">
                <a16:creationId xmlns:a16="http://schemas.microsoft.com/office/drawing/2014/main" id="{43C56B72-5E81-275C-E676-32BDD11A286D}"/>
              </a:ext>
            </a:extLst>
          </p:cNvPr>
          <p:cNvSpPr/>
          <p:nvPr/>
        </p:nvSpPr>
        <p:spPr>
          <a:xfrm>
            <a:off x="2176272" y="1243584"/>
            <a:ext cx="365760" cy="365760"/>
          </a:xfrm>
          <a:prstGeom prst="roundRect">
            <a:avLst>
              <a:gd name="adj" fmla="val 15000"/>
            </a:avLst>
          </a:prstGeom>
          <a:solidFill>
            <a:srgbClr val="43B02A"/>
          </a:solidFill>
          <a:ln w="12700">
            <a:solidFill>
              <a:srgbClr val="43B02A"/>
            </a:solidFill>
            <a:prstDash val="solid"/>
          </a:ln>
        </p:spPr>
        <p:txBody>
          <a:bodyPr/>
          <a:lstStyle/>
          <a:p>
            <a:endParaRPr lang="en-IN" sz="2400">
              <a:solidFill>
                <a:prstClr val="black"/>
              </a:solidFill>
              <a:latin typeface="+mj-lt"/>
            </a:endParaRPr>
          </a:p>
        </p:txBody>
      </p:sp>
      <p:sp>
        <p:nvSpPr>
          <p:cNvPr id="57" name="Text 11">
            <a:extLst>
              <a:ext uri="{FF2B5EF4-FFF2-40B4-BE49-F238E27FC236}">
                <a16:creationId xmlns:a16="http://schemas.microsoft.com/office/drawing/2014/main" id="{8F4B6845-B4AF-9205-C22A-B0D7A47BAE5D}"/>
              </a:ext>
            </a:extLst>
          </p:cNvPr>
          <p:cNvSpPr/>
          <p:nvPr/>
        </p:nvSpPr>
        <p:spPr>
          <a:xfrm>
            <a:off x="2176272" y="1344168"/>
            <a:ext cx="365760" cy="109728"/>
          </a:xfrm>
          <a:prstGeom prst="rect">
            <a:avLst/>
          </a:prstGeom>
          <a:noFill/>
          <a:ln/>
        </p:spPr>
        <p:txBody>
          <a:bodyPr wrap="square" lIns="0" tIns="0" rIns="0" bIns="0" rtlCol="0" anchor="ctr"/>
          <a:lstStyle/>
          <a:p>
            <a:pPr algn="ctr"/>
            <a:r>
              <a:rPr lang="en-US" sz="900" b="1" dirty="0">
                <a:solidFill>
                  <a:srgbClr val="FFFFFF"/>
                </a:solidFill>
                <a:latin typeface="+mj-lt"/>
              </a:rPr>
              <a:t>8</a:t>
            </a:r>
            <a:endParaRPr lang="en-US" sz="900" dirty="0">
              <a:solidFill>
                <a:prstClr val="black"/>
              </a:solidFill>
              <a:latin typeface="+mj-lt"/>
            </a:endParaRPr>
          </a:p>
        </p:txBody>
      </p:sp>
      <p:pic>
        <p:nvPicPr>
          <p:cNvPr id="59" name="Image 2" descr="preencoded.png">
            <a:extLst>
              <a:ext uri="{FF2B5EF4-FFF2-40B4-BE49-F238E27FC236}">
                <a16:creationId xmlns:a16="http://schemas.microsoft.com/office/drawing/2014/main" id="{EBF39570-85A2-BDFF-51D6-17FD777602B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88336" y="1316736"/>
            <a:ext cx="219456" cy="219456"/>
          </a:xfrm>
          <a:prstGeom prst="rect">
            <a:avLst/>
          </a:prstGeom>
        </p:spPr>
      </p:pic>
      <p:sp>
        <p:nvSpPr>
          <p:cNvPr id="61" name="Text 12">
            <a:extLst>
              <a:ext uri="{FF2B5EF4-FFF2-40B4-BE49-F238E27FC236}">
                <a16:creationId xmlns:a16="http://schemas.microsoft.com/office/drawing/2014/main" id="{CB77B6BC-322D-1D9A-2785-EAA4478C4568}"/>
              </a:ext>
            </a:extLst>
          </p:cNvPr>
          <p:cNvSpPr/>
          <p:nvPr/>
        </p:nvSpPr>
        <p:spPr>
          <a:xfrm>
            <a:off x="2999232" y="1280160"/>
            <a:ext cx="1920240" cy="210312"/>
          </a:xfrm>
          <a:prstGeom prst="rect">
            <a:avLst/>
          </a:prstGeom>
          <a:noFill/>
          <a:ln/>
        </p:spPr>
        <p:txBody>
          <a:bodyPr wrap="square" lIns="0" tIns="0" rIns="0" bIns="0" rtlCol="0" anchor="ctr"/>
          <a:lstStyle/>
          <a:p>
            <a:r>
              <a:rPr lang="en-US" sz="1400" b="1" dirty="0">
                <a:solidFill>
                  <a:srgbClr val="0B2739"/>
                </a:solidFill>
                <a:latin typeface="+mj-lt"/>
              </a:rPr>
              <a:t>Experience surfaces</a:t>
            </a:r>
            <a:endParaRPr lang="en-US" sz="1400" dirty="0">
              <a:solidFill>
                <a:prstClr val="black"/>
              </a:solidFill>
              <a:latin typeface="+mj-lt"/>
            </a:endParaRPr>
          </a:p>
        </p:txBody>
      </p:sp>
      <p:sp>
        <p:nvSpPr>
          <p:cNvPr id="63" name="Text 13">
            <a:extLst>
              <a:ext uri="{FF2B5EF4-FFF2-40B4-BE49-F238E27FC236}">
                <a16:creationId xmlns:a16="http://schemas.microsoft.com/office/drawing/2014/main" id="{AFDE2E83-2167-3AB8-EFFD-185A3EEF4212}"/>
              </a:ext>
            </a:extLst>
          </p:cNvPr>
          <p:cNvSpPr/>
          <p:nvPr/>
        </p:nvSpPr>
        <p:spPr>
          <a:xfrm>
            <a:off x="4919472" y="1289304"/>
            <a:ext cx="5897880" cy="192024"/>
          </a:xfrm>
          <a:prstGeom prst="rect">
            <a:avLst/>
          </a:prstGeom>
          <a:noFill/>
          <a:ln/>
        </p:spPr>
        <p:txBody>
          <a:bodyPr wrap="square" lIns="0" tIns="0" rIns="0" bIns="0" rtlCol="0" anchor="ctr">
            <a:normAutofit/>
          </a:bodyPr>
          <a:lstStyle/>
          <a:p>
            <a:r>
              <a:rPr lang="en-US" sz="1000" dirty="0">
                <a:solidFill>
                  <a:srgbClr val="596875"/>
                </a:solidFill>
                <a:latin typeface="+mj-lt"/>
              </a:rPr>
              <a:t>Officer consoles, citizen applications, portals and dashboards</a:t>
            </a:r>
            <a:endParaRPr lang="en-US" sz="1000" dirty="0">
              <a:solidFill>
                <a:prstClr val="black"/>
              </a:solidFill>
              <a:latin typeface="+mj-lt"/>
            </a:endParaRPr>
          </a:p>
        </p:txBody>
      </p:sp>
      <p:sp>
        <p:nvSpPr>
          <p:cNvPr id="65" name="Shape 14">
            <a:extLst>
              <a:ext uri="{FF2B5EF4-FFF2-40B4-BE49-F238E27FC236}">
                <a16:creationId xmlns:a16="http://schemas.microsoft.com/office/drawing/2014/main" id="{F2210374-471F-D273-E793-D93C174266EC}"/>
              </a:ext>
            </a:extLst>
          </p:cNvPr>
          <p:cNvSpPr/>
          <p:nvPr/>
        </p:nvSpPr>
        <p:spPr>
          <a:xfrm>
            <a:off x="2157984" y="1773936"/>
            <a:ext cx="8778240" cy="530352"/>
          </a:xfrm>
          <a:prstGeom prst="roundRect">
            <a:avLst>
              <a:gd name="adj" fmla="val 10345"/>
            </a:avLst>
          </a:prstGeom>
          <a:solidFill>
            <a:srgbClr val="FFFFFF"/>
          </a:solidFill>
          <a:ln w="17780">
            <a:solidFill>
              <a:srgbClr val="43B02A"/>
            </a:solidFill>
            <a:prstDash val="solid"/>
          </a:ln>
          <a:effectLst>
            <a:outerShdw blurRad="8890" dist="2794" dir="2700000" algn="bl" rotWithShape="0">
              <a:srgbClr val="000000">
                <a:alpha val="7000"/>
              </a:srgbClr>
            </a:outerShdw>
          </a:effectLst>
        </p:spPr>
        <p:txBody>
          <a:bodyPr/>
          <a:lstStyle/>
          <a:p>
            <a:endParaRPr lang="en-IN" sz="2400">
              <a:solidFill>
                <a:prstClr val="black"/>
              </a:solidFill>
              <a:latin typeface="+mj-lt"/>
            </a:endParaRPr>
          </a:p>
        </p:txBody>
      </p:sp>
      <p:sp>
        <p:nvSpPr>
          <p:cNvPr id="67" name="Shape 15">
            <a:extLst>
              <a:ext uri="{FF2B5EF4-FFF2-40B4-BE49-F238E27FC236}">
                <a16:creationId xmlns:a16="http://schemas.microsoft.com/office/drawing/2014/main" id="{F24C0345-F40F-FDBC-1DE1-C1E393284DDA}"/>
              </a:ext>
            </a:extLst>
          </p:cNvPr>
          <p:cNvSpPr/>
          <p:nvPr/>
        </p:nvSpPr>
        <p:spPr>
          <a:xfrm>
            <a:off x="2267712" y="1856232"/>
            <a:ext cx="365760" cy="365760"/>
          </a:xfrm>
          <a:prstGeom prst="roundRect">
            <a:avLst>
              <a:gd name="adj" fmla="val 15000"/>
            </a:avLst>
          </a:prstGeom>
          <a:solidFill>
            <a:srgbClr val="43B02A"/>
          </a:solidFill>
          <a:ln w="12700">
            <a:solidFill>
              <a:srgbClr val="43B02A"/>
            </a:solidFill>
            <a:prstDash val="solid"/>
          </a:ln>
        </p:spPr>
        <p:txBody>
          <a:bodyPr/>
          <a:lstStyle/>
          <a:p>
            <a:endParaRPr lang="en-IN" sz="2400">
              <a:solidFill>
                <a:prstClr val="black"/>
              </a:solidFill>
              <a:latin typeface="+mj-lt"/>
            </a:endParaRPr>
          </a:p>
        </p:txBody>
      </p:sp>
      <p:sp>
        <p:nvSpPr>
          <p:cNvPr id="69" name="Text 16">
            <a:extLst>
              <a:ext uri="{FF2B5EF4-FFF2-40B4-BE49-F238E27FC236}">
                <a16:creationId xmlns:a16="http://schemas.microsoft.com/office/drawing/2014/main" id="{C71E7CEC-E019-158F-9389-0825F6B52C46}"/>
              </a:ext>
            </a:extLst>
          </p:cNvPr>
          <p:cNvSpPr/>
          <p:nvPr/>
        </p:nvSpPr>
        <p:spPr>
          <a:xfrm>
            <a:off x="2267712" y="1956816"/>
            <a:ext cx="365760" cy="109728"/>
          </a:xfrm>
          <a:prstGeom prst="rect">
            <a:avLst/>
          </a:prstGeom>
          <a:noFill/>
          <a:ln/>
        </p:spPr>
        <p:txBody>
          <a:bodyPr wrap="square" lIns="0" tIns="0" rIns="0" bIns="0" rtlCol="0" anchor="ctr"/>
          <a:lstStyle/>
          <a:p>
            <a:pPr algn="ctr"/>
            <a:r>
              <a:rPr lang="en-US" sz="900" b="1" dirty="0">
                <a:solidFill>
                  <a:srgbClr val="FFFFFF"/>
                </a:solidFill>
                <a:latin typeface="+mj-lt"/>
              </a:rPr>
              <a:t>7</a:t>
            </a:r>
            <a:endParaRPr lang="en-US" sz="900" dirty="0">
              <a:solidFill>
                <a:prstClr val="black"/>
              </a:solidFill>
              <a:latin typeface="+mj-lt"/>
            </a:endParaRPr>
          </a:p>
        </p:txBody>
      </p:sp>
      <p:pic>
        <p:nvPicPr>
          <p:cNvPr id="71" name="Image 3" descr="preencoded.png">
            <a:extLst>
              <a:ext uri="{FF2B5EF4-FFF2-40B4-BE49-F238E27FC236}">
                <a16:creationId xmlns:a16="http://schemas.microsoft.com/office/drawing/2014/main" id="{F04764CC-88BE-0AE5-9106-CE84572664E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779776" y="1929384"/>
            <a:ext cx="219456" cy="219456"/>
          </a:xfrm>
          <a:prstGeom prst="rect">
            <a:avLst/>
          </a:prstGeom>
        </p:spPr>
      </p:pic>
      <p:sp>
        <p:nvSpPr>
          <p:cNvPr id="73" name="Text 17">
            <a:extLst>
              <a:ext uri="{FF2B5EF4-FFF2-40B4-BE49-F238E27FC236}">
                <a16:creationId xmlns:a16="http://schemas.microsoft.com/office/drawing/2014/main" id="{BD1424BA-3B7F-36E6-B671-AF8634491C40}"/>
              </a:ext>
            </a:extLst>
          </p:cNvPr>
          <p:cNvSpPr/>
          <p:nvPr/>
        </p:nvSpPr>
        <p:spPr>
          <a:xfrm>
            <a:off x="3090672" y="1892808"/>
            <a:ext cx="1920240" cy="210312"/>
          </a:xfrm>
          <a:prstGeom prst="rect">
            <a:avLst/>
          </a:prstGeom>
          <a:noFill/>
          <a:ln/>
        </p:spPr>
        <p:txBody>
          <a:bodyPr wrap="square" lIns="0" tIns="0" rIns="0" bIns="0" rtlCol="0" anchor="ctr"/>
          <a:lstStyle/>
          <a:p>
            <a:r>
              <a:rPr lang="en-US" sz="1400" b="1" dirty="0">
                <a:solidFill>
                  <a:srgbClr val="0B2739"/>
                </a:solidFill>
                <a:latin typeface="+mj-lt"/>
              </a:rPr>
              <a:t>Domain workflows</a:t>
            </a:r>
            <a:endParaRPr lang="en-US" sz="1400" dirty="0">
              <a:solidFill>
                <a:prstClr val="black"/>
              </a:solidFill>
              <a:latin typeface="+mj-lt"/>
            </a:endParaRPr>
          </a:p>
        </p:txBody>
      </p:sp>
      <p:sp>
        <p:nvSpPr>
          <p:cNvPr id="75" name="Text 18">
            <a:extLst>
              <a:ext uri="{FF2B5EF4-FFF2-40B4-BE49-F238E27FC236}">
                <a16:creationId xmlns:a16="http://schemas.microsoft.com/office/drawing/2014/main" id="{5724B52E-5EBC-CD1C-EBA4-46036D2D457E}"/>
              </a:ext>
            </a:extLst>
          </p:cNvPr>
          <p:cNvSpPr/>
          <p:nvPr/>
        </p:nvSpPr>
        <p:spPr>
          <a:xfrm>
            <a:off x="5010912" y="1901952"/>
            <a:ext cx="5715000" cy="192024"/>
          </a:xfrm>
          <a:prstGeom prst="rect">
            <a:avLst/>
          </a:prstGeom>
          <a:noFill/>
          <a:ln/>
        </p:spPr>
        <p:txBody>
          <a:bodyPr wrap="square" lIns="0" tIns="0" rIns="0" bIns="0" rtlCol="0" anchor="ctr">
            <a:normAutofit/>
          </a:bodyPr>
          <a:lstStyle/>
          <a:p>
            <a:r>
              <a:rPr lang="en-US" sz="1000" dirty="0">
                <a:solidFill>
                  <a:srgbClr val="596875"/>
                </a:solidFill>
                <a:latin typeface="+mj-lt"/>
              </a:rPr>
              <a:t>Agents, orchestration, approvals and process automation</a:t>
            </a:r>
            <a:endParaRPr lang="en-US" sz="1000" dirty="0">
              <a:solidFill>
                <a:prstClr val="black"/>
              </a:solidFill>
              <a:latin typeface="+mj-lt"/>
            </a:endParaRPr>
          </a:p>
        </p:txBody>
      </p:sp>
      <p:sp>
        <p:nvSpPr>
          <p:cNvPr id="77" name="Shape 19">
            <a:extLst>
              <a:ext uri="{FF2B5EF4-FFF2-40B4-BE49-F238E27FC236}">
                <a16:creationId xmlns:a16="http://schemas.microsoft.com/office/drawing/2014/main" id="{4A498A12-5BC0-67EB-8949-6CD6F565E396}"/>
              </a:ext>
            </a:extLst>
          </p:cNvPr>
          <p:cNvSpPr/>
          <p:nvPr/>
        </p:nvSpPr>
        <p:spPr>
          <a:xfrm>
            <a:off x="2249424" y="2386584"/>
            <a:ext cx="8595360" cy="530352"/>
          </a:xfrm>
          <a:prstGeom prst="roundRect">
            <a:avLst>
              <a:gd name="adj" fmla="val 10345"/>
            </a:avLst>
          </a:prstGeom>
          <a:solidFill>
            <a:srgbClr val="FFFFFF"/>
          </a:solidFill>
          <a:ln w="17780">
            <a:solidFill>
              <a:srgbClr val="86BC25"/>
            </a:solidFill>
            <a:prstDash val="solid"/>
          </a:ln>
          <a:effectLst>
            <a:outerShdw blurRad="8890" dist="2794" dir="2700000" algn="bl" rotWithShape="0">
              <a:srgbClr val="000000">
                <a:alpha val="7000"/>
              </a:srgbClr>
            </a:outerShdw>
          </a:effectLst>
        </p:spPr>
        <p:txBody>
          <a:bodyPr/>
          <a:lstStyle/>
          <a:p>
            <a:endParaRPr lang="en-IN" sz="2400">
              <a:solidFill>
                <a:prstClr val="black"/>
              </a:solidFill>
              <a:latin typeface="+mj-lt"/>
            </a:endParaRPr>
          </a:p>
        </p:txBody>
      </p:sp>
      <p:sp>
        <p:nvSpPr>
          <p:cNvPr id="79" name="Shape 20">
            <a:extLst>
              <a:ext uri="{FF2B5EF4-FFF2-40B4-BE49-F238E27FC236}">
                <a16:creationId xmlns:a16="http://schemas.microsoft.com/office/drawing/2014/main" id="{23045432-0C1A-1A09-43A9-FB773DC2CC43}"/>
              </a:ext>
            </a:extLst>
          </p:cNvPr>
          <p:cNvSpPr/>
          <p:nvPr/>
        </p:nvSpPr>
        <p:spPr>
          <a:xfrm>
            <a:off x="2359152" y="2468880"/>
            <a:ext cx="365760" cy="365760"/>
          </a:xfrm>
          <a:prstGeom prst="roundRect">
            <a:avLst>
              <a:gd name="adj" fmla="val 15000"/>
            </a:avLst>
          </a:prstGeom>
          <a:solidFill>
            <a:srgbClr val="86BC25"/>
          </a:solidFill>
          <a:ln w="12700">
            <a:solidFill>
              <a:srgbClr val="86BC25"/>
            </a:solidFill>
            <a:prstDash val="solid"/>
          </a:ln>
        </p:spPr>
        <p:txBody>
          <a:bodyPr/>
          <a:lstStyle/>
          <a:p>
            <a:endParaRPr lang="en-IN" sz="2400">
              <a:solidFill>
                <a:prstClr val="black"/>
              </a:solidFill>
              <a:latin typeface="+mj-lt"/>
            </a:endParaRPr>
          </a:p>
        </p:txBody>
      </p:sp>
      <p:sp>
        <p:nvSpPr>
          <p:cNvPr id="81" name="Text 21">
            <a:extLst>
              <a:ext uri="{FF2B5EF4-FFF2-40B4-BE49-F238E27FC236}">
                <a16:creationId xmlns:a16="http://schemas.microsoft.com/office/drawing/2014/main" id="{4730DFD3-0405-8DBD-7A01-55E843C1037E}"/>
              </a:ext>
            </a:extLst>
          </p:cNvPr>
          <p:cNvSpPr/>
          <p:nvPr/>
        </p:nvSpPr>
        <p:spPr>
          <a:xfrm>
            <a:off x="2359152" y="2569464"/>
            <a:ext cx="365760" cy="109728"/>
          </a:xfrm>
          <a:prstGeom prst="rect">
            <a:avLst/>
          </a:prstGeom>
          <a:noFill/>
          <a:ln/>
        </p:spPr>
        <p:txBody>
          <a:bodyPr wrap="square" lIns="0" tIns="0" rIns="0" bIns="0" rtlCol="0" anchor="ctr"/>
          <a:lstStyle/>
          <a:p>
            <a:pPr algn="ctr"/>
            <a:r>
              <a:rPr lang="en-US" sz="900" b="1" dirty="0">
                <a:solidFill>
                  <a:srgbClr val="FFFFFF"/>
                </a:solidFill>
                <a:latin typeface="+mj-lt"/>
              </a:rPr>
              <a:t>6</a:t>
            </a:r>
            <a:endParaRPr lang="en-US" sz="900" dirty="0">
              <a:solidFill>
                <a:prstClr val="black"/>
              </a:solidFill>
              <a:latin typeface="+mj-lt"/>
            </a:endParaRPr>
          </a:p>
        </p:txBody>
      </p:sp>
      <p:pic>
        <p:nvPicPr>
          <p:cNvPr id="83" name="Image 4" descr="preencoded.png">
            <a:extLst>
              <a:ext uri="{FF2B5EF4-FFF2-40B4-BE49-F238E27FC236}">
                <a16:creationId xmlns:a16="http://schemas.microsoft.com/office/drawing/2014/main" id="{77E3A633-65AC-19BC-629F-9FCA41E6AA3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871216" y="2542032"/>
            <a:ext cx="219456" cy="219456"/>
          </a:xfrm>
          <a:prstGeom prst="rect">
            <a:avLst/>
          </a:prstGeom>
        </p:spPr>
      </p:pic>
      <p:sp>
        <p:nvSpPr>
          <p:cNvPr id="85" name="Text 22">
            <a:extLst>
              <a:ext uri="{FF2B5EF4-FFF2-40B4-BE49-F238E27FC236}">
                <a16:creationId xmlns:a16="http://schemas.microsoft.com/office/drawing/2014/main" id="{232920F8-43F3-8454-504A-6405098418AA}"/>
              </a:ext>
            </a:extLst>
          </p:cNvPr>
          <p:cNvSpPr/>
          <p:nvPr/>
        </p:nvSpPr>
        <p:spPr>
          <a:xfrm>
            <a:off x="3182112" y="2505456"/>
            <a:ext cx="1920240" cy="210312"/>
          </a:xfrm>
          <a:prstGeom prst="rect">
            <a:avLst/>
          </a:prstGeom>
          <a:noFill/>
          <a:ln/>
        </p:spPr>
        <p:txBody>
          <a:bodyPr wrap="square" lIns="0" tIns="0" rIns="0" bIns="0" rtlCol="0" anchor="ctr"/>
          <a:lstStyle/>
          <a:p>
            <a:r>
              <a:rPr lang="en-US" sz="1400" b="1" dirty="0">
                <a:solidFill>
                  <a:srgbClr val="0B2739"/>
                </a:solidFill>
                <a:latin typeface="+mj-lt"/>
              </a:rPr>
              <a:t>Reusable AI services</a:t>
            </a:r>
            <a:endParaRPr lang="en-US" sz="1400" dirty="0">
              <a:solidFill>
                <a:prstClr val="black"/>
              </a:solidFill>
              <a:latin typeface="+mj-lt"/>
            </a:endParaRPr>
          </a:p>
        </p:txBody>
      </p:sp>
      <p:sp>
        <p:nvSpPr>
          <p:cNvPr id="87" name="Text 23">
            <a:extLst>
              <a:ext uri="{FF2B5EF4-FFF2-40B4-BE49-F238E27FC236}">
                <a16:creationId xmlns:a16="http://schemas.microsoft.com/office/drawing/2014/main" id="{25F18A92-D8BA-76B7-3997-F30D8A83E26B}"/>
              </a:ext>
            </a:extLst>
          </p:cNvPr>
          <p:cNvSpPr/>
          <p:nvPr/>
        </p:nvSpPr>
        <p:spPr>
          <a:xfrm>
            <a:off x="5102352" y="2514600"/>
            <a:ext cx="5532120" cy="192024"/>
          </a:xfrm>
          <a:prstGeom prst="rect">
            <a:avLst/>
          </a:prstGeom>
          <a:noFill/>
          <a:ln/>
        </p:spPr>
        <p:txBody>
          <a:bodyPr wrap="square" lIns="0" tIns="0" rIns="0" bIns="0" rtlCol="0" anchor="ctr">
            <a:normAutofit/>
          </a:bodyPr>
          <a:lstStyle/>
          <a:p>
            <a:r>
              <a:rPr lang="en-US" sz="1000" dirty="0">
                <a:solidFill>
                  <a:srgbClr val="596875"/>
                </a:solidFill>
                <a:latin typeface="+mj-lt"/>
              </a:rPr>
              <a:t>Document, grievance, knowledge and decision-support services</a:t>
            </a:r>
            <a:endParaRPr lang="en-US" sz="1000" dirty="0">
              <a:solidFill>
                <a:prstClr val="black"/>
              </a:solidFill>
              <a:latin typeface="+mj-lt"/>
            </a:endParaRPr>
          </a:p>
        </p:txBody>
      </p:sp>
      <p:sp>
        <p:nvSpPr>
          <p:cNvPr id="89" name="Shape 24">
            <a:extLst>
              <a:ext uri="{FF2B5EF4-FFF2-40B4-BE49-F238E27FC236}">
                <a16:creationId xmlns:a16="http://schemas.microsoft.com/office/drawing/2014/main" id="{196660D6-9F5B-649E-E11E-931124ABB460}"/>
              </a:ext>
            </a:extLst>
          </p:cNvPr>
          <p:cNvSpPr/>
          <p:nvPr/>
        </p:nvSpPr>
        <p:spPr>
          <a:xfrm>
            <a:off x="2340864" y="2999232"/>
            <a:ext cx="8412480" cy="530352"/>
          </a:xfrm>
          <a:prstGeom prst="roundRect">
            <a:avLst>
              <a:gd name="adj" fmla="val 10345"/>
            </a:avLst>
          </a:prstGeom>
          <a:solidFill>
            <a:srgbClr val="FFFFFF"/>
          </a:solidFill>
          <a:ln w="17780">
            <a:solidFill>
              <a:srgbClr val="86BC25"/>
            </a:solidFill>
            <a:prstDash val="solid"/>
          </a:ln>
          <a:effectLst>
            <a:outerShdw blurRad="8890" dist="2794" dir="2700000" algn="bl" rotWithShape="0">
              <a:srgbClr val="000000">
                <a:alpha val="7000"/>
              </a:srgbClr>
            </a:outerShdw>
          </a:effectLst>
        </p:spPr>
        <p:txBody>
          <a:bodyPr/>
          <a:lstStyle/>
          <a:p>
            <a:endParaRPr lang="en-IN" sz="2400">
              <a:solidFill>
                <a:prstClr val="black"/>
              </a:solidFill>
              <a:latin typeface="+mj-lt"/>
            </a:endParaRPr>
          </a:p>
        </p:txBody>
      </p:sp>
      <p:sp>
        <p:nvSpPr>
          <p:cNvPr id="91" name="Shape 25">
            <a:extLst>
              <a:ext uri="{FF2B5EF4-FFF2-40B4-BE49-F238E27FC236}">
                <a16:creationId xmlns:a16="http://schemas.microsoft.com/office/drawing/2014/main" id="{D62F5F04-D24B-F59F-4C77-8FCC1BD9F896}"/>
              </a:ext>
            </a:extLst>
          </p:cNvPr>
          <p:cNvSpPr/>
          <p:nvPr/>
        </p:nvSpPr>
        <p:spPr>
          <a:xfrm>
            <a:off x="2450592" y="3081528"/>
            <a:ext cx="365760" cy="365760"/>
          </a:xfrm>
          <a:prstGeom prst="roundRect">
            <a:avLst>
              <a:gd name="adj" fmla="val 15000"/>
            </a:avLst>
          </a:prstGeom>
          <a:solidFill>
            <a:srgbClr val="86BC25"/>
          </a:solidFill>
          <a:ln w="12700">
            <a:solidFill>
              <a:srgbClr val="86BC25"/>
            </a:solidFill>
            <a:prstDash val="solid"/>
          </a:ln>
        </p:spPr>
        <p:txBody>
          <a:bodyPr/>
          <a:lstStyle/>
          <a:p>
            <a:endParaRPr lang="en-IN" sz="2400">
              <a:solidFill>
                <a:prstClr val="black"/>
              </a:solidFill>
              <a:latin typeface="+mj-lt"/>
            </a:endParaRPr>
          </a:p>
        </p:txBody>
      </p:sp>
      <p:sp>
        <p:nvSpPr>
          <p:cNvPr id="93" name="Text 26">
            <a:extLst>
              <a:ext uri="{FF2B5EF4-FFF2-40B4-BE49-F238E27FC236}">
                <a16:creationId xmlns:a16="http://schemas.microsoft.com/office/drawing/2014/main" id="{23A4D434-6A79-1E77-B4C8-B146EC6EF56C}"/>
              </a:ext>
            </a:extLst>
          </p:cNvPr>
          <p:cNvSpPr/>
          <p:nvPr/>
        </p:nvSpPr>
        <p:spPr>
          <a:xfrm>
            <a:off x="2450592" y="3182112"/>
            <a:ext cx="365760" cy="109728"/>
          </a:xfrm>
          <a:prstGeom prst="rect">
            <a:avLst/>
          </a:prstGeom>
          <a:noFill/>
          <a:ln/>
        </p:spPr>
        <p:txBody>
          <a:bodyPr wrap="square" lIns="0" tIns="0" rIns="0" bIns="0" rtlCol="0" anchor="ctr"/>
          <a:lstStyle/>
          <a:p>
            <a:pPr algn="ctr"/>
            <a:r>
              <a:rPr lang="en-US" sz="900" b="1" dirty="0">
                <a:solidFill>
                  <a:srgbClr val="FFFFFF"/>
                </a:solidFill>
                <a:latin typeface="+mj-lt"/>
              </a:rPr>
              <a:t>5</a:t>
            </a:r>
            <a:endParaRPr lang="en-US" sz="900" dirty="0">
              <a:solidFill>
                <a:prstClr val="black"/>
              </a:solidFill>
              <a:latin typeface="+mj-lt"/>
            </a:endParaRPr>
          </a:p>
        </p:txBody>
      </p:sp>
      <p:pic>
        <p:nvPicPr>
          <p:cNvPr id="95" name="Image 5" descr="preencoded.png">
            <a:extLst>
              <a:ext uri="{FF2B5EF4-FFF2-40B4-BE49-F238E27FC236}">
                <a16:creationId xmlns:a16="http://schemas.microsoft.com/office/drawing/2014/main" id="{457305D6-8818-D0FA-B617-1A2586185E4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962656" y="3154680"/>
            <a:ext cx="219456" cy="219456"/>
          </a:xfrm>
          <a:prstGeom prst="rect">
            <a:avLst/>
          </a:prstGeom>
        </p:spPr>
      </p:pic>
      <p:sp>
        <p:nvSpPr>
          <p:cNvPr id="97" name="Text 27">
            <a:extLst>
              <a:ext uri="{FF2B5EF4-FFF2-40B4-BE49-F238E27FC236}">
                <a16:creationId xmlns:a16="http://schemas.microsoft.com/office/drawing/2014/main" id="{5C7B27F3-BFA4-A0CD-EA99-1097AAAF80CC}"/>
              </a:ext>
            </a:extLst>
          </p:cNvPr>
          <p:cNvSpPr/>
          <p:nvPr/>
        </p:nvSpPr>
        <p:spPr>
          <a:xfrm>
            <a:off x="3273552" y="3118104"/>
            <a:ext cx="1920240" cy="210312"/>
          </a:xfrm>
          <a:prstGeom prst="rect">
            <a:avLst/>
          </a:prstGeom>
          <a:noFill/>
          <a:ln/>
        </p:spPr>
        <p:txBody>
          <a:bodyPr wrap="square" lIns="0" tIns="0" rIns="0" bIns="0" rtlCol="0" anchor="ctr"/>
          <a:lstStyle/>
          <a:p>
            <a:r>
              <a:rPr lang="en-US" sz="1400" b="1" dirty="0">
                <a:solidFill>
                  <a:srgbClr val="0B2739"/>
                </a:solidFill>
                <a:latin typeface="+mj-lt"/>
              </a:rPr>
              <a:t>Domain knowledge</a:t>
            </a:r>
            <a:endParaRPr lang="en-US" sz="1400" dirty="0">
              <a:solidFill>
                <a:prstClr val="black"/>
              </a:solidFill>
              <a:latin typeface="+mj-lt"/>
            </a:endParaRPr>
          </a:p>
        </p:txBody>
      </p:sp>
      <p:sp>
        <p:nvSpPr>
          <p:cNvPr id="99" name="Text 28">
            <a:extLst>
              <a:ext uri="{FF2B5EF4-FFF2-40B4-BE49-F238E27FC236}">
                <a16:creationId xmlns:a16="http://schemas.microsoft.com/office/drawing/2014/main" id="{D51C80D4-998C-4B4D-199C-206345C9EC77}"/>
              </a:ext>
            </a:extLst>
          </p:cNvPr>
          <p:cNvSpPr/>
          <p:nvPr/>
        </p:nvSpPr>
        <p:spPr>
          <a:xfrm>
            <a:off x="5193792" y="3127248"/>
            <a:ext cx="5349240" cy="192024"/>
          </a:xfrm>
          <a:prstGeom prst="rect">
            <a:avLst/>
          </a:prstGeom>
          <a:noFill/>
          <a:ln/>
        </p:spPr>
        <p:txBody>
          <a:bodyPr wrap="square" lIns="0" tIns="0" rIns="0" bIns="0" rtlCol="0" anchor="ctr">
            <a:normAutofit/>
          </a:bodyPr>
          <a:lstStyle/>
          <a:p>
            <a:r>
              <a:rPr lang="en-US" sz="1000" dirty="0">
                <a:solidFill>
                  <a:srgbClr val="596875"/>
                </a:solidFill>
                <a:latin typeface="+mj-lt"/>
              </a:rPr>
              <a:t>Policies, SOPs, datasets, rules, taxonomies and ontologies</a:t>
            </a:r>
            <a:endParaRPr lang="en-US" sz="1000" dirty="0">
              <a:solidFill>
                <a:prstClr val="black"/>
              </a:solidFill>
              <a:latin typeface="+mj-lt"/>
            </a:endParaRPr>
          </a:p>
        </p:txBody>
      </p:sp>
      <p:sp>
        <p:nvSpPr>
          <p:cNvPr id="101" name="Shape 29">
            <a:extLst>
              <a:ext uri="{FF2B5EF4-FFF2-40B4-BE49-F238E27FC236}">
                <a16:creationId xmlns:a16="http://schemas.microsoft.com/office/drawing/2014/main" id="{60C22BB6-7FF1-4F08-B165-3D9108DB6454}"/>
              </a:ext>
            </a:extLst>
          </p:cNvPr>
          <p:cNvSpPr/>
          <p:nvPr/>
        </p:nvSpPr>
        <p:spPr>
          <a:xfrm>
            <a:off x="2432304" y="3776472"/>
            <a:ext cx="8229600" cy="530352"/>
          </a:xfrm>
          <a:prstGeom prst="roundRect">
            <a:avLst>
              <a:gd name="adj" fmla="val 10345"/>
            </a:avLst>
          </a:prstGeom>
          <a:solidFill>
            <a:srgbClr val="FFFFFF"/>
          </a:solidFill>
          <a:ln w="17780">
            <a:solidFill>
              <a:srgbClr val="23B5D3"/>
            </a:solidFill>
            <a:prstDash val="solid"/>
          </a:ln>
          <a:effectLst>
            <a:outerShdw blurRad="8890" dist="2794" dir="2700000" algn="bl" rotWithShape="0">
              <a:srgbClr val="000000">
                <a:alpha val="7000"/>
              </a:srgbClr>
            </a:outerShdw>
          </a:effectLst>
        </p:spPr>
        <p:txBody>
          <a:bodyPr/>
          <a:lstStyle/>
          <a:p>
            <a:endParaRPr lang="en-IN" sz="2400">
              <a:solidFill>
                <a:prstClr val="black"/>
              </a:solidFill>
              <a:latin typeface="+mj-lt"/>
            </a:endParaRPr>
          </a:p>
        </p:txBody>
      </p:sp>
      <p:sp>
        <p:nvSpPr>
          <p:cNvPr id="103" name="Shape 30">
            <a:extLst>
              <a:ext uri="{FF2B5EF4-FFF2-40B4-BE49-F238E27FC236}">
                <a16:creationId xmlns:a16="http://schemas.microsoft.com/office/drawing/2014/main" id="{D50A4ADE-3370-C58E-656C-8013155F0A43}"/>
              </a:ext>
            </a:extLst>
          </p:cNvPr>
          <p:cNvSpPr/>
          <p:nvPr/>
        </p:nvSpPr>
        <p:spPr>
          <a:xfrm>
            <a:off x="2542032" y="3858768"/>
            <a:ext cx="365760" cy="365760"/>
          </a:xfrm>
          <a:prstGeom prst="roundRect">
            <a:avLst>
              <a:gd name="adj" fmla="val 15000"/>
            </a:avLst>
          </a:prstGeom>
          <a:solidFill>
            <a:srgbClr val="23B5D3"/>
          </a:solidFill>
          <a:ln w="12700">
            <a:solidFill>
              <a:srgbClr val="23B5D3"/>
            </a:solidFill>
            <a:prstDash val="solid"/>
          </a:ln>
        </p:spPr>
        <p:txBody>
          <a:bodyPr/>
          <a:lstStyle/>
          <a:p>
            <a:endParaRPr lang="en-IN" sz="2400">
              <a:solidFill>
                <a:prstClr val="black"/>
              </a:solidFill>
              <a:latin typeface="+mj-lt"/>
            </a:endParaRPr>
          </a:p>
        </p:txBody>
      </p:sp>
      <p:sp>
        <p:nvSpPr>
          <p:cNvPr id="105" name="Text 31">
            <a:extLst>
              <a:ext uri="{FF2B5EF4-FFF2-40B4-BE49-F238E27FC236}">
                <a16:creationId xmlns:a16="http://schemas.microsoft.com/office/drawing/2014/main" id="{B30DDB85-7398-A828-0492-3912A3D7D8AF}"/>
              </a:ext>
            </a:extLst>
          </p:cNvPr>
          <p:cNvSpPr/>
          <p:nvPr/>
        </p:nvSpPr>
        <p:spPr>
          <a:xfrm>
            <a:off x="2542032" y="3959352"/>
            <a:ext cx="365760" cy="109728"/>
          </a:xfrm>
          <a:prstGeom prst="rect">
            <a:avLst/>
          </a:prstGeom>
          <a:noFill/>
          <a:ln/>
        </p:spPr>
        <p:txBody>
          <a:bodyPr wrap="square" lIns="0" tIns="0" rIns="0" bIns="0" rtlCol="0" anchor="ctr"/>
          <a:lstStyle/>
          <a:p>
            <a:pPr algn="ctr"/>
            <a:r>
              <a:rPr lang="en-US" sz="900" b="1" dirty="0">
                <a:solidFill>
                  <a:srgbClr val="FFFFFF"/>
                </a:solidFill>
                <a:latin typeface="+mj-lt"/>
              </a:rPr>
              <a:t>4</a:t>
            </a:r>
            <a:endParaRPr lang="en-US" sz="900" dirty="0">
              <a:solidFill>
                <a:prstClr val="black"/>
              </a:solidFill>
              <a:latin typeface="+mj-lt"/>
            </a:endParaRPr>
          </a:p>
        </p:txBody>
      </p:sp>
      <p:pic>
        <p:nvPicPr>
          <p:cNvPr id="107" name="Image 6" descr="preencoded.png">
            <a:extLst>
              <a:ext uri="{FF2B5EF4-FFF2-40B4-BE49-F238E27FC236}">
                <a16:creationId xmlns:a16="http://schemas.microsoft.com/office/drawing/2014/main" id="{5ABD8CDD-656F-C06E-133F-4F8FBA0659A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054096" y="3931920"/>
            <a:ext cx="219456" cy="219456"/>
          </a:xfrm>
          <a:prstGeom prst="rect">
            <a:avLst/>
          </a:prstGeom>
        </p:spPr>
      </p:pic>
      <p:sp>
        <p:nvSpPr>
          <p:cNvPr id="109" name="Text 32">
            <a:extLst>
              <a:ext uri="{FF2B5EF4-FFF2-40B4-BE49-F238E27FC236}">
                <a16:creationId xmlns:a16="http://schemas.microsoft.com/office/drawing/2014/main" id="{37DE4B27-994E-B43F-5DC4-B9A95750CD01}"/>
              </a:ext>
            </a:extLst>
          </p:cNvPr>
          <p:cNvSpPr/>
          <p:nvPr/>
        </p:nvSpPr>
        <p:spPr>
          <a:xfrm>
            <a:off x="3364992" y="3895344"/>
            <a:ext cx="1920240" cy="210312"/>
          </a:xfrm>
          <a:prstGeom prst="rect">
            <a:avLst/>
          </a:prstGeom>
          <a:noFill/>
          <a:ln/>
        </p:spPr>
        <p:txBody>
          <a:bodyPr wrap="square" lIns="0" tIns="0" rIns="0" bIns="0" rtlCol="0" anchor="ctr"/>
          <a:lstStyle/>
          <a:p>
            <a:r>
              <a:rPr lang="en-US" sz="1400" b="1" dirty="0">
                <a:solidFill>
                  <a:srgbClr val="0B2739"/>
                </a:solidFill>
                <a:latin typeface="+mj-lt"/>
              </a:rPr>
              <a:t>AI foundation</a:t>
            </a:r>
            <a:endParaRPr lang="en-US" sz="1400" dirty="0">
              <a:solidFill>
                <a:prstClr val="black"/>
              </a:solidFill>
              <a:latin typeface="+mj-lt"/>
            </a:endParaRPr>
          </a:p>
        </p:txBody>
      </p:sp>
      <p:sp>
        <p:nvSpPr>
          <p:cNvPr id="111" name="Text 33">
            <a:extLst>
              <a:ext uri="{FF2B5EF4-FFF2-40B4-BE49-F238E27FC236}">
                <a16:creationId xmlns:a16="http://schemas.microsoft.com/office/drawing/2014/main" id="{99DB2FC3-E194-3738-D671-6EF5D8B64A86}"/>
              </a:ext>
            </a:extLst>
          </p:cNvPr>
          <p:cNvSpPr/>
          <p:nvPr/>
        </p:nvSpPr>
        <p:spPr>
          <a:xfrm>
            <a:off x="5285232" y="3904488"/>
            <a:ext cx="5166360" cy="192024"/>
          </a:xfrm>
          <a:prstGeom prst="rect">
            <a:avLst/>
          </a:prstGeom>
          <a:noFill/>
          <a:ln/>
        </p:spPr>
        <p:txBody>
          <a:bodyPr wrap="square" lIns="0" tIns="0" rIns="0" bIns="0" rtlCol="0" anchor="ctr">
            <a:normAutofit/>
          </a:bodyPr>
          <a:lstStyle/>
          <a:p>
            <a:r>
              <a:rPr lang="en-US" sz="1000" dirty="0">
                <a:solidFill>
                  <a:srgbClr val="596875"/>
                </a:solidFill>
                <a:latin typeface="+mj-lt"/>
              </a:rPr>
              <a:t>Model gateway, RAG, model registry, MLOps and evaluation</a:t>
            </a:r>
            <a:endParaRPr lang="en-US" sz="1000" dirty="0">
              <a:solidFill>
                <a:prstClr val="black"/>
              </a:solidFill>
              <a:latin typeface="+mj-lt"/>
            </a:endParaRPr>
          </a:p>
        </p:txBody>
      </p:sp>
      <p:sp>
        <p:nvSpPr>
          <p:cNvPr id="112" name="Shape 34">
            <a:extLst>
              <a:ext uri="{FF2B5EF4-FFF2-40B4-BE49-F238E27FC236}">
                <a16:creationId xmlns:a16="http://schemas.microsoft.com/office/drawing/2014/main" id="{437725D3-AC43-5054-B69C-1C3E97B0CEB0}"/>
              </a:ext>
            </a:extLst>
          </p:cNvPr>
          <p:cNvSpPr/>
          <p:nvPr/>
        </p:nvSpPr>
        <p:spPr>
          <a:xfrm>
            <a:off x="2523744" y="4389120"/>
            <a:ext cx="8046720" cy="530352"/>
          </a:xfrm>
          <a:prstGeom prst="roundRect">
            <a:avLst>
              <a:gd name="adj" fmla="val 10345"/>
            </a:avLst>
          </a:prstGeom>
          <a:solidFill>
            <a:srgbClr val="FFFFFF"/>
          </a:solidFill>
          <a:ln w="17780">
            <a:solidFill>
              <a:srgbClr val="007CB0"/>
            </a:solidFill>
            <a:prstDash val="solid"/>
          </a:ln>
          <a:effectLst>
            <a:outerShdw blurRad="8890" dist="2794" dir="2700000" algn="bl" rotWithShape="0">
              <a:srgbClr val="000000">
                <a:alpha val="7000"/>
              </a:srgbClr>
            </a:outerShdw>
          </a:effectLst>
        </p:spPr>
        <p:txBody>
          <a:bodyPr/>
          <a:lstStyle/>
          <a:p>
            <a:endParaRPr lang="en-IN" sz="2400">
              <a:solidFill>
                <a:prstClr val="black"/>
              </a:solidFill>
              <a:latin typeface="+mj-lt"/>
            </a:endParaRPr>
          </a:p>
        </p:txBody>
      </p:sp>
      <p:sp>
        <p:nvSpPr>
          <p:cNvPr id="114" name="Shape 35">
            <a:extLst>
              <a:ext uri="{FF2B5EF4-FFF2-40B4-BE49-F238E27FC236}">
                <a16:creationId xmlns:a16="http://schemas.microsoft.com/office/drawing/2014/main" id="{67A856C0-453C-83E7-2CB0-3D50BDF9B487}"/>
              </a:ext>
            </a:extLst>
          </p:cNvPr>
          <p:cNvSpPr/>
          <p:nvPr/>
        </p:nvSpPr>
        <p:spPr>
          <a:xfrm>
            <a:off x="2633472" y="4471416"/>
            <a:ext cx="365760" cy="365760"/>
          </a:xfrm>
          <a:prstGeom prst="roundRect">
            <a:avLst>
              <a:gd name="adj" fmla="val 15000"/>
            </a:avLst>
          </a:prstGeom>
          <a:solidFill>
            <a:srgbClr val="007CB0"/>
          </a:solidFill>
          <a:ln w="12700">
            <a:solidFill>
              <a:srgbClr val="007CB0"/>
            </a:solidFill>
            <a:prstDash val="solid"/>
          </a:ln>
        </p:spPr>
        <p:txBody>
          <a:bodyPr/>
          <a:lstStyle/>
          <a:p>
            <a:endParaRPr lang="en-IN" sz="2400">
              <a:solidFill>
                <a:prstClr val="black"/>
              </a:solidFill>
              <a:latin typeface="+mj-lt"/>
            </a:endParaRPr>
          </a:p>
        </p:txBody>
      </p:sp>
      <p:sp>
        <p:nvSpPr>
          <p:cNvPr id="115" name="Text 36">
            <a:extLst>
              <a:ext uri="{FF2B5EF4-FFF2-40B4-BE49-F238E27FC236}">
                <a16:creationId xmlns:a16="http://schemas.microsoft.com/office/drawing/2014/main" id="{F9E8EA5B-FE4F-3542-6F70-23317B49C499}"/>
              </a:ext>
            </a:extLst>
          </p:cNvPr>
          <p:cNvSpPr/>
          <p:nvPr/>
        </p:nvSpPr>
        <p:spPr>
          <a:xfrm>
            <a:off x="2633472" y="4572000"/>
            <a:ext cx="365760" cy="109728"/>
          </a:xfrm>
          <a:prstGeom prst="rect">
            <a:avLst/>
          </a:prstGeom>
          <a:noFill/>
          <a:ln/>
        </p:spPr>
        <p:txBody>
          <a:bodyPr wrap="square" lIns="0" tIns="0" rIns="0" bIns="0" rtlCol="0" anchor="ctr"/>
          <a:lstStyle/>
          <a:p>
            <a:pPr algn="ctr"/>
            <a:r>
              <a:rPr lang="en-US" sz="900" b="1" dirty="0">
                <a:solidFill>
                  <a:srgbClr val="FFFFFF"/>
                </a:solidFill>
                <a:latin typeface="+mj-lt"/>
              </a:rPr>
              <a:t>3</a:t>
            </a:r>
            <a:endParaRPr lang="en-US" sz="900" dirty="0">
              <a:solidFill>
                <a:prstClr val="black"/>
              </a:solidFill>
              <a:latin typeface="+mj-lt"/>
            </a:endParaRPr>
          </a:p>
        </p:txBody>
      </p:sp>
      <p:pic>
        <p:nvPicPr>
          <p:cNvPr id="116" name="Image 7" descr="preencoded.png">
            <a:extLst>
              <a:ext uri="{FF2B5EF4-FFF2-40B4-BE49-F238E27FC236}">
                <a16:creationId xmlns:a16="http://schemas.microsoft.com/office/drawing/2014/main" id="{71E1F191-46D2-4972-7F4C-E16DADF4C67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145536" y="4544568"/>
            <a:ext cx="219456" cy="219456"/>
          </a:xfrm>
          <a:prstGeom prst="rect">
            <a:avLst/>
          </a:prstGeom>
        </p:spPr>
      </p:pic>
      <p:sp>
        <p:nvSpPr>
          <p:cNvPr id="117" name="Text 37">
            <a:extLst>
              <a:ext uri="{FF2B5EF4-FFF2-40B4-BE49-F238E27FC236}">
                <a16:creationId xmlns:a16="http://schemas.microsoft.com/office/drawing/2014/main" id="{494F9E84-F85E-57F3-2990-1702E684C589}"/>
              </a:ext>
            </a:extLst>
          </p:cNvPr>
          <p:cNvSpPr/>
          <p:nvPr/>
        </p:nvSpPr>
        <p:spPr>
          <a:xfrm>
            <a:off x="3456432" y="4507992"/>
            <a:ext cx="1920240" cy="210312"/>
          </a:xfrm>
          <a:prstGeom prst="rect">
            <a:avLst/>
          </a:prstGeom>
          <a:noFill/>
          <a:ln/>
        </p:spPr>
        <p:txBody>
          <a:bodyPr wrap="square" lIns="0" tIns="0" rIns="0" bIns="0" rtlCol="0" anchor="ctr"/>
          <a:lstStyle/>
          <a:p>
            <a:r>
              <a:rPr lang="en-US" sz="1400" b="1" dirty="0">
                <a:solidFill>
                  <a:srgbClr val="0B2739"/>
                </a:solidFill>
                <a:latin typeface="+mj-lt"/>
              </a:rPr>
              <a:t>Data fabric</a:t>
            </a:r>
            <a:endParaRPr lang="en-US" sz="1400" dirty="0">
              <a:solidFill>
                <a:prstClr val="black"/>
              </a:solidFill>
              <a:latin typeface="+mj-lt"/>
            </a:endParaRPr>
          </a:p>
        </p:txBody>
      </p:sp>
      <p:sp>
        <p:nvSpPr>
          <p:cNvPr id="118" name="Text 38">
            <a:extLst>
              <a:ext uri="{FF2B5EF4-FFF2-40B4-BE49-F238E27FC236}">
                <a16:creationId xmlns:a16="http://schemas.microsoft.com/office/drawing/2014/main" id="{F42208F2-16E1-2777-61B7-56572C81A867}"/>
              </a:ext>
            </a:extLst>
          </p:cNvPr>
          <p:cNvSpPr/>
          <p:nvPr/>
        </p:nvSpPr>
        <p:spPr>
          <a:xfrm>
            <a:off x="5376672" y="4517136"/>
            <a:ext cx="4983480" cy="192024"/>
          </a:xfrm>
          <a:prstGeom prst="rect">
            <a:avLst/>
          </a:prstGeom>
          <a:noFill/>
          <a:ln/>
        </p:spPr>
        <p:txBody>
          <a:bodyPr wrap="square" lIns="0" tIns="0" rIns="0" bIns="0" rtlCol="0" anchor="ctr">
            <a:normAutofit/>
          </a:bodyPr>
          <a:lstStyle/>
          <a:p>
            <a:r>
              <a:rPr lang="en-US" sz="1000" dirty="0">
                <a:solidFill>
                  <a:srgbClr val="596875"/>
                </a:solidFill>
                <a:latin typeface="+mj-lt"/>
              </a:rPr>
              <a:t>APIs, catalogue, quality, lineage, master data and geospatial services</a:t>
            </a:r>
            <a:endParaRPr lang="en-US" sz="1000" dirty="0">
              <a:solidFill>
                <a:prstClr val="black"/>
              </a:solidFill>
              <a:latin typeface="+mj-lt"/>
            </a:endParaRPr>
          </a:p>
        </p:txBody>
      </p:sp>
      <p:sp>
        <p:nvSpPr>
          <p:cNvPr id="119" name="Shape 39">
            <a:extLst>
              <a:ext uri="{FF2B5EF4-FFF2-40B4-BE49-F238E27FC236}">
                <a16:creationId xmlns:a16="http://schemas.microsoft.com/office/drawing/2014/main" id="{7DBEBDBE-B8FC-299B-5508-55211477422A}"/>
              </a:ext>
            </a:extLst>
          </p:cNvPr>
          <p:cNvSpPr/>
          <p:nvPr/>
        </p:nvSpPr>
        <p:spPr>
          <a:xfrm>
            <a:off x="2615184" y="5001768"/>
            <a:ext cx="7863840" cy="530352"/>
          </a:xfrm>
          <a:prstGeom prst="roundRect">
            <a:avLst>
              <a:gd name="adj" fmla="val 10345"/>
            </a:avLst>
          </a:prstGeom>
          <a:solidFill>
            <a:srgbClr val="FFFFFF"/>
          </a:solidFill>
          <a:ln w="17780">
            <a:solidFill>
              <a:srgbClr val="123B5D"/>
            </a:solidFill>
            <a:prstDash val="solid"/>
          </a:ln>
          <a:effectLst>
            <a:outerShdw blurRad="8890" dist="2794" dir="2700000" algn="bl" rotWithShape="0">
              <a:srgbClr val="000000">
                <a:alpha val="7000"/>
              </a:srgbClr>
            </a:outerShdw>
          </a:effectLst>
        </p:spPr>
        <p:txBody>
          <a:bodyPr/>
          <a:lstStyle/>
          <a:p>
            <a:endParaRPr lang="en-IN" sz="2400">
              <a:solidFill>
                <a:prstClr val="black"/>
              </a:solidFill>
              <a:latin typeface="+mj-lt"/>
            </a:endParaRPr>
          </a:p>
        </p:txBody>
      </p:sp>
      <p:sp>
        <p:nvSpPr>
          <p:cNvPr id="120" name="Shape 40">
            <a:extLst>
              <a:ext uri="{FF2B5EF4-FFF2-40B4-BE49-F238E27FC236}">
                <a16:creationId xmlns:a16="http://schemas.microsoft.com/office/drawing/2014/main" id="{03288173-07D8-D3C4-31A2-D8354CF6A113}"/>
              </a:ext>
            </a:extLst>
          </p:cNvPr>
          <p:cNvSpPr/>
          <p:nvPr/>
        </p:nvSpPr>
        <p:spPr>
          <a:xfrm>
            <a:off x="2724912" y="5084064"/>
            <a:ext cx="365760" cy="365760"/>
          </a:xfrm>
          <a:prstGeom prst="roundRect">
            <a:avLst>
              <a:gd name="adj" fmla="val 15000"/>
            </a:avLst>
          </a:prstGeom>
          <a:solidFill>
            <a:srgbClr val="123B5D"/>
          </a:solidFill>
          <a:ln w="12700">
            <a:solidFill>
              <a:srgbClr val="123B5D"/>
            </a:solidFill>
            <a:prstDash val="solid"/>
          </a:ln>
        </p:spPr>
        <p:txBody>
          <a:bodyPr/>
          <a:lstStyle/>
          <a:p>
            <a:endParaRPr lang="en-IN" sz="2400">
              <a:solidFill>
                <a:prstClr val="black"/>
              </a:solidFill>
              <a:latin typeface="+mj-lt"/>
            </a:endParaRPr>
          </a:p>
        </p:txBody>
      </p:sp>
      <p:sp>
        <p:nvSpPr>
          <p:cNvPr id="121" name="Text 41">
            <a:extLst>
              <a:ext uri="{FF2B5EF4-FFF2-40B4-BE49-F238E27FC236}">
                <a16:creationId xmlns:a16="http://schemas.microsoft.com/office/drawing/2014/main" id="{FF380259-D1C5-C9AC-5C1D-60FD5DF97235}"/>
              </a:ext>
            </a:extLst>
          </p:cNvPr>
          <p:cNvSpPr/>
          <p:nvPr/>
        </p:nvSpPr>
        <p:spPr>
          <a:xfrm>
            <a:off x="2724912" y="5184648"/>
            <a:ext cx="365760" cy="109728"/>
          </a:xfrm>
          <a:prstGeom prst="rect">
            <a:avLst/>
          </a:prstGeom>
          <a:noFill/>
          <a:ln/>
        </p:spPr>
        <p:txBody>
          <a:bodyPr wrap="square" lIns="0" tIns="0" rIns="0" bIns="0" rtlCol="0" anchor="ctr"/>
          <a:lstStyle/>
          <a:p>
            <a:pPr algn="ctr"/>
            <a:r>
              <a:rPr lang="en-US" sz="900" b="1" dirty="0">
                <a:solidFill>
                  <a:srgbClr val="FFFFFF"/>
                </a:solidFill>
                <a:latin typeface="+mj-lt"/>
              </a:rPr>
              <a:t>2</a:t>
            </a:r>
            <a:endParaRPr lang="en-US" sz="900" dirty="0">
              <a:solidFill>
                <a:prstClr val="black"/>
              </a:solidFill>
              <a:latin typeface="+mj-lt"/>
            </a:endParaRPr>
          </a:p>
        </p:txBody>
      </p:sp>
      <p:pic>
        <p:nvPicPr>
          <p:cNvPr id="122" name="Image 8" descr="preencoded.png">
            <a:extLst>
              <a:ext uri="{FF2B5EF4-FFF2-40B4-BE49-F238E27FC236}">
                <a16:creationId xmlns:a16="http://schemas.microsoft.com/office/drawing/2014/main" id="{5A25F4F5-AD06-E479-ED0A-2DC035C90C9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236976" y="5157216"/>
            <a:ext cx="219456" cy="219456"/>
          </a:xfrm>
          <a:prstGeom prst="rect">
            <a:avLst/>
          </a:prstGeom>
        </p:spPr>
      </p:pic>
      <p:sp>
        <p:nvSpPr>
          <p:cNvPr id="123" name="Text 42">
            <a:extLst>
              <a:ext uri="{FF2B5EF4-FFF2-40B4-BE49-F238E27FC236}">
                <a16:creationId xmlns:a16="http://schemas.microsoft.com/office/drawing/2014/main" id="{5E11A8FB-DA32-BD8E-1117-60110C71D0D9}"/>
              </a:ext>
            </a:extLst>
          </p:cNvPr>
          <p:cNvSpPr/>
          <p:nvPr/>
        </p:nvSpPr>
        <p:spPr>
          <a:xfrm>
            <a:off x="3547872" y="5120640"/>
            <a:ext cx="1920240" cy="210312"/>
          </a:xfrm>
          <a:prstGeom prst="rect">
            <a:avLst/>
          </a:prstGeom>
          <a:noFill/>
          <a:ln/>
        </p:spPr>
        <p:txBody>
          <a:bodyPr wrap="square" lIns="0" tIns="0" rIns="0" bIns="0" rtlCol="0" anchor="ctr"/>
          <a:lstStyle/>
          <a:p>
            <a:r>
              <a:rPr lang="en-US" sz="1400" b="1" dirty="0">
                <a:solidFill>
                  <a:srgbClr val="0B2739"/>
                </a:solidFill>
                <a:latin typeface="+mj-lt"/>
              </a:rPr>
              <a:t>Platform services</a:t>
            </a:r>
            <a:endParaRPr lang="en-US" sz="1400" dirty="0">
              <a:solidFill>
                <a:prstClr val="black"/>
              </a:solidFill>
              <a:latin typeface="+mj-lt"/>
            </a:endParaRPr>
          </a:p>
        </p:txBody>
      </p:sp>
      <p:sp>
        <p:nvSpPr>
          <p:cNvPr id="124" name="Text 43">
            <a:extLst>
              <a:ext uri="{FF2B5EF4-FFF2-40B4-BE49-F238E27FC236}">
                <a16:creationId xmlns:a16="http://schemas.microsoft.com/office/drawing/2014/main" id="{D12FF714-6E9B-1D72-8344-E939D42B3857}"/>
              </a:ext>
            </a:extLst>
          </p:cNvPr>
          <p:cNvSpPr/>
          <p:nvPr/>
        </p:nvSpPr>
        <p:spPr>
          <a:xfrm>
            <a:off x="5468112" y="5129784"/>
            <a:ext cx="4800600" cy="192024"/>
          </a:xfrm>
          <a:prstGeom prst="rect">
            <a:avLst/>
          </a:prstGeom>
          <a:noFill/>
          <a:ln/>
        </p:spPr>
        <p:txBody>
          <a:bodyPr wrap="square" lIns="0" tIns="0" rIns="0" bIns="0" rtlCol="0" anchor="ctr">
            <a:normAutofit/>
          </a:bodyPr>
          <a:lstStyle/>
          <a:p>
            <a:r>
              <a:rPr lang="en-US" sz="1000" dirty="0">
                <a:solidFill>
                  <a:srgbClr val="596875"/>
                </a:solidFill>
                <a:latin typeface="+mj-lt"/>
              </a:rPr>
              <a:t>Containers, IAM, observability, DevSecOps and databases</a:t>
            </a:r>
            <a:endParaRPr lang="en-US" sz="1000" dirty="0">
              <a:solidFill>
                <a:prstClr val="black"/>
              </a:solidFill>
              <a:latin typeface="+mj-lt"/>
            </a:endParaRPr>
          </a:p>
        </p:txBody>
      </p:sp>
      <p:sp>
        <p:nvSpPr>
          <p:cNvPr id="125" name="Shape 44">
            <a:extLst>
              <a:ext uri="{FF2B5EF4-FFF2-40B4-BE49-F238E27FC236}">
                <a16:creationId xmlns:a16="http://schemas.microsoft.com/office/drawing/2014/main" id="{B7C465D6-910E-4811-D13B-13B6FA69857F}"/>
              </a:ext>
            </a:extLst>
          </p:cNvPr>
          <p:cNvSpPr/>
          <p:nvPr/>
        </p:nvSpPr>
        <p:spPr>
          <a:xfrm>
            <a:off x="2706624" y="5614416"/>
            <a:ext cx="7680960" cy="530352"/>
          </a:xfrm>
          <a:prstGeom prst="roundRect">
            <a:avLst>
              <a:gd name="adj" fmla="val 10345"/>
            </a:avLst>
          </a:prstGeom>
          <a:solidFill>
            <a:srgbClr val="FFFFFF"/>
          </a:solidFill>
          <a:ln w="17780">
            <a:solidFill>
              <a:srgbClr val="0B2739"/>
            </a:solidFill>
            <a:prstDash val="solid"/>
          </a:ln>
          <a:effectLst>
            <a:outerShdw blurRad="8890" dist="2794" dir="2700000" algn="bl" rotWithShape="0">
              <a:srgbClr val="000000">
                <a:alpha val="7000"/>
              </a:srgbClr>
            </a:outerShdw>
          </a:effectLst>
        </p:spPr>
        <p:txBody>
          <a:bodyPr/>
          <a:lstStyle/>
          <a:p>
            <a:endParaRPr lang="en-IN" sz="2400">
              <a:solidFill>
                <a:prstClr val="black"/>
              </a:solidFill>
              <a:latin typeface="+mj-lt"/>
            </a:endParaRPr>
          </a:p>
        </p:txBody>
      </p:sp>
      <p:sp>
        <p:nvSpPr>
          <p:cNvPr id="126" name="Shape 45">
            <a:extLst>
              <a:ext uri="{FF2B5EF4-FFF2-40B4-BE49-F238E27FC236}">
                <a16:creationId xmlns:a16="http://schemas.microsoft.com/office/drawing/2014/main" id="{9685B180-C214-EC46-B5A7-6FA8D3739EAE}"/>
              </a:ext>
            </a:extLst>
          </p:cNvPr>
          <p:cNvSpPr/>
          <p:nvPr/>
        </p:nvSpPr>
        <p:spPr>
          <a:xfrm>
            <a:off x="2816352" y="5696712"/>
            <a:ext cx="365760" cy="365760"/>
          </a:xfrm>
          <a:prstGeom prst="roundRect">
            <a:avLst>
              <a:gd name="adj" fmla="val 15000"/>
            </a:avLst>
          </a:prstGeom>
          <a:solidFill>
            <a:srgbClr val="0B2739"/>
          </a:solidFill>
          <a:ln w="12700">
            <a:solidFill>
              <a:srgbClr val="0B2739"/>
            </a:solidFill>
            <a:prstDash val="solid"/>
          </a:ln>
        </p:spPr>
        <p:txBody>
          <a:bodyPr/>
          <a:lstStyle/>
          <a:p>
            <a:endParaRPr lang="en-IN" sz="2400">
              <a:solidFill>
                <a:prstClr val="black"/>
              </a:solidFill>
              <a:latin typeface="+mj-lt"/>
            </a:endParaRPr>
          </a:p>
        </p:txBody>
      </p:sp>
      <p:sp>
        <p:nvSpPr>
          <p:cNvPr id="127" name="Text 46">
            <a:extLst>
              <a:ext uri="{FF2B5EF4-FFF2-40B4-BE49-F238E27FC236}">
                <a16:creationId xmlns:a16="http://schemas.microsoft.com/office/drawing/2014/main" id="{D5DE89AB-DDF4-F0B4-6581-B26CB2BD2AD6}"/>
              </a:ext>
            </a:extLst>
          </p:cNvPr>
          <p:cNvSpPr/>
          <p:nvPr/>
        </p:nvSpPr>
        <p:spPr>
          <a:xfrm>
            <a:off x="2816352" y="5797296"/>
            <a:ext cx="365760" cy="109728"/>
          </a:xfrm>
          <a:prstGeom prst="rect">
            <a:avLst/>
          </a:prstGeom>
          <a:noFill/>
          <a:ln/>
        </p:spPr>
        <p:txBody>
          <a:bodyPr wrap="square" lIns="0" tIns="0" rIns="0" bIns="0" rtlCol="0" anchor="ctr"/>
          <a:lstStyle/>
          <a:p>
            <a:pPr algn="ctr"/>
            <a:r>
              <a:rPr lang="en-US" sz="900" b="1" dirty="0">
                <a:solidFill>
                  <a:srgbClr val="FFFFFF"/>
                </a:solidFill>
                <a:latin typeface="+mj-lt"/>
              </a:rPr>
              <a:t>1</a:t>
            </a:r>
            <a:endParaRPr lang="en-US" sz="900" dirty="0">
              <a:solidFill>
                <a:prstClr val="black"/>
              </a:solidFill>
              <a:latin typeface="+mj-lt"/>
            </a:endParaRPr>
          </a:p>
        </p:txBody>
      </p:sp>
      <p:pic>
        <p:nvPicPr>
          <p:cNvPr id="192" name="Image 9" descr="preencoded.png">
            <a:extLst>
              <a:ext uri="{FF2B5EF4-FFF2-40B4-BE49-F238E27FC236}">
                <a16:creationId xmlns:a16="http://schemas.microsoft.com/office/drawing/2014/main" id="{CC4CE4AE-CAE8-3AF3-46D4-CA4752D4DB2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328416" y="5769864"/>
            <a:ext cx="219456" cy="219456"/>
          </a:xfrm>
          <a:prstGeom prst="rect">
            <a:avLst/>
          </a:prstGeom>
        </p:spPr>
      </p:pic>
      <p:sp>
        <p:nvSpPr>
          <p:cNvPr id="193" name="Text 47">
            <a:extLst>
              <a:ext uri="{FF2B5EF4-FFF2-40B4-BE49-F238E27FC236}">
                <a16:creationId xmlns:a16="http://schemas.microsoft.com/office/drawing/2014/main" id="{F06415F3-5475-6FA5-6EAA-549D6011A390}"/>
              </a:ext>
            </a:extLst>
          </p:cNvPr>
          <p:cNvSpPr/>
          <p:nvPr/>
        </p:nvSpPr>
        <p:spPr>
          <a:xfrm>
            <a:off x="3639312" y="5733288"/>
            <a:ext cx="1920240" cy="210312"/>
          </a:xfrm>
          <a:prstGeom prst="rect">
            <a:avLst/>
          </a:prstGeom>
          <a:noFill/>
          <a:ln/>
        </p:spPr>
        <p:txBody>
          <a:bodyPr wrap="square" lIns="0" tIns="0" rIns="0" bIns="0" rtlCol="0" anchor="ctr"/>
          <a:lstStyle/>
          <a:p>
            <a:r>
              <a:rPr lang="en-US" sz="1400" b="1" dirty="0">
                <a:solidFill>
                  <a:srgbClr val="0B2739"/>
                </a:solidFill>
                <a:latin typeface="+mj-lt"/>
              </a:rPr>
              <a:t>Infrastructure</a:t>
            </a:r>
            <a:endParaRPr lang="en-US" sz="1400" dirty="0">
              <a:solidFill>
                <a:prstClr val="black"/>
              </a:solidFill>
              <a:latin typeface="+mj-lt"/>
            </a:endParaRPr>
          </a:p>
        </p:txBody>
      </p:sp>
      <p:sp>
        <p:nvSpPr>
          <p:cNvPr id="194" name="Text 48">
            <a:extLst>
              <a:ext uri="{FF2B5EF4-FFF2-40B4-BE49-F238E27FC236}">
                <a16:creationId xmlns:a16="http://schemas.microsoft.com/office/drawing/2014/main" id="{A5A5DD59-1D42-7AEF-055E-B363D9DDFD3C}"/>
              </a:ext>
            </a:extLst>
          </p:cNvPr>
          <p:cNvSpPr/>
          <p:nvPr/>
        </p:nvSpPr>
        <p:spPr>
          <a:xfrm>
            <a:off x="5559552" y="5742432"/>
            <a:ext cx="4617720" cy="192024"/>
          </a:xfrm>
          <a:prstGeom prst="rect">
            <a:avLst/>
          </a:prstGeom>
          <a:noFill/>
          <a:ln/>
        </p:spPr>
        <p:txBody>
          <a:bodyPr wrap="square" lIns="0" tIns="0" rIns="0" bIns="0" rtlCol="0" anchor="ctr">
            <a:normAutofit/>
          </a:bodyPr>
          <a:lstStyle/>
          <a:p>
            <a:r>
              <a:rPr lang="en-US" sz="1000" dirty="0">
                <a:solidFill>
                  <a:srgbClr val="596875"/>
                </a:solidFill>
                <a:latin typeface="+mj-lt"/>
              </a:rPr>
              <a:t>IndiaAI Compute, State Data Centre, network and storage</a:t>
            </a:r>
            <a:endParaRPr lang="en-US" sz="1000" dirty="0">
              <a:solidFill>
                <a:prstClr val="black"/>
              </a:solidFill>
              <a:latin typeface="+mj-lt"/>
            </a:endParaRPr>
          </a:p>
        </p:txBody>
      </p:sp>
      <p:sp>
        <p:nvSpPr>
          <p:cNvPr id="195" name="Shape 49">
            <a:extLst>
              <a:ext uri="{FF2B5EF4-FFF2-40B4-BE49-F238E27FC236}">
                <a16:creationId xmlns:a16="http://schemas.microsoft.com/office/drawing/2014/main" id="{CB99C169-1536-4FA6-EA10-13D1973B43E6}"/>
              </a:ext>
            </a:extLst>
          </p:cNvPr>
          <p:cNvSpPr/>
          <p:nvPr/>
        </p:nvSpPr>
        <p:spPr>
          <a:xfrm>
            <a:off x="1920240" y="3666744"/>
            <a:ext cx="9537192" cy="914"/>
          </a:xfrm>
          <a:prstGeom prst="line">
            <a:avLst/>
          </a:prstGeom>
          <a:noFill/>
          <a:ln w="25400">
            <a:solidFill>
              <a:srgbClr val="86BC25"/>
            </a:solidFill>
            <a:prstDash val="solid"/>
          </a:ln>
        </p:spPr>
        <p:txBody>
          <a:bodyPr/>
          <a:lstStyle/>
          <a:p>
            <a:endParaRPr lang="en-IN" sz="2400">
              <a:solidFill>
                <a:prstClr val="black"/>
              </a:solidFill>
              <a:latin typeface="+mj-lt"/>
            </a:endParaRPr>
          </a:p>
        </p:txBody>
      </p:sp>
      <p:sp>
        <p:nvSpPr>
          <p:cNvPr id="196" name="Shape 50">
            <a:extLst>
              <a:ext uri="{FF2B5EF4-FFF2-40B4-BE49-F238E27FC236}">
                <a16:creationId xmlns:a16="http://schemas.microsoft.com/office/drawing/2014/main" id="{2B931004-669F-01F0-6118-379AB2DC05FA}"/>
              </a:ext>
            </a:extLst>
          </p:cNvPr>
          <p:cNvSpPr/>
          <p:nvPr/>
        </p:nvSpPr>
        <p:spPr>
          <a:xfrm>
            <a:off x="8796528" y="3493008"/>
            <a:ext cx="2423160" cy="329184"/>
          </a:xfrm>
          <a:prstGeom prst="roundRect">
            <a:avLst>
              <a:gd name="adj" fmla="val 50000"/>
            </a:avLst>
          </a:prstGeom>
          <a:solidFill>
            <a:srgbClr val="0B2739"/>
          </a:solidFill>
          <a:ln w="12700">
            <a:solidFill>
              <a:srgbClr val="0B2739"/>
            </a:solidFill>
            <a:prstDash val="solid"/>
          </a:ln>
        </p:spPr>
        <p:txBody>
          <a:bodyPr/>
          <a:lstStyle/>
          <a:p>
            <a:endParaRPr lang="en-IN" sz="2400">
              <a:solidFill>
                <a:prstClr val="black"/>
              </a:solidFill>
              <a:latin typeface="+mj-lt"/>
            </a:endParaRPr>
          </a:p>
        </p:txBody>
      </p:sp>
      <p:sp>
        <p:nvSpPr>
          <p:cNvPr id="197" name="Text 51">
            <a:extLst>
              <a:ext uri="{FF2B5EF4-FFF2-40B4-BE49-F238E27FC236}">
                <a16:creationId xmlns:a16="http://schemas.microsoft.com/office/drawing/2014/main" id="{589844E8-E502-E700-62DB-A0E781399802}"/>
              </a:ext>
            </a:extLst>
          </p:cNvPr>
          <p:cNvSpPr/>
          <p:nvPr/>
        </p:nvSpPr>
        <p:spPr>
          <a:xfrm>
            <a:off x="8979408" y="3593592"/>
            <a:ext cx="2057400" cy="109728"/>
          </a:xfrm>
          <a:prstGeom prst="rect">
            <a:avLst/>
          </a:prstGeom>
          <a:noFill/>
          <a:ln/>
        </p:spPr>
        <p:txBody>
          <a:bodyPr wrap="square" lIns="0" tIns="0" rIns="0" bIns="0" rtlCol="0" anchor="ctr"/>
          <a:lstStyle/>
          <a:p>
            <a:pPr algn="ctr"/>
            <a:r>
              <a:rPr lang="en-US" sz="800" b="1" dirty="0">
                <a:solidFill>
                  <a:srgbClr val="FFFFFF"/>
                </a:solidFill>
                <a:latin typeface="+mj-lt"/>
              </a:rPr>
              <a:t>GOVERNED SERVICE CONTRACT</a:t>
            </a:r>
            <a:endParaRPr lang="en-US" sz="800" dirty="0">
              <a:solidFill>
                <a:prstClr val="black"/>
              </a:solidFill>
              <a:latin typeface="+mj-lt"/>
            </a:endParaRPr>
          </a:p>
        </p:txBody>
      </p:sp>
      <p:sp>
        <p:nvSpPr>
          <p:cNvPr id="198" name="Shape 52">
            <a:extLst>
              <a:ext uri="{FF2B5EF4-FFF2-40B4-BE49-F238E27FC236}">
                <a16:creationId xmlns:a16="http://schemas.microsoft.com/office/drawing/2014/main" id="{69DA31FC-058A-13B5-BCC8-5C32338C509A}"/>
              </a:ext>
            </a:extLst>
          </p:cNvPr>
          <p:cNvSpPr/>
          <p:nvPr/>
        </p:nvSpPr>
        <p:spPr>
          <a:xfrm>
            <a:off x="10844784" y="1335024"/>
            <a:ext cx="914400" cy="1984248"/>
          </a:xfrm>
          <a:prstGeom prst="roundRect">
            <a:avLst>
              <a:gd name="adj" fmla="val 6000"/>
            </a:avLst>
          </a:prstGeom>
          <a:solidFill>
            <a:srgbClr val="0B2739"/>
          </a:solidFill>
          <a:ln w="12700">
            <a:solidFill>
              <a:srgbClr val="0B2739"/>
            </a:solidFill>
            <a:prstDash val="solid"/>
          </a:ln>
        </p:spPr>
        <p:txBody>
          <a:bodyPr/>
          <a:lstStyle/>
          <a:p>
            <a:endParaRPr lang="en-IN" sz="2400">
              <a:solidFill>
                <a:prstClr val="black"/>
              </a:solidFill>
              <a:latin typeface="+mj-lt"/>
            </a:endParaRPr>
          </a:p>
        </p:txBody>
      </p:sp>
      <p:sp>
        <p:nvSpPr>
          <p:cNvPr id="199" name="Text 53">
            <a:extLst>
              <a:ext uri="{FF2B5EF4-FFF2-40B4-BE49-F238E27FC236}">
                <a16:creationId xmlns:a16="http://schemas.microsoft.com/office/drawing/2014/main" id="{E74B9D88-B0BD-C788-60D0-4EAA700A828D}"/>
              </a:ext>
            </a:extLst>
          </p:cNvPr>
          <p:cNvSpPr/>
          <p:nvPr/>
        </p:nvSpPr>
        <p:spPr>
          <a:xfrm rot="16200000">
            <a:off x="10945368" y="1700784"/>
            <a:ext cx="704088" cy="192024"/>
          </a:xfrm>
          <a:prstGeom prst="rect">
            <a:avLst/>
          </a:prstGeom>
          <a:noFill/>
          <a:ln/>
        </p:spPr>
        <p:txBody>
          <a:bodyPr wrap="square" lIns="0" tIns="0" rIns="0" bIns="0" rtlCol="0" anchor="ctr"/>
          <a:lstStyle/>
          <a:p>
            <a:r>
              <a:rPr lang="en-US" sz="900" b="1" dirty="0">
                <a:solidFill>
                  <a:srgbClr val="86BC25"/>
                </a:solidFill>
                <a:latin typeface="+mj-lt"/>
              </a:rPr>
              <a:t>CONFIGURE</a:t>
            </a:r>
            <a:endParaRPr lang="en-US" sz="900" dirty="0">
              <a:solidFill>
                <a:prstClr val="black"/>
              </a:solidFill>
              <a:latin typeface="+mj-lt"/>
            </a:endParaRPr>
          </a:p>
        </p:txBody>
      </p:sp>
      <p:sp>
        <p:nvSpPr>
          <p:cNvPr id="200" name="Text 54">
            <a:extLst>
              <a:ext uri="{FF2B5EF4-FFF2-40B4-BE49-F238E27FC236}">
                <a16:creationId xmlns:a16="http://schemas.microsoft.com/office/drawing/2014/main" id="{F9B0B138-47D6-A2F2-B28D-63FBEB958F01}"/>
              </a:ext>
            </a:extLst>
          </p:cNvPr>
          <p:cNvSpPr/>
          <p:nvPr/>
        </p:nvSpPr>
        <p:spPr>
          <a:xfrm>
            <a:off x="10963656" y="2382012"/>
            <a:ext cx="658368" cy="777240"/>
          </a:xfrm>
          <a:prstGeom prst="rect">
            <a:avLst/>
          </a:prstGeom>
          <a:noFill/>
          <a:ln/>
        </p:spPr>
        <p:txBody>
          <a:bodyPr wrap="square" lIns="0" tIns="0" rIns="0" bIns="0" rtlCol="0" anchor="ctr">
            <a:noAutofit/>
          </a:bodyPr>
          <a:lstStyle/>
          <a:p>
            <a:pPr algn="ctr"/>
            <a:r>
              <a:rPr lang="en-US" sz="800" dirty="0">
                <a:solidFill>
                  <a:srgbClr val="FFFFFF"/>
                </a:solidFill>
                <a:latin typeface="+mj-lt"/>
              </a:rPr>
              <a:t>Domain-specific</a:t>
            </a:r>
            <a:endParaRPr lang="en-US" sz="800" dirty="0">
              <a:solidFill>
                <a:prstClr val="black"/>
              </a:solidFill>
              <a:latin typeface="+mj-lt"/>
            </a:endParaRPr>
          </a:p>
          <a:p>
            <a:pPr algn="ctr"/>
            <a:r>
              <a:rPr lang="en-US" sz="800" dirty="0">
                <a:solidFill>
                  <a:srgbClr val="FFFFFF"/>
                </a:solidFill>
                <a:latin typeface="+mj-lt"/>
              </a:rPr>
              <a:t>data + rules +</a:t>
            </a:r>
            <a:endParaRPr lang="en-US" sz="800" dirty="0">
              <a:solidFill>
                <a:prstClr val="black"/>
              </a:solidFill>
              <a:latin typeface="+mj-lt"/>
            </a:endParaRPr>
          </a:p>
          <a:p>
            <a:pPr algn="ctr"/>
            <a:r>
              <a:rPr lang="en-US" sz="800" dirty="0">
                <a:solidFill>
                  <a:srgbClr val="FFFFFF"/>
                </a:solidFill>
                <a:latin typeface="+mj-lt"/>
              </a:rPr>
              <a:t>workflow + UX</a:t>
            </a:r>
            <a:endParaRPr lang="en-US" sz="800" dirty="0">
              <a:solidFill>
                <a:prstClr val="black"/>
              </a:solidFill>
              <a:latin typeface="+mj-lt"/>
            </a:endParaRPr>
          </a:p>
        </p:txBody>
      </p:sp>
      <p:sp>
        <p:nvSpPr>
          <p:cNvPr id="201" name="Shape 55">
            <a:extLst>
              <a:ext uri="{FF2B5EF4-FFF2-40B4-BE49-F238E27FC236}">
                <a16:creationId xmlns:a16="http://schemas.microsoft.com/office/drawing/2014/main" id="{27B3BAC1-6905-838C-763F-A257A8DA02D6}"/>
              </a:ext>
            </a:extLst>
          </p:cNvPr>
          <p:cNvSpPr/>
          <p:nvPr/>
        </p:nvSpPr>
        <p:spPr>
          <a:xfrm>
            <a:off x="10844784" y="4050792"/>
            <a:ext cx="914400" cy="1947672"/>
          </a:xfrm>
          <a:prstGeom prst="roundRect">
            <a:avLst>
              <a:gd name="adj" fmla="val 6000"/>
            </a:avLst>
          </a:prstGeom>
          <a:solidFill>
            <a:srgbClr val="EBF5F8"/>
          </a:solidFill>
          <a:ln w="12700">
            <a:solidFill>
              <a:srgbClr val="007CB0"/>
            </a:solidFill>
            <a:prstDash val="solid"/>
          </a:ln>
        </p:spPr>
        <p:txBody>
          <a:bodyPr/>
          <a:lstStyle/>
          <a:p>
            <a:endParaRPr lang="en-IN" sz="2400">
              <a:solidFill>
                <a:prstClr val="black"/>
              </a:solidFill>
              <a:latin typeface="+mj-lt"/>
            </a:endParaRPr>
          </a:p>
        </p:txBody>
      </p:sp>
      <p:sp>
        <p:nvSpPr>
          <p:cNvPr id="202" name="Text 56">
            <a:extLst>
              <a:ext uri="{FF2B5EF4-FFF2-40B4-BE49-F238E27FC236}">
                <a16:creationId xmlns:a16="http://schemas.microsoft.com/office/drawing/2014/main" id="{6872605E-AEC4-C4E3-5C01-6621D36DFEB3}"/>
              </a:ext>
            </a:extLst>
          </p:cNvPr>
          <p:cNvSpPr/>
          <p:nvPr/>
        </p:nvSpPr>
        <p:spPr>
          <a:xfrm rot="16200000">
            <a:off x="11032236" y="4347972"/>
            <a:ext cx="534924" cy="187452"/>
          </a:xfrm>
          <a:prstGeom prst="rect">
            <a:avLst/>
          </a:prstGeom>
          <a:noFill/>
          <a:ln/>
        </p:spPr>
        <p:txBody>
          <a:bodyPr wrap="square" lIns="0" tIns="0" rIns="0" bIns="0" rtlCol="0" anchor="ctr"/>
          <a:lstStyle/>
          <a:p>
            <a:r>
              <a:rPr lang="en-US" sz="900" b="1" dirty="0">
                <a:solidFill>
                  <a:srgbClr val="007CB0"/>
                </a:solidFill>
                <a:latin typeface="+mj-lt"/>
              </a:rPr>
              <a:t>REUSE</a:t>
            </a:r>
            <a:endParaRPr lang="en-US" sz="900" dirty="0">
              <a:solidFill>
                <a:prstClr val="black"/>
              </a:solidFill>
              <a:latin typeface="+mj-lt"/>
            </a:endParaRPr>
          </a:p>
        </p:txBody>
      </p:sp>
      <p:sp>
        <p:nvSpPr>
          <p:cNvPr id="203" name="Text 57">
            <a:extLst>
              <a:ext uri="{FF2B5EF4-FFF2-40B4-BE49-F238E27FC236}">
                <a16:creationId xmlns:a16="http://schemas.microsoft.com/office/drawing/2014/main" id="{C21480C0-B4DF-7FDC-6C19-0F6C11C2E30D}"/>
              </a:ext>
            </a:extLst>
          </p:cNvPr>
          <p:cNvSpPr/>
          <p:nvPr/>
        </p:nvSpPr>
        <p:spPr>
          <a:xfrm>
            <a:off x="10972800" y="5001768"/>
            <a:ext cx="658368" cy="658368"/>
          </a:xfrm>
          <a:prstGeom prst="rect">
            <a:avLst/>
          </a:prstGeom>
          <a:noFill/>
          <a:ln/>
        </p:spPr>
        <p:txBody>
          <a:bodyPr wrap="square" lIns="0" tIns="0" rIns="0" bIns="0" rtlCol="0" anchor="ctr">
            <a:noAutofit/>
          </a:bodyPr>
          <a:lstStyle/>
          <a:p>
            <a:pPr algn="ctr"/>
            <a:r>
              <a:rPr lang="en-US" sz="800" dirty="0">
                <a:solidFill>
                  <a:srgbClr val="123B5D"/>
                </a:solidFill>
                <a:latin typeface="+mj-lt"/>
              </a:rPr>
              <a:t>Common data,</a:t>
            </a:r>
            <a:endParaRPr lang="en-US" sz="800" dirty="0">
              <a:solidFill>
                <a:prstClr val="black"/>
              </a:solidFill>
              <a:latin typeface="+mj-lt"/>
            </a:endParaRPr>
          </a:p>
          <a:p>
            <a:pPr algn="ctr"/>
            <a:r>
              <a:rPr lang="en-US" sz="800" dirty="0">
                <a:solidFill>
                  <a:srgbClr val="123B5D"/>
                </a:solidFill>
                <a:latin typeface="+mj-lt"/>
              </a:rPr>
              <a:t>AI, security and</a:t>
            </a:r>
            <a:endParaRPr lang="en-US" sz="800" dirty="0">
              <a:solidFill>
                <a:prstClr val="black"/>
              </a:solidFill>
              <a:latin typeface="+mj-lt"/>
            </a:endParaRPr>
          </a:p>
          <a:p>
            <a:pPr algn="ctr"/>
            <a:r>
              <a:rPr lang="en-US" sz="800" dirty="0">
                <a:solidFill>
                  <a:srgbClr val="123B5D"/>
                </a:solidFill>
                <a:latin typeface="+mj-lt"/>
              </a:rPr>
              <a:t>operations</a:t>
            </a:r>
            <a:endParaRPr lang="en-US" sz="800" dirty="0">
              <a:solidFill>
                <a:prstClr val="black"/>
              </a:solidFill>
              <a:latin typeface="+mj-lt"/>
            </a:endParaRPr>
          </a:p>
        </p:txBody>
      </p:sp>
      <p:sp>
        <p:nvSpPr>
          <p:cNvPr id="204" name="Text 58">
            <a:extLst>
              <a:ext uri="{FF2B5EF4-FFF2-40B4-BE49-F238E27FC236}">
                <a16:creationId xmlns:a16="http://schemas.microsoft.com/office/drawing/2014/main" id="{267FEEF1-2ACD-0A41-EE9F-530AD7F22D12}"/>
              </a:ext>
            </a:extLst>
          </p:cNvPr>
          <p:cNvSpPr/>
          <p:nvPr/>
        </p:nvSpPr>
        <p:spPr>
          <a:xfrm>
            <a:off x="585216" y="6190488"/>
            <a:ext cx="1051560" cy="164592"/>
          </a:xfrm>
          <a:prstGeom prst="rect">
            <a:avLst/>
          </a:prstGeom>
          <a:noFill/>
          <a:ln/>
        </p:spPr>
        <p:txBody>
          <a:bodyPr wrap="square" lIns="0" tIns="0" rIns="0" bIns="0" rtlCol="0" anchor="ctr"/>
          <a:lstStyle/>
          <a:p>
            <a:r>
              <a:rPr lang="en-US" sz="900" b="1" dirty="0">
                <a:solidFill>
                  <a:srgbClr val="43B02A"/>
                </a:solidFill>
                <a:latin typeface="+mj-lt"/>
              </a:rPr>
              <a:t>Design outcome</a:t>
            </a:r>
            <a:endParaRPr lang="en-US" sz="900" dirty="0">
              <a:solidFill>
                <a:prstClr val="black"/>
              </a:solidFill>
              <a:latin typeface="+mj-lt"/>
            </a:endParaRPr>
          </a:p>
        </p:txBody>
      </p:sp>
      <p:sp>
        <p:nvSpPr>
          <p:cNvPr id="205" name="Text 59">
            <a:extLst>
              <a:ext uri="{FF2B5EF4-FFF2-40B4-BE49-F238E27FC236}">
                <a16:creationId xmlns:a16="http://schemas.microsoft.com/office/drawing/2014/main" id="{27B9C506-1A1C-2E7C-4B7D-48BFF3FC0B98}"/>
              </a:ext>
            </a:extLst>
          </p:cNvPr>
          <p:cNvSpPr/>
          <p:nvPr/>
        </p:nvSpPr>
        <p:spPr>
          <a:xfrm>
            <a:off x="1600200" y="6144768"/>
            <a:ext cx="9729216" cy="246888"/>
          </a:xfrm>
          <a:prstGeom prst="rect">
            <a:avLst/>
          </a:prstGeom>
          <a:noFill/>
          <a:ln/>
        </p:spPr>
        <p:txBody>
          <a:bodyPr wrap="square" lIns="0" tIns="0" rIns="0" bIns="0" rtlCol="0" anchor="ctr">
            <a:normAutofit/>
          </a:bodyPr>
          <a:lstStyle/>
          <a:p>
            <a:pPr algn="ctr"/>
            <a:r>
              <a:rPr lang="en-US" sz="1100" b="1" dirty="0">
                <a:solidFill>
                  <a:srgbClr val="0B2739"/>
                </a:solidFill>
                <a:latin typeface="+mj-lt"/>
              </a:rPr>
              <a:t>Departments innovate independently while consuming one secure, observable, and economically optimized State platform.</a:t>
            </a:r>
            <a:endParaRPr lang="en-US" sz="1100" dirty="0">
              <a:solidFill>
                <a:prstClr val="black"/>
              </a:solidFill>
              <a:latin typeface="+mj-lt"/>
            </a:endParaRPr>
          </a:p>
        </p:txBody>
      </p:sp>
    </p:spTree>
    <p:extLst>
      <p:ext uri="{BB962C8B-B14F-4D97-AF65-F5344CB8AC3E}">
        <p14:creationId xmlns:p14="http://schemas.microsoft.com/office/powerpoint/2010/main" val="63913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71F35-385B-0F31-550B-AC8DDA27F88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0728335-835C-078B-1184-AF758AE42736}"/>
              </a:ext>
            </a:extLst>
          </p:cNvPr>
          <p:cNvSpPr txBox="1"/>
          <p:nvPr/>
        </p:nvSpPr>
        <p:spPr>
          <a:xfrm>
            <a:off x="190499" y="90855"/>
            <a:ext cx="8562975" cy="400110"/>
          </a:xfrm>
          <a:prstGeom prst="rect">
            <a:avLst/>
          </a:prstGeom>
          <a:noFill/>
        </p:spPr>
        <p:txBody>
          <a:bodyPr wrap="square">
            <a:spAutoFit/>
          </a:bodyPr>
          <a:lstStyle/>
          <a:p>
            <a:r>
              <a:rPr lang="en-US" sz="2000" b="1" dirty="0">
                <a:solidFill>
                  <a:srgbClr val="0B2739"/>
                </a:solidFill>
                <a:latin typeface="+mj-lt"/>
              </a:rPr>
              <a:t>AI Spine: one common State capability, reused by every department</a:t>
            </a:r>
            <a:endParaRPr lang="en-US" sz="2000" dirty="0">
              <a:latin typeface="+mj-lt"/>
            </a:endParaRPr>
          </a:p>
        </p:txBody>
      </p:sp>
      <p:grpSp>
        <p:nvGrpSpPr>
          <p:cNvPr id="3" name="Group 2">
            <a:extLst>
              <a:ext uri="{FF2B5EF4-FFF2-40B4-BE49-F238E27FC236}">
                <a16:creationId xmlns:a16="http://schemas.microsoft.com/office/drawing/2014/main" id="{9A105650-033F-56DB-CAD8-FADCD9DFA172}"/>
              </a:ext>
            </a:extLst>
          </p:cNvPr>
          <p:cNvGrpSpPr/>
          <p:nvPr/>
        </p:nvGrpSpPr>
        <p:grpSpPr>
          <a:xfrm>
            <a:off x="0" y="480460"/>
            <a:ext cx="5752976" cy="151621"/>
            <a:chOff x="0" y="786578"/>
            <a:chExt cx="5752976" cy="151621"/>
          </a:xfrm>
        </p:grpSpPr>
        <p:cxnSp>
          <p:nvCxnSpPr>
            <p:cNvPr id="5" name="Straight Connector 4">
              <a:extLst>
                <a:ext uri="{FF2B5EF4-FFF2-40B4-BE49-F238E27FC236}">
                  <a16:creationId xmlns:a16="http://schemas.microsoft.com/office/drawing/2014/main" id="{7ACE9229-AE46-83A7-5C3F-19EE655DEA02}"/>
                </a:ext>
              </a:extLst>
            </p:cNvPr>
            <p:cNvCxnSpPr>
              <a:cxnSpLocks/>
            </p:cNvCxnSpPr>
            <p:nvPr/>
          </p:nvCxnSpPr>
          <p:spPr>
            <a:xfrm>
              <a:off x="0" y="862388"/>
              <a:ext cx="5673213" cy="0"/>
            </a:xfrm>
            <a:prstGeom prst="line">
              <a:avLst/>
            </a:prstGeom>
            <a:ln>
              <a:solidFill>
                <a:srgbClr val="92D050"/>
              </a:solidFill>
            </a:ln>
          </p:spPr>
          <p:style>
            <a:lnRef idx="2">
              <a:schemeClr val="accent1"/>
            </a:lnRef>
            <a:fillRef idx="0">
              <a:schemeClr val="accent1"/>
            </a:fillRef>
            <a:effectRef idx="1">
              <a:schemeClr val="accent1"/>
            </a:effectRef>
            <a:fontRef idx="minor">
              <a:schemeClr val="tx1"/>
            </a:fontRef>
          </p:style>
        </p:cxnSp>
        <p:sp>
          <p:nvSpPr>
            <p:cNvPr id="6" name="Diamond 5">
              <a:extLst>
                <a:ext uri="{FF2B5EF4-FFF2-40B4-BE49-F238E27FC236}">
                  <a16:creationId xmlns:a16="http://schemas.microsoft.com/office/drawing/2014/main" id="{9823BAE0-2106-0B6E-FF86-93847253D5DF}"/>
                </a:ext>
              </a:extLst>
            </p:cNvPr>
            <p:cNvSpPr/>
            <p:nvPr/>
          </p:nvSpPr>
          <p:spPr>
            <a:xfrm>
              <a:off x="5661536" y="786578"/>
              <a:ext cx="91440" cy="151621"/>
            </a:xfrm>
            <a:prstGeom prst="diamond">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grpSp>
      <p:sp>
        <p:nvSpPr>
          <p:cNvPr id="287" name="Text 2">
            <a:extLst>
              <a:ext uri="{FF2B5EF4-FFF2-40B4-BE49-F238E27FC236}">
                <a16:creationId xmlns:a16="http://schemas.microsoft.com/office/drawing/2014/main" id="{A093095D-5890-18FB-C50D-DAAED70BDFDB}"/>
              </a:ext>
            </a:extLst>
          </p:cNvPr>
          <p:cNvSpPr/>
          <p:nvPr/>
        </p:nvSpPr>
        <p:spPr>
          <a:xfrm>
            <a:off x="232533" y="632697"/>
            <a:ext cx="10881360" cy="246888"/>
          </a:xfrm>
          <a:prstGeom prst="rect">
            <a:avLst/>
          </a:prstGeom>
          <a:noFill/>
          <a:ln/>
        </p:spPr>
        <p:txBody>
          <a:bodyPr wrap="square" lIns="0" tIns="0" rIns="0" bIns="0" rtlCol="0" anchor="ctr"/>
          <a:lstStyle/>
          <a:p>
            <a:r>
              <a:rPr lang="en-US" sz="1020" dirty="0">
                <a:solidFill>
                  <a:srgbClr val="596875"/>
                </a:solidFill>
                <a:latin typeface="+mj-lt"/>
              </a:rPr>
              <a:t>Seven governed service domains provide the reusable foundation for Department Brains, applications and workflows</a:t>
            </a:r>
            <a:endParaRPr lang="en-US" sz="1020" dirty="0">
              <a:solidFill>
                <a:prstClr val="black"/>
              </a:solidFill>
              <a:latin typeface="+mj-lt"/>
            </a:endParaRPr>
          </a:p>
        </p:txBody>
      </p:sp>
      <p:sp>
        <p:nvSpPr>
          <p:cNvPr id="288" name="Shape 3">
            <a:extLst>
              <a:ext uri="{FF2B5EF4-FFF2-40B4-BE49-F238E27FC236}">
                <a16:creationId xmlns:a16="http://schemas.microsoft.com/office/drawing/2014/main" id="{264DF61B-0026-1691-6A33-D32539F479E2}"/>
              </a:ext>
            </a:extLst>
          </p:cNvPr>
          <p:cNvSpPr/>
          <p:nvPr/>
        </p:nvSpPr>
        <p:spPr>
          <a:xfrm>
            <a:off x="4169664" y="1243584"/>
            <a:ext cx="3858768" cy="713232"/>
          </a:xfrm>
          <a:prstGeom prst="roundRect">
            <a:avLst>
              <a:gd name="adj" fmla="val 14103"/>
            </a:avLst>
          </a:prstGeom>
          <a:solidFill>
            <a:srgbClr val="0B2739"/>
          </a:solidFill>
          <a:ln w="12700">
            <a:solidFill>
              <a:srgbClr val="0B2739"/>
            </a:solidFill>
            <a:prstDash val="solid"/>
          </a:ln>
          <a:effectLst>
            <a:outerShdw blurRad="12700" dist="4445" dir="2700000" algn="bl" rotWithShape="0">
              <a:srgbClr val="000000">
                <a:alpha val="12000"/>
              </a:srgbClr>
            </a:outerShdw>
          </a:effectLst>
        </p:spPr>
        <p:txBody>
          <a:bodyPr/>
          <a:lstStyle/>
          <a:p>
            <a:endParaRPr lang="en-IN">
              <a:solidFill>
                <a:prstClr val="black"/>
              </a:solidFill>
              <a:latin typeface="+mj-lt"/>
            </a:endParaRPr>
          </a:p>
        </p:txBody>
      </p:sp>
      <p:pic>
        <p:nvPicPr>
          <p:cNvPr id="289" name="Image 0" descr="preencoded.png">
            <a:extLst>
              <a:ext uri="{FF2B5EF4-FFF2-40B4-BE49-F238E27FC236}">
                <a16:creationId xmlns:a16="http://schemas.microsoft.com/office/drawing/2014/main" id="{079C4D09-CDF9-987E-5308-3BE920004FC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462272" y="1435608"/>
            <a:ext cx="310896" cy="310896"/>
          </a:xfrm>
          <a:prstGeom prst="rect">
            <a:avLst/>
          </a:prstGeom>
        </p:spPr>
      </p:pic>
      <p:sp>
        <p:nvSpPr>
          <p:cNvPr id="290" name="Text 4">
            <a:extLst>
              <a:ext uri="{FF2B5EF4-FFF2-40B4-BE49-F238E27FC236}">
                <a16:creationId xmlns:a16="http://schemas.microsoft.com/office/drawing/2014/main" id="{7036CB8F-A620-5930-B363-3A0D0D9A68B4}"/>
              </a:ext>
            </a:extLst>
          </p:cNvPr>
          <p:cNvSpPr/>
          <p:nvPr/>
        </p:nvSpPr>
        <p:spPr>
          <a:xfrm>
            <a:off x="4919472" y="1389888"/>
            <a:ext cx="2331720" cy="219456"/>
          </a:xfrm>
          <a:prstGeom prst="rect">
            <a:avLst/>
          </a:prstGeom>
          <a:noFill/>
          <a:ln/>
        </p:spPr>
        <p:txBody>
          <a:bodyPr wrap="square" lIns="0" tIns="0" rIns="0" bIns="0" rtlCol="0" anchor="ctr"/>
          <a:lstStyle/>
          <a:p>
            <a:pPr algn="ctr"/>
            <a:r>
              <a:rPr lang="en-US" sz="1700" b="1" dirty="0">
                <a:solidFill>
                  <a:srgbClr val="FFFFFF"/>
                </a:solidFill>
                <a:latin typeface="+mj-lt"/>
              </a:rPr>
              <a:t>STATE AI SPINE</a:t>
            </a:r>
            <a:endParaRPr lang="en-US" sz="1700" dirty="0">
              <a:solidFill>
                <a:prstClr val="black"/>
              </a:solidFill>
              <a:latin typeface="+mj-lt"/>
            </a:endParaRPr>
          </a:p>
        </p:txBody>
      </p:sp>
      <p:sp>
        <p:nvSpPr>
          <p:cNvPr id="291" name="Text 5">
            <a:extLst>
              <a:ext uri="{FF2B5EF4-FFF2-40B4-BE49-F238E27FC236}">
                <a16:creationId xmlns:a16="http://schemas.microsoft.com/office/drawing/2014/main" id="{9C9C4B4A-200E-B285-DC78-9894E0C0D170}"/>
              </a:ext>
            </a:extLst>
          </p:cNvPr>
          <p:cNvSpPr/>
          <p:nvPr/>
        </p:nvSpPr>
        <p:spPr>
          <a:xfrm>
            <a:off x="4919472" y="1664208"/>
            <a:ext cx="2331720" cy="118872"/>
          </a:xfrm>
          <a:prstGeom prst="rect">
            <a:avLst/>
          </a:prstGeom>
          <a:noFill/>
          <a:ln/>
        </p:spPr>
        <p:txBody>
          <a:bodyPr wrap="square" lIns="0" tIns="0" rIns="0" bIns="0" rtlCol="0" anchor="ctr"/>
          <a:lstStyle/>
          <a:p>
            <a:pPr algn="ctr"/>
            <a:r>
              <a:rPr lang="en-US" sz="670" b="1" dirty="0">
                <a:solidFill>
                  <a:srgbClr val="CFE0E7"/>
                </a:solidFill>
                <a:latin typeface="+mj-lt"/>
              </a:rPr>
              <a:t>Shared • secure • observable • reusable</a:t>
            </a:r>
            <a:endParaRPr lang="en-US" sz="670" dirty="0">
              <a:solidFill>
                <a:prstClr val="black"/>
              </a:solidFill>
              <a:latin typeface="+mj-lt"/>
            </a:endParaRPr>
          </a:p>
        </p:txBody>
      </p:sp>
      <p:sp>
        <p:nvSpPr>
          <p:cNvPr id="292" name="Shape 6">
            <a:extLst>
              <a:ext uri="{FF2B5EF4-FFF2-40B4-BE49-F238E27FC236}">
                <a16:creationId xmlns:a16="http://schemas.microsoft.com/office/drawing/2014/main" id="{8406F1C2-1DA9-1145-3EFD-16D9E8688720}"/>
              </a:ext>
            </a:extLst>
          </p:cNvPr>
          <p:cNvSpPr/>
          <p:nvPr/>
        </p:nvSpPr>
        <p:spPr>
          <a:xfrm>
            <a:off x="612648" y="2221992"/>
            <a:ext cx="2578608" cy="1143000"/>
          </a:xfrm>
          <a:prstGeom prst="roundRect">
            <a:avLst>
              <a:gd name="adj" fmla="val 7200"/>
            </a:avLst>
          </a:prstGeom>
          <a:solidFill>
            <a:srgbClr val="FFFFFF"/>
          </a:solidFill>
          <a:ln w="12700">
            <a:solidFill>
              <a:srgbClr val="D8E2E7"/>
            </a:solidFill>
            <a:prstDash val="solid"/>
          </a:ln>
          <a:effectLst>
            <a:outerShdw blurRad="10160" dist="3302" dir="2700000" algn="bl" rotWithShape="0">
              <a:srgbClr val="000000">
                <a:alpha val="9000"/>
              </a:srgbClr>
            </a:outerShdw>
          </a:effectLst>
        </p:spPr>
        <p:txBody>
          <a:bodyPr/>
          <a:lstStyle/>
          <a:p>
            <a:endParaRPr lang="en-IN">
              <a:solidFill>
                <a:prstClr val="black"/>
              </a:solidFill>
              <a:latin typeface="+mj-lt"/>
            </a:endParaRPr>
          </a:p>
        </p:txBody>
      </p:sp>
      <p:sp>
        <p:nvSpPr>
          <p:cNvPr id="293" name="Shape 7">
            <a:extLst>
              <a:ext uri="{FF2B5EF4-FFF2-40B4-BE49-F238E27FC236}">
                <a16:creationId xmlns:a16="http://schemas.microsoft.com/office/drawing/2014/main" id="{1F5638A1-1493-CB79-E76D-99E99058B650}"/>
              </a:ext>
            </a:extLst>
          </p:cNvPr>
          <p:cNvSpPr/>
          <p:nvPr/>
        </p:nvSpPr>
        <p:spPr>
          <a:xfrm>
            <a:off x="612648" y="2221992"/>
            <a:ext cx="73152" cy="1143000"/>
          </a:xfrm>
          <a:prstGeom prst="rect">
            <a:avLst/>
          </a:prstGeom>
          <a:solidFill>
            <a:srgbClr val="43B02A"/>
          </a:solidFill>
          <a:ln w="12700">
            <a:solidFill>
              <a:srgbClr val="43B02A"/>
            </a:solidFill>
            <a:prstDash val="solid"/>
          </a:ln>
        </p:spPr>
        <p:txBody>
          <a:bodyPr/>
          <a:lstStyle/>
          <a:p>
            <a:endParaRPr lang="en-IN">
              <a:solidFill>
                <a:prstClr val="black"/>
              </a:solidFill>
              <a:latin typeface="+mj-lt"/>
            </a:endParaRPr>
          </a:p>
        </p:txBody>
      </p:sp>
      <p:sp>
        <p:nvSpPr>
          <p:cNvPr id="294" name="Shape 8">
            <a:extLst>
              <a:ext uri="{FF2B5EF4-FFF2-40B4-BE49-F238E27FC236}">
                <a16:creationId xmlns:a16="http://schemas.microsoft.com/office/drawing/2014/main" id="{01689CB7-C360-1E39-33F1-255F7CB6C30D}"/>
              </a:ext>
            </a:extLst>
          </p:cNvPr>
          <p:cNvSpPr/>
          <p:nvPr/>
        </p:nvSpPr>
        <p:spPr>
          <a:xfrm>
            <a:off x="795528" y="2404872"/>
            <a:ext cx="512064" cy="512064"/>
          </a:xfrm>
          <a:prstGeom prst="ellipse">
            <a:avLst/>
          </a:prstGeom>
          <a:solidFill>
            <a:srgbClr val="43B02A"/>
          </a:solidFill>
          <a:ln w="12700">
            <a:solidFill>
              <a:srgbClr val="43B02A"/>
            </a:solidFill>
            <a:prstDash val="solid"/>
          </a:ln>
        </p:spPr>
        <p:txBody>
          <a:bodyPr/>
          <a:lstStyle/>
          <a:p>
            <a:endParaRPr lang="en-IN">
              <a:solidFill>
                <a:prstClr val="black"/>
              </a:solidFill>
              <a:latin typeface="+mj-lt"/>
            </a:endParaRPr>
          </a:p>
        </p:txBody>
      </p:sp>
      <p:pic>
        <p:nvPicPr>
          <p:cNvPr id="295" name="Image 1" descr="preencoded.png">
            <a:extLst>
              <a:ext uri="{FF2B5EF4-FFF2-40B4-BE49-F238E27FC236}">
                <a16:creationId xmlns:a16="http://schemas.microsoft.com/office/drawing/2014/main" id="{0A98515B-B375-A7C9-4A07-EFA04A606C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0976" y="2560320"/>
            <a:ext cx="201168" cy="201168"/>
          </a:xfrm>
          <a:prstGeom prst="rect">
            <a:avLst/>
          </a:prstGeom>
        </p:spPr>
      </p:pic>
      <p:sp>
        <p:nvSpPr>
          <p:cNvPr id="296" name="Text 9">
            <a:extLst>
              <a:ext uri="{FF2B5EF4-FFF2-40B4-BE49-F238E27FC236}">
                <a16:creationId xmlns:a16="http://schemas.microsoft.com/office/drawing/2014/main" id="{D0626683-217E-EB36-BACE-3ABB7688F772}"/>
              </a:ext>
            </a:extLst>
          </p:cNvPr>
          <p:cNvSpPr/>
          <p:nvPr/>
        </p:nvSpPr>
        <p:spPr>
          <a:xfrm>
            <a:off x="1453896" y="2386584"/>
            <a:ext cx="1499616" cy="274320"/>
          </a:xfrm>
          <a:prstGeom prst="rect">
            <a:avLst/>
          </a:prstGeom>
          <a:noFill/>
          <a:ln/>
        </p:spPr>
        <p:txBody>
          <a:bodyPr wrap="square" lIns="0" tIns="0" rIns="0" bIns="0" rtlCol="0" anchor="ctr">
            <a:normAutofit/>
          </a:bodyPr>
          <a:lstStyle/>
          <a:p>
            <a:r>
              <a:rPr lang="en-US" sz="1250" b="1" dirty="0">
                <a:solidFill>
                  <a:srgbClr val="0B2739"/>
                </a:solidFill>
                <a:latin typeface="+mj-lt"/>
              </a:rPr>
              <a:t>Data &amp; integration</a:t>
            </a:r>
            <a:endParaRPr lang="en-US" sz="1250" dirty="0">
              <a:solidFill>
                <a:prstClr val="black"/>
              </a:solidFill>
              <a:latin typeface="+mj-lt"/>
            </a:endParaRPr>
          </a:p>
        </p:txBody>
      </p:sp>
      <p:sp>
        <p:nvSpPr>
          <p:cNvPr id="297" name="Text 10">
            <a:extLst>
              <a:ext uri="{FF2B5EF4-FFF2-40B4-BE49-F238E27FC236}">
                <a16:creationId xmlns:a16="http://schemas.microsoft.com/office/drawing/2014/main" id="{660739C2-2BCB-7FAB-F7EE-8D644F999B62}"/>
              </a:ext>
            </a:extLst>
          </p:cNvPr>
          <p:cNvSpPr/>
          <p:nvPr/>
        </p:nvSpPr>
        <p:spPr>
          <a:xfrm>
            <a:off x="832104" y="2953512"/>
            <a:ext cx="2139696" cy="228600"/>
          </a:xfrm>
          <a:prstGeom prst="rect">
            <a:avLst/>
          </a:prstGeom>
          <a:noFill/>
          <a:ln/>
        </p:spPr>
        <p:txBody>
          <a:bodyPr wrap="square" lIns="0" tIns="0" rIns="0" bIns="0" rtlCol="0" anchor="ctr">
            <a:normAutofit lnSpcReduction="10000"/>
          </a:bodyPr>
          <a:lstStyle/>
          <a:p>
            <a:r>
              <a:rPr lang="en-US" sz="760" dirty="0">
                <a:solidFill>
                  <a:srgbClr val="596875"/>
                </a:solidFill>
                <a:latin typeface="+mj-lt"/>
              </a:rPr>
              <a:t>APIs, batch and streaming ingestion, MDM, metadata, quality, lineage and geospatial services.</a:t>
            </a:r>
            <a:endParaRPr lang="en-US" sz="760" dirty="0">
              <a:solidFill>
                <a:prstClr val="black"/>
              </a:solidFill>
              <a:latin typeface="+mj-lt"/>
            </a:endParaRPr>
          </a:p>
        </p:txBody>
      </p:sp>
      <p:sp>
        <p:nvSpPr>
          <p:cNvPr id="298" name="Shape 11">
            <a:extLst>
              <a:ext uri="{FF2B5EF4-FFF2-40B4-BE49-F238E27FC236}">
                <a16:creationId xmlns:a16="http://schemas.microsoft.com/office/drawing/2014/main" id="{A206BED0-63E1-F446-7F91-E1D2BAA48CCE}"/>
              </a:ext>
            </a:extLst>
          </p:cNvPr>
          <p:cNvSpPr/>
          <p:nvPr/>
        </p:nvSpPr>
        <p:spPr>
          <a:xfrm>
            <a:off x="3483864" y="2221992"/>
            <a:ext cx="2578608" cy="1143000"/>
          </a:xfrm>
          <a:prstGeom prst="roundRect">
            <a:avLst>
              <a:gd name="adj" fmla="val 7200"/>
            </a:avLst>
          </a:prstGeom>
          <a:solidFill>
            <a:srgbClr val="FFFFFF"/>
          </a:solidFill>
          <a:ln w="12700">
            <a:solidFill>
              <a:srgbClr val="D8E2E7"/>
            </a:solidFill>
            <a:prstDash val="solid"/>
          </a:ln>
          <a:effectLst>
            <a:outerShdw blurRad="10160" dist="3302" dir="2700000" algn="bl" rotWithShape="0">
              <a:srgbClr val="000000">
                <a:alpha val="9000"/>
              </a:srgbClr>
            </a:outerShdw>
          </a:effectLst>
        </p:spPr>
        <p:txBody>
          <a:bodyPr/>
          <a:lstStyle/>
          <a:p>
            <a:endParaRPr lang="en-IN">
              <a:solidFill>
                <a:prstClr val="black"/>
              </a:solidFill>
              <a:latin typeface="+mj-lt"/>
            </a:endParaRPr>
          </a:p>
        </p:txBody>
      </p:sp>
      <p:sp>
        <p:nvSpPr>
          <p:cNvPr id="299" name="Shape 12">
            <a:extLst>
              <a:ext uri="{FF2B5EF4-FFF2-40B4-BE49-F238E27FC236}">
                <a16:creationId xmlns:a16="http://schemas.microsoft.com/office/drawing/2014/main" id="{4FED614A-B3A2-3844-1E31-2D3B6E3170B7}"/>
              </a:ext>
            </a:extLst>
          </p:cNvPr>
          <p:cNvSpPr/>
          <p:nvPr/>
        </p:nvSpPr>
        <p:spPr>
          <a:xfrm>
            <a:off x="3483864" y="2221992"/>
            <a:ext cx="73152" cy="1143000"/>
          </a:xfrm>
          <a:prstGeom prst="rect">
            <a:avLst/>
          </a:prstGeom>
          <a:solidFill>
            <a:srgbClr val="22B5D6"/>
          </a:solidFill>
          <a:ln w="12700">
            <a:solidFill>
              <a:srgbClr val="22B5D6"/>
            </a:solidFill>
            <a:prstDash val="solid"/>
          </a:ln>
        </p:spPr>
        <p:txBody>
          <a:bodyPr/>
          <a:lstStyle/>
          <a:p>
            <a:endParaRPr lang="en-IN">
              <a:solidFill>
                <a:prstClr val="black"/>
              </a:solidFill>
              <a:latin typeface="+mj-lt"/>
            </a:endParaRPr>
          </a:p>
        </p:txBody>
      </p:sp>
      <p:sp>
        <p:nvSpPr>
          <p:cNvPr id="300" name="Shape 13">
            <a:extLst>
              <a:ext uri="{FF2B5EF4-FFF2-40B4-BE49-F238E27FC236}">
                <a16:creationId xmlns:a16="http://schemas.microsoft.com/office/drawing/2014/main" id="{7CD554E9-58C6-0ECE-E6D4-6C69C16A24AE}"/>
              </a:ext>
            </a:extLst>
          </p:cNvPr>
          <p:cNvSpPr/>
          <p:nvPr/>
        </p:nvSpPr>
        <p:spPr>
          <a:xfrm>
            <a:off x="3666744" y="2404872"/>
            <a:ext cx="512064" cy="512064"/>
          </a:xfrm>
          <a:prstGeom prst="ellipse">
            <a:avLst/>
          </a:prstGeom>
          <a:solidFill>
            <a:srgbClr val="22B5D6"/>
          </a:solidFill>
          <a:ln w="12700">
            <a:solidFill>
              <a:srgbClr val="22B5D6"/>
            </a:solidFill>
            <a:prstDash val="solid"/>
          </a:ln>
        </p:spPr>
        <p:txBody>
          <a:bodyPr/>
          <a:lstStyle/>
          <a:p>
            <a:endParaRPr lang="en-IN">
              <a:solidFill>
                <a:prstClr val="black"/>
              </a:solidFill>
              <a:latin typeface="+mj-lt"/>
            </a:endParaRPr>
          </a:p>
        </p:txBody>
      </p:sp>
      <p:pic>
        <p:nvPicPr>
          <p:cNvPr id="301" name="Image 2" descr="preencoded.png">
            <a:extLst>
              <a:ext uri="{FF2B5EF4-FFF2-40B4-BE49-F238E27FC236}">
                <a16:creationId xmlns:a16="http://schemas.microsoft.com/office/drawing/2014/main" id="{44B3068E-306B-38B1-9765-934C2163D7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22192" y="2560320"/>
            <a:ext cx="201168" cy="201168"/>
          </a:xfrm>
          <a:prstGeom prst="rect">
            <a:avLst/>
          </a:prstGeom>
        </p:spPr>
      </p:pic>
      <p:sp>
        <p:nvSpPr>
          <p:cNvPr id="302" name="Text 14">
            <a:extLst>
              <a:ext uri="{FF2B5EF4-FFF2-40B4-BE49-F238E27FC236}">
                <a16:creationId xmlns:a16="http://schemas.microsoft.com/office/drawing/2014/main" id="{82E60D9A-A380-F40D-030C-1CCE9FB932AD}"/>
              </a:ext>
            </a:extLst>
          </p:cNvPr>
          <p:cNvSpPr/>
          <p:nvPr/>
        </p:nvSpPr>
        <p:spPr>
          <a:xfrm>
            <a:off x="4325112" y="2386584"/>
            <a:ext cx="1499616" cy="274320"/>
          </a:xfrm>
          <a:prstGeom prst="rect">
            <a:avLst/>
          </a:prstGeom>
          <a:noFill/>
          <a:ln/>
        </p:spPr>
        <p:txBody>
          <a:bodyPr wrap="square" lIns="0" tIns="0" rIns="0" bIns="0" rtlCol="0" anchor="ctr">
            <a:normAutofit/>
          </a:bodyPr>
          <a:lstStyle/>
          <a:p>
            <a:r>
              <a:rPr lang="en-US" sz="1250" b="1" dirty="0">
                <a:solidFill>
                  <a:srgbClr val="0B2739"/>
                </a:solidFill>
                <a:latin typeface="+mj-lt"/>
              </a:rPr>
              <a:t>AI &amp; model services</a:t>
            </a:r>
            <a:endParaRPr lang="en-US" sz="1250" dirty="0">
              <a:solidFill>
                <a:prstClr val="black"/>
              </a:solidFill>
              <a:latin typeface="+mj-lt"/>
            </a:endParaRPr>
          </a:p>
        </p:txBody>
      </p:sp>
      <p:sp>
        <p:nvSpPr>
          <p:cNvPr id="303" name="Text 15">
            <a:extLst>
              <a:ext uri="{FF2B5EF4-FFF2-40B4-BE49-F238E27FC236}">
                <a16:creationId xmlns:a16="http://schemas.microsoft.com/office/drawing/2014/main" id="{756C42F3-1008-B85D-6FE5-21D024A49395}"/>
              </a:ext>
            </a:extLst>
          </p:cNvPr>
          <p:cNvSpPr/>
          <p:nvPr/>
        </p:nvSpPr>
        <p:spPr>
          <a:xfrm>
            <a:off x="3703320" y="2953512"/>
            <a:ext cx="2139696" cy="228600"/>
          </a:xfrm>
          <a:prstGeom prst="rect">
            <a:avLst/>
          </a:prstGeom>
          <a:noFill/>
          <a:ln/>
        </p:spPr>
        <p:txBody>
          <a:bodyPr wrap="square" lIns="0" tIns="0" rIns="0" bIns="0" rtlCol="0" anchor="ctr">
            <a:normAutofit lnSpcReduction="10000"/>
          </a:bodyPr>
          <a:lstStyle/>
          <a:p>
            <a:r>
              <a:rPr lang="en-US" sz="760" dirty="0">
                <a:solidFill>
                  <a:srgbClr val="596875"/>
                </a:solidFill>
                <a:latin typeface="+mj-lt"/>
              </a:rPr>
              <a:t>LLM gateway, ML, vision, speech, RAG, vector search, model registry and evaluation.</a:t>
            </a:r>
            <a:endParaRPr lang="en-US" sz="760" dirty="0">
              <a:solidFill>
                <a:prstClr val="black"/>
              </a:solidFill>
              <a:latin typeface="+mj-lt"/>
            </a:endParaRPr>
          </a:p>
        </p:txBody>
      </p:sp>
      <p:sp>
        <p:nvSpPr>
          <p:cNvPr id="304" name="Shape 16">
            <a:extLst>
              <a:ext uri="{FF2B5EF4-FFF2-40B4-BE49-F238E27FC236}">
                <a16:creationId xmlns:a16="http://schemas.microsoft.com/office/drawing/2014/main" id="{11F8F0A9-8074-FCE6-8185-FADAD9ED9697}"/>
              </a:ext>
            </a:extLst>
          </p:cNvPr>
          <p:cNvSpPr/>
          <p:nvPr/>
        </p:nvSpPr>
        <p:spPr>
          <a:xfrm>
            <a:off x="6355080" y="2221992"/>
            <a:ext cx="2578608" cy="1143000"/>
          </a:xfrm>
          <a:prstGeom prst="roundRect">
            <a:avLst>
              <a:gd name="adj" fmla="val 7200"/>
            </a:avLst>
          </a:prstGeom>
          <a:solidFill>
            <a:srgbClr val="FFFFFF"/>
          </a:solidFill>
          <a:ln w="12700">
            <a:solidFill>
              <a:srgbClr val="D8E2E7"/>
            </a:solidFill>
            <a:prstDash val="solid"/>
          </a:ln>
          <a:effectLst>
            <a:outerShdw blurRad="10160" dist="3302" dir="2700000" algn="bl" rotWithShape="0">
              <a:srgbClr val="000000">
                <a:alpha val="9000"/>
              </a:srgbClr>
            </a:outerShdw>
          </a:effectLst>
        </p:spPr>
        <p:txBody>
          <a:bodyPr/>
          <a:lstStyle/>
          <a:p>
            <a:endParaRPr lang="en-IN">
              <a:solidFill>
                <a:prstClr val="black"/>
              </a:solidFill>
              <a:latin typeface="+mj-lt"/>
            </a:endParaRPr>
          </a:p>
        </p:txBody>
      </p:sp>
      <p:sp>
        <p:nvSpPr>
          <p:cNvPr id="305" name="Shape 17">
            <a:extLst>
              <a:ext uri="{FF2B5EF4-FFF2-40B4-BE49-F238E27FC236}">
                <a16:creationId xmlns:a16="http://schemas.microsoft.com/office/drawing/2014/main" id="{8D28B019-9E06-FF4E-E370-E1EBB8B29562}"/>
              </a:ext>
            </a:extLst>
          </p:cNvPr>
          <p:cNvSpPr/>
          <p:nvPr/>
        </p:nvSpPr>
        <p:spPr>
          <a:xfrm>
            <a:off x="6355080" y="2221992"/>
            <a:ext cx="73152" cy="1143000"/>
          </a:xfrm>
          <a:prstGeom prst="rect">
            <a:avLst/>
          </a:prstGeom>
          <a:solidFill>
            <a:srgbClr val="007CB0"/>
          </a:solidFill>
          <a:ln w="12700">
            <a:solidFill>
              <a:srgbClr val="007CB0"/>
            </a:solidFill>
            <a:prstDash val="solid"/>
          </a:ln>
        </p:spPr>
        <p:txBody>
          <a:bodyPr/>
          <a:lstStyle/>
          <a:p>
            <a:endParaRPr lang="en-IN">
              <a:solidFill>
                <a:prstClr val="black"/>
              </a:solidFill>
              <a:latin typeface="+mj-lt"/>
            </a:endParaRPr>
          </a:p>
        </p:txBody>
      </p:sp>
      <p:sp>
        <p:nvSpPr>
          <p:cNvPr id="306" name="Shape 18">
            <a:extLst>
              <a:ext uri="{FF2B5EF4-FFF2-40B4-BE49-F238E27FC236}">
                <a16:creationId xmlns:a16="http://schemas.microsoft.com/office/drawing/2014/main" id="{14043574-B581-E4E9-B4C6-752FCB323C7D}"/>
              </a:ext>
            </a:extLst>
          </p:cNvPr>
          <p:cNvSpPr/>
          <p:nvPr/>
        </p:nvSpPr>
        <p:spPr>
          <a:xfrm>
            <a:off x="6537960" y="2404872"/>
            <a:ext cx="512064" cy="512064"/>
          </a:xfrm>
          <a:prstGeom prst="ellipse">
            <a:avLst/>
          </a:prstGeom>
          <a:solidFill>
            <a:srgbClr val="007CB0"/>
          </a:solidFill>
          <a:ln w="12700">
            <a:solidFill>
              <a:srgbClr val="007CB0"/>
            </a:solidFill>
            <a:prstDash val="solid"/>
          </a:ln>
        </p:spPr>
        <p:txBody>
          <a:bodyPr/>
          <a:lstStyle/>
          <a:p>
            <a:endParaRPr lang="en-IN">
              <a:solidFill>
                <a:prstClr val="black"/>
              </a:solidFill>
              <a:latin typeface="+mj-lt"/>
            </a:endParaRPr>
          </a:p>
        </p:txBody>
      </p:sp>
      <p:pic>
        <p:nvPicPr>
          <p:cNvPr id="307" name="Image 3" descr="preencoded.png">
            <a:extLst>
              <a:ext uri="{FF2B5EF4-FFF2-40B4-BE49-F238E27FC236}">
                <a16:creationId xmlns:a16="http://schemas.microsoft.com/office/drawing/2014/main" id="{B3B62B2E-F6BE-0566-FC2E-992B78AE537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93408" y="2560320"/>
            <a:ext cx="201168" cy="201168"/>
          </a:xfrm>
          <a:prstGeom prst="rect">
            <a:avLst/>
          </a:prstGeom>
        </p:spPr>
      </p:pic>
      <p:sp>
        <p:nvSpPr>
          <p:cNvPr id="308" name="Text 19">
            <a:extLst>
              <a:ext uri="{FF2B5EF4-FFF2-40B4-BE49-F238E27FC236}">
                <a16:creationId xmlns:a16="http://schemas.microsoft.com/office/drawing/2014/main" id="{EBA3EFD3-1D85-0EB1-7F4E-1000E5B9E3BA}"/>
              </a:ext>
            </a:extLst>
          </p:cNvPr>
          <p:cNvSpPr/>
          <p:nvPr/>
        </p:nvSpPr>
        <p:spPr>
          <a:xfrm>
            <a:off x="7196328" y="2386584"/>
            <a:ext cx="1499616" cy="274320"/>
          </a:xfrm>
          <a:prstGeom prst="rect">
            <a:avLst/>
          </a:prstGeom>
          <a:noFill/>
          <a:ln/>
        </p:spPr>
        <p:txBody>
          <a:bodyPr wrap="square" lIns="0" tIns="0" rIns="0" bIns="0" rtlCol="0" anchor="ctr">
            <a:normAutofit fontScale="85000" lnSpcReduction="10000"/>
          </a:bodyPr>
          <a:lstStyle/>
          <a:p>
            <a:r>
              <a:rPr lang="en-US" sz="1250" b="1" dirty="0">
                <a:solidFill>
                  <a:srgbClr val="0B2739"/>
                </a:solidFill>
                <a:latin typeface="+mj-lt"/>
              </a:rPr>
              <a:t>Workflow orchestration</a:t>
            </a:r>
            <a:endParaRPr lang="en-US" sz="1250" dirty="0">
              <a:solidFill>
                <a:prstClr val="black"/>
              </a:solidFill>
              <a:latin typeface="+mj-lt"/>
            </a:endParaRPr>
          </a:p>
        </p:txBody>
      </p:sp>
      <p:sp>
        <p:nvSpPr>
          <p:cNvPr id="309" name="Text 20">
            <a:extLst>
              <a:ext uri="{FF2B5EF4-FFF2-40B4-BE49-F238E27FC236}">
                <a16:creationId xmlns:a16="http://schemas.microsoft.com/office/drawing/2014/main" id="{4F6FD541-FE7E-4415-B9DE-B7A517CB8E72}"/>
              </a:ext>
            </a:extLst>
          </p:cNvPr>
          <p:cNvSpPr/>
          <p:nvPr/>
        </p:nvSpPr>
        <p:spPr>
          <a:xfrm>
            <a:off x="6574536" y="2953512"/>
            <a:ext cx="2139696" cy="228600"/>
          </a:xfrm>
          <a:prstGeom prst="rect">
            <a:avLst/>
          </a:prstGeom>
          <a:noFill/>
          <a:ln/>
        </p:spPr>
        <p:txBody>
          <a:bodyPr wrap="square" lIns="0" tIns="0" rIns="0" bIns="0" rtlCol="0" anchor="ctr">
            <a:normAutofit lnSpcReduction="10000"/>
          </a:bodyPr>
          <a:lstStyle/>
          <a:p>
            <a:r>
              <a:rPr lang="en-US" sz="760" dirty="0">
                <a:solidFill>
                  <a:srgbClr val="596875"/>
                </a:solidFill>
                <a:latin typeface="+mj-lt"/>
              </a:rPr>
              <a:t>Rules, events, cases, approvals, notifications, maker-checker and human review.</a:t>
            </a:r>
            <a:endParaRPr lang="en-US" sz="760" dirty="0">
              <a:solidFill>
                <a:prstClr val="black"/>
              </a:solidFill>
              <a:latin typeface="+mj-lt"/>
            </a:endParaRPr>
          </a:p>
        </p:txBody>
      </p:sp>
      <p:sp>
        <p:nvSpPr>
          <p:cNvPr id="310" name="Shape 21">
            <a:extLst>
              <a:ext uri="{FF2B5EF4-FFF2-40B4-BE49-F238E27FC236}">
                <a16:creationId xmlns:a16="http://schemas.microsoft.com/office/drawing/2014/main" id="{AF973BD9-5C08-DAE4-9C16-E08AAC748109}"/>
              </a:ext>
            </a:extLst>
          </p:cNvPr>
          <p:cNvSpPr/>
          <p:nvPr/>
        </p:nvSpPr>
        <p:spPr>
          <a:xfrm>
            <a:off x="9226296" y="2221992"/>
            <a:ext cx="2578608" cy="1143000"/>
          </a:xfrm>
          <a:prstGeom prst="roundRect">
            <a:avLst>
              <a:gd name="adj" fmla="val 7200"/>
            </a:avLst>
          </a:prstGeom>
          <a:solidFill>
            <a:srgbClr val="FFFFFF"/>
          </a:solidFill>
          <a:ln w="12700">
            <a:solidFill>
              <a:srgbClr val="D8E2E7"/>
            </a:solidFill>
            <a:prstDash val="solid"/>
          </a:ln>
          <a:effectLst>
            <a:outerShdw blurRad="10160" dist="3302" dir="2700000" algn="bl" rotWithShape="0">
              <a:srgbClr val="000000">
                <a:alpha val="9000"/>
              </a:srgbClr>
            </a:outerShdw>
          </a:effectLst>
        </p:spPr>
        <p:txBody>
          <a:bodyPr/>
          <a:lstStyle/>
          <a:p>
            <a:endParaRPr lang="en-IN">
              <a:solidFill>
                <a:prstClr val="black"/>
              </a:solidFill>
              <a:latin typeface="+mj-lt"/>
            </a:endParaRPr>
          </a:p>
        </p:txBody>
      </p:sp>
      <p:sp>
        <p:nvSpPr>
          <p:cNvPr id="311" name="Shape 22">
            <a:extLst>
              <a:ext uri="{FF2B5EF4-FFF2-40B4-BE49-F238E27FC236}">
                <a16:creationId xmlns:a16="http://schemas.microsoft.com/office/drawing/2014/main" id="{C5D25F2E-28EB-FC8C-FF4D-E96E6ADBC754}"/>
              </a:ext>
            </a:extLst>
          </p:cNvPr>
          <p:cNvSpPr/>
          <p:nvPr/>
        </p:nvSpPr>
        <p:spPr>
          <a:xfrm>
            <a:off x="9226296" y="2221992"/>
            <a:ext cx="73152" cy="1143000"/>
          </a:xfrm>
          <a:prstGeom prst="rect">
            <a:avLst/>
          </a:prstGeom>
          <a:solidFill>
            <a:srgbClr val="149B91"/>
          </a:solidFill>
          <a:ln w="12700">
            <a:solidFill>
              <a:srgbClr val="149B91"/>
            </a:solidFill>
            <a:prstDash val="solid"/>
          </a:ln>
        </p:spPr>
        <p:txBody>
          <a:bodyPr/>
          <a:lstStyle/>
          <a:p>
            <a:endParaRPr lang="en-IN">
              <a:solidFill>
                <a:prstClr val="black"/>
              </a:solidFill>
              <a:latin typeface="+mj-lt"/>
            </a:endParaRPr>
          </a:p>
        </p:txBody>
      </p:sp>
      <p:sp>
        <p:nvSpPr>
          <p:cNvPr id="312" name="Shape 23">
            <a:extLst>
              <a:ext uri="{FF2B5EF4-FFF2-40B4-BE49-F238E27FC236}">
                <a16:creationId xmlns:a16="http://schemas.microsoft.com/office/drawing/2014/main" id="{F4CCB9FE-7340-6CF5-DBA2-904443D20D09}"/>
              </a:ext>
            </a:extLst>
          </p:cNvPr>
          <p:cNvSpPr/>
          <p:nvPr/>
        </p:nvSpPr>
        <p:spPr>
          <a:xfrm>
            <a:off x="9409176" y="2404872"/>
            <a:ext cx="512064" cy="512064"/>
          </a:xfrm>
          <a:prstGeom prst="ellipse">
            <a:avLst/>
          </a:prstGeom>
          <a:solidFill>
            <a:srgbClr val="149B91"/>
          </a:solidFill>
          <a:ln w="12700">
            <a:solidFill>
              <a:srgbClr val="149B91"/>
            </a:solidFill>
            <a:prstDash val="solid"/>
          </a:ln>
        </p:spPr>
        <p:txBody>
          <a:bodyPr/>
          <a:lstStyle/>
          <a:p>
            <a:endParaRPr lang="en-IN">
              <a:solidFill>
                <a:prstClr val="black"/>
              </a:solidFill>
              <a:latin typeface="+mj-lt"/>
            </a:endParaRPr>
          </a:p>
        </p:txBody>
      </p:sp>
      <p:pic>
        <p:nvPicPr>
          <p:cNvPr id="313" name="Image 4" descr="preencoded.png">
            <a:extLst>
              <a:ext uri="{FF2B5EF4-FFF2-40B4-BE49-F238E27FC236}">
                <a16:creationId xmlns:a16="http://schemas.microsoft.com/office/drawing/2014/main" id="{BA59A637-34F1-F7E7-F88B-8D64D1B8E8D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564624" y="2560320"/>
            <a:ext cx="201168" cy="201168"/>
          </a:xfrm>
          <a:prstGeom prst="rect">
            <a:avLst/>
          </a:prstGeom>
        </p:spPr>
      </p:pic>
      <p:sp>
        <p:nvSpPr>
          <p:cNvPr id="314" name="Text 24">
            <a:extLst>
              <a:ext uri="{FF2B5EF4-FFF2-40B4-BE49-F238E27FC236}">
                <a16:creationId xmlns:a16="http://schemas.microsoft.com/office/drawing/2014/main" id="{F382CE79-9A91-4A3B-7315-097A0477B0BB}"/>
              </a:ext>
            </a:extLst>
          </p:cNvPr>
          <p:cNvSpPr/>
          <p:nvPr/>
        </p:nvSpPr>
        <p:spPr>
          <a:xfrm>
            <a:off x="10067544" y="2386584"/>
            <a:ext cx="1499616" cy="274320"/>
          </a:xfrm>
          <a:prstGeom prst="rect">
            <a:avLst/>
          </a:prstGeom>
          <a:noFill/>
          <a:ln/>
        </p:spPr>
        <p:txBody>
          <a:bodyPr wrap="square" lIns="0" tIns="0" rIns="0" bIns="0" rtlCol="0" anchor="ctr">
            <a:normAutofit/>
          </a:bodyPr>
          <a:lstStyle/>
          <a:p>
            <a:r>
              <a:rPr lang="en-US" sz="1250" b="1" dirty="0">
                <a:solidFill>
                  <a:srgbClr val="0B2739"/>
                </a:solidFill>
                <a:latin typeface="+mj-lt"/>
              </a:rPr>
              <a:t>Experience services</a:t>
            </a:r>
            <a:endParaRPr lang="en-US" sz="1250" dirty="0">
              <a:solidFill>
                <a:prstClr val="black"/>
              </a:solidFill>
              <a:latin typeface="+mj-lt"/>
            </a:endParaRPr>
          </a:p>
        </p:txBody>
      </p:sp>
      <p:sp>
        <p:nvSpPr>
          <p:cNvPr id="315" name="Text 25">
            <a:extLst>
              <a:ext uri="{FF2B5EF4-FFF2-40B4-BE49-F238E27FC236}">
                <a16:creationId xmlns:a16="http://schemas.microsoft.com/office/drawing/2014/main" id="{C6A9D58D-425D-3C60-FB4A-FDDA527F0890}"/>
              </a:ext>
            </a:extLst>
          </p:cNvPr>
          <p:cNvSpPr/>
          <p:nvPr/>
        </p:nvSpPr>
        <p:spPr>
          <a:xfrm>
            <a:off x="9445752" y="2953512"/>
            <a:ext cx="2139696" cy="228600"/>
          </a:xfrm>
          <a:prstGeom prst="rect">
            <a:avLst/>
          </a:prstGeom>
          <a:noFill/>
          <a:ln/>
        </p:spPr>
        <p:txBody>
          <a:bodyPr wrap="square" lIns="0" tIns="0" rIns="0" bIns="0" rtlCol="0" anchor="ctr">
            <a:normAutofit lnSpcReduction="10000"/>
          </a:bodyPr>
          <a:lstStyle/>
          <a:p>
            <a:r>
              <a:rPr lang="en-US" sz="760" dirty="0">
                <a:solidFill>
                  <a:srgbClr val="596875"/>
                </a:solidFill>
                <a:latin typeface="+mj-lt"/>
              </a:rPr>
              <a:t>Assistants, dashboards, maps, alerts, portals and multilingual channels.</a:t>
            </a:r>
            <a:endParaRPr lang="en-US" sz="760" dirty="0">
              <a:solidFill>
                <a:prstClr val="black"/>
              </a:solidFill>
              <a:latin typeface="+mj-lt"/>
            </a:endParaRPr>
          </a:p>
        </p:txBody>
      </p:sp>
      <p:sp>
        <p:nvSpPr>
          <p:cNvPr id="316" name="Shape 26">
            <a:extLst>
              <a:ext uri="{FF2B5EF4-FFF2-40B4-BE49-F238E27FC236}">
                <a16:creationId xmlns:a16="http://schemas.microsoft.com/office/drawing/2014/main" id="{14872E3C-8A4B-F4EB-4163-DB75EBF39D58}"/>
              </a:ext>
            </a:extLst>
          </p:cNvPr>
          <p:cNvSpPr/>
          <p:nvPr/>
        </p:nvSpPr>
        <p:spPr>
          <a:xfrm>
            <a:off x="2048256" y="3776472"/>
            <a:ext cx="2578608" cy="1143000"/>
          </a:xfrm>
          <a:prstGeom prst="roundRect">
            <a:avLst>
              <a:gd name="adj" fmla="val 7200"/>
            </a:avLst>
          </a:prstGeom>
          <a:solidFill>
            <a:srgbClr val="FFFFFF"/>
          </a:solidFill>
          <a:ln w="12700">
            <a:solidFill>
              <a:srgbClr val="D8E2E7"/>
            </a:solidFill>
            <a:prstDash val="solid"/>
          </a:ln>
          <a:effectLst>
            <a:outerShdw blurRad="10160" dist="3302" dir="2700000" algn="bl" rotWithShape="0">
              <a:srgbClr val="000000">
                <a:alpha val="9000"/>
              </a:srgbClr>
            </a:outerShdw>
          </a:effectLst>
        </p:spPr>
        <p:txBody>
          <a:bodyPr/>
          <a:lstStyle/>
          <a:p>
            <a:endParaRPr lang="en-IN">
              <a:solidFill>
                <a:prstClr val="black"/>
              </a:solidFill>
              <a:latin typeface="+mj-lt"/>
            </a:endParaRPr>
          </a:p>
        </p:txBody>
      </p:sp>
      <p:sp>
        <p:nvSpPr>
          <p:cNvPr id="317" name="Shape 27">
            <a:extLst>
              <a:ext uri="{FF2B5EF4-FFF2-40B4-BE49-F238E27FC236}">
                <a16:creationId xmlns:a16="http://schemas.microsoft.com/office/drawing/2014/main" id="{A7A5076D-3F35-2915-16BB-5832719C466D}"/>
              </a:ext>
            </a:extLst>
          </p:cNvPr>
          <p:cNvSpPr/>
          <p:nvPr/>
        </p:nvSpPr>
        <p:spPr>
          <a:xfrm>
            <a:off x="2048256" y="3776472"/>
            <a:ext cx="73152" cy="1143000"/>
          </a:xfrm>
          <a:prstGeom prst="rect">
            <a:avLst/>
          </a:prstGeom>
          <a:solidFill>
            <a:srgbClr val="86BC25"/>
          </a:solidFill>
          <a:ln w="12700">
            <a:solidFill>
              <a:srgbClr val="86BC25"/>
            </a:solidFill>
            <a:prstDash val="solid"/>
          </a:ln>
        </p:spPr>
        <p:txBody>
          <a:bodyPr/>
          <a:lstStyle/>
          <a:p>
            <a:endParaRPr lang="en-IN">
              <a:solidFill>
                <a:prstClr val="black"/>
              </a:solidFill>
              <a:latin typeface="+mj-lt"/>
            </a:endParaRPr>
          </a:p>
        </p:txBody>
      </p:sp>
      <p:sp>
        <p:nvSpPr>
          <p:cNvPr id="318" name="Shape 28">
            <a:extLst>
              <a:ext uri="{FF2B5EF4-FFF2-40B4-BE49-F238E27FC236}">
                <a16:creationId xmlns:a16="http://schemas.microsoft.com/office/drawing/2014/main" id="{18525F05-021F-C47E-17BC-E2D58C7EDF95}"/>
              </a:ext>
            </a:extLst>
          </p:cNvPr>
          <p:cNvSpPr/>
          <p:nvPr/>
        </p:nvSpPr>
        <p:spPr>
          <a:xfrm>
            <a:off x="2231136" y="3959352"/>
            <a:ext cx="512064" cy="512064"/>
          </a:xfrm>
          <a:prstGeom prst="ellipse">
            <a:avLst/>
          </a:prstGeom>
          <a:solidFill>
            <a:srgbClr val="86BC25"/>
          </a:solidFill>
          <a:ln w="12700">
            <a:solidFill>
              <a:srgbClr val="86BC25"/>
            </a:solidFill>
            <a:prstDash val="solid"/>
          </a:ln>
        </p:spPr>
        <p:txBody>
          <a:bodyPr/>
          <a:lstStyle/>
          <a:p>
            <a:endParaRPr lang="en-IN">
              <a:solidFill>
                <a:prstClr val="black"/>
              </a:solidFill>
              <a:latin typeface="+mj-lt"/>
            </a:endParaRPr>
          </a:p>
        </p:txBody>
      </p:sp>
      <p:pic>
        <p:nvPicPr>
          <p:cNvPr id="319" name="Image 5" descr="preencoded.png">
            <a:extLst>
              <a:ext uri="{FF2B5EF4-FFF2-40B4-BE49-F238E27FC236}">
                <a16:creationId xmlns:a16="http://schemas.microsoft.com/office/drawing/2014/main" id="{C43CA7ED-1B6B-1D8B-7A2C-8A37C2F1F29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386584" y="4114800"/>
            <a:ext cx="201168" cy="201168"/>
          </a:xfrm>
          <a:prstGeom prst="rect">
            <a:avLst/>
          </a:prstGeom>
        </p:spPr>
      </p:pic>
      <p:sp>
        <p:nvSpPr>
          <p:cNvPr id="320" name="Text 29">
            <a:extLst>
              <a:ext uri="{FF2B5EF4-FFF2-40B4-BE49-F238E27FC236}">
                <a16:creationId xmlns:a16="http://schemas.microsoft.com/office/drawing/2014/main" id="{32E4167C-725F-FED4-3A5E-73D1042FB0D7}"/>
              </a:ext>
            </a:extLst>
          </p:cNvPr>
          <p:cNvSpPr/>
          <p:nvPr/>
        </p:nvSpPr>
        <p:spPr>
          <a:xfrm>
            <a:off x="2889504" y="3941064"/>
            <a:ext cx="1499616" cy="274320"/>
          </a:xfrm>
          <a:prstGeom prst="rect">
            <a:avLst/>
          </a:prstGeom>
          <a:noFill/>
          <a:ln/>
        </p:spPr>
        <p:txBody>
          <a:bodyPr wrap="square" lIns="0" tIns="0" rIns="0" bIns="0" rtlCol="0" anchor="ctr">
            <a:normAutofit fontScale="85000" lnSpcReduction="20000"/>
          </a:bodyPr>
          <a:lstStyle/>
          <a:p>
            <a:r>
              <a:rPr lang="en-US" sz="1250" b="1" dirty="0">
                <a:solidFill>
                  <a:srgbClr val="0B2739"/>
                </a:solidFill>
                <a:latin typeface="+mj-lt"/>
              </a:rPr>
              <a:t>Responsible AI &amp; governance</a:t>
            </a:r>
            <a:endParaRPr lang="en-US" sz="1250" dirty="0">
              <a:solidFill>
                <a:prstClr val="black"/>
              </a:solidFill>
              <a:latin typeface="+mj-lt"/>
            </a:endParaRPr>
          </a:p>
        </p:txBody>
      </p:sp>
      <p:sp>
        <p:nvSpPr>
          <p:cNvPr id="321" name="Text 30">
            <a:extLst>
              <a:ext uri="{FF2B5EF4-FFF2-40B4-BE49-F238E27FC236}">
                <a16:creationId xmlns:a16="http://schemas.microsoft.com/office/drawing/2014/main" id="{656C3F26-D9A7-A887-0713-53B3208204A9}"/>
              </a:ext>
            </a:extLst>
          </p:cNvPr>
          <p:cNvSpPr/>
          <p:nvPr/>
        </p:nvSpPr>
        <p:spPr>
          <a:xfrm>
            <a:off x="2267712" y="4507992"/>
            <a:ext cx="2139696" cy="228600"/>
          </a:xfrm>
          <a:prstGeom prst="rect">
            <a:avLst/>
          </a:prstGeom>
          <a:noFill/>
          <a:ln/>
        </p:spPr>
        <p:txBody>
          <a:bodyPr wrap="square" lIns="0" tIns="0" rIns="0" bIns="0" rtlCol="0" anchor="ctr">
            <a:normAutofit lnSpcReduction="10000"/>
          </a:bodyPr>
          <a:lstStyle/>
          <a:p>
            <a:r>
              <a:rPr lang="en-US" sz="760" dirty="0">
                <a:solidFill>
                  <a:srgbClr val="596875"/>
                </a:solidFill>
                <a:latin typeface="+mj-lt"/>
              </a:rPr>
              <a:t>Policy controls, risk classification, model cards, testing, approvals and accountability.</a:t>
            </a:r>
            <a:endParaRPr lang="en-US" sz="760" dirty="0">
              <a:solidFill>
                <a:prstClr val="black"/>
              </a:solidFill>
              <a:latin typeface="+mj-lt"/>
            </a:endParaRPr>
          </a:p>
        </p:txBody>
      </p:sp>
      <p:sp>
        <p:nvSpPr>
          <p:cNvPr id="322" name="Shape 31">
            <a:extLst>
              <a:ext uri="{FF2B5EF4-FFF2-40B4-BE49-F238E27FC236}">
                <a16:creationId xmlns:a16="http://schemas.microsoft.com/office/drawing/2014/main" id="{FCB6D1B8-9FBB-542D-BD39-BD083E6C8558}"/>
              </a:ext>
            </a:extLst>
          </p:cNvPr>
          <p:cNvSpPr/>
          <p:nvPr/>
        </p:nvSpPr>
        <p:spPr>
          <a:xfrm>
            <a:off x="4919472" y="3776472"/>
            <a:ext cx="2578608" cy="1143000"/>
          </a:xfrm>
          <a:prstGeom prst="roundRect">
            <a:avLst>
              <a:gd name="adj" fmla="val 7200"/>
            </a:avLst>
          </a:prstGeom>
          <a:solidFill>
            <a:srgbClr val="FFFFFF"/>
          </a:solidFill>
          <a:ln w="12700">
            <a:solidFill>
              <a:srgbClr val="D8E2E7"/>
            </a:solidFill>
            <a:prstDash val="solid"/>
          </a:ln>
          <a:effectLst>
            <a:outerShdw blurRad="10160" dist="3302" dir="2700000" algn="bl" rotWithShape="0">
              <a:srgbClr val="000000">
                <a:alpha val="9000"/>
              </a:srgbClr>
            </a:outerShdw>
          </a:effectLst>
        </p:spPr>
        <p:txBody>
          <a:bodyPr/>
          <a:lstStyle/>
          <a:p>
            <a:endParaRPr lang="en-IN">
              <a:solidFill>
                <a:prstClr val="black"/>
              </a:solidFill>
              <a:latin typeface="+mj-lt"/>
            </a:endParaRPr>
          </a:p>
        </p:txBody>
      </p:sp>
      <p:sp>
        <p:nvSpPr>
          <p:cNvPr id="323" name="Shape 32">
            <a:extLst>
              <a:ext uri="{FF2B5EF4-FFF2-40B4-BE49-F238E27FC236}">
                <a16:creationId xmlns:a16="http://schemas.microsoft.com/office/drawing/2014/main" id="{E04122BF-7329-0C17-FED3-97F55C5F94EF}"/>
              </a:ext>
            </a:extLst>
          </p:cNvPr>
          <p:cNvSpPr/>
          <p:nvPr/>
        </p:nvSpPr>
        <p:spPr>
          <a:xfrm>
            <a:off x="4919472" y="3776472"/>
            <a:ext cx="73152" cy="1143000"/>
          </a:xfrm>
          <a:prstGeom prst="rect">
            <a:avLst/>
          </a:prstGeom>
          <a:solidFill>
            <a:srgbClr val="123B5D"/>
          </a:solidFill>
          <a:ln w="12700">
            <a:solidFill>
              <a:srgbClr val="123B5D"/>
            </a:solidFill>
            <a:prstDash val="solid"/>
          </a:ln>
        </p:spPr>
        <p:txBody>
          <a:bodyPr/>
          <a:lstStyle/>
          <a:p>
            <a:endParaRPr lang="en-IN">
              <a:solidFill>
                <a:prstClr val="black"/>
              </a:solidFill>
              <a:latin typeface="+mj-lt"/>
            </a:endParaRPr>
          </a:p>
        </p:txBody>
      </p:sp>
      <p:sp>
        <p:nvSpPr>
          <p:cNvPr id="324" name="Shape 33">
            <a:extLst>
              <a:ext uri="{FF2B5EF4-FFF2-40B4-BE49-F238E27FC236}">
                <a16:creationId xmlns:a16="http://schemas.microsoft.com/office/drawing/2014/main" id="{F30FE618-CFB1-EEFB-2BAE-80232A902F32}"/>
              </a:ext>
            </a:extLst>
          </p:cNvPr>
          <p:cNvSpPr/>
          <p:nvPr/>
        </p:nvSpPr>
        <p:spPr>
          <a:xfrm>
            <a:off x="5102352" y="3959352"/>
            <a:ext cx="512064" cy="512064"/>
          </a:xfrm>
          <a:prstGeom prst="ellipse">
            <a:avLst/>
          </a:prstGeom>
          <a:solidFill>
            <a:srgbClr val="123B5D"/>
          </a:solidFill>
          <a:ln w="12700">
            <a:solidFill>
              <a:srgbClr val="123B5D"/>
            </a:solidFill>
            <a:prstDash val="solid"/>
          </a:ln>
        </p:spPr>
        <p:txBody>
          <a:bodyPr/>
          <a:lstStyle/>
          <a:p>
            <a:endParaRPr lang="en-IN">
              <a:solidFill>
                <a:prstClr val="black"/>
              </a:solidFill>
              <a:latin typeface="+mj-lt"/>
            </a:endParaRPr>
          </a:p>
        </p:txBody>
      </p:sp>
      <p:pic>
        <p:nvPicPr>
          <p:cNvPr id="325" name="Image 6" descr="preencoded.png">
            <a:extLst>
              <a:ext uri="{FF2B5EF4-FFF2-40B4-BE49-F238E27FC236}">
                <a16:creationId xmlns:a16="http://schemas.microsoft.com/office/drawing/2014/main" id="{16049EC8-1881-34D2-2172-9B7CFDEEB71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257800" y="4114800"/>
            <a:ext cx="201168" cy="201168"/>
          </a:xfrm>
          <a:prstGeom prst="rect">
            <a:avLst/>
          </a:prstGeom>
        </p:spPr>
      </p:pic>
      <p:sp>
        <p:nvSpPr>
          <p:cNvPr id="326" name="Text 34">
            <a:extLst>
              <a:ext uri="{FF2B5EF4-FFF2-40B4-BE49-F238E27FC236}">
                <a16:creationId xmlns:a16="http://schemas.microsoft.com/office/drawing/2014/main" id="{D101D6B3-F444-3A34-6CE2-B2D947C72233}"/>
              </a:ext>
            </a:extLst>
          </p:cNvPr>
          <p:cNvSpPr/>
          <p:nvPr/>
        </p:nvSpPr>
        <p:spPr>
          <a:xfrm>
            <a:off x="5760720" y="3941064"/>
            <a:ext cx="1499616" cy="274320"/>
          </a:xfrm>
          <a:prstGeom prst="rect">
            <a:avLst/>
          </a:prstGeom>
          <a:noFill/>
          <a:ln/>
        </p:spPr>
        <p:txBody>
          <a:bodyPr wrap="square" lIns="0" tIns="0" rIns="0" bIns="0" rtlCol="0" anchor="ctr">
            <a:normAutofit/>
          </a:bodyPr>
          <a:lstStyle/>
          <a:p>
            <a:r>
              <a:rPr lang="en-US" sz="1250" b="1" dirty="0">
                <a:solidFill>
                  <a:srgbClr val="0B2739"/>
                </a:solidFill>
                <a:latin typeface="+mj-lt"/>
              </a:rPr>
              <a:t>Trust &amp; security</a:t>
            </a:r>
            <a:endParaRPr lang="en-US" sz="1250" dirty="0">
              <a:solidFill>
                <a:prstClr val="black"/>
              </a:solidFill>
              <a:latin typeface="+mj-lt"/>
            </a:endParaRPr>
          </a:p>
        </p:txBody>
      </p:sp>
      <p:sp>
        <p:nvSpPr>
          <p:cNvPr id="327" name="Text 35">
            <a:extLst>
              <a:ext uri="{FF2B5EF4-FFF2-40B4-BE49-F238E27FC236}">
                <a16:creationId xmlns:a16="http://schemas.microsoft.com/office/drawing/2014/main" id="{66C6A744-AB36-A603-035F-4140D107B0BB}"/>
              </a:ext>
            </a:extLst>
          </p:cNvPr>
          <p:cNvSpPr/>
          <p:nvPr/>
        </p:nvSpPr>
        <p:spPr>
          <a:xfrm>
            <a:off x="5138928" y="4507992"/>
            <a:ext cx="2139696" cy="228600"/>
          </a:xfrm>
          <a:prstGeom prst="rect">
            <a:avLst/>
          </a:prstGeom>
          <a:noFill/>
          <a:ln/>
        </p:spPr>
        <p:txBody>
          <a:bodyPr wrap="square" lIns="0" tIns="0" rIns="0" bIns="0" rtlCol="0" anchor="ctr">
            <a:normAutofit lnSpcReduction="10000"/>
          </a:bodyPr>
          <a:lstStyle/>
          <a:p>
            <a:r>
              <a:rPr lang="en-US" sz="760" dirty="0">
                <a:solidFill>
                  <a:srgbClr val="596875"/>
                </a:solidFill>
                <a:latin typeface="+mj-lt"/>
              </a:rPr>
              <a:t>IAM, consent, encryption, privacy, secrets, audit, cyber controls and data protection.</a:t>
            </a:r>
            <a:endParaRPr lang="en-US" sz="760" dirty="0">
              <a:solidFill>
                <a:prstClr val="black"/>
              </a:solidFill>
              <a:latin typeface="+mj-lt"/>
            </a:endParaRPr>
          </a:p>
        </p:txBody>
      </p:sp>
      <p:sp>
        <p:nvSpPr>
          <p:cNvPr id="328" name="Shape 36">
            <a:extLst>
              <a:ext uri="{FF2B5EF4-FFF2-40B4-BE49-F238E27FC236}">
                <a16:creationId xmlns:a16="http://schemas.microsoft.com/office/drawing/2014/main" id="{5DFB72A9-103C-C6AB-2690-F2CF76EC8A30}"/>
              </a:ext>
            </a:extLst>
          </p:cNvPr>
          <p:cNvSpPr/>
          <p:nvPr/>
        </p:nvSpPr>
        <p:spPr>
          <a:xfrm>
            <a:off x="7790688" y="3776472"/>
            <a:ext cx="2578608" cy="1143000"/>
          </a:xfrm>
          <a:prstGeom prst="roundRect">
            <a:avLst>
              <a:gd name="adj" fmla="val 7200"/>
            </a:avLst>
          </a:prstGeom>
          <a:solidFill>
            <a:srgbClr val="FFFFFF"/>
          </a:solidFill>
          <a:ln w="12700">
            <a:solidFill>
              <a:srgbClr val="D8E2E7"/>
            </a:solidFill>
            <a:prstDash val="solid"/>
          </a:ln>
          <a:effectLst>
            <a:outerShdw blurRad="10160" dist="3302" dir="2700000" algn="bl" rotWithShape="0">
              <a:srgbClr val="000000">
                <a:alpha val="9000"/>
              </a:srgbClr>
            </a:outerShdw>
          </a:effectLst>
        </p:spPr>
        <p:txBody>
          <a:bodyPr/>
          <a:lstStyle/>
          <a:p>
            <a:endParaRPr lang="en-IN">
              <a:solidFill>
                <a:prstClr val="black"/>
              </a:solidFill>
              <a:latin typeface="+mj-lt"/>
            </a:endParaRPr>
          </a:p>
        </p:txBody>
      </p:sp>
      <p:sp>
        <p:nvSpPr>
          <p:cNvPr id="329" name="Shape 37">
            <a:extLst>
              <a:ext uri="{FF2B5EF4-FFF2-40B4-BE49-F238E27FC236}">
                <a16:creationId xmlns:a16="http://schemas.microsoft.com/office/drawing/2014/main" id="{853ECD39-FA39-D44C-5ABE-29386365AE5D}"/>
              </a:ext>
            </a:extLst>
          </p:cNvPr>
          <p:cNvSpPr/>
          <p:nvPr/>
        </p:nvSpPr>
        <p:spPr>
          <a:xfrm>
            <a:off x="7790688" y="3776472"/>
            <a:ext cx="73152" cy="1143000"/>
          </a:xfrm>
          <a:prstGeom prst="rect">
            <a:avLst/>
          </a:prstGeom>
          <a:solidFill>
            <a:srgbClr val="F3BE26"/>
          </a:solidFill>
          <a:ln w="12700">
            <a:solidFill>
              <a:srgbClr val="F3BE26"/>
            </a:solidFill>
            <a:prstDash val="solid"/>
          </a:ln>
        </p:spPr>
        <p:txBody>
          <a:bodyPr/>
          <a:lstStyle/>
          <a:p>
            <a:endParaRPr lang="en-IN">
              <a:solidFill>
                <a:prstClr val="black"/>
              </a:solidFill>
              <a:latin typeface="+mj-lt"/>
            </a:endParaRPr>
          </a:p>
        </p:txBody>
      </p:sp>
      <p:sp>
        <p:nvSpPr>
          <p:cNvPr id="330" name="Shape 38">
            <a:extLst>
              <a:ext uri="{FF2B5EF4-FFF2-40B4-BE49-F238E27FC236}">
                <a16:creationId xmlns:a16="http://schemas.microsoft.com/office/drawing/2014/main" id="{9C3978C6-AAA5-6314-5626-8227A967AF15}"/>
              </a:ext>
            </a:extLst>
          </p:cNvPr>
          <p:cNvSpPr/>
          <p:nvPr/>
        </p:nvSpPr>
        <p:spPr>
          <a:xfrm>
            <a:off x="7973568" y="3959352"/>
            <a:ext cx="512064" cy="512064"/>
          </a:xfrm>
          <a:prstGeom prst="ellipse">
            <a:avLst/>
          </a:prstGeom>
          <a:solidFill>
            <a:srgbClr val="F3BE26"/>
          </a:solidFill>
          <a:ln w="12700">
            <a:solidFill>
              <a:srgbClr val="F3BE26"/>
            </a:solidFill>
            <a:prstDash val="solid"/>
          </a:ln>
        </p:spPr>
        <p:txBody>
          <a:bodyPr/>
          <a:lstStyle/>
          <a:p>
            <a:endParaRPr lang="en-IN">
              <a:solidFill>
                <a:prstClr val="black"/>
              </a:solidFill>
              <a:latin typeface="+mj-lt"/>
            </a:endParaRPr>
          </a:p>
        </p:txBody>
      </p:sp>
      <p:pic>
        <p:nvPicPr>
          <p:cNvPr id="331" name="Image 7" descr="preencoded.png">
            <a:extLst>
              <a:ext uri="{FF2B5EF4-FFF2-40B4-BE49-F238E27FC236}">
                <a16:creationId xmlns:a16="http://schemas.microsoft.com/office/drawing/2014/main" id="{0AB7EACE-39A9-A240-E387-5D7F7EE50AD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129016" y="4114800"/>
            <a:ext cx="201168" cy="201168"/>
          </a:xfrm>
          <a:prstGeom prst="rect">
            <a:avLst/>
          </a:prstGeom>
        </p:spPr>
      </p:pic>
      <p:sp>
        <p:nvSpPr>
          <p:cNvPr id="332" name="Text 39">
            <a:extLst>
              <a:ext uri="{FF2B5EF4-FFF2-40B4-BE49-F238E27FC236}">
                <a16:creationId xmlns:a16="http://schemas.microsoft.com/office/drawing/2014/main" id="{82FD594D-14B6-5D71-CF9B-6C491BCDE680}"/>
              </a:ext>
            </a:extLst>
          </p:cNvPr>
          <p:cNvSpPr/>
          <p:nvPr/>
        </p:nvSpPr>
        <p:spPr>
          <a:xfrm>
            <a:off x="8631936" y="3941064"/>
            <a:ext cx="1499616" cy="274320"/>
          </a:xfrm>
          <a:prstGeom prst="rect">
            <a:avLst/>
          </a:prstGeom>
          <a:noFill/>
          <a:ln/>
        </p:spPr>
        <p:txBody>
          <a:bodyPr wrap="square" lIns="0" tIns="0" rIns="0" bIns="0" rtlCol="0" anchor="ctr">
            <a:normAutofit fontScale="85000" lnSpcReduction="10000"/>
          </a:bodyPr>
          <a:lstStyle/>
          <a:p>
            <a:r>
              <a:rPr lang="en-US" sz="1250" b="1" dirty="0">
                <a:solidFill>
                  <a:srgbClr val="0B2739"/>
                </a:solidFill>
                <a:latin typeface="+mj-lt"/>
              </a:rPr>
              <a:t>Operations &amp; economics</a:t>
            </a:r>
            <a:endParaRPr lang="en-US" sz="1250" dirty="0">
              <a:solidFill>
                <a:prstClr val="black"/>
              </a:solidFill>
              <a:latin typeface="+mj-lt"/>
            </a:endParaRPr>
          </a:p>
        </p:txBody>
      </p:sp>
      <p:sp>
        <p:nvSpPr>
          <p:cNvPr id="333" name="Text 40">
            <a:extLst>
              <a:ext uri="{FF2B5EF4-FFF2-40B4-BE49-F238E27FC236}">
                <a16:creationId xmlns:a16="http://schemas.microsoft.com/office/drawing/2014/main" id="{1112071D-456C-25AD-643D-B4BB4B2C7B43}"/>
              </a:ext>
            </a:extLst>
          </p:cNvPr>
          <p:cNvSpPr/>
          <p:nvPr/>
        </p:nvSpPr>
        <p:spPr>
          <a:xfrm>
            <a:off x="8010144" y="4507992"/>
            <a:ext cx="2139696" cy="228600"/>
          </a:xfrm>
          <a:prstGeom prst="rect">
            <a:avLst/>
          </a:prstGeom>
          <a:noFill/>
          <a:ln/>
        </p:spPr>
        <p:txBody>
          <a:bodyPr wrap="square" lIns="0" tIns="0" rIns="0" bIns="0" rtlCol="0" anchor="ctr">
            <a:normAutofit lnSpcReduction="10000"/>
          </a:bodyPr>
          <a:lstStyle/>
          <a:p>
            <a:r>
              <a:rPr lang="en-US" sz="760" dirty="0">
                <a:solidFill>
                  <a:srgbClr val="596875"/>
                </a:solidFill>
                <a:latin typeface="+mj-lt"/>
              </a:rPr>
              <a:t>MLOps, observability, service management, GPU scheduling, FinOps, capacity and SLAs.</a:t>
            </a:r>
            <a:endParaRPr lang="en-US" sz="760" dirty="0">
              <a:solidFill>
                <a:prstClr val="black"/>
              </a:solidFill>
              <a:latin typeface="+mj-lt"/>
            </a:endParaRPr>
          </a:p>
        </p:txBody>
      </p:sp>
      <p:sp>
        <p:nvSpPr>
          <p:cNvPr id="334" name="Shape 41">
            <a:extLst>
              <a:ext uri="{FF2B5EF4-FFF2-40B4-BE49-F238E27FC236}">
                <a16:creationId xmlns:a16="http://schemas.microsoft.com/office/drawing/2014/main" id="{9CF9B212-AEB5-1D51-CE36-8F7B798DFC86}"/>
              </a:ext>
            </a:extLst>
          </p:cNvPr>
          <p:cNvSpPr/>
          <p:nvPr/>
        </p:nvSpPr>
        <p:spPr>
          <a:xfrm>
            <a:off x="612648" y="5239512"/>
            <a:ext cx="11155680" cy="612648"/>
          </a:xfrm>
          <a:prstGeom prst="roundRect">
            <a:avLst>
              <a:gd name="adj" fmla="val 11940"/>
            </a:avLst>
          </a:prstGeom>
          <a:solidFill>
            <a:srgbClr val="EFF6DF"/>
          </a:solidFill>
          <a:ln w="12700">
            <a:solidFill>
              <a:srgbClr val="CFE1AC"/>
            </a:solidFill>
            <a:prstDash val="solid"/>
          </a:ln>
        </p:spPr>
        <p:txBody>
          <a:bodyPr/>
          <a:lstStyle/>
          <a:p>
            <a:endParaRPr lang="en-IN">
              <a:solidFill>
                <a:prstClr val="black"/>
              </a:solidFill>
              <a:latin typeface="+mj-lt"/>
            </a:endParaRPr>
          </a:p>
        </p:txBody>
      </p:sp>
      <p:sp>
        <p:nvSpPr>
          <p:cNvPr id="335" name="Text 42">
            <a:extLst>
              <a:ext uri="{FF2B5EF4-FFF2-40B4-BE49-F238E27FC236}">
                <a16:creationId xmlns:a16="http://schemas.microsoft.com/office/drawing/2014/main" id="{75F709AA-ED95-F10C-63BA-CF60D9D5ED0A}"/>
              </a:ext>
            </a:extLst>
          </p:cNvPr>
          <p:cNvSpPr/>
          <p:nvPr/>
        </p:nvSpPr>
        <p:spPr>
          <a:xfrm>
            <a:off x="868680" y="5431536"/>
            <a:ext cx="1920240" cy="146304"/>
          </a:xfrm>
          <a:prstGeom prst="rect">
            <a:avLst/>
          </a:prstGeom>
          <a:noFill/>
          <a:ln/>
        </p:spPr>
        <p:txBody>
          <a:bodyPr wrap="square" lIns="0" tIns="0" rIns="0" bIns="0" rtlCol="0" anchor="ctr"/>
          <a:lstStyle/>
          <a:p>
            <a:r>
              <a:rPr lang="en-US" sz="700" b="1" dirty="0">
                <a:solidFill>
                  <a:srgbClr val="43B02A"/>
                </a:solidFill>
                <a:latin typeface="+mj-lt"/>
              </a:rPr>
              <a:t>CONSUMED BY DEPARTMENT BRAINS</a:t>
            </a:r>
            <a:endParaRPr lang="en-US" sz="700" dirty="0">
              <a:solidFill>
                <a:prstClr val="black"/>
              </a:solidFill>
              <a:latin typeface="+mj-lt"/>
            </a:endParaRPr>
          </a:p>
        </p:txBody>
      </p:sp>
      <p:sp>
        <p:nvSpPr>
          <p:cNvPr id="336" name="Shape 43">
            <a:extLst>
              <a:ext uri="{FF2B5EF4-FFF2-40B4-BE49-F238E27FC236}">
                <a16:creationId xmlns:a16="http://schemas.microsoft.com/office/drawing/2014/main" id="{5900BC57-25C9-899E-1141-0298158B8597}"/>
              </a:ext>
            </a:extLst>
          </p:cNvPr>
          <p:cNvSpPr/>
          <p:nvPr/>
        </p:nvSpPr>
        <p:spPr>
          <a:xfrm>
            <a:off x="3063240" y="5376672"/>
            <a:ext cx="1344168" cy="256032"/>
          </a:xfrm>
          <a:prstGeom prst="roundRect">
            <a:avLst>
              <a:gd name="adj" fmla="val 50000"/>
            </a:avLst>
          </a:prstGeom>
          <a:solidFill>
            <a:srgbClr val="FFFFFF"/>
          </a:solidFill>
          <a:ln w="12700">
            <a:solidFill>
              <a:srgbClr val="D3E1E6"/>
            </a:solidFill>
            <a:prstDash val="solid"/>
          </a:ln>
        </p:spPr>
        <p:txBody>
          <a:bodyPr/>
          <a:lstStyle/>
          <a:p>
            <a:endParaRPr lang="en-IN">
              <a:solidFill>
                <a:prstClr val="black"/>
              </a:solidFill>
              <a:latin typeface="+mj-lt"/>
            </a:endParaRPr>
          </a:p>
        </p:txBody>
      </p:sp>
      <p:pic>
        <p:nvPicPr>
          <p:cNvPr id="337" name="Image 8" descr="preencoded.png">
            <a:extLst>
              <a:ext uri="{FF2B5EF4-FFF2-40B4-BE49-F238E27FC236}">
                <a16:creationId xmlns:a16="http://schemas.microsoft.com/office/drawing/2014/main" id="{ABE5E449-603A-5571-CE0E-3FD8B8EA03A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172968" y="5440680"/>
            <a:ext cx="128016" cy="128016"/>
          </a:xfrm>
          <a:prstGeom prst="rect">
            <a:avLst/>
          </a:prstGeom>
        </p:spPr>
      </p:pic>
      <p:sp>
        <p:nvSpPr>
          <p:cNvPr id="338" name="Text 44">
            <a:extLst>
              <a:ext uri="{FF2B5EF4-FFF2-40B4-BE49-F238E27FC236}">
                <a16:creationId xmlns:a16="http://schemas.microsoft.com/office/drawing/2014/main" id="{D5A0B43E-BF05-C9A4-42D7-1D26237BB9FD}"/>
              </a:ext>
            </a:extLst>
          </p:cNvPr>
          <p:cNvSpPr/>
          <p:nvPr/>
        </p:nvSpPr>
        <p:spPr>
          <a:xfrm>
            <a:off x="3374136" y="5440680"/>
            <a:ext cx="877824" cy="91440"/>
          </a:xfrm>
          <a:prstGeom prst="rect">
            <a:avLst/>
          </a:prstGeom>
          <a:noFill/>
          <a:ln/>
        </p:spPr>
        <p:txBody>
          <a:bodyPr wrap="square" lIns="0" tIns="0" rIns="0" bIns="0" rtlCol="0" anchor="ctr"/>
          <a:lstStyle/>
          <a:p>
            <a:pPr algn="ctr"/>
            <a:r>
              <a:rPr lang="en-US" sz="570" b="1" dirty="0">
                <a:solidFill>
                  <a:srgbClr val="0B2739"/>
                </a:solidFill>
                <a:latin typeface="+mj-lt"/>
              </a:rPr>
              <a:t>Tourism</a:t>
            </a:r>
            <a:endParaRPr lang="en-US" sz="570" dirty="0">
              <a:solidFill>
                <a:prstClr val="black"/>
              </a:solidFill>
              <a:latin typeface="+mj-lt"/>
            </a:endParaRPr>
          </a:p>
        </p:txBody>
      </p:sp>
      <p:sp>
        <p:nvSpPr>
          <p:cNvPr id="339" name="Shape 45">
            <a:extLst>
              <a:ext uri="{FF2B5EF4-FFF2-40B4-BE49-F238E27FC236}">
                <a16:creationId xmlns:a16="http://schemas.microsoft.com/office/drawing/2014/main" id="{78566FF7-B98C-407D-FC8A-15AFA0753F18}"/>
              </a:ext>
            </a:extLst>
          </p:cNvPr>
          <p:cNvSpPr/>
          <p:nvPr/>
        </p:nvSpPr>
        <p:spPr>
          <a:xfrm>
            <a:off x="4617720" y="5376672"/>
            <a:ext cx="1344168" cy="256032"/>
          </a:xfrm>
          <a:prstGeom prst="roundRect">
            <a:avLst>
              <a:gd name="adj" fmla="val 50000"/>
            </a:avLst>
          </a:prstGeom>
          <a:solidFill>
            <a:srgbClr val="FFFFFF"/>
          </a:solidFill>
          <a:ln w="12700">
            <a:solidFill>
              <a:srgbClr val="D3E1E6"/>
            </a:solidFill>
            <a:prstDash val="solid"/>
          </a:ln>
        </p:spPr>
        <p:txBody>
          <a:bodyPr/>
          <a:lstStyle/>
          <a:p>
            <a:endParaRPr lang="en-IN">
              <a:solidFill>
                <a:prstClr val="black"/>
              </a:solidFill>
              <a:latin typeface="+mj-lt"/>
            </a:endParaRPr>
          </a:p>
        </p:txBody>
      </p:sp>
      <p:pic>
        <p:nvPicPr>
          <p:cNvPr id="340" name="Image 9" descr="preencoded.png">
            <a:extLst>
              <a:ext uri="{FF2B5EF4-FFF2-40B4-BE49-F238E27FC236}">
                <a16:creationId xmlns:a16="http://schemas.microsoft.com/office/drawing/2014/main" id="{916D29B1-5418-441E-64AA-AEB6392F1CE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727448" y="5440680"/>
            <a:ext cx="128016" cy="128016"/>
          </a:xfrm>
          <a:prstGeom prst="rect">
            <a:avLst/>
          </a:prstGeom>
        </p:spPr>
      </p:pic>
      <p:sp>
        <p:nvSpPr>
          <p:cNvPr id="341" name="Text 46">
            <a:extLst>
              <a:ext uri="{FF2B5EF4-FFF2-40B4-BE49-F238E27FC236}">
                <a16:creationId xmlns:a16="http://schemas.microsoft.com/office/drawing/2014/main" id="{4B7F3122-6ED5-105F-B267-0A99BA3B061A}"/>
              </a:ext>
            </a:extLst>
          </p:cNvPr>
          <p:cNvSpPr/>
          <p:nvPr/>
        </p:nvSpPr>
        <p:spPr>
          <a:xfrm>
            <a:off x="4928616" y="5440680"/>
            <a:ext cx="877824" cy="91440"/>
          </a:xfrm>
          <a:prstGeom prst="rect">
            <a:avLst/>
          </a:prstGeom>
          <a:noFill/>
          <a:ln/>
        </p:spPr>
        <p:txBody>
          <a:bodyPr wrap="square" lIns="0" tIns="0" rIns="0" bIns="0" rtlCol="0" anchor="ctr"/>
          <a:lstStyle/>
          <a:p>
            <a:pPr algn="ctr"/>
            <a:r>
              <a:rPr lang="en-US" sz="570" b="1" dirty="0">
                <a:solidFill>
                  <a:srgbClr val="0B2739"/>
                </a:solidFill>
                <a:latin typeface="+mj-lt"/>
              </a:rPr>
              <a:t>Disaster</a:t>
            </a:r>
            <a:endParaRPr lang="en-US" sz="570" dirty="0">
              <a:solidFill>
                <a:prstClr val="black"/>
              </a:solidFill>
              <a:latin typeface="+mj-lt"/>
            </a:endParaRPr>
          </a:p>
        </p:txBody>
      </p:sp>
      <p:sp>
        <p:nvSpPr>
          <p:cNvPr id="342" name="Shape 47">
            <a:extLst>
              <a:ext uri="{FF2B5EF4-FFF2-40B4-BE49-F238E27FC236}">
                <a16:creationId xmlns:a16="http://schemas.microsoft.com/office/drawing/2014/main" id="{62391A2C-3B1D-E01E-F71B-2CF894FF330E}"/>
              </a:ext>
            </a:extLst>
          </p:cNvPr>
          <p:cNvSpPr/>
          <p:nvPr/>
        </p:nvSpPr>
        <p:spPr>
          <a:xfrm>
            <a:off x="6172200" y="5376672"/>
            <a:ext cx="1344168" cy="256032"/>
          </a:xfrm>
          <a:prstGeom prst="roundRect">
            <a:avLst>
              <a:gd name="adj" fmla="val 50000"/>
            </a:avLst>
          </a:prstGeom>
          <a:solidFill>
            <a:srgbClr val="FFFFFF"/>
          </a:solidFill>
          <a:ln w="12700">
            <a:solidFill>
              <a:srgbClr val="D3E1E6"/>
            </a:solidFill>
            <a:prstDash val="solid"/>
          </a:ln>
        </p:spPr>
        <p:txBody>
          <a:bodyPr/>
          <a:lstStyle/>
          <a:p>
            <a:endParaRPr lang="en-IN">
              <a:solidFill>
                <a:prstClr val="black"/>
              </a:solidFill>
              <a:latin typeface="+mj-lt"/>
            </a:endParaRPr>
          </a:p>
        </p:txBody>
      </p:sp>
      <p:pic>
        <p:nvPicPr>
          <p:cNvPr id="343" name="Image 10" descr="preencoded.png">
            <a:extLst>
              <a:ext uri="{FF2B5EF4-FFF2-40B4-BE49-F238E27FC236}">
                <a16:creationId xmlns:a16="http://schemas.microsoft.com/office/drawing/2014/main" id="{0C9FC400-7695-0E86-42B5-5CCB753BDFA6}"/>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281928" y="5440680"/>
            <a:ext cx="128016" cy="128016"/>
          </a:xfrm>
          <a:prstGeom prst="rect">
            <a:avLst/>
          </a:prstGeom>
        </p:spPr>
      </p:pic>
      <p:sp>
        <p:nvSpPr>
          <p:cNvPr id="344" name="Text 48">
            <a:extLst>
              <a:ext uri="{FF2B5EF4-FFF2-40B4-BE49-F238E27FC236}">
                <a16:creationId xmlns:a16="http://schemas.microsoft.com/office/drawing/2014/main" id="{C6DBC9CC-01E1-BF81-923D-F60E9CB42BA8}"/>
              </a:ext>
            </a:extLst>
          </p:cNvPr>
          <p:cNvSpPr/>
          <p:nvPr/>
        </p:nvSpPr>
        <p:spPr>
          <a:xfrm>
            <a:off x="6483096" y="5440680"/>
            <a:ext cx="877824" cy="91440"/>
          </a:xfrm>
          <a:prstGeom prst="rect">
            <a:avLst/>
          </a:prstGeom>
          <a:noFill/>
          <a:ln/>
        </p:spPr>
        <p:txBody>
          <a:bodyPr wrap="square" lIns="0" tIns="0" rIns="0" bIns="0" rtlCol="0" anchor="ctr"/>
          <a:lstStyle/>
          <a:p>
            <a:pPr algn="ctr"/>
            <a:r>
              <a:rPr lang="en-US" sz="570" b="1" dirty="0">
                <a:solidFill>
                  <a:srgbClr val="0B2739"/>
                </a:solidFill>
                <a:latin typeface="+mj-lt"/>
              </a:rPr>
              <a:t>Agriculture</a:t>
            </a:r>
            <a:endParaRPr lang="en-US" sz="570" dirty="0">
              <a:solidFill>
                <a:prstClr val="black"/>
              </a:solidFill>
              <a:latin typeface="+mj-lt"/>
            </a:endParaRPr>
          </a:p>
        </p:txBody>
      </p:sp>
      <p:sp>
        <p:nvSpPr>
          <p:cNvPr id="345" name="Shape 49">
            <a:extLst>
              <a:ext uri="{FF2B5EF4-FFF2-40B4-BE49-F238E27FC236}">
                <a16:creationId xmlns:a16="http://schemas.microsoft.com/office/drawing/2014/main" id="{939B4C77-2CB4-98AE-4D29-9AB8F0D72201}"/>
              </a:ext>
            </a:extLst>
          </p:cNvPr>
          <p:cNvSpPr/>
          <p:nvPr/>
        </p:nvSpPr>
        <p:spPr>
          <a:xfrm>
            <a:off x="7726680" y="5376672"/>
            <a:ext cx="1344168" cy="256032"/>
          </a:xfrm>
          <a:prstGeom prst="roundRect">
            <a:avLst>
              <a:gd name="adj" fmla="val 50000"/>
            </a:avLst>
          </a:prstGeom>
          <a:solidFill>
            <a:srgbClr val="FFFFFF"/>
          </a:solidFill>
          <a:ln w="12700">
            <a:solidFill>
              <a:srgbClr val="D3E1E6"/>
            </a:solidFill>
            <a:prstDash val="solid"/>
          </a:ln>
        </p:spPr>
        <p:txBody>
          <a:bodyPr/>
          <a:lstStyle/>
          <a:p>
            <a:endParaRPr lang="en-IN">
              <a:solidFill>
                <a:prstClr val="black"/>
              </a:solidFill>
              <a:latin typeface="+mj-lt"/>
            </a:endParaRPr>
          </a:p>
        </p:txBody>
      </p:sp>
      <p:pic>
        <p:nvPicPr>
          <p:cNvPr id="346" name="Image 11" descr="preencoded.png">
            <a:extLst>
              <a:ext uri="{FF2B5EF4-FFF2-40B4-BE49-F238E27FC236}">
                <a16:creationId xmlns:a16="http://schemas.microsoft.com/office/drawing/2014/main" id="{D211E81E-A48A-99FC-791E-903AFDE5AF0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836408" y="5440680"/>
            <a:ext cx="128016" cy="128016"/>
          </a:xfrm>
          <a:prstGeom prst="rect">
            <a:avLst/>
          </a:prstGeom>
        </p:spPr>
      </p:pic>
      <p:sp>
        <p:nvSpPr>
          <p:cNvPr id="347" name="Text 50">
            <a:extLst>
              <a:ext uri="{FF2B5EF4-FFF2-40B4-BE49-F238E27FC236}">
                <a16:creationId xmlns:a16="http://schemas.microsoft.com/office/drawing/2014/main" id="{0B623EF9-BD01-1887-3332-AA12CCC43C63}"/>
              </a:ext>
            </a:extLst>
          </p:cNvPr>
          <p:cNvSpPr/>
          <p:nvPr/>
        </p:nvSpPr>
        <p:spPr>
          <a:xfrm>
            <a:off x="8037576" y="5440680"/>
            <a:ext cx="877824" cy="91440"/>
          </a:xfrm>
          <a:prstGeom prst="rect">
            <a:avLst/>
          </a:prstGeom>
          <a:noFill/>
          <a:ln/>
        </p:spPr>
        <p:txBody>
          <a:bodyPr wrap="square" lIns="0" tIns="0" rIns="0" bIns="0" rtlCol="0" anchor="ctr"/>
          <a:lstStyle/>
          <a:p>
            <a:pPr algn="ctr"/>
            <a:r>
              <a:rPr lang="en-US" sz="570" b="1" dirty="0">
                <a:solidFill>
                  <a:srgbClr val="0B2739"/>
                </a:solidFill>
                <a:latin typeface="+mj-lt"/>
              </a:rPr>
              <a:t>Health</a:t>
            </a:r>
            <a:endParaRPr lang="en-US" sz="570" dirty="0">
              <a:solidFill>
                <a:prstClr val="black"/>
              </a:solidFill>
              <a:latin typeface="+mj-lt"/>
            </a:endParaRPr>
          </a:p>
        </p:txBody>
      </p:sp>
      <p:sp>
        <p:nvSpPr>
          <p:cNvPr id="348" name="Shape 51">
            <a:extLst>
              <a:ext uri="{FF2B5EF4-FFF2-40B4-BE49-F238E27FC236}">
                <a16:creationId xmlns:a16="http://schemas.microsoft.com/office/drawing/2014/main" id="{C9E55F59-5170-03C1-7522-580C157E79DD}"/>
              </a:ext>
            </a:extLst>
          </p:cNvPr>
          <p:cNvSpPr/>
          <p:nvPr/>
        </p:nvSpPr>
        <p:spPr>
          <a:xfrm>
            <a:off x="9281160" y="5376672"/>
            <a:ext cx="1344168" cy="256032"/>
          </a:xfrm>
          <a:prstGeom prst="roundRect">
            <a:avLst>
              <a:gd name="adj" fmla="val 50000"/>
            </a:avLst>
          </a:prstGeom>
          <a:solidFill>
            <a:srgbClr val="FFFFFF"/>
          </a:solidFill>
          <a:ln w="12700">
            <a:solidFill>
              <a:srgbClr val="D3E1E6"/>
            </a:solidFill>
            <a:prstDash val="solid"/>
          </a:ln>
        </p:spPr>
        <p:txBody>
          <a:bodyPr/>
          <a:lstStyle/>
          <a:p>
            <a:endParaRPr lang="en-IN">
              <a:solidFill>
                <a:prstClr val="black"/>
              </a:solidFill>
              <a:latin typeface="+mj-lt"/>
            </a:endParaRPr>
          </a:p>
        </p:txBody>
      </p:sp>
      <p:pic>
        <p:nvPicPr>
          <p:cNvPr id="349" name="Image 12" descr="preencoded.png">
            <a:extLst>
              <a:ext uri="{FF2B5EF4-FFF2-40B4-BE49-F238E27FC236}">
                <a16:creationId xmlns:a16="http://schemas.microsoft.com/office/drawing/2014/main" id="{FF57000D-A8CF-6AB3-A735-5D36F9744CDF}"/>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390888" y="5440680"/>
            <a:ext cx="128016" cy="128016"/>
          </a:xfrm>
          <a:prstGeom prst="rect">
            <a:avLst/>
          </a:prstGeom>
        </p:spPr>
      </p:pic>
      <p:sp>
        <p:nvSpPr>
          <p:cNvPr id="350" name="Text 52">
            <a:extLst>
              <a:ext uri="{FF2B5EF4-FFF2-40B4-BE49-F238E27FC236}">
                <a16:creationId xmlns:a16="http://schemas.microsoft.com/office/drawing/2014/main" id="{16D5CBE2-AC9E-68FD-3701-CDED527821A1}"/>
              </a:ext>
            </a:extLst>
          </p:cNvPr>
          <p:cNvSpPr/>
          <p:nvPr/>
        </p:nvSpPr>
        <p:spPr>
          <a:xfrm>
            <a:off x="9592056" y="5440680"/>
            <a:ext cx="877824" cy="91440"/>
          </a:xfrm>
          <a:prstGeom prst="rect">
            <a:avLst/>
          </a:prstGeom>
          <a:noFill/>
          <a:ln/>
        </p:spPr>
        <p:txBody>
          <a:bodyPr wrap="square" lIns="0" tIns="0" rIns="0" bIns="0" rtlCol="0" anchor="ctr"/>
          <a:lstStyle/>
          <a:p>
            <a:pPr algn="ctr"/>
            <a:r>
              <a:rPr lang="en-US" sz="570" b="1" dirty="0">
                <a:solidFill>
                  <a:srgbClr val="0B2739"/>
                </a:solidFill>
                <a:latin typeface="+mj-lt"/>
              </a:rPr>
              <a:t>Governance</a:t>
            </a:r>
            <a:endParaRPr lang="en-US" sz="570" dirty="0">
              <a:solidFill>
                <a:prstClr val="black"/>
              </a:solidFill>
              <a:latin typeface="+mj-lt"/>
            </a:endParaRPr>
          </a:p>
        </p:txBody>
      </p:sp>
      <p:sp>
        <p:nvSpPr>
          <p:cNvPr id="351" name="Shape 53">
            <a:extLst>
              <a:ext uri="{FF2B5EF4-FFF2-40B4-BE49-F238E27FC236}">
                <a16:creationId xmlns:a16="http://schemas.microsoft.com/office/drawing/2014/main" id="{026C64CF-4281-013C-39FC-82FBB96598FC}"/>
              </a:ext>
            </a:extLst>
          </p:cNvPr>
          <p:cNvSpPr/>
          <p:nvPr/>
        </p:nvSpPr>
        <p:spPr>
          <a:xfrm>
            <a:off x="612648" y="6016752"/>
            <a:ext cx="11155680" cy="393192"/>
          </a:xfrm>
          <a:prstGeom prst="roundRect">
            <a:avLst>
              <a:gd name="adj" fmla="val 13953"/>
            </a:avLst>
          </a:prstGeom>
          <a:solidFill>
            <a:srgbClr val="0B2739"/>
          </a:solidFill>
          <a:ln w="12700">
            <a:solidFill>
              <a:srgbClr val="0B2739"/>
            </a:solidFill>
            <a:prstDash val="solid"/>
          </a:ln>
        </p:spPr>
        <p:txBody>
          <a:bodyPr/>
          <a:lstStyle/>
          <a:p>
            <a:endParaRPr lang="en-IN">
              <a:solidFill>
                <a:prstClr val="black"/>
              </a:solidFill>
              <a:latin typeface="+mj-lt"/>
            </a:endParaRPr>
          </a:p>
        </p:txBody>
      </p:sp>
      <p:pic>
        <p:nvPicPr>
          <p:cNvPr id="352" name="Image 13" descr="preencoded.png">
            <a:extLst>
              <a:ext uri="{FF2B5EF4-FFF2-40B4-BE49-F238E27FC236}">
                <a16:creationId xmlns:a16="http://schemas.microsoft.com/office/drawing/2014/main" id="{1E015969-F1A8-149C-96DB-D37F8EBF090F}"/>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841248" y="6135624"/>
            <a:ext cx="164592" cy="164592"/>
          </a:xfrm>
          <a:prstGeom prst="rect">
            <a:avLst/>
          </a:prstGeom>
        </p:spPr>
      </p:pic>
      <p:sp>
        <p:nvSpPr>
          <p:cNvPr id="353" name="Text 54">
            <a:extLst>
              <a:ext uri="{FF2B5EF4-FFF2-40B4-BE49-F238E27FC236}">
                <a16:creationId xmlns:a16="http://schemas.microsoft.com/office/drawing/2014/main" id="{5E79E5A5-9980-9C96-CE3B-3D1510419948}"/>
              </a:ext>
            </a:extLst>
          </p:cNvPr>
          <p:cNvSpPr/>
          <p:nvPr/>
        </p:nvSpPr>
        <p:spPr>
          <a:xfrm>
            <a:off x="1170432" y="6117336"/>
            <a:ext cx="1078992" cy="128016"/>
          </a:xfrm>
          <a:prstGeom prst="rect">
            <a:avLst/>
          </a:prstGeom>
          <a:noFill/>
          <a:ln/>
        </p:spPr>
        <p:txBody>
          <a:bodyPr wrap="square" lIns="0" tIns="0" rIns="0" bIns="0" rtlCol="0" anchor="ctr"/>
          <a:lstStyle/>
          <a:p>
            <a:r>
              <a:rPr lang="en-US" sz="630" b="1" dirty="0">
                <a:solidFill>
                  <a:srgbClr val="86BC25"/>
                </a:solidFill>
                <a:latin typeface="+mj-lt"/>
              </a:rPr>
              <a:t>DESIGN PRINCIPLE</a:t>
            </a:r>
            <a:endParaRPr lang="en-US" sz="630" dirty="0">
              <a:solidFill>
                <a:prstClr val="black"/>
              </a:solidFill>
              <a:latin typeface="+mj-lt"/>
            </a:endParaRPr>
          </a:p>
        </p:txBody>
      </p:sp>
      <p:sp>
        <p:nvSpPr>
          <p:cNvPr id="354" name="Text 55">
            <a:extLst>
              <a:ext uri="{FF2B5EF4-FFF2-40B4-BE49-F238E27FC236}">
                <a16:creationId xmlns:a16="http://schemas.microsoft.com/office/drawing/2014/main" id="{3EE38C48-208E-62E9-85CB-EDDD8F68B33F}"/>
              </a:ext>
            </a:extLst>
          </p:cNvPr>
          <p:cNvSpPr/>
          <p:nvPr/>
        </p:nvSpPr>
        <p:spPr>
          <a:xfrm>
            <a:off x="2487168" y="6099048"/>
            <a:ext cx="8732520" cy="164592"/>
          </a:xfrm>
          <a:prstGeom prst="rect">
            <a:avLst/>
          </a:prstGeom>
          <a:noFill/>
          <a:ln/>
        </p:spPr>
        <p:txBody>
          <a:bodyPr wrap="square" lIns="0" tIns="0" rIns="0" bIns="0" rtlCol="0" anchor="ctr">
            <a:normAutofit/>
          </a:bodyPr>
          <a:lstStyle/>
          <a:p>
            <a:pPr algn="ctr"/>
            <a:r>
              <a:rPr lang="en-US" sz="810" b="1" dirty="0">
                <a:solidFill>
                  <a:srgbClr val="FFFFFF"/>
                </a:solidFill>
                <a:latin typeface="+mj-lt"/>
              </a:rPr>
              <a:t>Build common capabilities once, expose them through governed service contracts, and configure department-specific intelligence without duplicating the platform.</a:t>
            </a:r>
            <a:endParaRPr lang="en-US" sz="810" dirty="0">
              <a:solidFill>
                <a:prstClr val="black"/>
              </a:solidFill>
              <a:latin typeface="+mj-lt"/>
            </a:endParaRPr>
          </a:p>
        </p:txBody>
      </p:sp>
    </p:spTree>
    <p:extLst>
      <p:ext uri="{BB962C8B-B14F-4D97-AF65-F5344CB8AC3E}">
        <p14:creationId xmlns:p14="http://schemas.microsoft.com/office/powerpoint/2010/main" val="12092328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23655-EA07-91B3-9E65-8D12C2F5025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F413FED-0437-7F33-73CD-CE198FFB87D8}"/>
              </a:ext>
            </a:extLst>
          </p:cNvPr>
          <p:cNvSpPr txBox="1"/>
          <p:nvPr/>
        </p:nvSpPr>
        <p:spPr>
          <a:xfrm>
            <a:off x="190499" y="90855"/>
            <a:ext cx="8562975" cy="400110"/>
          </a:xfrm>
          <a:prstGeom prst="rect">
            <a:avLst/>
          </a:prstGeom>
          <a:noFill/>
        </p:spPr>
        <p:txBody>
          <a:bodyPr wrap="square">
            <a:spAutoFit/>
          </a:bodyPr>
          <a:lstStyle/>
          <a:p>
            <a:r>
              <a:rPr lang="en-US" sz="2000" b="1" dirty="0">
                <a:solidFill>
                  <a:srgbClr val="0B2739"/>
                </a:solidFill>
                <a:latin typeface="+mj-lt"/>
              </a:rPr>
              <a:t>Department Brain: governed domain intelligence</a:t>
            </a:r>
            <a:endParaRPr lang="en-US" sz="2000" dirty="0">
              <a:latin typeface="+mj-lt"/>
            </a:endParaRPr>
          </a:p>
        </p:txBody>
      </p:sp>
      <p:grpSp>
        <p:nvGrpSpPr>
          <p:cNvPr id="3" name="Group 2">
            <a:extLst>
              <a:ext uri="{FF2B5EF4-FFF2-40B4-BE49-F238E27FC236}">
                <a16:creationId xmlns:a16="http://schemas.microsoft.com/office/drawing/2014/main" id="{26103935-2318-C741-2950-57D2275D8B71}"/>
              </a:ext>
            </a:extLst>
          </p:cNvPr>
          <p:cNvGrpSpPr/>
          <p:nvPr/>
        </p:nvGrpSpPr>
        <p:grpSpPr>
          <a:xfrm>
            <a:off x="0" y="480460"/>
            <a:ext cx="5752976" cy="151621"/>
            <a:chOff x="0" y="786578"/>
            <a:chExt cx="5752976" cy="151621"/>
          </a:xfrm>
        </p:grpSpPr>
        <p:cxnSp>
          <p:nvCxnSpPr>
            <p:cNvPr id="5" name="Straight Connector 4">
              <a:extLst>
                <a:ext uri="{FF2B5EF4-FFF2-40B4-BE49-F238E27FC236}">
                  <a16:creationId xmlns:a16="http://schemas.microsoft.com/office/drawing/2014/main" id="{7358A5C2-A6F8-4192-5FA2-69B6700EC1A7}"/>
                </a:ext>
              </a:extLst>
            </p:cNvPr>
            <p:cNvCxnSpPr>
              <a:cxnSpLocks/>
            </p:cNvCxnSpPr>
            <p:nvPr/>
          </p:nvCxnSpPr>
          <p:spPr>
            <a:xfrm>
              <a:off x="0" y="862388"/>
              <a:ext cx="5673213" cy="0"/>
            </a:xfrm>
            <a:prstGeom prst="line">
              <a:avLst/>
            </a:prstGeom>
            <a:ln>
              <a:solidFill>
                <a:srgbClr val="92D050"/>
              </a:solidFill>
            </a:ln>
          </p:spPr>
          <p:style>
            <a:lnRef idx="2">
              <a:schemeClr val="accent1"/>
            </a:lnRef>
            <a:fillRef idx="0">
              <a:schemeClr val="accent1"/>
            </a:fillRef>
            <a:effectRef idx="1">
              <a:schemeClr val="accent1"/>
            </a:effectRef>
            <a:fontRef idx="minor">
              <a:schemeClr val="tx1"/>
            </a:fontRef>
          </p:style>
        </p:cxnSp>
        <p:sp>
          <p:nvSpPr>
            <p:cNvPr id="6" name="Diamond 5">
              <a:extLst>
                <a:ext uri="{FF2B5EF4-FFF2-40B4-BE49-F238E27FC236}">
                  <a16:creationId xmlns:a16="http://schemas.microsoft.com/office/drawing/2014/main" id="{5B88FA9D-1A2D-1956-9E6A-FDA1E6231D8E}"/>
                </a:ext>
              </a:extLst>
            </p:cNvPr>
            <p:cNvSpPr/>
            <p:nvPr/>
          </p:nvSpPr>
          <p:spPr>
            <a:xfrm>
              <a:off x="5661536" y="786578"/>
              <a:ext cx="91440" cy="151621"/>
            </a:xfrm>
            <a:prstGeom prst="diamond">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grpSp>
      <p:sp>
        <p:nvSpPr>
          <p:cNvPr id="83" name="Text 2">
            <a:extLst>
              <a:ext uri="{FF2B5EF4-FFF2-40B4-BE49-F238E27FC236}">
                <a16:creationId xmlns:a16="http://schemas.microsoft.com/office/drawing/2014/main" id="{EC2E69A3-2E5D-4A67-7FA3-BF2803EA74E9}"/>
              </a:ext>
            </a:extLst>
          </p:cNvPr>
          <p:cNvSpPr/>
          <p:nvPr/>
        </p:nvSpPr>
        <p:spPr>
          <a:xfrm>
            <a:off x="512064" y="749808"/>
            <a:ext cx="10881360" cy="256032"/>
          </a:xfrm>
          <a:prstGeom prst="rect">
            <a:avLst/>
          </a:prstGeom>
          <a:noFill/>
          <a:ln/>
        </p:spPr>
        <p:txBody>
          <a:bodyPr wrap="square" lIns="0" tIns="0" rIns="0" bIns="0" rtlCol="0" anchor="ctr"/>
          <a:lstStyle/>
          <a:p>
            <a:r>
              <a:rPr lang="en-US" sz="1030" dirty="0">
                <a:solidFill>
                  <a:srgbClr val="596875"/>
                </a:solidFill>
                <a:latin typeface="+mj-lt"/>
              </a:rPr>
              <a:t>A controlled, department-owned product that combines domain context with approved services from the State AI Spine</a:t>
            </a:r>
            <a:endParaRPr lang="en-US" sz="1030" dirty="0">
              <a:solidFill>
                <a:prstClr val="black"/>
              </a:solidFill>
              <a:latin typeface="+mj-lt"/>
            </a:endParaRPr>
          </a:p>
        </p:txBody>
      </p:sp>
      <p:sp>
        <p:nvSpPr>
          <p:cNvPr id="85" name="Shape 3">
            <a:extLst>
              <a:ext uri="{FF2B5EF4-FFF2-40B4-BE49-F238E27FC236}">
                <a16:creationId xmlns:a16="http://schemas.microsoft.com/office/drawing/2014/main" id="{849F85D3-F098-4914-BB68-8FE9909458A5}"/>
              </a:ext>
            </a:extLst>
          </p:cNvPr>
          <p:cNvSpPr/>
          <p:nvPr/>
        </p:nvSpPr>
        <p:spPr>
          <a:xfrm>
            <a:off x="4325112" y="1417320"/>
            <a:ext cx="2852928" cy="2852928"/>
          </a:xfrm>
          <a:prstGeom prst="ellipse">
            <a:avLst/>
          </a:prstGeom>
          <a:solidFill>
            <a:srgbClr val="0B2739"/>
          </a:solidFill>
          <a:ln w="38100">
            <a:solidFill>
              <a:srgbClr val="86BC25"/>
            </a:solidFill>
            <a:prstDash val="solid"/>
          </a:ln>
          <a:effectLst>
            <a:outerShdw blurRad="16510" dist="5715" dir="2700000" algn="bl" rotWithShape="0">
              <a:srgbClr val="000000">
                <a:alpha val="15000"/>
              </a:srgbClr>
            </a:outerShdw>
          </a:effectLst>
        </p:spPr>
        <p:txBody>
          <a:bodyPr/>
          <a:lstStyle/>
          <a:p>
            <a:endParaRPr lang="en-IN" sz="2400">
              <a:solidFill>
                <a:prstClr val="black"/>
              </a:solidFill>
              <a:latin typeface="+mj-lt"/>
            </a:endParaRPr>
          </a:p>
        </p:txBody>
      </p:sp>
      <p:sp>
        <p:nvSpPr>
          <p:cNvPr id="87" name="Shape 4">
            <a:extLst>
              <a:ext uri="{FF2B5EF4-FFF2-40B4-BE49-F238E27FC236}">
                <a16:creationId xmlns:a16="http://schemas.microsoft.com/office/drawing/2014/main" id="{3A50829B-24E0-3D21-B827-23C468711B55}"/>
              </a:ext>
            </a:extLst>
          </p:cNvPr>
          <p:cNvSpPr/>
          <p:nvPr/>
        </p:nvSpPr>
        <p:spPr>
          <a:xfrm>
            <a:off x="4663440" y="1755648"/>
            <a:ext cx="2176272" cy="2176272"/>
          </a:xfrm>
          <a:prstGeom prst="ellipse">
            <a:avLst/>
          </a:prstGeom>
          <a:solidFill>
            <a:srgbClr val="123B5D"/>
          </a:solidFill>
          <a:ln w="19050">
            <a:solidFill>
              <a:srgbClr val="20B5D5"/>
            </a:solidFill>
            <a:prstDash val="solid"/>
          </a:ln>
        </p:spPr>
        <p:txBody>
          <a:bodyPr/>
          <a:lstStyle/>
          <a:p>
            <a:endParaRPr lang="en-IN" sz="2400">
              <a:solidFill>
                <a:prstClr val="black"/>
              </a:solidFill>
              <a:latin typeface="+mj-lt"/>
            </a:endParaRPr>
          </a:p>
        </p:txBody>
      </p:sp>
      <p:pic>
        <p:nvPicPr>
          <p:cNvPr id="89" name="Image 0" descr="preencoded.png">
            <a:extLst>
              <a:ext uri="{FF2B5EF4-FFF2-40B4-BE49-F238E27FC236}">
                <a16:creationId xmlns:a16="http://schemas.microsoft.com/office/drawing/2014/main" id="{8A325433-AE59-22A6-E8CC-2CC8E139E36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257800" y="2157984"/>
            <a:ext cx="987552" cy="987552"/>
          </a:xfrm>
          <a:prstGeom prst="rect">
            <a:avLst/>
          </a:prstGeom>
        </p:spPr>
      </p:pic>
      <p:sp>
        <p:nvSpPr>
          <p:cNvPr id="91" name="Text 5">
            <a:extLst>
              <a:ext uri="{FF2B5EF4-FFF2-40B4-BE49-F238E27FC236}">
                <a16:creationId xmlns:a16="http://schemas.microsoft.com/office/drawing/2014/main" id="{20CEDDA3-5B76-B7A7-EF5D-7D09DE6B0598}"/>
              </a:ext>
            </a:extLst>
          </p:cNvPr>
          <p:cNvSpPr/>
          <p:nvPr/>
        </p:nvSpPr>
        <p:spPr>
          <a:xfrm>
            <a:off x="4956048" y="3246120"/>
            <a:ext cx="1572768" cy="438912"/>
          </a:xfrm>
          <a:prstGeom prst="rect">
            <a:avLst/>
          </a:prstGeom>
          <a:noFill/>
          <a:ln/>
        </p:spPr>
        <p:txBody>
          <a:bodyPr wrap="square" lIns="0" tIns="0" rIns="0" bIns="0" rtlCol="0" anchor="ctr"/>
          <a:lstStyle/>
          <a:p>
            <a:pPr algn="ctr"/>
            <a:r>
              <a:rPr lang="en-US" b="1" dirty="0">
                <a:solidFill>
                  <a:srgbClr val="FFFFFF"/>
                </a:solidFill>
                <a:latin typeface="+mj-lt"/>
              </a:rPr>
              <a:t>DEPARTMENT</a:t>
            </a:r>
            <a:endParaRPr lang="en-US" dirty="0">
              <a:solidFill>
                <a:prstClr val="black"/>
              </a:solidFill>
              <a:latin typeface="+mj-lt"/>
            </a:endParaRPr>
          </a:p>
          <a:p>
            <a:pPr algn="ctr"/>
            <a:r>
              <a:rPr lang="en-US" b="1" dirty="0">
                <a:solidFill>
                  <a:srgbClr val="FFFFFF"/>
                </a:solidFill>
                <a:latin typeface="+mj-lt"/>
              </a:rPr>
              <a:t>BRAIN</a:t>
            </a:r>
            <a:endParaRPr lang="en-US" dirty="0">
              <a:solidFill>
                <a:prstClr val="black"/>
              </a:solidFill>
              <a:latin typeface="+mj-lt"/>
            </a:endParaRPr>
          </a:p>
        </p:txBody>
      </p:sp>
      <p:sp>
        <p:nvSpPr>
          <p:cNvPr id="95" name="Shape 6">
            <a:extLst>
              <a:ext uri="{FF2B5EF4-FFF2-40B4-BE49-F238E27FC236}">
                <a16:creationId xmlns:a16="http://schemas.microsoft.com/office/drawing/2014/main" id="{0C22A451-D38A-A10D-A0C4-96825775FFDB}"/>
              </a:ext>
            </a:extLst>
          </p:cNvPr>
          <p:cNvSpPr/>
          <p:nvPr/>
        </p:nvSpPr>
        <p:spPr>
          <a:xfrm>
            <a:off x="4645152" y="3886200"/>
            <a:ext cx="2212848" cy="347472"/>
          </a:xfrm>
          <a:prstGeom prst="roundRect">
            <a:avLst>
              <a:gd name="adj" fmla="val 47368"/>
            </a:avLst>
          </a:prstGeom>
          <a:solidFill>
            <a:srgbClr val="86BC25"/>
          </a:solidFill>
          <a:ln w="12700">
            <a:solidFill>
              <a:srgbClr val="86BC25"/>
            </a:solidFill>
            <a:prstDash val="solid"/>
          </a:ln>
        </p:spPr>
        <p:txBody>
          <a:bodyPr/>
          <a:lstStyle/>
          <a:p>
            <a:endParaRPr lang="en-IN" sz="2400">
              <a:solidFill>
                <a:prstClr val="black"/>
              </a:solidFill>
              <a:latin typeface="+mj-lt"/>
            </a:endParaRPr>
          </a:p>
        </p:txBody>
      </p:sp>
      <p:sp>
        <p:nvSpPr>
          <p:cNvPr id="103" name="Text 7">
            <a:extLst>
              <a:ext uri="{FF2B5EF4-FFF2-40B4-BE49-F238E27FC236}">
                <a16:creationId xmlns:a16="http://schemas.microsoft.com/office/drawing/2014/main" id="{591B6F8D-CA6B-3A6D-E01B-0EAC88A28389}"/>
              </a:ext>
            </a:extLst>
          </p:cNvPr>
          <p:cNvSpPr/>
          <p:nvPr/>
        </p:nvSpPr>
        <p:spPr>
          <a:xfrm>
            <a:off x="4846320" y="4005072"/>
            <a:ext cx="1810512" cy="100584"/>
          </a:xfrm>
          <a:prstGeom prst="rect">
            <a:avLst/>
          </a:prstGeom>
          <a:noFill/>
          <a:ln/>
        </p:spPr>
        <p:txBody>
          <a:bodyPr wrap="square" lIns="0" tIns="0" rIns="0" bIns="0" rtlCol="0" anchor="ctr"/>
          <a:lstStyle/>
          <a:p>
            <a:pPr algn="ctr"/>
            <a:r>
              <a:rPr lang="en-US" sz="800" b="1" dirty="0">
                <a:solidFill>
                  <a:srgbClr val="0B2739"/>
                </a:solidFill>
                <a:latin typeface="+mj-lt"/>
              </a:rPr>
              <a:t>GOVERNED DOMAIN PRODUCT</a:t>
            </a:r>
            <a:endParaRPr lang="en-US" sz="800" dirty="0">
              <a:solidFill>
                <a:prstClr val="black"/>
              </a:solidFill>
              <a:latin typeface="+mj-lt"/>
            </a:endParaRPr>
          </a:p>
        </p:txBody>
      </p:sp>
      <p:sp>
        <p:nvSpPr>
          <p:cNvPr id="104" name="Shape 8">
            <a:extLst>
              <a:ext uri="{FF2B5EF4-FFF2-40B4-BE49-F238E27FC236}">
                <a16:creationId xmlns:a16="http://schemas.microsoft.com/office/drawing/2014/main" id="{3361C683-7847-B980-582C-24C0B3027A14}"/>
              </a:ext>
            </a:extLst>
          </p:cNvPr>
          <p:cNvSpPr/>
          <p:nvPr/>
        </p:nvSpPr>
        <p:spPr>
          <a:xfrm>
            <a:off x="3730752" y="1883664"/>
            <a:ext cx="585216" cy="950976"/>
          </a:xfrm>
          <a:prstGeom prst="line">
            <a:avLst/>
          </a:prstGeom>
          <a:noFill/>
          <a:ln w="17780">
            <a:solidFill>
              <a:srgbClr val="9CCB5E"/>
            </a:solidFill>
            <a:prstDash val="solid"/>
            <a:tailEnd type="triangle"/>
          </a:ln>
        </p:spPr>
        <p:txBody>
          <a:bodyPr/>
          <a:lstStyle/>
          <a:p>
            <a:endParaRPr lang="en-IN" sz="2400">
              <a:solidFill>
                <a:prstClr val="black"/>
              </a:solidFill>
              <a:latin typeface="+mj-lt"/>
            </a:endParaRPr>
          </a:p>
        </p:txBody>
      </p:sp>
      <p:sp>
        <p:nvSpPr>
          <p:cNvPr id="105" name="Shape 9">
            <a:extLst>
              <a:ext uri="{FF2B5EF4-FFF2-40B4-BE49-F238E27FC236}">
                <a16:creationId xmlns:a16="http://schemas.microsoft.com/office/drawing/2014/main" id="{C1E84DBD-2389-C5CD-19CC-01DBEE2B87F0}"/>
              </a:ext>
            </a:extLst>
          </p:cNvPr>
          <p:cNvSpPr/>
          <p:nvPr/>
        </p:nvSpPr>
        <p:spPr>
          <a:xfrm flipV="1">
            <a:off x="3730752" y="2834640"/>
            <a:ext cx="585216" cy="356616"/>
          </a:xfrm>
          <a:prstGeom prst="line">
            <a:avLst/>
          </a:prstGeom>
          <a:noFill/>
          <a:ln w="17780">
            <a:solidFill>
              <a:srgbClr val="9CCB5E"/>
            </a:solidFill>
            <a:prstDash val="solid"/>
            <a:tailEnd type="triangle"/>
          </a:ln>
        </p:spPr>
        <p:txBody>
          <a:bodyPr/>
          <a:lstStyle/>
          <a:p>
            <a:endParaRPr lang="en-IN" sz="2400">
              <a:solidFill>
                <a:prstClr val="black"/>
              </a:solidFill>
              <a:latin typeface="+mj-lt"/>
            </a:endParaRPr>
          </a:p>
        </p:txBody>
      </p:sp>
      <p:sp>
        <p:nvSpPr>
          <p:cNvPr id="106" name="Shape 10">
            <a:extLst>
              <a:ext uri="{FF2B5EF4-FFF2-40B4-BE49-F238E27FC236}">
                <a16:creationId xmlns:a16="http://schemas.microsoft.com/office/drawing/2014/main" id="{E2AE4AE1-6739-36FD-7B5B-46365500B293}"/>
              </a:ext>
            </a:extLst>
          </p:cNvPr>
          <p:cNvSpPr/>
          <p:nvPr/>
        </p:nvSpPr>
        <p:spPr>
          <a:xfrm flipV="1">
            <a:off x="3730752" y="2834640"/>
            <a:ext cx="585216" cy="1664208"/>
          </a:xfrm>
          <a:prstGeom prst="line">
            <a:avLst/>
          </a:prstGeom>
          <a:noFill/>
          <a:ln w="17780">
            <a:solidFill>
              <a:srgbClr val="79B7D1"/>
            </a:solidFill>
            <a:prstDash val="solid"/>
            <a:tailEnd type="triangle"/>
          </a:ln>
        </p:spPr>
        <p:txBody>
          <a:bodyPr/>
          <a:lstStyle/>
          <a:p>
            <a:endParaRPr lang="en-IN" sz="2400">
              <a:solidFill>
                <a:prstClr val="black"/>
              </a:solidFill>
              <a:latin typeface="+mj-lt"/>
            </a:endParaRPr>
          </a:p>
        </p:txBody>
      </p:sp>
      <p:sp>
        <p:nvSpPr>
          <p:cNvPr id="107" name="Shape 11">
            <a:extLst>
              <a:ext uri="{FF2B5EF4-FFF2-40B4-BE49-F238E27FC236}">
                <a16:creationId xmlns:a16="http://schemas.microsoft.com/office/drawing/2014/main" id="{3C9279E9-E213-EC78-E44C-53B6E02F00E3}"/>
              </a:ext>
            </a:extLst>
          </p:cNvPr>
          <p:cNvSpPr/>
          <p:nvPr/>
        </p:nvSpPr>
        <p:spPr>
          <a:xfrm flipV="1">
            <a:off x="7178040" y="1883664"/>
            <a:ext cx="594360" cy="950976"/>
          </a:xfrm>
          <a:prstGeom prst="line">
            <a:avLst/>
          </a:prstGeom>
          <a:noFill/>
          <a:ln w="17780">
            <a:solidFill>
              <a:srgbClr val="55CDE2"/>
            </a:solidFill>
            <a:prstDash val="solid"/>
            <a:tailEnd type="triangle"/>
          </a:ln>
        </p:spPr>
        <p:txBody>
          <a:bodyPr/>
          <a:lstStyle/>
          <a:p>
            <a:endParaRPr lang="en-IN" sz="2400">
              <a:solidFill>
                <a:prstClr val="black"/>
              </a:solidFill>
              <a:latin typeface="+mj-lt"/>
            </a:endParaRPr>
          </a:p>
        </p:txBody>
      </p:sp>
      <p:sp>
        <p:nvSpPr>
          <p:cNvPr id="108" name="Shape 12">
            <a:extLst>
              <a:ext uri="{FF2B5EF4-FFF2-40B4-BE49-F238E27FC236}">
                <a16:creationId xmlns:a16="http://schemas.microsoft.com/office/drawing/2014/main" id="{29BC077A-6C8F-0B22-050E-96BDB09D08B8}"/>
              </a:ext>
            </a:extLst>
          </p:cNvPr>
          <p:cNvSpPr/>
          <p:nvPr/>
        </p:nvSpPr>
        <p:spPr>
          <a:xfrm>
            <a:off x="7178040" y="2834640"/>
            <a:ext cx="594360" cy="356616"/>
          </a:xfrm>
          <a:prstGeom prst="line">
            <a:avLst/>
          </a:prstGeom>
          <a:noFill/>
          <a:ln w="17780">
            <a:solidFill>
              <a:srgbClr val="79B7D1"/>
            </a:solidFill>
            <a:prstDash val="solid"/>
            <a:tailEnd type="triangle"/>
          </a:ln>
        </p:spPr>
        <p:txBody>
          <a:bodyPr/>
          <a:lstStyle/>
          <a:p>
            <a:endParaRPr lang="en-IN" sz="2400">
              <a:solidFill>
                <a:prstClr val="black"/>
              </a:solidFill>
              <a:latin typeface="+mj-lt"/>
            </a:endParaRPr>
          </a:p>
        </p:txBody>
      </p:sp>
      <p:sp>
        <p:nvSpPr>
          <p:cNvPr id="109" name="Shape 13">
            <a:extLst>
              <a:ext uri="{FF2B5EF4-FFF2-40B4-BE49-F238E27FC236}">
                <a16:creationId xmlns:a16="http://schemas.microsoft.com/office/drawing/2014/main" id="{365B1E14-4FF0-5D0E-7C77-FAB11C47AFF4}"/>
              </a:ext>
            </a:extLst>
          </p:cNvPr>
          <p:cNvSpPr/>
          <p:nvPr/>
        </p:nvSpPr>
        <p:spPr>
          <a:xfrm>
            <a:off x="7178040" y="2834640"/>
            <a:ext cx="594360" cy="1664208"/>
          </a:xfrm>
          <a:prstGeom prst="line">
            <a:avLst/>
          </a:prstGeom>
          <a:noFill/>
          <a:ln w="17780">
            <a:solidFill>
              <a:srgbClr val="9CCB5E"/>
            </a:solidFill>
            <a:prstDash val="solid"/>
            <a:tailEnd type="triangle"/>
          </a:ln>
        </p:spPr>
        <p:txBody>
          <a:bodyPr/>
          <a:lstStyle/>
          <a:p>
            <a:endParaRPr lang="en-IN" sz="2400">
              <a:solidFill>
                <a:prstClr val="black"/>
              </a:solidFill>
              <a:latin typeface="+mj-lt"/>
            </a:endParaRPr>
          </a:p>
        </p:txBody>
      </p:sp>
      <p:sp>
        <p:nvSpPr>
          <p:cNvPr id="112" name="Shape 14">
            <a:extLst>
              <a:ext uri="{FF2B5EF4-FFF2-40B4-BE49-F238E27FC236}">
                <a16:creationId xmlns:a16="http://schemas.microsoft.com/office/drawing/2014/main" id="{51B8E53F-B70D-FE70-1956-6D163A82A68A}"/>
              </a:ext>
            </a:extLst>
          </p:cNvPr>
          <p:cNvSpPr/>
          <p:nvPr/>
        </p:nvSpPr>
        <p:spPr>
          <a:xfrm>
            <a:off x="548640" y="1353312"/>
            <a:ext cx="3182112" cy="1060704"/>
          </a:xfrm>
          <a:prstGeom prst="roundRect">
            <a:avLst>
              <a:gd name="adj" fmla="val 7759"/>
            </a:avLst>
          </a:prstGeom>
          <a:solidFill>
            <a:srgbClr val="FFFFFF"/>
          </a:solidFill>
          <a:ln w="12700">
            <a:solidFill>
              <a:srgbClr val="D8E2E7"/>
            </a:solidFill>
            <a:prstDash val="solid"/>
          </a:ln>
          <a:effectLst>
            <a:outerShdw blurRad="8890" dist="3175" dir="2700000" algn="bl" rotWithShape="0">
              <a:srgbClr val="000000">
                <a:alpha val="8000"/>
              </a:srgbClr>
            </a:outerShdw>
          </a:effectLst>
        </p:spPr>
        <p:txBody>
          <a:bodyPr/>
          <a:lstStyle/>
          <a:p>
            <a:endParaRPr lang="en-IN" sz="2400">
              <a:solidFill>
                <a:prstClr val="black"/>
              </a:solidFill>
              <a:latin typeface="+mj-lt"/>
            </a:endParaRPr>
          </a:p>
        </p:txBody>
      </p:sp>
      <p:sp>
        <p:nvSpPr>
          <p:cNvPr id="113" name="Shape 15">
            <a:extLst>
              <a:ext uri="{FF2B5EF4-FFF2-40B4-BE49-F238E27FC236}">
                <a16:creationId xmlns:a16="http://schemas.microsoft.com/office/drawing/2014/main" id="{AC4B2646-ADF3-179E-5392-E170350835C2}"/>
              </a:ext>
            </a:extLst>
          </p:cNvPr>
          <p:cNvSpPr/>
          <p:nvPr/>
        </p:nvSpPr>
        <p:spPr>
          <a:xfrm>
            <a:off x="713232" y="1517904"/>
            <a:ext cx="475488" cy="475488"/>
          </a:xfrm>
          <a:prstGeom prst="ellipse">
            <a:avLst/>
          </a:prstGeom>
          <a:solidFill>
            <a:srgbClr val="43B02A"/>
          </a:solidFill>
          <a:ln w="12700">
            <a:solidFill>
              <a:srgbClr val="43B02A"/>
            </a:solidFill>
            <a:prstDash val="solid"/>
          </a:ln>
        </p:spPr>
        <p:txBody>
          <a:bodyPr/>
          <a:lstStyle/>
          <a:p>
            <a:endParaRPr lang="en-IN" sz="2400">
              <a:solidFill>
                <a:prstClr val="black"/>
              </a:solidFill>
              <a:latin typeface="+mj-lt"/>
            </a:endParaRPr>
          </a:p>
        </p:txBody>
      </p:sp>
      <p:pic>
        <p:nvPicPr>
          <p:cNvPr id="114" name="Image 1" descr="preencoded.png">
            <a:extLst>
              <a:ext uri="{FF2B5EF4-FFF2-40B4-BE49-F238E27FC236}">
                <a16:creationId xmlns:a16="http://schemas.microsoft.com/office/drawing/2014/main" id="{B4AFD844-8B76-1034-AB50-CD96EB7A1D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9536" y="1664208"/>
            <a:ext cx="182880" cy="182880"/>
          </a:xfrm>
          <a:prstGeom prst="rect">
            <a:avLst/>
          </a:prstGeom>
        </p:spPr>
      </p:pic>
      <p:sp>
        <p:nvSpPr>
          <p:cNvPr id="116" name="Text 16">
            <a:extLst>
              <a:ext uri="{FF2B5EF4-FFF2-40B4-BE49-F238E27FC236}">
                <a16:creationId xmlns:a16="http://schemas.microsoft.com/office/drawing/2014/main" id="{DF652FFF-BBA8-3516-024D-208F80BD20CE}"/>
              </a:ext>
            </a:extLst>
          </p:cNvPr>
          <p:cNvSpPr/>
          <p:nvPr/>
        </p:nvSpPr>
        <p:spPr>
          <a:xfrm>
            <a:off x="1316736" y="1499616"/>
            <a:ext cx="2221992" cy="246888"/>
          </a:xfrm>
          <a:prstGeom prst="rect">
            <a:avLst/>
          </a:prstGeom>
          <a:noFill/>
          <a:ln/>
        </p:spPr>
        <p:txBody>
          <a:bodyPr wrap="square" lIns="0" tIns="0" rIns="0" bIns="0" rtlCol="0" anchor="ctr">
            <a:normAutofit/>
          </a:bodyPr>
          <a:lstStyle/>
          <a:p>
            <a:r>
              <a:rPr lang="en-US" sz="1400" b="1" dirty="0">
                <a:solidFill>
                  <a:srgbClr val="0B2739"/>
                </a:solidFill>
                <a:latin typeface="+mj-lt"/>
              </a:rPr>
              <a:t>1  Domain outcomes</a:t>
            </a:r>
            <a:endParaRPr lang="en-US" sz="1400" dirty="0">
              <a:solidFill>
                <a:prstClr val="black"/>
              </a:solidFill>
              <a:latin typeface="+mj-lt"/>
            </a:endParaRPr>
          </a:p>
        </p:txBody>
      </p:sp>
      <p:sp>
        <p:nvSpPr>
          <p:cNvPr id="118" name="Text 17">
            <a:extLst>
              <a:ext uri="{FF2B5EF4-FFF2-40B4-BE49-F238E27FC236}">
                <a16:creationId xmlns:a16="http://schemas.microsoft.com/office/drawing/2014/main" id="{6A1769E1-7511-B046-CAB5-4EF50ED2EBB6}"/>
              </a:ext>
            </a:extLst>
          </p:cNvPr>
          <p:cNvSpPr/>
          <p:nvPr/>
        </p:nvSpPr>
        <p:spPr>
          <a:xfrm>
            <a:off x="1316736" y="1810512"/>
            <a:ext cx="2221992" cy="457200"/>
          </a:xfrm>
          <a:prstGeom prst="rect">
            <a:avLst/>
          </a:prstGeom>
          <a:noFill/>
          <a:ln/>
        </p:spPr>
        <p:txBody>
          <a:bodyPr wrap="square" lIns="0" tIns="0" rIns="0" bIns="0" rtlCol="0" anchor="ctr">
            <a:normAutofit/>
          </a:bodyPr>
          <a:lstStyle/>
          <a:p>
            <a:r>
              <a:rPr lang="en-US" sz="1000" dirty="0">
                <a:solidFill>
                  <a:srgbClr val="596875"/>
                </a:solidFill>
                <a:latin typeface="+mj-lt"/>
              </a:rPr>
              <a:t>Priority decisions, public services and measurable KPIs owned by the department.</a:t>
            </a:r>
            <a:endParaRPr lang="en-US" sz="1000" dirty="0">
              <a:solidFill>
                <a:prstClr val="black"/>
              </a:solidFill>
              <a:latin typeface="+mj-lt"/>
            </a:endParaRPr>
          </a:p>
        </p:txBody>
      </p:sp>
      <p:sp>
        <p:nvSpPr>
          <p:cNvPr id="119" name="Shape 18">
            <a:extLst>
              <a:ext uri="{FF2B5EF4-FFF2-40B4-BE49-F238E27FC236}">
                <a16:creationId xmlns:a16="http://schemas.microsoft.com/office/drawing/2014/main" id="{AF7F454E-74D3-B7C6-636E-E32043BC9652}"/>
              </a:ext>
            </a:extLst>
          </p:cNvPr>
          <p:cNvSpPr/>
          <p:nvPr/>
        </p:nvSpPr>
        <p:spPr>
          <a:xfrm>
            <a:off x="548640" y="2660904"/>
            <a:ext cx="3182112" cy="1060704"/>
          </a:xfrm>
          <a:prstGeom prst="roundRect">
            <a:avLst>
              <a:gd name="adj" fmla="val 7759"/>
            </a:avLst>
          </a:prstGeom>
          <a:solidFill>
            <a:srgbClr val="FFFFFF"/>
          </a:solidFill>
          <a:ln w="12700">
            <a:solidFill>
              <a:srgbClr val="D8E2E7"/>
            </a:solidFill>
            <a:prstDash val="solid"/>
          </a:ln>
          <a:effectLst>
            <a:outerShdw blurRad="8890" dist="3175" dir="2700000" algn="bl" rotWithShape="0">
              <a:srgbClr val="000000">
                <a:alpha val="8000"/>
              </a:srgbClr>
            </a:outerShdw>
          </a:effectLst>
        </p:spPr>
        <p:txBody>
          <a:bodyPr/>
          <a:lstStyle/>
          <a:p>
            <a:endParaRPr lang="en-IN" sz="2400">
              <a:solidFill>
                <a:prstClr val="black"/>
              </a:solidFill>
              <a:latin typeface="+mj-lt"/>
            </a:endParaRPr>
          </a:p>
        </p:txBody>
      </p:sp>
      <p:sp>
        <p:nvSpPr>
          <p:cNvPr id="120" name="Shape 19">
            <a:extLst>
              <a:ext uri="{FF2B5EF4-FFF2-40B4-BE49-F238E27FC236}">
                <a16:creationId xmlns:a16="http://schemas.microsoft.com/office/drawing/2014/main" id="{C4E2E74D-5256-0D6B-9693-9013C26B7BC7}"/>
              </a:ext>
            </a:extLst>
          </p:cNvPr>
          <p:cNvSpPr/>
          <p:nvPr/>
        </p:nvSpPr>
        <p:spPr>
          <a:xfrm>
            <a:off x="713232" y="2825496"/>
            <a:ext cx="475488" cy="475488"/>
          </a:xfrm>
          <a:prstGeom prst="ellipse">
            <a:avLst/>
          </a:prstGeom>
          <a:solidFill>
            <a:srgbClr val="86BC25"/>
          </a:solidFill>
          <a:ln w="12700">
            <a:solidFill>
              <a:srgbClr val="86BC25"/>
            </a:solidFill>
            <a:prstDash val="solid"/>
          </a:ln>
        </p:spPr>
        <p:txBody>
          <a:bodyPr/>
          <a:lstStyle/>
          <a:p>
            <a:endParaRPr lang="en-IN" sz="2400">
              <a:solidFill>
                <a:prstClr val="black"/>
              </a:solidFill>
              <a:latin typeface="+mj-lt"/>
            </a:endParaRPr>
          </a:p>
        </p:txBody>
      </p:sp>
      <p:pic>
        <p:nvPicPr>
          <p:cNvPr id="121" name="Image 2" descr="preencoded.png">
            <a:extLst>
              <a:ext uri="{FF2B5EF4-FFF2-40B4-BE49-F238E27FC236}">
                <a16:creationId xmlns:a16="http://schemas.microsoft.com/office/drawing/2014/main" id="{D3213838-B480-852F-EAA7-CB80DBC75C9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59536" y="2971800"/>
            <a:ext cx="182880" cy="182880"/>
          </a:xfrm>
          <a:prstGeom prst="rect">
            <a:avLst/>
          </a:prstGeom>
        </p:spPr>
      </p:pic>
      <p:sp>
        <p:nvSpPr>
          <p:cNvPr id="123" name="Text 20">
            <a:extLst>
              <a:ext uri="{FF2B5EF4-FFF2-40B4-BE49-F238E27FC236}">
                <a16:creationId xmlns:a16="http://schemas.microsoft.com/office/drawing/2014/main" id="{A731C813-2AD3-303E-A8C4-86A25DB6BF15}"/>
              </a:ext>
            </a:extLst>
          </p:cNvPr>
          <p:cNvSpPr/>
          <p:nvPr/>
        </p:nvSpPr>
        <p:spPr>
          <a:xfrm>
            <a:off x="1316736" y="2807208"/>
            <a:ext cx="2221992" cy="246888"/>
          </a:xfrm>
          <a:prstGeom prst="rect">
            <a:avLst/>
          </a:prstGeom>
          <a:noFill/>
          <a:ln/>
        </p:spPr>
        <p:txBody>
          <a:bodyPr wrap="square" lIns="0" tIns="0" rIns="0" bIns="0" rtlCol="0" anchor="ctr">
            <a:normAutofit/>
          </a:bodyPr>
          <a:lstStyle/>
          <a:p>
            <a:r>
              <a:rPr lang="en-US" sz="1400" b="1" dirty="0">
                <a:solidFill>
                  <a:srgbClr val="0B2739"/>
                </a:solidFill>
                <a:latin typeface="+mj-lt"/>
              </a:rPr>
              <a:t>2  Domain knowledge</a:t>
            </a:r>
            <a:endParaRPr lang="en-US" sz="1400" dirty="0">
              <a:solidFill>
                <a:prstClr val="black"/>
              </a:solidFill>
              <a:latin typeface="+mj-lt"/>
            </a:endParaRPr>
          </a:p>
        </p:txBody>
      </p:sp>
      <p:sp>
        <p:nvSpPr>
          <p:cNvPr id="125" name="Text 21">
            <a:extLst>
              <a:ext uri="{FF2B5EF4-FFF2-40B4-BE49-F238E27FC236}">
                <a16:creationId xmlns:a16="http://schemas.microsoft.com/office/drawing/2014/main" id="{0ACD8575-4C31-5289-D965-9E6A7ED8B7ED}"/>
              </a:ext>
            </a:extLst>
          </p:cNvPr>
          <p:cNvSpPr/>
          <p:nvPr/>
        </p:nvSpPr>
        <p:spPr>
          <a:xfrm>
            <a:off x="1316736" y="3118104"/>
            <a:ext cx="2221992" cy="457200"/>
          </a:xfrm>
          <a:prstGeom prst="rect">
            <a:avLst/>
          </a:prstGeom>
          <a:noFill/>
          <a:ln/>
        </p:spPr>
        <p:txBody>
          <a:bodyPr wrap="square" lIns="0" tIns="0" rIns="0" bIns="0" rtlCol="0" anchor="ctr">
            <a:normAutofit/>
          </a:bodyPr>
          <a:lstStyle/>
          <a:p>
            <a:r>
              <a:rPr lang="en-US" sz="1000" dirty="0">
                <a:solidFill>
                  <a:srgbClr val="596875"/>
                </a:solidFill>
                <a:latin typeface="+mj-lt"/>
              </a:rPr>
              <a:t>Acts, rules, SOPs, advisories, maps, historical cases and expert judgement.</a:t>
            </a:r>
            <a:endParaRPr lang="en-US" sz="1000" dirty="0">
              <a:solidFill>
                <a:prstClr val="black"/>
              </a:solidFill>
              <a:latin typeface="+mj-lt"/>
            </a:endParaRPr>
          </a:p>
        </p:txBody>
      </p:sp>
      <p:sp>
        <p:nvSpPr>
          <p:cNvPr id="127" name="Shape 22">
            <a:extLst>
              <a:ext uri="{FF2B5EF4-FFF2-40B4-BE49-F238E27FC236}">
                <a16:creationId xmlns:a16="http://schemas.microsoft.com/office/drawing/2014/main" id="{14EE4344-0D34-EF02-1708-C777D9618231}"/>
              </a:ext>
            </a:extLst>
          </p:cNvPr>
          <p:cNvSpPr/>
          <p:nvPr/>
        </p:nvSpPr>
        <p:spPr>
          <a:xfrm>
            <a:off x="548640" y="3968496"/>
            <a:ext cx="3182112" cy="1060704"/>
          </a:xfrm>
          <a:prstGeom prst="roundRect">
            <a:avLst>
              <a:gd name="adj" fmla="val 7759"/>
            </a:avLst>
          </a:prstGeom>
          <a:solidFill>
            <a:srgbClr val="FFFFFF"/>
          </a:solidFill>
          <a:ln w="12700">
            <a:solidFill>
              <a:srgbClr val="D8E2E7"/>
            </a:solidFill>
            <a:prstDash val="solid"/>
          </a:ln>
          <a:effectLst>
            <a:outerShdw blurRad="8890" dist="3175" dir="2700000" algn="bl" rotWithShape="0">
              <a:srgbClr val="000000">
                <a:alpha val="8000"/>
              </a:srgbClr>
            </a:outerShdw>
          </a:effectLst>
        </p:spPr>
        <p:txBody>
          <a:bodyPr/>
          <a:lstStyle/>
          <a:p>
            <a:endParaRPr lang="en-IN" sz="2400">
              <a:solidFill>
                <a:prstClr val="black"/>
              </a:solidFill>
              <a:latin typeface="+mj-lt"/>
            </a:endParaRPr>
          </a:p>
        </p:txBody>
      </p:sp>
      <p:sp>
        <p:nvSpPr>
          <p:cNvPr id="193" name="Shape 23">
            <a:extLst>
              <a:ext uri="{FF2B5EF4-FFF2-40B4-BE49-F238E27FC236}">
                <a16:creationId xmlns:a16="http://schemas.microsoft.com/office/drawing/2014/main" id="{A1638783-0921-4D25-AB79-9317586830FD}"/>
              </a:ext>
            </a:extLst>
          </p:cNvPr>
          <p:cNvSpPr/>
          <p:nvPr/>
        </p:nvSpPr>
        <p:spPr>
          <a:xfrm>
            <a:off x="713232" y="4133088"/>
            <a:ext cx="475488" cy="475488"/>
          </a:xfrm>
          <a:prstGeom prst="ellipse">
            <a:avLst/>
          </a:prstGeom>
          <a:solidFill>
            <a:srgbClr val="007CB0"/>
          </a:solidFill>
          <a:ln w="12700">
            <a:solidFill>
              <a:srgbClr val="007CB0"/>
            </a:solidFill>
            <a:prstDash val="solid"/>
          </a:ln>
        </p:spPr>
        <p:txBody>
          <a:bodyPr/>
          <a:lstStyle/>
          <a:p>
            <a:endParaRPr lang="en-IN" sz="2400">
              <a:solidFill>
                <a:prstClr val="black"/>
              </a:solidFill>
              <a:latin typeface="+mj-lt"/>
            </a:endParaRPr>
          </a:p>
        </p:txBody>
      </p:sp>
      <p:pic>
        <p:nvPicPr>
          <p:cNvPr id="195" name="Image 3" descr="preencoded.png">
            <a:extLst>
              <a:ext uri="{FF2B5EF4-FFF2-40B4-BE49-F238E27FC236}">
                <a16:creationId xmlns:a16="http://schemas.microsoft.com/office/drawing/2014/main" id="{F6244786-6942-35FB-E7F0-39BE68CB624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59536" y="4279392"/>
            <a:ext cx="182880" cy="182880"/>
          </a:xfrm>
          <a:prstGeom prst="rect">
            <a:avLst/>
          </a:prstGeom>
        </p:spPr>
      </p:pic>
      <p:sp>
        <p:nvSpPr>
          <p:cNvPr id="196" name="Text 24">
            <a:extLst>
              <a:ext uri="{FF2B5EF4-FFF2-40B4-BE49-F238E27FC236}">
                <a16:creationId xmlns:a16="http://schemas.microsoft.com/office/drawing/2014/main" id="{49E70EBF-8594-6BFA-CD56-8FF318DD1F72}"/>
              </a:ext>
            </a:extLst>
          </p:cNvPr>
          <p:cNvSpPr/>
          <p:nvPr/>
        </p:nvSpPr>
        <p:spPr>
          <a:xfrm>
            <a:off x="1316736" y="4114800"/>
            <a:ext cx="2221992" cy="246888"/>
          </a:xfrm>
          <a:prstGeom prst="rect">
            <a:avLst/>
          </a:prstGeom>
          <a:noFill/>
          <a:ln/>
        </p:spPr>
        <p:txBody>
          <a:bodyPr wrap="square" lIns="0" tIns="0" rIns="0" bIns="0" rtlCol="0" anchor="ctr">
            <a:normAutofit/>
          </a:bodyPr>
          <a:lstStyle/>
          <a:p>
            <a:r>
              <a:rPr lang="en-US" sz="1400" b="1" dirty="0">
                <a:solidFill>
                  <a:srgbClr val="0B2739"/>
                </a:solidFill>
                <a:latin typeface="+mj-lt"/>
              </a:rPr>
              <a:t>3  Department data</a:t>
            </a:r>
            <a:endParaRPr lang="en-US" sz="1400" dirty="0">
              <a:solidFill>
                <a:prstClr val="black"/>
              </a:solidFill>
              <a:latin typeface="+mj-lt"/>
            </a:endParaRPr>
          </a:p>
        </p:txBody>
      </p:sp>
      <p:sp>
        <p:nvSpPr>
          <p:cNvPr id="197" name="Text 25">
            <a:extLst>
              <a:ext uri="{FF2B5EF4-FFF2-40B4-BE49-F238E27FC236}">
                <a16:creationId xmlns:a16="http://schemas.microsoft.com/office/drawing/2014/main" id="{B8217C68-E462-CE7B-E93C-EC106D00A1DE}"/>
              </a:ext>
            </a:extLst>
          </p:cNvPr>
          <p:cNvSpPr/>
          <p:nvPr/>
        </p:nvSpPr>
        <p:spPr>
          <a:xfrm>
            <a:off x="1316736" y="4425696"/>
            <a:ext cx="2221992" cy="457200"/>
          </a:xfrm>
          <a:prstGeom prst="rect">
            <a:avLst/>
          </a:prstGeom>
          <a:noFill/>
          <a:ln/>
        </p:spPr>
        <p:txBody>
          <a:bodyPr wrap="square" lIns="0" tIns="0" rIns="0" bIns="0" rtlCol="0" anchor="ctr">
            <a:normAutofit/>
          </a:bodyPr>
          <a:lstStyle/>
          <a:p>
            <a:r>
              <a:rPr lang="en-US" sz="1000" dirty="0">
                <a:solidFill>
                  <a:srgbClr val="596875"/>
                </a:solidFill>
                <a:latin typeface="+mj-lt"/>
              </a:rPr>
              <a:t>Systems, sensors, documents, imagery, GIS layers and permitted external feeds.</a:t>
            </a:r>
            <a:endParaRPr lang="en-US" sz="1000" dirty="0">
              <a:solidFill>
                <a:prstClr val="black"/>
              </a:solidFill>
              <a:latin typeface="+mj-lt"/>
            </a:endParaRPr>
          </a:p>
        </p:txBody>
      </p:sp>
      <p:sp>
        <p:nvSpPr>
          <p:cNvPr id="198" name="Shape 26">
            <a:extLst>
              <a:ext uri="{FF2B5EF4-FFF2-40B4-BE49-F238E27FC236}">
                <a16:creationId xmlns:a16="http://schemas.microsoft.com/office/drawing/2014/main" id="{DDE28D0A-3F2C-241F-C18C-FBC04FE57862}"/>
              </a:ext>
            </a:extLst>
          </p:cNvPr>
          <p:cNvSpPr/>
          <p:nvPr/>
        </p:nvSpPr>
        <p:spPr>
          <a:xfrm>
            <a:off x="7772400" y="1353312"/>
            <a:ext cx="3840480" cy="1060704"/>
          </a:xfrm>
          <a:prstGeom prst="roundRect">
            <a:avLst>
              <a:gd name="adj" fmla="val 7759"/>
            </a:avLst>
          </a:prstGeom>
          <a:solidFill>
            <a:srgbClr val="FFFFFF"/>
          </a:solidFill>
          <a:ln w="12700">
            <a:solidFill>
              <a:srgbClr val="D8E2E7"/>
            </a:solidFill>
            <a:prstDash val="solid"/>
          </a:ln>
          <a:effectLst>
            <a:outerShdw blurRad="8890" dist="3175" dir="2700000" algn="bl" rotWithShape="0">
              <a:srgbClr val="000000">
                <a:alpha val="8000"/>
              </a:srgbClr>
            </a:outerShdw>
          </a:effectLst>
        </p:spPr>
        <p:txBody>
          <a:bodyPr/>
          <a:lstStyle/>
          <a:p>
            <a:endParaRPr lang="en-IN" sz="2400">
              <a:solidFill>
                <a:prstClr val="black"/>
              </a:solidFill>
              <a:latin typeface="+mj-lt"/>
            </a:endParaRPr>
          </a:p>
        </p:txBody>
      </p:sp>
      <p:sp>
        <p:nvSpPr>
          <p:cNvPr id="199" name="Shape 27">
            <a:extLst>
              <a:ext uri="{FF2B5EF4-FFF2-40B4-BE49-F238E27FC236}">
                <a16:creationId xmlns:a16="http://schemas.microsoft.com/office/drawing/2014/main" id="{33F988A3-9872-319F-D8D0-76698B7CFBA5}"/>
              </a:ext>
            </a:extLst>
          </p:cNvPr>
          <p:cNvSpPr/>
          <p:nvPr/>
        </p:nvSpPr>
        <p:spPr>
          <a:xfrm>
            <a:off x="7936992" y="1517904"/>
            <a:ext cx="475488" cy="475488"/>
          </a:xfrm>
          <a:prstGeom prst="ellipse">
            <a:avLst/>
          </a:prstGeom>
          <a:solidFill>
            <a:srgbClr val="20B5D5"/>
          </a:solidFill>
          <a:ln w="12700">
            <a:solidFill>
              <a:srgbClr val="20B5D5"/>
            </a:solidFill>
            <a:prstDash val="solid"/>
          </a:ln>
        </p:spPr>
        <p:txBody>
          <a:bodyPr/>
          <a:lstStyle/>
          <a:p>
            <a:endParaRPr lang="en-IN" sz="2400">
              <a:solidFill>
                <a:prstClr val="black"/>
              </a:solidFill>
              <a:latin typeface="+mj-lt"/>
            </a:endParaRPr>
          </a:p>
        </p:txBody>
      </p:sp>
      <p:pic>
        <p:nvPicPr>
          <p:cNvPr id="200" name="Image 4" descr="preencoded.png">
            <a:extLst>
              <a:ext uri="{FF2B5EF4-FFF2-40B4-BE49-F238E27FC236}">
                <a16:creationId xmlns:a16="http://schemas.microsoft.com/office/drawing/2014/main" id="{6319A780-FF4F-AF3D-8E78-11D5F0EEA4B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83296" y="1664208"/>
            <a:ext cx="182880" cy="182880"/>
          </a:xfrm>
          <a:prstGeom prst="rect">
            <a:avLst/>
          </a:prstGeom>
        </p:spPr>
      </p:pic>
      <p:sp>
        <p:nvSpPr>
          <p:cNvPr id="201" name="Text 28">
            <a:extLst>
              <a:ext uri="{FF2B5EF4-FFF2-40B4-BE49-F238E27FC236}">
                <a16:creationId xmlns:a16="http://schemas.microsoft.com/office/drawing/2014/main" id="{80EC5313-5732-E514-4800-DE777256CB5F}"/>
              </a:ext>
            </a:extLst>
          </p:cNvPr>
          <p:cNvSpPr/>
          <p:nvPr/>
        </p:nvSpPr>
        <p:spPr>
          <a:xfrm>
            <a:off x="8540496" y="1499616"/>
            <a:ext cx="2880360" cy="246888"/>
          </a:xfrm>
          <a:prstGeom prst="rect">
            <a:avLst/>
          </a:prstGeom>
          <a:noFill/>
          <a:ln/>
        </p:spPr>
        <p:txBody>
          <a:bodyPr wrap="square" lIns="0" tIns="0" rIns="0" bIns="0" rtlCol="0" anchor="ctr">
            <a:normAutofit/>
          </a:bodyPr>
          <a:lstStyle/>
          <a:p>
            <a:r>
              <a:rPr lang="en-US" sz="1400" b="1" dirty="0">
                <a:solidFill>
                  <a:srgbClr val="0B2739"/>
                </a:solidFill>
                <a:latin typeface="+mj-lt"/>
              </a:rPr>
              <a:t>4  Intelligence services</a:t>
            </a:r>
            <a:endParaRPr lang="en-US" sz="1400" dirty="0">
              <a:solidFill>
                <a:prstClr val="black"/>
              </a:solidFill>
              <a:latin typeface="+mj-lt"/>
            </a:endParaRPr>
          </a:p>
        </p:txBody>
      </p:sp>
      <p:sp>
        <p:nvSpPr>
          <p:cNvPr id="202" name="Text 29">
            <a:extLst>
              <a:ext uri="{FF2B5EF4-FFF2-40B4-BE49-F238E27FC236}">
                <a16:creationId xmlns:a16="http://schemas.microsoft.com/office/drawing/2014/main" id="{30333726-2B62-C86E-E60D-25271CA0BA78}"/>
              </a:ext>
            </a:extLst>
          </p:cNvPr>
          <p:cNvSpPr/>
          <p:nvPr/>
        </p:nvSpPr>
        <p:spPr>
          <a:xfrm>
            <a:off x="8540496" y="1810512"/>
            <a:ext cx="2880360" cy="457200"/>
          </a:xfrm>
          <a:prstGeom prst="rect">
            <a:avLst/>
          </a:prstGeom>
          <a:noFill/>
          <a:ln/>
        </p:spPr>
        <p:txBody>
          <a:bodyPr wrap="square" lIns="0" tIns="0" rIns="0" bIns="0" rtlCol="0" anchor="ctr">
            <a:normAutofit/>
          </a:bodyPr>
          <a:lstStyle/>
          <a:p>
            <a:r>
              <a:rPr lang="en-US" sz="1000" dirty="0">
                <a:solidFill>
                  <a:srgbClr val="596875"/>
                </a:solidFill>
                <a:latin typeface="+mj-lt"/>
              </a:rPr>
              <a:t>Forecasting, classification, anomaly detection, optimization, GenAI and computer vision.</a:t>
            </a:r>
            <a:endParaRPr lang="en-US" sz="1000" dirty="0">
              <a:solidFill>
                <a:prstClr val="black"/>
              </a:solidFill>
              <a:latin typeface="+mj-lt"/>
            </a:endParaRPr>
          </a:p>
        </p:txBody>
      </p:sp>
      <p:sp>
        <p:nvSpPr>
          <p:cNvPr id="203" name="Shape 30">
            <a:extLst>
              <a:ext uri="{FF2B5EF4-FFF2-40B4-BE49-F238E27FC236}">
                <a16:creationId xmlns:a16="http://schemas.microsoft.com/office/drawing/2014/main" id="{9B461B28-81BA-9718-44F9-AD6001038FFE}"/>
              </a:ext>
            </a:extLst>
          </p:cNvPr>
          <p:cNvSpPr/>
          <p:nvPr/>
        </p:nvSpPr>
        <p:spPr>
          <a:xfrm>
            <a:off x="7772400" y="2660904"/>
            <a:ext cx="3840480" cy="1060704"/>
          </a:xfrm>
          <a:prstGeom prst="roundRect">
            <a:avLst>
              <a:gd name="adj" fmla="val 7759"/>
            </a:avLst>
          </a:prstGeom>
          <a:solidFill>
            <a:srgbClr val="FFFFFF"/>
          </a:solidFill>
          <a:ln w="12700">
            <a:solidFill>
              <a:srgbClr val="D8E2E7"/>
            </a:solidFill>
            <a:prstDash val="solid"/>
          </a:ln>
          <a:effectLst>
            <a:outerShdw blurRad="8890" dist="3175" dir="2700000" algn="bl" rotWithShape="0">
              <a:srgbClr val="000000">
                <a:alpha val="8000"/>
              </a:srgbClr>
            </a:outerShdw>
          </a:effectLst>
        </p:spPr>
        <p:txBody>
          <a:bodyPr/>
          <a:lstStyle/>
          <a:p>
            <a:endParaRPr lang="en-IN" sz="2400">
              <a:solidFill>
                <a:prstClr val="black"/>
              </a:solidFill>
              <a:latin typeface="+mj-lt"/>
            </a:endParaRPr>
          </a:p>
        </p:txBody>
      </p:sp>
      <p:sp>
        <p:nvSpPr>
          <p:cNvPr id="204" name="Shape 31">
            <a:extLst>
              <a:ext uri="{FF2B5EF4-FFF2-40B4-BE49-F238E27FC236}">
                <a16:creationId xmlns:a16="http://schemas.microsoft.com/office/drawing/2014/main" id="{26142C80-3767-3BF3-17F0-9D61C7CF9931}"/>
              </a:ext>
            </a:extLst>
          </p:cNvPr>
          <p:cNvSpPr/>
          <p:nvPr/>
        </p:nvSpPr>
        <p:spPr>
          <a:xfrm>
            <a:off x="7936992" y="2825496"/>
            <a:ext cx="475488" cy="475488"/>
          </a:xfrm>
          <a:prstGeom prst="ellipse">
            <a:avLst/>
          </a:prstGeom>
          <a:solidFill>
            <a:srgbClr val="007CB0"/>
          </a:solidFill>
          <a:ln w="12700">
            <a:solidFill>
              <a:srgbClr val="007CB0"/>
            </a:solidFill>
            <a:prstDash val="solid"/>
          </a:ln>
        </p:spPr>
        <p:txBody>
          <a:bodyPr/>
          <a:lstStyle/>
          <a:p>
            <a:endParaRPr lang="en-IN" sz="2400">
              <a:solidFill>
                <a:prstClr val="black"/>
              </a:solidFill>
              <a:latin typeface="+mj-lt"/>
            </a:endParaRPr>
          </a:p>
        </p:txBody>
      </p:sp>
      <p:pic>
        <p:nvPicPr>
          <p:cNvPr id="205" name="Image 5" descr="preencoded.png">
            <a:extLst>
              <a:ext uri="{FF2B5EF4-FFF2-40B4-BE49-F238E27FC236}">
                <a16:creationId xmlns:a16="http://schemas.microsoft.com/office/drawing/2014/main" id="{40EAB52C-FB66-EFB7-7F1A-A97017EC83A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083296" y="2971800"/>
            <a:ext cx="182880" cy="182880"/>
          </a:xfrm>
          <a:prstGeom prst="rect">
            <a:avLst/>
          </a:prstGeom>
        </p:spPr>
      </p:pic>
      <p:sp>
        <p:nvSpPr>
          <p:cNvPr id="206" name="Text 32">
            <a:extLst>
              <a:ext uri="{FF2B5EF4-FFF2-40B4-BE49-F238E27FC236}">
                <a16:creationId xmlns:a16="http://schemas.microsoft.com/office/drawing/2014/main" id="{02C0E7E1-ECAA-F837-A0BF-66C2B9DC3836}"/>
              </a:ext>
            </a:extLst>
          </p:cNvPr>
          <p:cNvSpPr/>
          <p:nvPr/>
        </p:nvSpPr>
        <p:spPr>
          <a:xfrm>
            <a:off x="8540496" y="2807208"/>
            <a:ext cx="2880360" cy="246888"/>
          </a:xfrm>
          <a:prstGeom prst="rect">
            <a:avLst/>
          </a:prstGeom>
          <a:noFill/>
          <a:ln/>
        </p:spPr>
        <p:txBody>
          <a:bodyPr wrap="square" lIns="0" tIns="0" rIns="0" bIns="0" rtlCol="0" anchor="ctr">
            <a:normAutofit/>
          </a:bodyPr>
          <a:lstStyle/>
          <a:p>
            <a:r>
              <a:rPr lang="en-US" sz="1400" b="1" dirty="0">
                <a:solidFill>
                  <a:srgbClr val="0B2739"/>
                </a:solidFill>
                <a:latin typeface="+mj-lt"/>
              </a:rPr>
              <a:t>5  Decision workflow</a:t>
            </a:r>
            <a:endParaRPr lang="en-US" sz="1400" dirty="0">
              <a:solidFill>
                <a:prstClr val="black"/>
              </a:solidFill>
              <a:latin typeface="+mj-lt"/>
            </a:endParaRPr>
          </a:p>
        </p:txBody>
      </p:sp>
      <p:sp>
        <p:nvSpPr>
          <p:cNvPr id="207" name="Text 33">
            <a:extLst>
              <a:ext uri="{FF2B5EF4-FFF2-40B4-BE49-F238E27FC236}">
                <a16:creationId xmlns:a16="http://schemas.microsoft.com/office/drawing/2014/main" id="{269BEFFD-C8D5-0FB1-9985-0AE69BEA72C3}"/>
              </a:ext>
            </a:extLst>
          </p:cNvPr>
          <p:cNvSpPr/>
          <p:nvPr/>
        </p:nvSpPr>
        <p:spPr>
          <a:xfrm>
            <a:off x="8540496" y="3118104"/>
            <a:ext cx="2880360" cy="457200"/>
          </a:xfrm>
          <a:prstGeom prst="rect">
            <a:avLst/>
          </a:prstGeom>
          <a:noFill/>
          <a:ln/>
        </p:spPr>
        <p:txBody>
          <a:bodyPr wrap="square" lIns="0" tIns="0" rIns="0" bIns="0" rtlCol="0" anchor="ctr">
            <a:normAutofit/>
          </a:bodyPr>
          <a:lstStyle/>
          <a:p>
            <a:r>
              <a:rPr lang="en-US" sz="1000" dirty="0">
                <a:solidFill>
                  <a:srgbClr val="596875"/>
                </a:solidFill>
                <a:latin typeface="+mj-lt"/>
              </a:rPr>
              <a:t>Thresholds, recommendations, escalation, officer review, approval and field action.</a:t>
            </a:r>
            <a:endParaRPr lang="en-US" sz="1000" dirty="0">
              <a:solidFill>
                <a:prstClr val="black"/>
              </a:solidFill>
              <a:latin typeface="+mj-lt"/>
            </a:endParaRPr>
          </a:p>
        </p:txBody>
      </p:sp>
      <p:sp>
        <p:nvSpPr>
          <p:cNvPr id="208" name="Shape 34">
            <a:extLst>
              <a:ext uri="{FF2B5EF4-FFF2-40B4-BE49-F238E27FC236}">
                <a16:creationId xmlns:a16="http://schemas.microsoft.com/office/drawing/2014/main" id="{46C900B4-B37B-D139-68F2-BAF081EC40FF}"/>
              </a:ext>
            </a:extLst>
          </p:cNvPr>
          <p:cNvSpPr/>
          <p:nvPr/>
        </p:nvSpPr>
        <p:spPr>
          <a:xfrm>
            <a:off x="7772400" y="3968496"/>
            <a:ext cx="3840480" cy="1060704"/>
          </a:xfrm>
          <a:prstGeom prst="roundRect">
            <a:avLst>
              <a:gd name="adj" fmla="val 7759"/>
            </a:avLst>
          </a:prstGeom>
          <a:solidFill>
            <a:srgbClr val="FFFFFF"/>
          </a:solidFill>
          <a:ln w="12700">
            <a:solidFill>
              <a:srgbClr val="D8E2E7"/>
            </a:solidFill>
            <a:prstDash val="solid"/>
          </a:ln>
          <a:effectLst>
            <a:outerShdw blurRad="8890" dist="3175" dir="2700000" algn="bl" rotWithShape="0">
              <a:srgbClr val="000000">
                <a:alpha val="8000"/>
              </a:srgbClr>
            </a:outerShdw>
          </a:effectLst>
        </p:spPr>
        <p:txBody>
          <a:bodyPr/>
          <a:lstStyle/>
          <a:p>
            <a:endParaRPr lang="en-IN" sz="2400">
              <a:solidFill>
                <a:prstClr val="black"/>
              </a:solidFill>
              <a:latin typeface="+mj-lt"/>
            </a:endParaRPr>
          </a:p>
        </p:txBody>
      </p:sp>
      <p:sp>
        <p:nvSpPr>
          <p:cNvPr id="209" name="Shape 35">
            <a:extLst>
              <a:ext uri="{FF2B5EF4-FFF2-40B4-BE49-F238E27FC236}">
                <a16:creationId xmlns:a16="http://schemas.microsoft.com/office/drawing/2014/main" id="{F124AF99-ED23-4E3A-0B5C-142D4AB64F4A}"/>
              </a:ext>
            </a:extLst>
          </p:cNvPr>
          <p:cNvSpPr/>
          <p:nvPr/>
        </p:nvSpPr>
        <p:spPr>
          <a:xfrm>
            <a:off x="7936992" y="4133088"/>
            <a:ext cx="475488" cy="475488"/>
          </a:xfrm>
          <a:prstGeom prst="ellipse">
            <a:avLst/>
          </a:prstGeom>
          <a:solidFill>
            <a:srgbClr val="43B02A"/>
          </a:solidFill>
          <a:ln w="12700">
            <a:solidFill>
              <a:srgbClr val="43B02A"/>
            </a:solidFill>
            <a:prstDash val="solid"/>
          </a:ln>
        </p:spPr>
        <p:txBody>
          <a:bodyPr/>
          <a:lstStyle/>
          <a:p>
            <a:endParaRPr lang="en-IN" sz="2400">
              <a:solidFill>
                <a:prstClr val="black"/>
              </a:solidFill>
              <a:latin typeface="+mj-lt"/>
            </a:endParaRPr>
          </a:p>
        </p:txBody>
      </p:sp>
      <p:pic>
        <p:nvPicPr>
          <p:cNvPr id="210" name="Image 6" descr="preencoded.png">
            <a:extLst>
              <a:ext uri="{FF2B5EF4-FFF2-40B4-BE49-F238E27FC236}">
                <a16:creationId xmlns:a16="http://schemas.microsoft.com/office/drawing/2014/main" id="{56C3F3EF-72D9-C95C-F0B5-5EF71888FD1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083296" y="4279392"/>
            <a:ext cx="182880" cy="182880"/>
          </a:xfrm>
          <a:prstGeom prst="rect">
            <a:avLst/>
          </a:prstGeom>
        </p:spPr>
      </p:pic>
      <p:sp>
        <p:nvSpPr>
          <p:cNvPr id="211" name="Text 36">
            <a:extLst>
              <a:ext uri="{FF2B5EF4-FFF2-40B4-BE49-F238E27FC236}">
                <a16:creationId xmlns:a16="http://schemas.microsoft.com/office/drawing/2014/main" id="{1632D623-7C6D-66FA-D811-9EB095E6606E}"/>
              </a:ext>
            </a:extLst>
          </p:cNvPr>
          <p:cNvSpPr/>
          <p:nvPr/>
        </p:nvSpPr>
        <p:spPr>
          <a:xfrm>
            <a:off x="8540496" y="4114800"/>
            <a:ext cx="2880360" cy="246888"/>
          </a:xfrm>
          <a:prstGeom prst="rect">
            <a:avLst/>
          </a:prstGeom>
          <a:noFill/>
          <a:ln/>
        </p:spPr>
        <p:txBody>
          <a:bodyPr wrap="square" lIns="0" tIns="0" rIns="0" bIns="0" rtlCol="0" anchor="ctr">
            <a:normAutofit/>
          </a:bodyPr>
          <a:lstStyle/>
          <a:p>
            <a:r>
              <a:rPr lang="en-US" sz="1400" b="1" dirty="0">
                <a:solidFill>
                  <a:srgbClr val="0B2739"/>
                </a:solidFill>
                <a:latin typeface="+mj-lt"/>
              </a:rPr>
              <a:t>6  Experience &amp; learning</a:t>
            </a:r>
            <a:endParaRPr lang="en-US" sz="1400" dirty="0">
              <a:solidFill>
                <a:prstClr val="black"/>
              </a:solidFill>
              <a:latin typeface="+mj-lt"/>
            </a:endParaRPr>
          </a:p>
        </p:txBody>
      </p:sp>
      <p:sp>
        <p:nvSpPr>
          <p:cNvPr id="212" name="Text 37">
            <a:extLst>
              <a:ext uri="{FF2B5EF4-FFF2-40B4-BE49-F238E27FC236}">
                <a16:creationId xmlns:a16="http://schemas.microsoft.com/office/drawing/2014/main" id="{598C8B22-6F96-AE0B-95F5-26FECDD23F19}"/>
              </a:ext>
            </a:extLst>
          </p:cNvPr>
          <p:cNvSpPr/>
          <p:nvPr/>
        </p:nvSpPr>
        <p:spPr>
          <a:xfrm>
            <a:off x="8540496" y="4425696"/>
            <a:ext cx="2880360" cy="457200"/>
          </a:xfrm>
          <a:prstGeom prst="rect">
            <a:avLst/>
          </a:prstGeom>
          <a:noFill/>
          <a:ln/>
        </p:spPr>
        <p:txBody>
          <a:bodyPr wrap="square" lIns="0" tIns="0" rIns="0" bIns="0" rtlCol="0" anchor="ctr">
            <a:normAutofit/>
          </a:bodyPr>
          <a:lstStyle/>
          <a:p>
            <a:r>
              <a:rPr lang="en-US" sz="1000" dirty="0">
                <a:solidFill>
                  <a:srgbClr val="596875"/>
                </a:solidFill>
                <a:latin typeface="+mj-lt"/>
              </a:rPr>
              <a:t>Dashboards, assistants, alerts, feedback, outcome capture and continuous improvement.</a:t>
            </a:r>
            <a:endParaRPr lang="en-US" sz="1000" dirty="0">
              <a:solidFill>
                <a:prstClr val="black"/>
              </a:solidFill>
              <a:latin typeface="+mj-lt"/>
            </a:endParaRPr>
          </a:p>
        </p:txBody>
      </p:sp>
      <p:sp>
        <p:nvSpPr>
          <p:cNvPr id="214" name="Shape 38">
            <a:extLst>
              <a:ext uri="{FF2B5EF4-FFF2-40B4-BE49-F238E27FC236}">
                <a16:creationId xmlns:a16="http://schemas.microsoft.com/office/drawing/2014/main" id="{76CC6A04-F137-80D6-E092-EF0208A9A708}"/>
              </a:ext>
            </a:extLst>
          </p:cNvPr>
          <p:cNvSpPr/>
          <p:nvPr/>
        </p:nvSpPr>
        <p:spPr>
          <a:xfrm>
            <a:off x="3977640" y="4663440"/>
            <a:ext cx="3657600" cy="658368"/>
          </a:xfrm>
          <a:prstGeom prst="roundRect">
            <a:avLst>
              <a:gd name="adj" fmla="val 11111"/>
            </a:avLst>
          </a:prstGeom>
          <a:solidFill>
            <a:srgbClr val="EAF4F8"/>
          </a:solidFill>
          <a:ln w="15240">
            <a:solidFill>
              <a:srgbClr val="007CB0"/>
            </a:solidFill>
            <a:prstDash val="solid"/>
          </a:ln>
        </p:spPr>
        <p:txBody>
          <a:bodyPr/>
          <a:lstStyle/>
          <a:p>
            <a:endParaRPr lang="en-IN" sz="2400">
              <a:solidFill>
                <a:prstClr val="black"/>
              </a:solidFill>
              <a:latin typeface="+mj-lt"/>
            </a:endParaRPr>
          </a:p>
        </p:txBody>
      </p:sp>
      <p:pic>
        <p:nvPicPr>
          <p:cNvPr id="215" name="Image 7" descr="preencoded.png">
            <a:extLst>
              <a:ext uri="{FF2B5EF4-FFF2-40B4-BE49-F238E27FC236}">
                <a16:creationId xmlns:a16="http://schemas.microsoft.com/office/drawing/2014/main" id="{C058EFDD-B54F-4131-65A1-C55883C8FAB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206240" y="4864608"/>
            <a:ext cx="237744" cy="237744"/>
          </a:xfrm>
          <a:prstGeom prst="rect">
            <a:avLst/>
          </a:prstGeom>
        </p:spPr>
      </p:pic>
      <p:sp>
        <p:nvSpPr>
          <p:cNvPr id="216" name="Text 39">
            <a:extLst>
              <a:ext uri="{FF2B5EF4-FFF2-40B4-BE49-F238E27FC236}">
                <a16:creationId xmlns:a16="http://schemas.microsoft.com/office/drawing/2014/main" id="{44397563-EA7C-26E3-7F04-C7E56E84571C}"/>
              </a:ext>
            </a:extLst>
          </p:cNvPr>
          <p:cNvSpPr/>
          <p:nvPr/>
        </p:nvSpPr>
        <p:spPr>
          <a:xfrm>
            <a:off x="4617720" y="4800600"/>
            <a:ext cx="2697480" cy="182880"/>
          </a:xfrm>
          <a:prstGeom prst="rect">
            <a:avLst/>
          </a:prstGeom>
          <a:noFill/>
          <a:ln/>
        </p:spPr>
        <p:txBody>
          <a:bodyPr wrap="square" lIns="0" tIns="0" rIns="0" bIns="0" rtlCol="0" anchor="ctr"/>
          <a:lstStyle/>
          <a:p>
            <a:pPr algn="ctr"/>
            <a:r>
              <a:rPr lang="en-US" sz="1200" b="1" dirty="0">
                <a:solidFill>
                  <a:srgbClr val="0B2739"/>
                </a:solidFill>
                <a:latin typeface="+mj-lt"/>
              </a:rPr>
              <a:t>Consumes approved AI Spine services</a:t>
            </a:r>
            <a:endParaRPr lang="en-US" sz="1200" dirty="0">
              <a:solidFill>
                <a:prstClr val="black"/>
              </a:solidFill>
              <a:latin typeface="+mj-lt"/>
            </a:endParaRPr>
          </a:p>
        </p:txBody>
      </p:sp>
      <p:sp>
        <p:nvSpPr>
          <p:cNvPr id="217" name="Text 40">
            <a:extLst>
              <a:ext uri="{FF2B5EF4-FFF2-40B4-BE49-F238E27FC236}">
                <a16:creationId xmlns:a16="http://schemas.microsoft.com/office/drawing/2014/main" id="{913B5518-2969-5A32-877B-4DF035DE1498}"/>
              </a:ext>
            </a:extLst>
          </p:cNvPr>
          <p:cNvSpPr/>
          <p:nvPr/>
        </p:nvSpPr>
        <p:spPr>
          <a:xfrm>
            <a:off x="4617720" y="5038344"/>
            <a:ext cx="2697480" cy="128016"/>
          </a:xfrm>
          <a:prstGeom prst="rect">
            <a:avLst/>
          </a:prstGeom>
          <a:noFill/>
          <a:ln/>
        </p:spPr>
        <p:txBody>
          <a:bodyPr wrap="square" lIns="0" tIns="0" rIns="0" bIns="0" rtlCol="0" anchor="ctr"/>
          <a:lstStyle/>
          <a:p>
            <a:pPr algn="ctr"/>
            <a:r>
              <a:rPr lang="en-US" sz="900" dirty="0">
                <a:solidFill>
                  <a:srgbClr val="596875"/>
                </a:solidFill>
                <a:latin typeface="+mj-lt"/>
              </a:rPr>
              <a:t>No duplicate platform, security or operations stack</a:t>
            </a:r>
            <a:endParaRPr lang="en-US" sz="900" dirty="0">
              <a:solidFill>
                <a:prstClr val="black"/>
              </a:solidFill>
              <a:latin typeface="+mj-lt"/>
            </a:endParaRPr>
          </a:p>
        </p:txBody>
      </p:sp>
      <p:sp>
        <p:nvSpPr>
          <p:cNvPr id="218" name="Shape 41">
            <a:extLst>
              <a:ext uri="{FF2B5EF4-FFF2-40B4-BE49-F238E27FC236}">
                <a16:creationId xmlns:a16="http://schemas.microsoft.com/office/drawing/2014/main" id="{652355D3-C2FE-3A7E-DAFF-1B87BEB58FF8}"/>
              </a:ext>
            </a:extLst>
          </p:cNvPr>
          <p:cNvSpPr/>
          <p:nvPr/>
        </p:nvSpPr>
        <p:spPr>
          <a:xfrm>
            <a:off x="5806440" y="4279392"/>
            <a:ext cx="914" cy="374904"/>
          </a:xfrm>
          <a:prstGeom prst="line">
            <a:avLst/>
          </a:prstGeom>
          <a:noFill/>
          <a:ln w="25400">
            <a:solidFill>
              <a:srgbClr val="007CB0"/>
            </a:solidFill>
            <a:prstDash val="solid"/>
            <a:tailEnd type="triangle"/>
          </a:ln>
        </p:spPr>
        <p:txBody>
          <a:bodyPr/>
          <a:lstStyle/>
          <a:p>
            <a:endParaRPr lang="en-IN" sz="2400">
              <a:solidFill>
                <a:prstClr val="black"/>
              </a:solidFill>
              <a:latin typeface="+mj-lt"/>
            </a:endParaRPr>
          </a:p>
        </p:txBody>
      </p:sp>
      <p:sp>
        <p:nvSpPr>
          <p:cNvPr id="219" name="Shape 42">
            <a:extLst>
              <a:ext uri="{FF2B5EF4-FFF2-40B4-BE49-F238E27FC236}">
                <a16:creationId xmlns:a16="http://schemas.microsoft.com/office/drawing/2014/main" id="{6379C3FA-68AE-B818-3313-6970806D1D0D}"/>
              </a:ext>
            </a:extLst>
          </p:cNvPr>
          <p:cNvSpPr/>
          <p:nvPr/>
        </p:nvSpPr>
        <p:spPr>
          <a:xfrm>
            <a:off x="548640" y="5522976"/>
            <a:ext cx="11064240" cy="612648"/>
          </a:xfrm>
          <a:prstGeom prst="roundRect">
            <a:avLst>
              <a:gd name="adj" fmla="val 10448"/>
            </a:avLst>
          </a:prstGeom>
          <a:solidFill>
            <a:srgbClr val="0B2739"/>
          </a:solidFill>
          <a:ln w="12700">
            <a:solidFill>
              <a:srgbClr val="0B2739"/>
            </a:solidFill>
            <a:prstDash val="solid"/>
          </a:ln>
        </p:spPr>
        <p:txBody>
          <a:bodyPr/>
          <a:lstStyle/>
          <a:p>
            <a:endParaRPr lang="en-IN">
              <a:solidFill>
                <a:prstClr val="black"/>
              </a:solidFill>
              <a:latin typeface="+mj-lt"/>
            </a:endParaRPr>
          </a:p>
        </p:txBody>
      </p:sp>
      <p:pic>
        <p:nvPicPr>
          <p:cNvPr id="220" name="Image 8" descr="preencoded.png">
            <a:extLst>
              <a:ext uri="{FF2B5EF4-FFF2-40B4-BE49-F238E27FC236}">
                <a16:creationId xmlns:a16="http://schemas.microsoft.com/office/drawing/2014/main" id="{4841A9AB-78D8-A954-5C43-04C2F4954BD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04672" y="5715000"/>
            <a:ext cx="219456" cy="219456"/>
          </a:xfrm>
          <a:prstGeom prst="rect">
            <a:avLst/>
          </a:prstGeom>
        </p:spPr>
      </p:pic>
      <p:sp>
        <p:nvSpPr>
          <p:cNvPr id="221" name="Text 43">
            <a:extLst>
              <a:ext uri="{FF2B5EF4-FFF2-40B4-BE49-F238E27FC236}">
                <a16:creationId xmlns:a16="http://schemas.microsoft.com/office/drawing/2014/main" id="{10FD9874-7FAF-49D2-E0AA-03ECE01B4A93}"/>
              </a:ext>
            </a:extLst>
          </p:cNvPr>
          <p:cNvSpPr/>
          <p:nvPr/>
        </p:nvSpPr>
        <p:spPr>
          <a:xfrm>
            <a:off x="1170432" y="5660136"/>
            <a:ext cx="1371600" cy="146304"/>
          </a:xfrm>
          <a:prstGeom prst="rect">
            <a:avLst/>
          </a:prstGeom>
          <a:noFill/>
          <a:ln/>
        </p:spPr>
        <p:txBody>
          <a:bodyPr wrap="square" lIns="0" tIns="0" rIns="0" bIns="0" rtlCol="0" anchor="ctr"/>
          <a:lstStyle/>
          <a:p>
            <a:r>
              <a:rPr lang="en-US" sz="700" b="1" dirty="0">
                <a:solidFill>
                  <a:srgbClr val="86BC25"/>
                </a:solidFill>
                <a:latin typeface="+mj-lt"/>
              </a:rPr>
              <a:t>OPERATING PRINCIPLE</a:t>
            </a:r>
            <a:endParaRPr lang="en-US" sz="700" dirty="0">
              <a:solidFill>
                <a:prstClr val="black"/>
              </a:solidFill>
              <a:latin typeface="+mj-lt"/>
            </a:endParaRPr>
          </a:p>
        </p:txBody>
      </p:sp>
      <p:sp>
        <p:nvSpPr>
          <p:cNvPr id="222" name="Text 44">
            <a:extLst>
              <a:ext uri="{FF2B5EF4-FFF2-40B4-BE49-F238E27FC236}">
                <a16:creationId xmlns:a16="http://schemas.microsoft.com/office/drawing/2014/main" id="{3074ED26-D1C2-65C4-36AE-A77E2B122B7E}"/>
              </a:ext>
            </a:extLst>
          </p:cNvPr>
          <p:cNvSpPr/>
          <p:nvPr/>
        </p:nvSpPr>
        <p:spPr>
          <a:xfrm>
            <a:off x="2514600" y="5650992"/>
            <a:ext cx="8613648" cy="201168"/>
          </a:xfrm>
          <a:prstGeom prst="rect">
            <a:avLst/>
          </a:prstGeom>
          <a:noFill/>
          <a:ln/>
        </p:spPr>
        <p:txBody>
          <a:bodyPr wrap="square" lIns="0" tIns="0" rIns="0" bIns="0" rtlCol="0" anchor="ctr">
            <a:normAutofit/>
          </a:bodyPr>
          <a:lstStyle/>
          <a:p>
            <a:pPr algn="ctr"/>
            <a:r>
              <a:rPr lang="en-US" sz="980" b="1" dirty="0">
                <a:solidFill>
                  <a:srgbClr val="FFFFFF"/>
                </a:solidFill>
                <a:latin typeface="+mj-lt"/>
              </a:rPr>
              <a:t>The Brain recommends and supports action; designated Government officers retain final administrative and statutory authority.</a:t>
            </a:r>
            <a:endParaRPr lang="en-US" sz="980" dirty="0">
              <a:solidFill>
                <a:prstClr val="black"/>
              </a:solidFill>
              <a:latin typeface="+mj-lt"/>
            </a:endParaRPr>
          </a:p>
        </p:txBody>
      </p:sp>
    </p:spTree>
    <p:extLst>
      <p:ext uri="{BB962C8B-B14F-4D97-AF65-F5344CB8AC3E}">
        <p14:creationId xmlns:p14="http://schemas.microsoft.com/office/powerpoint/2010/main" val="26435762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DE9F8-5574-7825-7775-79D725AAF82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3A959F7-2C23-6E2B-4021-CBA2AF991289}"/>
              </a:ext>
            </a:extLst>
          </p:cNvPr>
          <p:cNvSpPr txBox="1"/>
          <p:nvPr/>
        </p:nvSpPr>
        <p:spPr>
          <a:xfrm>
            <a:off x="190499" y="19735"/>
            <a:ext cx="8562975" cy="400110"/>
          </a:xfrm>
          <a:prstGeom prst="rect">
            <a:avLst/>
          </a:prstGeom>
          <a:noFill/>
        </p:spPr>
        <p:txBody>
          <a:bodyPr wrap="square">
            <a:spAutoFit/>
          </a:bodyPr>
          <a:lstStyle/>
          <a:p>
            <a:r>
              <a:rPr lang="en-US" sz="2000" b="1" dirty="0">
                <a:solidFill>
                  <a:srgbClr val="0B2739"/>
                </a:solidFill>
                <a:latin typeface="+mj-lt"/>
              </a:rPr>
              <a:t>How the AI Spine and Department Brains work in tandem through </a:t>
            </a:r>
            <a:r>
              <a:rPr lang="en-US" sz="2000" b="1" dirty="0" err="1">
                <a:solidFill>
                  <a:srgbClr val="0B2739"/>
                </a:solidFill>
                <a:latin typeface="+mj-lt"/>
              </a:rPr>
              <a:t>ReAct</a:t>
            </a:r>
            <a:endParaRPr lang="en-US" sz="2000" dirty="0">
              <a:latin typeface="+mj-lt"/>
            </a:endParaRPr>
          </a:p>
        </p:txBody>
      </p:sp>
      <p:grpSp>
        <p:nvGrpSpPr>
          <p:cNvPr id="3" name="Group 2">
            <a:extLst>
              <a:ext uri="{FF2B5EF4-FFF2-40B4-BE49-F238E27FC236}">
                <a16:creationId xmlns:a16="http://schemas.microsoft.com/office/drawing/2014/main" id="{6286E7EC-6F84-64D4-6895-B8292F4B13D0}"/>
              </a:ext>
            </a:extLst>
          </p:cNvPr>
          <p:cNvGrpSpPr/>
          <p:nvPr/>
        </p:nvGrpSpPr>
        <p:grpSpPr>
          <a:xfrm>
            <a:off x="0" y="414357"/>
            <a:ext cx="5752976" cy="151621"/>
            <a:chOff x="0" y="786578"/>
            <a:chExt cx="5752976" cy="151621"/>
          </a:xfrm>
        </p:grpSpPr>
        <p:cxnSp>
          <p:nvCxnSpPr>
            <p:cNvPr id="5" name="Straight Connector 4">
              <a:extLst>
                <a:ext uri="{FF2B5EF4-FFF2-40B4-BE49-F238E27FC236}">
                  <a16:creationId xmlns:a16="http://schemas.microsoft.com/office/drawing/2014/main" id="{FE991EAB-081A-58F8-925E-997DDFBCF0BF}"/>
                </a:ext>
              </a:extLst>
            </p:cNvPr>
            <p:cNvCxnSpPr>
              <a:cxnSpLocks/>
            </p:cNvCxnSpPr>
            <p:nvPr/>
          </p:nvCxnSpPr>
          <p:spPr>
            <a:xfrm>
              <a:off x="0" y="862388"/>
              <a:ext cx="5673213" cy="0"/>
            </a:xfrm>
            <a:prstGeom prst="line">
              <a:avLst/>
            </a:prstGeom>
            <a:ln>
              <a:solidFill>
                <a:srgbClr val="92D050"/>
              </a:solidFill>
            </a:ln>
          </p:spPr>
          <p:style>
            <a:lnRef idx="2">
              <a:schemeClr val="accent1"/>
            </a:lnRef>
            <a:fillRef idx="0">
              <a:schemeClr val="accent1"/>
            </a:fillRef>
            <a:effectRef idx="1">
              <a:schemeClr val="accent1"/>
            </a:effectRef>
            <a:fontRef idx="minor">
              <a:schemeClr val="tx1"/>
            </a:fontRef>
          </p:style>
        </p:cxnSp>
        <p:sp>
          <p:nvSpPr>
            <p:cNvPr id="6" name="Diamond 5">
              <a:extLst>
                <a:ext uri="{FF2B5EF4-FFF2-40B4-BE49-F238E27FC236}">
                  <a16:creationId xmlns:a16="http://schemas.microsoft.com/office/drawing/2014/main" id="{401F0A31-5A51-64A6-01BF-CF763B02BCA1}"/>
                </a:ext>
              </a:extLst>
            </p:cNvPr>
            <p:cNvSpPr/>
            <p:nvPr/>
          </p:nvSpPr>
          <p:spPr>
            <a:xfrm>
              <a:off x="5661536" y="786578"/>
              <a:ext cx="91440" cy="151621"/>
            </a:xfrm>
            <a:prstGeom prst="diamond">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grpSp>
      <p:sp>
        <p:nvSpPr>
          <p:cNvPr id="95" name="Shape 3">
            <a:extLst>
              <a:ext uri="{FF2B5EF4-FFF2-40B4-BE49-F238E27FC236}">
                <a16:creationId xmlns:a16="http://schemas.microsoft.com/office/drawing/2014/main" id="{2E053CCE-4862-7FD1-BD4E-881EE1695059}"/>
              </a:ext>
            </a:extLst>
          </p:cNvPr>
          <p:cNvSpPr/>
          <p:nvPr/>
        </p:nvSpPr>
        <p:spPr>
          <a:xfrm>
            <a:off x="502920" y="1353312"/>
            <a:ext cx="1371600" cy="2249424"/>
          </a:xfrm>
          <a:prstGeom prst="roundRect">
            <a:avLst>
              <a:gd name="adj" fmla="val 5333"/>
            </a:avLst>
          </a:prstGeom>
          <a:solidFill>
            <a:srgbClr val="0B2739"/>
          </a:solidFill>
          <a:ln w="12700">
            <a:solidFill>
              <a:srgbClr val="0B2739"/>
            </a:solidFill>
            <a:prstDash val="solid"/>
          </a:ln>
        </p:spPr>
        <p:txBody>
          <a:bodyPr/>
          <a:lstStyle/>
          <a:p>
            <a:endParaRPr lang="en-IN">
              <a:solidFill>
                <a:prstClr val="black"/>
              </a:solidFill>
              <a:latin typeface="+mj-lt"/>
            </a:endParaRPr>
          </a:p>
        </p:txBody>
      </p:sp>
      <p:sp>
        <p:nvSpPr>
          <p:cNvPr id="96" name="Shape 4">
            <a:extLst>
              <a:ext uri="{FF2B5EF4-FFF2-40B4-BE49-F238E27FC236}">
                <a16:creationId xmlns:a16="http://schemas.microsoft.com/office/drawing/2014/main" id="{07885772-B7D0-968F-37FE-7A5AB2D2D8A8}"/>
              </a:ext>
            </a:extLst>
          </p:cNvPr>
          <p:cNvSpPr/>
          <p:nvPr/>
        </p:nvSpPr>
        <p:spPr>
          <a:xfrm>
            <a:off x="914400" y="1600200"/>
            <a:ext cx="530352" cy="530352"/>
          </a:xfrm>
          <a:prstGeom prst="ellipse">
            <a:avLst/>
          </a:prstGeom>
          <a:solidFill>
            <a:srgbClr val="FFFFFF"/>
          </a:solidFill>
          <a:ln w="12700">
            <a:solidFill>
              <a:srgbClr val="FFFFFF"/>
            </a:solidFill>
            <a:prstDash val="solid"/>
          </a:ln>
        </p:spPr>
        <p:txBody>
          <a:bodyPr/>
          <a:lstStyle/>
          <a:p>
            <a:endParaRPr lang="en-IN">
              <a:solidFill>
                <a:prstClr val="black"/>
              </a:solidFill>
              <a:latin typeface="+mj-lt"/>
            </a:endParaRPr>
          </a:p>
        </p:txBody>
      </p:sp>
      <p:pic>
        <p:nvPicPr>
          <p:cNvPr id="97" name="Image 0" descr="preencoded.png">
            <a:extLst>
              <a:ext uri="{FF2B5EF4-FFF2-40B4-BE49-F238E27FC236}">
                <a16:creationId xmlns:a16="http://schemas.microsoft.com/office/drawing/2014/main" id="{D1CC4327-91FE-EF41-F15D-CFAA333C5E4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60704" y="1746504"/>
            <a:ext cx="237744" cy="237744"/>
          </a:xfrm>
          <a:prstGeom prst="rect">
            <a:avLst/>
          </a:prstGeom>
        </p:spPr>
      </p:pic>
      <p:sp>
        <p:nvSpPr>
          <p:cNvPr id="98" name="Text 5">
            <a:extLst>
              <a:ext uri="{FF2B5EF4-FFF2-40B4-BE49-F238E27FC236}">
                <a16:creationId xmlns:a16="http://schemas.microsoft.com/office/drawing/2014/main" id="{7779AABE-7F22-9626-411A-94EC063AED5E}"/>
              </a:ext>
            </a:extLst>
          </p:cNvPr>
          <p:cNvSpPr/>
          <p:nvPr/>
        </p:nvSpPr>
        <p:spPr>
          <a:xfrm>
            <a:off x="713232" y="2304288"/>
            <a:ext cx="960120" cy="182880"/>
          </a:xfrm>
          <a:prstGeom prst="rect">
            <a:avLst/>
          </a:prstGeom>
          <a:noFill/>
          <a:ln/>
        </p:spPr>
        <p:txBody>
          <a:bodyPr wrap="square" lIns="0" tIns="0" rIns="0" bIns="0" rtlCol="0" anchor="ctr"/>
          <a:lstStyle/>
          <a:p>
            <a:pPr algn="ctr"/>
            <a:r>
              <a:rPr lang="en-US" sz="900" b="1" dirty="0">
                <a:solidFill>
                  <a:srgbClr val="86BC25"/>
                </a:solidFill>
                <a:latin typeface="+mj-lt"/>
              </a:rPr>
              <a:t>AI SPINE</a:t>
            </a:r>
            <a:endParaRPr lang="en-US" sz="900" dirty="0">
              <a:solidFill>
                <a:prstClr val="black"/>
              </a:solidFill>
              <a:latin typeface="+mj-lt"/>
            </a:endParaRPr>
          </a:p>
        </p:txBody>
      </p:sp>
      <p:sp>
        <p:nvSpPr>
          <p:cNvPr id="99" name="Text 6">
            <a:extLst>
              <a:ext uri="{FF2B5EF4-FFF2-40B4-BE49-F238E27FC236}">
                <a16:creationId xmlns:a16="http://schemas.microsoft.com/office/drawing/2014/main" id="{19FE29BE-D46B-F71D-7BEE-F1B8107C0802}"/>
              </a:ext>
            </a:extLst>
          </p:cNvPr>
          <p:cNvSpPr/>
          <p:nvPr/>
        </p:nvSpPr>
        <p:spPr>
          <a:xfrm>
            <a:off x="713232" y="2670048"/>
            <a:ext cx="960120" cy="694944"/>
          </a:xfrm>
          <a:prstGeom prst="rect">
            <a:avLst/>
          </a:prstGeom>
          <a:noFill/>
          <a:ln/>
        </p:spPr>
        <p:txBody>
          <a:bodyPr wrap="square" lIns="0" tIns="0" rIns="0" bIns="0" rtlCol="0" anchor="ctr"/>
          <a:lstStyle/>
          <a:p>
            <a:pPr algn="ctr"/>
            <a:r>
              <a:rPr lang="en-US" sz="820" dirty="0">
                <a:solidFill>
                  <a:srgbClr val="FFFFFF"/>
                </a:solidFill>
                <a:latin typeface="+mj-lt"/>
              </a:rPr>
              <a:t>Data</a:t>
            </a:r>
            <a:endParaRPr lang="en-US" sz="820" dirty="0">
              <a:solidFill>
                <a:prstClr val="black"/>
              </a:solidFill>
              <a:latin typeface="+mj-lt"/>
            </a:endParaRPr>
          </a:p>
          <a:p>
            <a:pPr algn="ctr"/>
            <a:r>
              <a:rPr lang="en-US" sz="820" dirty="0">
                <a:solidFill>
                  <a:srgbClr val="FFFFFF"/>
                </a:solidFill>
                <a:latin typeface="+mj-lt"/>
              </a:rPr>
              <a:t>APIs &amp; tools</a:t>
            </a:r>
            <a:endParaRPr lang="en-US" sz="820" dirty="0">
              <a:solidFill>
                <a:prstClr val="black"/>
              </a:solidFill>
              <a:latin typeface="+mj-lt"/>
            </a:endParaRPr>
          </a:p>
          <a:p>
            <a:pPr algn="ctr"/>
            <a:r>
              <a:rPr lang="en-US" sz="820" dirty="0">
                <a:solidFill>
                  <a:srgbClr val="FFFFFF"/>
                </a:solidFill>
                <a:latin typeface="+mj-lt"/>
              </a:rPr>
              <a:t>Models</a:t>
            </a:r>
            <a:endParaRPr lang="en-US" sz="820" dirty="0">
              <a:solidFill>
                <a:prstClr val="black"/>
              </a:solidFill>
              <a:latin typeface="+mj-lt"/>
            </a:endParaRPr>
          </a:p>
          <a:p>
            <a:pPr algn="ctr"/>
            <a:r>
              <a:rPr lang="en-US" sz="820" dirty="0">
                <a:solidFill>
                  <a:srgbClr val="FFFFFF"/>
                </a:solidFill>
                <a:latin typeface="+mj-lt"/>
              </a:rPr>
              <a:t>Security</a:t>
            </a:r>
            <a:endParaRPr lang="en-US" sz="820" dirty="0">
              <a:solidFill>
                <a:prstClr val="black"/>
              </a:solidFill>
              <a:latin typeface="+mj-lt"/>
            </a:endParaRPr>
          </a:p>
          <a:p>
            <a:pPr algn="ctr"/>
            <a:r>
              <a:rPr lang="en-US" sz="820" dirty="0">
                <a:solidFill>
                  <a:srgbClr val="FFFFFF"/>
                </a:solidFill>
                <a:latin typeface="+mj-lt"/>
              </a:rPr>
              <a:t>Audit</a:t>
            </a:r>
            <a:endParaRPr lang="en-US" sz="820" dirty="0">
              <a:solidFill>
                <a:prstClr val="black"/>
              </a:solidFill>
              <a:latin typeface="+mj-lt"/>
            </a:endParaRPr>
          </a:p>
        </p:txBody>
      </p:sp>
      <p:sp>
        <p:nvSpPr>
          <p:cNvPr id="100" name="Shape 7">
            <a:extLst>
              <a:ext uri="{FF2B5EF4-FFF2-40B4-BE49-F238E27FC236}">
                <a16:creationId xmlns:a16="http://schemas.microsoft.com/office/drawing/2014/main" id="{ECC14147-A465-E103-D10C-C2F5C5A8A6FB}"/>
              </a:ext>
            </a:extLst>
          </p:cNvPr>
          <p:cNvSpPr/>
          <p:nvPr/>
        </p:nvSpPr>
        <p:spPr>
          <a:xfrm>
            <a:off x="2148840" y="1508760"/>
            <a:ext cx="2331720" cy="1874520"/>
          </a:xfrm>
          <a:prstGeom prst="roundRect">
            <a:avLst>
              <a:gd name="adj" fmla="val 4878"/>
            </a:avLst>
          </a:prstGeom>
          <a:solidFill>
            <a:srgbClr val="FFFFFF"/>
          </a:solidFill>
          <a:ln w="12700">
            <a:solidFill>
              <a:srgbClr val="D5E0E5"/>
            </a:solidFill>
            <a:prstDash val="solid"/>
          </a:ln>
          <a:effectLst>
            <a:outerShdw blurRad="12700" dist="4445" dir="2700000" algn="bl" rotWithShape="0">
              <a:srgbClr val="000000">
                <a:alpha val="10000"/>
              </a:srgbClr>
            </a:outerShdw>
          </a:effectLst>
        </p:spPr>
        <p:txBody>
          <a:bodyPr/>
          <a:lstStyle/>
          <a:p>
            <a:endParaRPr lang="en-IN">
              <a:solidFill>
                <a:prstClr val="black"/>
              </a:solidFill>
              <a:latin typeface="+mj-lt"/>
            </a:endParaRPr>
          </a:p>
        </p:txBody>
      </p:sp>
      <p:sp>
        <p:nvSpPr>
          <p:cNvPr id="101" name="Shape 8">
            <a:extLst>
              <a:ext uri="{FF2B5EF4-FFF2-40B4-BE49-F238E27FC236}">
                <a16:creationId xmlns:a16="http://schemas.microsoft.com/office/drawing/2014/main" id="{69C82387-2B64-6D8E-1D41-2DA59BA081B9}"/>
              </a:ext>
            </a:extLst>
          </p:cNvPr>
          <p:cNvSpPr/>
          <p:nvPr/>
        </p:nvSpPr>
        <p:spPr>
          <a:xfrm>
            <a:off x="2313432" y="1700784"/>
            <a:ext cx="530352" cy="530352"/>
          </a:xfrm>
          <a:prstGeom prst="ellipse">
            <a:avLst/>
          </a:prstGeom>
          <a:solidFill>
            <a:srgbClr val="28A9D6"/>
          </a:solidFill>
          <a:ln w="12700">
            <a:solidFill>
              <a:srgbClr val="28A9D6"/>
            </a:solidFill>
            <a:prstDash val="solid"/>
          </a:ln>
        </p:spPr>
        <p:txBody>
          <a:bodyPr/>
          <a:lstStyle/>
          <a:p>
            <a:endParaRPr lang="en-IN">
              <a:solidFill>
                <a:prstClr val="black"/>
              </a:solidFill>
              <a:latin typeface="+mj-lt"/>
            </a:endParaRPr>
          </a:p>
        </p:txBody>
      </p:sp>
      <p:pic>
        <p:nvPicPr>
          <p:cNvPr id="102" name="Image 1" descr="preencoded.png">
            <a:extLst>
              <a:ext uri="{FF2B5EF4-FFF2-40B4-BE49-F238E27FC236}">
                <a16:creationId xmlns:a16="http://schemas.microsoft.com/office/drawing/2014/main" id="{66C48999-F623-FE62-821E-AFDD34BDDFB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459736" y="1847088"/>
            <a:ext cx="237744" cy="237744"/>
          </a:xfrm>
          <a:prstGeom prst="rect">
            <a:avLst/>
          </a:prstGeom>
        </p:spPr>
      </p:pic>
      <p:sp>
        <p:nvSpPr>
          <p:cNvPr id="103" name="Text 9">
            <a:extLst>
              <a:ext uri="{FF2B5EF4-FFF2-40B4-BE49-F238E27FC236}">
                <a16:creationId xmlns:a16="http://schemas.microsoft.com/office/drawing/2014/main" id="{C43E9FC6-7C2F-3675-3DD5-468CFAD9811B}"/>
              </a:ext>
            </a:extLst>
          </p:cNvPr>
          <p:cNvSpPr/>
          <p:nvPr/>
        </p:nvSpPr>
        <p:spPr>
          <a:xfrm>
            <a:off x="2971800" y="1709928"/>
            <a:ext cx="1207008" cy="182880"/>
          </a:xfrm>
          <a:prstGeom prst="rect">
            <a:avLst/>
          </a:prstGeom>
          <a:noFill/>
          <a:ln/>
        </p:spPr>
        <p:txBody>
          <a:bodyPr wrap="square" lIns="0" tIns="0" rIns="0" bIns="0" rtlCol="0" anchor="ctr"/>
          <a:lstStyle/>
          <a:p>
            <a:r>
              <a:rPr lang="en-US" sz="750" b="1" dirty="0">
                <a:solidFill>
                  <a:srgbClr val="28A9D6"/>
                </a:solidFill>
                <a:latin typeface="+mj-lt"/>
              </a:rPr>
              <a:t>ENVIRONMENT → CONTEXT</a:t>
            </a:r>
            <a:endParaRPr lang="en-US" sz="750" dirty="0">
              <a:solidFill>
                <a:prstClr val="black"/>
              </a:solidFill>
              <a:latin typeface="+mj-lt"/>
            </a:endParaRPr>
          </a:p>
        </p:txBody>
      </p:sp>
      <p:sp>
        <p:nvSpPr>
          <p:cNvPr id="104" name="Text 10">
            <a:extLst>
              <a:ext uri="{FF2B5EF4-FFF2-40B4-BE49-F238E27FC236}">
                <a16:creationId xmlns:a16="http://schemas.microsoft.com/office/drawing/2014/main" id="{1CEDD6F2-0C0E-0B07-0662-0C6F484F014C}"/>
              </a:ext>
            </a:extLst>
          </p:cNvPr>
          <p:cNvSpPr/>
          <p:nvPr/>
        </p:nvSpPr>
        <p:spPr>
          <a:xfrm>
            <a:off x="2313432" y="2331720"/>
            <a:ext cx="1993392" cy="347472"/>
          </a:xfrm>
          <a:prstGeom prst="rect">
            <a:avLst/>
          </a:prstGeom>
          <a:noFill/>
          <a:ln/>
        </p:spPr>
        <p:txBody>
          <a:bodyPr wrap="square" lIns="0" tIns="0" rIns="0" bIns="0" rtlCol="0" anchor="ctr"/>
          <a:lstStyle/>
          <a:p>
            <a:r>
              <a:rPr lang="en-US" sz="1600" b="1" dirty="0">
                <a:solidFill>
                  <a:srgbClr val="0B2739"/>
                </a:solidFill>
                <a:latin typeface="+mj-lt"/>
              </a:rPr>
              <a:t>Observe</a:t>
            </a:r>
            <a:endParaRPr lang="en-US" sz="1600" dirty="0">
              <a:solidFill>
                <a:prstClr val="black"/>
              </a:solidFill>
              <a:latin typeface="+mj-lt"/>
            </a:endParaRPr>
          </a:p>
        </p:txBody>
      </p:sp>
      <p:sp>
        <p:nvSpPr>
          <p:cNvPr id="105" name="Text 11">
            <a:extLst>
              <a:ext uri="{FF2B5EF4-FFF2-40B4-BE49-F238E27FC236}">
                <a16:creationId xmlns:a16="http://schemas.microsoft.com/office/drawing/2014/main" id="{2DF958A0-854B-B2F8-9001-FC29C64B33F3}"/>
              </a:ext>
            </a:extLst>
          </p:cNvPr>
          <p:cNvSpPr/>
          <p:nvPr/>
        </p:nvSpPr>
        <p:spPr>
          <a:xfrm>
            <a:off x="2313432" y="2761488"/>
            <a:ext cx="1993392" cy="438912"/>
          </a:xfrm>
          <a:prstGeom prst="rect">
            <a:avLst/>
          </a:prstGeom>
          <a:noFill/>
          <a:ln/>
        </p:spPr>
        <p:txBody>
          <a:bodyPr wrap="square" lIns="0" tIns="0" rIns="0" bIns="0" rtlCol="0" anchor="ctr">
            <a:normAutofit/>
          </a:bodyPr>
          <a:lstStyle/>
          <a:p>
            <a:r>
              <a:rPr lang="en-US" sz="880" dirty="0">
                <a:solidFill>
                  <a:srgbClr val="566574"/>
                </a:solidFill>
                <a:latin typeface="+mj-lt"/>
              </a:rPr>
              <a:t>Retrieve evidence, system state, user input and prior outcomes.</a:t>
            </a:r>
            <a:endParaRPr lang="en-US" sz="880" dirty="0">
              <a:solidFill>
                <a:prstClr val="black"/>
              </a:solidFill>
              <a:latin typeface="+mj-lt"/>
            </a:endParaRPr>
          </a:p>
        </p:txBody>
      </p:sp>
      <p:sp>
        <p:nvSpPr>
          <p:cNvPr id="106" name="Shape 12">
            <a:extLst>
              <a:ext uri="{FF2B5EF4-FFF2-40B4-BE49-F238E27FC236}">
                <a16:creationId xmlns:a16="http://schemas.microsoft.com/office/drawing/2014/main" id="{1AAA8B80-9193-D647-B477-523C9674BA62}"/>
              </a:ext>
            </a:extLst>
          </p:cNvPr>
          <p:cNvSpPr/>
          <p:nvPr/>
        </p:nvSpPr>
        <p:spPr>
          <a:xfrm>
            <a:off x="4892040" y="1508760"/>
            <a:ext cx="2331720" cy="1874520"/>
          </a:xfrm>
          <a:prstGeom prst="roundRect">
            <a:avLst>
              <a:gd name="adj" fmla="val 4878"/>
            </a:avLst>
          </a:prstGeom>
          <a:solidFill>
            <a:srgbClr val="FFFFFF"/>
          </a:solidFill>
          <a:ln w="12700">
            <a:solidFill>
              <a:srgbClr val="D5E0E5"/>
            </a:solidFill>
            <a:prstDash val="solid"/>
          </a:ln>
          <a:effectLst>
            <a:outerShdw blurRad="12700" dist="4445" dir="2700000" algn="bl" rotWithShape="0">
              <a:srgbClr val="000000">
                <a:alpha val="10000"/>
              </a:srgbClr>
            </a:outerShdw>
          </a:effectLst>
        </p:spPr>
        <p:txBody>
          <a:bodyPr/>
          <a:lstStyle/>
          <a:p>
            <a:endParaRPr lang="en-IN">
              <a:solidFill>
                <a:prstClr val="black"/>
              </a:solidFill>
              <a:latin typeface="+mj-lt"/>
            </a:endParaRPr>
          </a:p>
        </p:txBody>
      </p:sp>
      <p:sp>
        <p:nvSpPr>
          <p:cNvPr id="107" name="Shape 13">
            <a:extLst>
              <a:ext uri="{FF2B5EF4-FFF2-40B4-BE49-F238E27FC236}">
                <a16:creationId xmlns:a16="http://schemas.microsoft.com/office/drawing/2014/main" id="{9DB6F2F4-1872-1374-E406-B248F26DFC97}"/>
              </a:ext>
            </a:extLst>
          </p:cNvPr>
          <p:cNvSpPr/>
          <p:nvPr/>
        </p:nvSpPr>
        <p:spPr>
          <a:xfrm>
            <a:off x="5056632" y="1700784"/>
            <a:ext cx="530352" cy="530352"/>
          </a:xfrm>
          <a:prstGeom prst="ellipse">
            <a:avLst/>
          </a:prstGeom>
          <a:solidFill>
            <a:srgbClr val="86BC25"/>
          </a:solidFill>
          <a:ln w="12700">
            <a:solidFill>
              <a:srgbClr val="86BC25"/>
            </a:solidFill>
            <a:prstDash val="solid"/>
          </a:ln>
        </p:spPr>
        <p:txBody>
          <a:bodyPr/>
          <a:lstStyle/>
          <a:p>
            <a:endParaRPr lang="en-IN">
              <a:solidFill>
                <a:prstClr val="black"/>
              </a:solidFill>
              <a:latin typeface="+mj-lt"/>
            </a:endParaRPr>
          </a:p>
        </p:txBody>
      </p:sp>
      <p:pic>
        <p:nvPicPr>
          <p:cNvPr id="108" name="Image 2" descr="preencoded.png">
            <a:extLst>
              <a:ext uri="{FF2B5EF4-FFF2-40B4-BE49-F238E27FC236}">
                <a16:creationId xmlns:a16="http://schemas.microsoft.com/office/drawing/2014/main" id="{261DAD2D-8974-4424-8A6A-E8CFA6325C9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02936" y="1847088"/>
            <a:ext cx="237744" cy="237744"/>
          </a:xfrm>
          <a:prstGeom prst="rect">
            <a:avLst/>
          </a:prstGeom>
        </p:spPr>
      </p:pic>
      <p:sp>
        <p:nvSpPr>
          <p:cNvPr id="109" name="Text 14">
            <a:extLst>
              <a:ext uri="{FF2B5EF4-FFF2-40B4-BE49-F238E27FC236}">
                <a16:creationId xmlns:a16="http://schemas.microsoft.com/office/drawing/2014/main" id="{991F8315-F7A7-814C-D6F6-0E6B3E872D72}"/>
              </a:ext>
            </a:extLst>
          </p:cNvPr>
          <p:cNvSpPr/>
          <p:nvPr/>
        </p:nvSpPr>
        <p:spPr>
          <a:xfrm>
            <a:off x="5715000" y="1709928"/>
            <a:ext cx="1207008" cy="182880"/>
          </a:xfrm>
          <a:prstGeom prst="rect">
            <a:avLst/>
          </a:prstGeom>
          <a:noFill/>
          <a:ln/>
        </p:spPr>
        <p:txBody>
          <a:bodyPr wrap="square" lIns="0" tIns="0" rIns="0" bIns="0" rtlCol="0" anchor="ctr"/>
          <a:lstStyle/>
          <a:p>
            <a:r>
              <a:rPr lang="en-US" sz="750" b="1" dirty="0">
                <a:solidFill>
                  <a:srgbClr val="86BC25"/>
                </a:solidFill>
                <a:latin typeface="+mj-lt"/>
              </a:rPr>
              <a:t>THOUGHT → PLAN</a:t>
            </a:r>
            <a:endParaRPr lang="en-US" sz="750" dirty="0">
              <a:solidFill>
                <a:prstClr val="black"/>
              </a:solidFill>
              <a:latin typeface="+mj-lt"/>
            </a:endParaRPr>
          </a:p>
        </p:txBody>
      </p:sp>
      <p:sp>
        <p:nvSpPr>
          <p:cNvPr id="110" name="Text 15">
            <a:extLst>
              <a:ext uri="{FF2B5EF4-FFF2-40B4-BE49-F238E27FC236}">
                <a16:creationId xmlns:a16="http://schemas.microsoft.com/office/drawing/2014/main" id="{2A622901-7BC3-7246-DA08-897AE6D04CB0}"/>
              </a:ext>
            </a:extLst>
          </p:cNvPr>
          <p:cNvSpPr/>
          <p:nvPr/>
        </p:nvSpPr>
        <p:spPr>
          <a:xfrm>
            <a:off x="5056632" y="2331720"/>
            <a:ext cx="1993392" cy="347472"/>
          </a:xfrm>
          <a:prstGeom prst="rect">
            <a:avLst/>
          </a:prstGeom>
          <a:noFill/>
          <a:ln/>
        </p:spPr>
        <p:txBody>
          <a:bodyPr wrap="square" lIns="0" tIns="0" rIns="0" bIns="0" rtlCol="0" anchor="ctr"/>
          <a:lstStyle/>
          <a:p>
            <a:r>
              <a:rPr lang="en-US" sz="1600" b="1" dirty="0">
                <a:solidFill>
                  <a:srgbClr val="0B2739"/>
                </a:solidFill>
                <a:latin typeface="+mj-lt"/>
              </a:rPr>
              <a:t>Reason</a:t>
            </a:r>
            <a:endParaRPr lang="en-US" sz="1600" dirty="0">
              <a:solidFill>
                <a:prstClr val="black"/>
              </a:solidFill>
              <a:latin typeface="+mj-lt"/>
            </a:endParaRPr>
          </a:p>
        </p:txBody>
      </p:sp>
      <p:sp>
        <p:nvSpPr>
          <p:cNvPr id="111" name="Text 16">
            <a:extLst>
              <a:ext uri="{FF2B5EF4-FFF2-40B4-BE49-F238E27FC236}">
                <a16:creationId xmlns:a16="http://schemas.microsoft.com/office/drawing/2014/main" id="{41368B35-6AA8-3484-1C26-074F32E54EB7}"/>
              </a:ext>
            </a:extLst>
          </p:cNvPr>
          <p:cNvSpPr/>
          <p:nvPr/>
        </p:nvSpPr>
        <p:spPr>
          <a:xfrm>
            <a:off x="5056632" y="2761488"/>
            <a:ext cx="1993392" cy="438912"/>
          </a:xfrm>
          <a:prstGeom prst="rect">
            <a:avLst/>
          </a:prstGeom>
          <a:noFill/>
          <a:ln/>
        </p:spPr>
        <p:txBody>
          <a:bodyPr wrap="square" lIns="0" tIns="0" rIns="0" bIns="0" rtlCol="0" anchor="ctr">
            <a:normAutofit/>
          </a:bodyPr>
          <a:lstStyle/>
          <a:p>
            <a:r>
              <a:rPr lang="en-US" sz="880" dirty="0">
                <a:solidFill>
                  <a:srgbClr val="566574"/>
                </a:solidFill>
                <a:latin typeface="+mj-lt"/>
              </a:rPr>
              <a:t>Interpret context, evaluate options and select the next permitted step.</a:t>
            </a:r>
            <a:endParaRPr lang="en-US" sz="880" dirty="0">
              <a:solidFill>
                <a:prstClr val="black"/>
              </a:solidFill>
              <a:latin typeface="+mj-lt"/>
            </a:endParaRPr>
          </a:p>
        </p:txBody>
      </p:sp>
      <p:sp>
        <p:nvSpPr>
          <p:cNvPr id="112" name="Shape 17">
            <a:extLst>
              <a:ext uri="{FF2B5EF4-FFF2-40B4-BE49-F238E27FC236}">
                <a16:creationId xmlns:a16="http://schemas.microsoft.com/office/drawing/2014/main" id="{1623502B-57E1-CCB5-394F-8915F0748BC4}"/>
              </a:ext>
            </a:extLst>
          </p:cNvPr>
          <p:cNvSpPr/>
          <p:nvPr/>
        </p:nvSpPr>
        <p:spPr>
          <a:xfrm>
            <a:off x="7635240" y="1508760"/>
            <a:ext cx="2331720" cy="1874520"/>
          </a:xfrm>
          <a:prstGeom prst="roundRect">
            <a:avLst>
              <a:gd name="adj" fmla="val 4878"/>
            </a:avLst>
          </a:prstGeom>
          <a:solidFill>
            <a:srgbClr val="FFFFFF"/>
          </a:solidFill>
          <a:ln w="12700">
            <a:solidFill>
              <a:srgbClr val="D5E0E5"/>
            </a:solidFill>
            <a:prstDash val="solid"/>
          </a:ln>
          <a:effectLst>
            <a:outerShdw blurRad="12700" dist="4445" dir="2700000" algn="bl" rotWithShape="0">
              <a:srgbClr val="000000">
                <a:alpha val="10000"/>
              </a:srgbClr>
            </a:outerShdw>
          </a:effectLst>
        </p:spPr>
        <p:txBody>
          <a:bodyPr/>
          <a:lstStyle/>
          <a:p>
            <a:endParaRPr lang="en-IN">
              <a:solidFill>
                <a:prstClr val="black"/>
              </a:solidFill>
              <a:latin typeface="+mj-lt"/>
            </a:endParaRPr>
          </a:p>
        </p:txBody>
      </p:sp>
      <p:sp>
        <p:nvSpPr>
          <p:cNvPr id="113" name="Shape 18">
            <a:extLst>
              <a:ext uri="{FF2B5EF4-FFF2-40B4-BE49-F238E27FC236}">
                <a16:creationId xmlns:a16="http://schemas.microsoft.com/office/drawing/2014/main" id="{DE88C304-A4C3-C0BD-531B-9A024A404399}"/>
              </a:ext>
            </a:extLst>
          </p:cNvPr>
          <p:cNvSpPr/>
          <p:nvPr/>
        </p:nvSpPr>
        <p:spPr>
          <a:xfrm>
            <a:off x="7799832" y="1700784"/>
            <a:ext cx="530352" cy="530352"/>
          </a:xfrm>
          <a:prstGeom prst="ellipse">
            <a:avLst/>
          </a:prstGeom>
          <a:solidFill>
            <a:srgbClr val="007CB0"/>
          </a:solidFill>
          <a:ln w="12700">
            <a:solidFill>
              <a:srgbClr val="007CB0"/>
            </a:solidFill>
            <a:prstDash val="solid"/>
          </a:ln>
        </p:spPr>
        <p:txBody>
          <a:bodyPr/>
          <a:lstStyle/>
          <a:p>
            <a:endParaRPr lang="en-IN">
              <a:solidFill>
                <a:prstClr val="black"/>
              </a:solidFill>
              <a:latin typeface="+mj-lt"/>
            </a:endParaRPr>
          </a:p>
        </p:txBody>
      </p:sp>
      <p:pic>
        <p:nvPicPr>
          <p:cNvPr id="114" name="Image 3" descr="preencoded.png">
            <a:extLst>
              <a:ext uri="{FF2B5EF4-FFF2-40B4-BE49-F238E27FC236}">
                <a16:creationId xmlns:a16="http://schemas.microsoft.com/office/drawing/2014/main" id="{2B622C89-F425-4B13-D80E-00298AC233F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46136" y="1847088"/>
            <a:ext cx="237744" cy="237744"/>
          </a:xfrm>
          <a:prstGeom prst="rect">
            <a:avLst/>
          </a:prstGeom>
        </p:spPr>
      </p:pic>
      <p:sp>
        <p:nvSpPr>
          <p:cNvPr id="115" name="Text 19">
            <a:extLst>
              <a:ext uri="{FF2B5EF4-FFF2-40B4-BE49-F238E27FC236}">
                <a16:creationId xmlns:a16="http://schemas.microsoft.com/office/drawing/2014/main" id="{0107624F-76AD-D257-006A-0642C7D2647D}"/>
              </a:ext>
            </a:extLst>
          </p:cNvPr>
          <p:cNvSpPr/>
          <p:nvPr/>
        </p:nvSpPr>
        <p:spPr>
          <a:xfrm>
            <a:off x="8458200" y="1709928"/>
            <a:ext cx="1207008" cy="182880"/>
          </a:xfrm>
          <a:prstGeom prst="rect">
            <a:avLst/>
          </a:prstGeom>
          <a:noFill/>
          <a:ln/>
        </p:spPr>
        <p:txBody>
          <a:bodyPr wrap="square" lIns="0" tIns="0" rIns="0" bIns="0" rtlCol="0" anchor="ctr"/>
          <a:lstStyle/>
          <a:p>
            <a:r>
              <a:rPr lang="en-US" sz="750" b="1" dirty="0">
                <a:solidFill>
                  <a:srgbClr val="007CB0"/>
                </a:solidFill>
                <a:latin typeface="+mj-lt"/>
              </a:rPr>
              <a:t>PLAN → TOOL / WORKFLOW</a:t>
            </a:r>
            <a:endParaRPr lang="en-US" sz="750" dirty="0">
              <a:solidFill>
                <a:prstClr val="black"/>
              </a:solidFill>
              <a:latin typeface="+mj-lt"/>
            </a:endParaRPr>
          </a:p>
        </p:txBody>
      </p:sp>
      <p:sp>
        <p:nvSpPr>
          <p:cNvPr id="116" name="Text 20">
            <a:extLst>
              <a:ext uri="{FF2B5EF4-FFF2-40B4-BE49-F238E27FC236}">
                <a16:creationId xmlns:a16="http://schemas.microsoft.com/office/drawing/2014/main" id="{BE087D14-DB50-6808-12DA-B375FF7D54F4}"/>
              </a:ext>
            </a:extLst>
          </p:cNvPr>
          <p:cNvSpPr/>
          <p:nvPr/>
        </p:nvSpPr>
        <p:spPr>
          <a:xfrm>
            <a:off x="7799832" y="2331720"/>
            <a:ext cx="1993392" cy="347472"/>
          </a:xfrm>
          <a:prstGeom prst="rect">
            <a:avLst/>
          </a:prstGeom>
          <a:noFill/>
          <a:ln/>
        </p:spPr>
        <p:txBody>
          <a:bodyPr wrap="square" lIns="0" tIns="0" rIns="0" bIns="0" rtlCol="0" anchor="ctr"/>
          <a:lstStyle/>
          <a:p>
            <a:r>
              <a:rPr lang="en-US" sz="1600" b="1" dirty="0">
                <a:solidFill>
                  <a:srgbClr val="0B2739"/>
                </a:solidFill>
                <a:latin typeface="+mj-lt"/>
              </a:rPr>
              <a:t>Act</a:t>
            </a:r>
            <a:endParaRPr lang="en-US" sz="1600" dirty="0">
              <a:solidFill>
                <a:prstClr val="black"/>
              </a:solidFill>
              <a:latin typeface="+mj-lt"/>
            </a:endParaRPr>
          </a:p>
        </p:txBody>
      </p:sp>
      <p:sp>
        <p:nvSpPr>
          <p:cNvPr id="117" name="Text 21">
            <a:extLst>
              <a:ext uri="{FF2B5EF4-FFF2-40B4-BE49-F238E27FC236}">
                <a16:creationId xmlns:a16="http://schemas.microsoft.com/office/drawing/2014/main" id="{6808D028-E15E-0993-69E9-657FCD69EDF9}"/>
              </a:ext>
            </a:extLst>
          </p:cNvPr>
          <p:cNvSpPr/>
          <p:nvPr/>
        </p:nvSpPr>
        <p:spPr>
          <a:xfrm>
            <a:off x="7799832" y="2761488"/>
            <a:ext cx="1993392" cy="438912"/>
          </a:xfrm>
          <a:prstGeom prst="rect">
            <a:avLst/>
          </a:prstGeom>
          <a:noFill/>
          <a:ln/>
        </p:spPr>
        <p:txBody>
          <a:bodyPr wrap="square" lIns="0" tIns="0" rIns="0" bIns="0" rtlCol="0" anchor="ctr">
            <a:normAutofit/>
          </a:bodyPr>
          <a:lstStyle/>
          <a:p>
            <a:r>
              <a:rPr lang="en-US" sz="880" dirty="0">
                <a:solidFill>
                  <a:srgbClr val="566574"/>
                </a:solidFill>
                <a:latin typeface="+mj-lt"/>
              </a:rPr>
              <a:t>Invoke an approved service, create a recommendation or initiate a workflow.</a:t>
            </a:r>
            <a:endParaRPr lang="en-US" sz="880" dirty="0">
              <a:solidFill>
                <a:prstClr val="black"/>
              </a:solidFill>
              <a:latin typeface="+mj-lt"/>
            </a:endParaRPr>
          </a:p>
        </p:txBody>
      </p:sp>
      <p:sp>
        <p:nvSpPr>
          <p:cNvPr id="118" name="Shape 22">
            <a:extLst>
              <a:ext uri="{FF2B5EF4-FFF2-40B4-BE49-F238E27FC236}">
                <a16:creationId xmlns:a16="http://schemas.microsoft.com/office/drawing/2014/main" id="{C06E0DF2-850E-2238-234E-BB325EFCB7D2}"/>
              </a:ext>
            </a:extLst>
          </p:cNvPr>
          <p:cNvSpPr/>
          <p:nvPr/>
        </p:nvSpPr>
        <p:spPr>
          <a:xfrm>
            <a:off x="10314432" y="1353312"/>
            <a:ext cx="1371600" cy="2249424"/>
          </a:xfrm>
          <a:prstGeom prst="roundRect">
            <a:avLst>
              <a:gd name="adj" fmla="val 5333"/>
            </a:avLst>
          </a:prstGeom>
          <a:solidFill>
            <a:srgbClr val="EAF3F7"/>
          </a:solidFill>
          <a:ln w="15240">
            <a:solidFill>
              <a:srgbClr val="007CB0"/>
            </a:solidFill>
            <a:prstDash val="solid"/>
          </a:ln>
        </p:spPr>
        <p:txBody>
          <a:bodyPr/>
          <a:lstStyle/>
          <a:p>
            <a:endParaRPr lang="en-IN">
              <a:solidFill>
                <a:prstClr val="black"/>
              </a:solidFill>
              <a:latin typeface="+mj-lt"/>
            </a:endParaRPr>
          </a:p>
        </p:txBody>
      </p:sp>
      <p:sp>
        <p:nvSpPr>
          <p:cNvPr id="120" name="Shape 23">
            <a:extLst>
              <a:ext uri="{FF2B5EF4-FFF2-40B4-BE49-F238E27FC236}">
                <a16:creationId xmlns:a16="http://schemas.microsoft.com/office/drawing/2014/main" id="{1BF25D66-88C6-6872-2096-28957AFD26ED}"/>
              </a:ext>
            </a:extLst>
          </p:cNvPr>
          <p:cNvSpPr/>
          <p:nvPr/>
        </p:nvSpPr>
        <p:spPr>
          <a:xfrm>
            <a:off x="10725912" y="1600200"/>
            <a:ext cx="530352" cy="530352"/>
          </a:xfrm>
          <a:prstGeom prst="ellipse">
            <a:avLst/>
          </a:prstGeom>
          <a:solidFill>
            <a:srgbClr val="007CB0"/>
          </a:solidFill>
          <a:ln w="12700">
            <a:solidFill>
              <a:srgbClr val="007CB0"/>
            </a:solidFill>
            <a:prstDash val="solid"/>
          </a:ln>
        </p:spPr>
        <p:txBody>
          <a:bodyPr/>
          <a:lstStyle/>
          <a:p>
            <a:endParaRPr lang="en-IN">
              <a:solidFill>
                <a:prstClr val="black"/>
              </a:solidFill>
              <a:latin typeface="+mj-lt"/>
            </a:endParaRPr>
          </a:p>
        </p:txBody>
      </p:sp>
      <p:pic>
        <p:nvPicPr>
          <p:cNvPr id="126" name="Image 4" descr="preencoded.png">
            <a:extLst>
              <a:ext uri="{FF2B5EF4-FFF2-40B4-BE49-F238E27FC236}">
                <a16:creationId xmlns:a16="http://schemas.microsoft.com/office/drawing/2014/main" id="{69E68DF9-7455-CC6A-AE7C-0EA383457B0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872216" y="1746504"/>
            <a:ext cx="237744" cy="237744"/>
          </a:xfrm>
          <a:prstGeom prst="rect">
            <a:avLst/>
          </a:prstGeom>
        </p:spPr>
      </p:pic>
      <p:sp>
        <p:nvSpPr>
          <p:cNvPr id="128" name="Text 24">
            <a:extLst>
              <a:ext uri="{FF2B5EF4-FFF2-40B4-BE49-F238E27FC236}">
                <a16:creationId xmlns:a16="http://schemas.microsoft.com/office/drawing/2014/main" id="{9C5A7B93-7C1D-7733-0B3B-52C3BD056411}"/>
              </a:ext>
            </a:extLst>
          </p:cNvPr>
          <p:cNvSpPr/>
          <p:nvPr/>
        </p:nvSpPr>
        <p:spPr>
          <a:xfrm>
            <a:off x="10561320" y="2267712"/>
            <a:ext cx="868680" cy="420624"/>
          </a:xfrm>
          <a:prstGeom prst="rect">
            <a:avLst/>
          </a:prstGeom>
          <a:noFill/>
          <a:ln/>
        </p:spPr>
        <p:txBody>
          <a:bodyPr wrap="square" lIns="0" tIns="0" rIns="0" bIns="0" rtlCol="0" anchor="ctr"/>
          <a:lstStyle/>
          <a:p>
            <a:pPr algn="ctr"/>
            <a:r>
              <a:rPr lang="en-US" sz="900" b="1" dirty="0">
                <a:solidFill>
                  <a:srgbClr val="0B2739"/>
                </a:solidFill>
                <a:latin typeface="+mj-lt"/>
              </a:rPr>
              <a:t>DEPARTMENT</a:t>
            </a:r>
            <a:endParaRPr lang="en-US" sz="900" dirty="0">
              <a:solidFill>
                <a:prstClr val="black"/>
              </a:solidFill>
              <a:latin typeface="+mj-lt"/>
            </a:endParaRPr>
          </a:p>
          <a:p>
            <a:pPr algn="ctr"/>
            <a:r>
              <a:rPr lang="en-US" sz="900" b="1" dirty="0">
                <a:solidFill>
                  <a:srgbClr val="0B2739"/>
                </a:solidFill>
                <a:latin typeface="+mj-lt"/>
              </a:rPr>
              <a:t>BRAIN</a:t>
            </a:r>
            <a:endParaRPr lang="en-US" sz="900" dirty="0">
              <a:solidFill>
                <a:prstClr val="black"/>
              </a:solidFill>
              <a:latin typeface="+mj-lt"/>
            </a:endParaRPr>
          </a:p>
        </p:txBody>
      </p:sp>
      <p:sp>
        <p:nvSpPr>
          <p:cNvPr id="131" name="Text 25">
            <a:extLst>
              <a:ext uri="{FF2B5EF4-FFF2-40B4-BE49-F238E27FC236}">
                <a16:creationId xmlns:a16="http://schemas.microsoft.com/office/drawing/2014/main" id="{39BB6EA5-59D0-D325-7591-C9DF0199A9E6}"/>
              </a:ext>
            </a:extLst>
          </p:cNvPr>
          <p:cNvSpPr/>
          <p:nvPr/>
        </p:nvSpPr>
        <p:spPr>
          <a:xfrm>
            <a:off x="10515600" y="2816352"/>
            <a:ext cx="960120" cy="566928"/>
          </a:xfrm>
          <a:prstGeom prst="rect">
            <a:avLst/>
          </a:prstGeom>
          <a:noFill/>
          <a:ln/>
        </p:spPr>
        <p:txBody>
          <a:bodyPr wrap="square" lIns="0" tIns="0" rIns="0" bIns="0" rtlCol="0" anchor="ctr"/>
          <a:lstStyle/>
          <a:p>
            <a:pPr algn="ctr"/>
            <a:r>
              <a:rPr lang="en-US" sz="780" dirty="0">
                <a:solidFill>
                  <a:srgbClr val="566574"/>
                </a:solidFill>
                <a:latin typeface="+mj-lt"/>
              </a:rPr>
              <a:t>Domain rules</a:t>
            </a:r>
            <a:endParaRPr lang="en-US" sz="780" dirty="0">
              <a:solidFill>
                <a:prstClr val="black"/>
              </a:solidFill>
              <a:latin typeface="+mj-lt"/>
            </a:endParaRPr>
          </a:p>
          <a:p>
            <a:pPr algn="ctr"/>
            <a:r>
              <a:rPr lang="en-US" sz="780" dirty="0">
                <a:solidFill>
                  <a:srgbClr val="566574"/>
                </a:solidFill>
                <a:latin typeface="+mj-lt"/>
              </a:rPr>
              <a:t>Knowledge</a:t>
            </a:r>
            <a:endParaRPr lang="en-US" sz="780" dirty="0">
              <a:solidFill>
                <a:prstClr val="black"/>
              </a:solidFill>
              <a:latin typeface="+mj-lt"/>
            </a:endParaRPr>
          </a:p>
          <a:p>
            <a:pPr algn="ctr"/>
            <a:r>
              <a:rPr lang="en-US" sz="780" dirty="0">
                <a:solidFill>
                  <a:srgbClr val="566574"/>
                </a:solidFill>
                <a:latin typeface="+mj-lt"/>
              </a:rPr>
              <a:t>Thresholds</a:t>
            </a:r>
            <a:endParaRPr lang="en-US" sz="780" dirty="0">
              <a:solidFill>
                <a:prstClr val="black"/>
              </a:solidFill>
              <a:latin typeface="+mj-lt"/>
            </a:endParaRPr>
          </a:p>
          <a:p>
            <a:pPr algn="ctr"/>
            <a:r>
              <a:rPr lang="en-US" sz="780" dirty="0">
                <a:solidFill>
                  <a:srgbClr val="566574"/>
                </a:solidFill>
                <a:latin typeface="+mj-lt"/>
              </a:rPr>
              <a:t>Users &amp; KPIs</a:t>
            </a:r>
            <a:endParaRPr lang="en-US" sz="780" dirty="0">
              <a:solidFill>
                <a:prstClr val="black"/>
              </a:solidFill>
              <a:latin typeface="+mj-lt"/>
            </a:endParaRPr>
          </a:p>
        </p:txBody>
      </p:sp>
      <p:sp>
        <p:nvSpPr>
          <p:cNvPr id="133" name="Shape 26">
            <a:extLst>
              <a:ext uri="{FF2B5EF4-FFF2-40B4-BE49-F238E27FC236}">
                <a16:creationId xmlns:a16="http://schemas.microsoft.com/office/drawing/2014/main" id="{CCE1E65C-9CD9-72F4-BC7C-92D5A9CBE418}"/>
              </a:ext>
            </a:extLst>
          </p:cNvPr>
          <p:cNvSpPr/>
          <p:nvPr/>
        </p:nvSpPr>
        <p:spPr>
          <a:xfrm>
            <a:off x="1874520" y="2313432"/>
            <a:ext cx="347472" cy="420624"/>
          </a:xfrm>
          <a:prstGeom prst="chevron">
            <a:avLst/>
          </a:prstGeom>
          <a:solidFill>
            <a:srgbClr val="86BC25"/>
          </a:solidFill>
          <a:ln w="12700">
            <a:solidFill>
              <a:srgbClr val="FFFFFF"/>
            </a:solidFill>
            <a:prstDash val="solid"/>
          </a:ln>
        </p:spPr>
        <p:txBody>
          <a:bodyPr/>
          <a:lstStyle/>
          <a:p>
            <a:endParaRPr lang="en-IN">
              <a:solidFill>
                <a:prstClr val="black"/>
              </a:solidFill>
              <a:latin typeface="+mj-lt"/>
            </a:endParaRPr>
          </a:p>
        </p:txBody>
      </p:sp>
      <p:sp>
        <p:nvSpPr>
          <p:cNvPr id="135" name="Shape 27">
            <a:extLst>
              <a:ext uri="{FF2B5EF4-FFF2-40B4-BE49-F238E27FC236}">
                <a16:creationId xmlns:a16="http://schemas.microsoft.com/office/drawing/2014/main" id="{AC25EBF8-4EFB-0998-DC78-4EEF7542B12A}"/>
              </a:ext>
            </a:extLst>
          </p:cNvPr>
          <p:cNvSpPr/>
          <p:nvPr/>
        </p:nvSpPr>
        <p:spPr>
          <a:xfrm>
            <a:off x="4480560" y="2313432"/>
            <a:ext cx="347472" cy="420624"/>
          </a:xfrm>
          <a:prstGeom prst="chevron">
            <a:avLst/>
          </a:prstGeom>
          <a:solidFill>
            <a:srgbClr val="86BC25"/>
          </a:solidFill>
          <a:ln w="12700">
            <a:solidFill>
              <a:srgbClr val="FFFFFF"/>
            </a:solidFill>
            <a:prstDash val="solid"/>
          </a:ln>
        </p:spPr>
        <p:txBody>
          <a:bodyPr/>
          <a:lstStyle/>
          <a:p>
            <a:endParaRPr lang="en-IN">
              <a:solidFill>
                <a:prstClr val="black"/>
              </a:solidFill>
              <a:latin typeface="+mj-lt"/>
            </a:endParaRPr>
          </a:p>
        </p:txBody>
      </p:sp>
      <p:sp>
        <p:nvSpPr>
          <p:cNvPr id="136" name="Shape 28">
            <a:extLst>
              <a:ext uri="{FF2B5EF4-FFF2-40B4-BE49-F238E27FC236}">
                <a16:creationId xmlns:a16="http://schemas.microsoft.com/office/drawing/2014/main" id="{0E9B30C1-D869-392D-9B91-A37025902849}"/>
              </a:ext>
            </a:extLst>
          </p:cNvPr>
          <p:cNvSpPr/>
          <p:nvPr/>
        </p:nvSpPr>
        <p:spPr>
          <a:xfrm>
            <a:off x="7223760" y="2313432"/>
            <a:ext cx="347472" cy="420624"/>
          </a:xfrm>
          <a:prstGeom prst="chevron">
            <a:avLst/>
          </a:prstGeom>
          <a:solidFill>
            <a:srgbClr val="007CB0"/>
          </a:solidFill>
          <a:ln w="12700">
            <a:solidFill>
              <a:srgbClr val="FFFFFF"/>
            </a:solidFill>
            <a:prstDash val="solid"/>
          </a:ln>
        </p:spPr>
        <p:txBody>
          <a:bodyPr/>
          <a:lstStyle/>
          <a:p>
            <a:endParaRPr lang="en-IN">
              <a:solidFill>
                <a:prstClr val="black"/>
              </a:solidFill>
              <a:latin typeface="+mj-lt"/>
            </a:endParaRPr>
          </a:p>
        </p:txBody>
      </p:sp>
      <p:sp>
        <p:nvSpPr>
          <p:cNvPr id="137" name="Shape 29">
            <a:extLst>
              <a:ext uri="{FF2B5EF4-FFF2-40B4-BE49-F238E27FC236}">
                <a16:creationId xmlns:a16="http://schemas.microsoft.com/office/drawing/2014/main" id="{A36F41DE-95BA-E31E-01EC-DE211FC75629}"/>
              </a:ext>
            </a:extLst>
          </p:cNvPr>
          <p:cNvSpPr/>
          <p:nvPr/>
        </p:nvSpPr>
        <p:spPr>
          <a:xfrm>
            <a:off x="9966960" y="2313432"/>
            <a:ext cx="347472" cy="420624"/>
          </a:xfrm>
          <a:prstGeom prst="chevron">
            <a:avLst/>
          </a:prstGeom>
          <a:solidFill>
            <a:srgbClr val="86BC25"/>
          </a:solidFill>
          <a:ln w="12700">
            <a:solidFill>
              <a:srgbClr val="FFFFFF"/>
            </a:solidFill>
            <a:prstDash val="solid"/>
          </a:ln>
        </p:spPr>
        <p:txBody>
          <a:bodyPr/>
          <a:lstStyle/>
          <a:p>
            <a:endParaRPr lang="en-IN">
              <a:solidFill>
                <a:prstClr val="black"/>
              </a:solidFill>
              <a:latin typeface="+mj-lt"/>
            </a:endParaRPr>
          </a:p>
        </p:txBody>
      </p:sp>
      <p:sp>
        <p:nvSpPr>
          <p:cNvPr id="138" name="Shape 30">
            <a:extLst>
              <a:ext uri="{FF2B5EF4-FFF2-40B4-BE49-F238E27FC236}">
                <a16:creationId xmlns:a16="http://schemas.microsoft.com/office/drawing/2014/main" id="{345327CE-D3B5-B282-1A25-F80C88A1CB55}"/>
              </a:ext>
            </a:extLst>
          </p:cNvPr>
          <p:cNvSpPr/>
          <p:nvPr/>
        </p:nvSpPr>
        <p:spPr>
          <a:xfrm>
            <a:off x="2743200" y="3584448"/>
            <a:ext cx="6995160" cy="914"/>
          </a:xfrm>
          <a:prstGeom prst="line">
            <a:avLst/>
          </a:prstGeom>
          <a:noFill/>
          <a:ln w="25400">
            <a:solidFill>
              <a:srgbClr val="86BC25"/>
            </a:solidFill>
            <a:prstDash val="solid"/>
            <a:headEnd type="none"/>
            <a:tailEnd type="triangle"/>
          </a:ln>
        </p:spPr>
        <p:txBody>
          <a:bodyPr/>
          <a:lstStyle/>
          <a:p>
            <a:endParaRPr lang="en-IN">
              <a:solidFill>
                <a:prstClr val="black"/>
              </a:solidFill>
              <a:latin typeface="+mj-lt"/>
            </a:endParaRPr>
          </a:p>
        </p:txBody>
      </p:sp>
      <p:sp>
        <p:nvSpPr>
          <p:cNvPr id="139" name="Text 31">
            <a:extLst>
              <a:ext uri="{FF2B5EF4-FFF2-40B4-BE49-F238E27FC236}">
                <a16:creationId xmlns:a16="http://schemas.microsoft.com/office/drawing/2014/main" id="{3477489F-BE81-B983-A42A-DBBA46920F33}"/>
              </a:ext>
            </a:extLst>
          </p:cNvPr>
          <p:cNvSpPr/>
          <p:nvPr/>
        </p:nvSpPr>
        <p:spPr>
          <a:xfrm>
            <a:off x="3063240" y="3675888"/>
            <a:ext cx="6355080" cy="219456"/>
          </a:xfrm>
          <a:prstGeom prst="rect">
            <a:avLst/>
          </a:prstGeom>
          <a:noFill/>
          <a:ln/>
        </p:spPr>
        <p:txBody>
          <a:bodyPr wrap="square" lIns="0" tIns="0" rIns="0" bIns="0" rtlCol="0" anchor="ctr"/>
          <a:lstStyle/>
          <a:p>
            <a:pPr algn="ctr"/>
            <a:r>
              <a:rPr lang="en-US" sz="850" b="1" dirty="0">
                <a:solidFill>
                  <a:srgbClr val="86BC25"/>
                </a:solidFill>
                <a:latin typeface="+mj-lt"/>
              </a:rPr>
              <a:t>Observation updates context and the Reason → Act cycle repeats until the goal is met, paused or escalated</a:t>
            </a:r>
            <a:endParaRPr lang="en-US" sz="850" dirty="0">
              <a:solidFill>
                <a:prstClr val="black"/>
              </a:solidFill>
              <a:latin typeface="+mj-lt"/>
            </a:endParaRPr>
          </a:p>
        </p:txBody>
      </p:sp>
      <p:sp>
        <p:nvSpPr>
          <p:cNvPr id="140" name="Shape 32">
            <a:extLst>
              <a:ext uri="{FF2B5EF4-FFF2-40B4-BE49-F238E27FC236}">
                <a16:creationId xmlns:a16="http://schemas.microsoft.com/office/drawing/2014/main" id="{703BB52D-BD50-EB60-7FBE-EFACBE5AEF19}"/>
              </a:ext>
            </a:extLst>
          </p:cNvPr>
          <p:cNvSpPr/>
          <p:nvPr/>
        </p:nvSpPr>
        <p:spPr>
          <a:xfrm>
            <a:off x="8275320" y="4005072"/>
            <a:ext cx="2907792" cy="475488"/>
          </a:xfrm>
          <a:prstGeom prst="roundRect">
            <a:avLst>
              <a:gd name="adj" fmla="val 15385"/>
            </a:avLst>
          </a:prstGeom>
          <a:solidFill>
            <a:srgbClr val="EAF4D5"/>
          </a:solidFill>
          <a:ln w="17780">
            <a:solidFill>
              <a:srgbClr val="86BC25"/>
            </a:solidFill>
            <a:prstDash val="solid"/>
          </a:ln>
        </p:spPr>
        <p:txBody>
          <a:bodyPr/>
          <a:lstStyle/>
          <a:p>
            <a:endParaRPr lang="en-IN">
              <a:solidFill>
                <a:prstClr val="black"/>
              </a:solidFill>
              <a:latin typeface="+mj-lt"/>
            </a:endParaRPr>
          </a:p>
        </p:txBody>
      </p:sp>
      <p:pic>
        <p:nvPicPr>
          <p:cNvPr id="141" name="Image 5" descr="preencoded.png">
            <a:extLst>
              <a:ext uri="{FF2B5EF4-FFF2-40B4-BE49-F238E27FC236}">
                <a16:creationId xmlns:a16="http://schemas.microsoft.com/office/drawing/2014/main" id="{1629C539-02F6-B222-35B5-4CF417950D0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430768" y="4133088"/>
            <a:ext cx="201168" cy="201168"/>
          </a:xfrm>
          <a:prstGeom prst="rect">
            <a:avLst/>
          </a:prstGeom>
        </p:spPr>
      </p:pic>
      <p:sp>
        <p:nvSpPr>
          <p:cNvPr id="142" name="Text 33">
            <a:extLst>
              <a:ext uri="{FF2B5EF4-FFF2-40B4-BE49-F238E27FC236}">
                <a16:creationId xmlns:a16="http://schemas.microsoft.com/office/drawing/2014/main" id="{00AFDBB3-1391-AAA6-84EB-9A68701ABE5E}"/>
              </a:ext>
            </a:extLst>
          </p:cNvPr>
          <p:cNvSpPr/>
          <p:nvPr/>
        </p:nvSpPr>
        <p:spPr>
          <a:xfrm>
            <a:off x="8732520" y="4096512"/>
            <a:ext cx="1234440" cy="182880"/>
          </a:xfrm>
          <a:prstGeom prst="rect">
            <a:avLst/>
          </a:prstGeom>
          <a:noFill/>
          <a:ln/>
        </p:spPr>
        <p:txBody>
          <a:bodyPr wrap="square" lIns="0" tIns="0" rIns="0" bIns="0" rtlCol="0" anchor="ctr"/>
          <a:lstStyle/>
          <a:p>
            <a:r>
              <a:rPr lang="en-US" sz="1000" b="1" dirty="0">
                <a:solidFill>
                  <a:srgbClr val="0B2739"/>
                </a:solidFill>
                <a:latin typeface="+mj-lt"/>
              </a:rPr>
              <a:t>Human approval gate</a:t>
            </a:r>
            <a:endParaRPr lang="en-US" sz="1000" dirty="0">
              <a:solidFill>
                <a:prstClr val="black"/>
              </a:solidFill>
              <a:latin typeface="+mj-lt"/>
            </a:endParaRPr>
          </a:p>
        </p:txBody>
      </p:sp>
      <p:sp>
        <p:nvSpPr>
          <p:cNvPr id="143" name="Text 34">
            <a:extLst>
              <a:ext uri="{FF2B5EF4-FFF2-40B4-BE49-F238E27FC236}">
                <a16:creationId xmlns:a16="http://schemas.microsoft.com/office/drawing/2014/main" id="{00943829-3AEA-5DD5-B1C2-2A2872B9366B}"/>
              </a:ext>
            </a:extLst>
          </p:cNvPr>
          <p:cNvSpPr/>
          <p:nvPr/>
        </p:nvSpPr>
        <p:spPr>
          <a:xfrm>
            <a:off x="9985248" y="4123944"/>
            <a:ext cx="960120" cy="146304"/>
          </a:xfrm>
          <a:prstGeom prst="rect">
            <a:avLst/>
          </a:prstGeom>
          <a:noFill/>
          <a:ln/>
        </p:spPr>
        <p:txBody>
          <a:bodyPr wrap="square" lIns="0" tIns="0" rIns="0" bIns="0" rtlCol="0" anchor="ctr"/>
          <a:lstStyle/>
          <a:p>
            <a:r>
              <a:rPr lang="en-US" sz="730" dirty="0">
                <a:solidFill>
                  <a:srgbClr val="566574"/>
                </a:solidFill>
                <a:latin typeface="+mj-lt"/>
              </a:rPr>
              <a:t>for consequential actions</a:t>
            </a:r>
            <a:endParaRPr lang="en-US" sz="730" dirty="0">
              <a:solidFill>
                <a:prstClr val="black"/>
              </a:solidFill>
              <a:latin typeface="+mj-lt"/>
            </a:endParaRPr>
          </a:p>
        </p:txBody>
      </p:sp>
      <p:sp>
        <p:nvSpPr>
          <p:cNvPr id="144" name="Text 35">
            <a:extLst>
              <a:ext uri="{FF2B5EF4-FFF2-40B4-BE49-F238E27FC236}">
                <a16:creationId xmlns:a16="http://schemas.microsoft.com/office/drawing/2014/main" id="{168D0D16-102F-7967-8D6A-3C2114C6DBAF}"/>
              </a:ext>
            </a:extLst>
          </p:cNvPr>
          <p:cNvSpPr/>
          <p:nvPr/>
        </p:nvSpPr>
        <p:spPr>
          <a:xfrm>
            <a:off x="530352" y="4133088"/>
            <a:ext cx="2194560" cy="228600"/>
          </a:xfrm>
          <a:prstGeom prst="rect">
            <a:avLst/>
          </a:prstGeom>
          <a:noFill/>
          <a:ln/>
        </p:spPr>
        <p:txBody>
          <a:bodyPr wrap="square" lIns="0" tIns="0" rIns="0" bIns="0" rtlCol="0" anchor="ctr"/>
          <a:lstStyle/>
          <a:p>
            <a:r>
              <a:rPr lang="en-US" sz="1100" b="1" dirty="0">
                <a:solidFill>
                  <a:srgbClr val="86BC25"/>
                </a:solidFill>
                <a:latin typeface="+mj-lt"/>
              </a:rPr>
              <a:t>Controls applied end-to-end</a:t>
            </a:r>
            <a:endParaRPr lang="en-US" sz="1100" dirty="0">
              <a:solidFill>
                <a:prstClr val="black"/>
              </a:solidFill>
              <a:latin typeface="+mj-lt"/>
            </a:endParaRPr>
          </a:p>
        </p:txBody>
      </p:sp>
      <p:sp>
        <p:nvSpPr>
          <p:cNvPr id="145" name="Shape 36">
            <a:extLst>
              <a:ext uri="{FF2B5EF4-FFF2-40B4-BE49-F238E27FC236}">
                <a16:creationId xmlns:a16="http://schemas.microsoft.com/office/drawing/2014/main" id="{BEF8CB4A-732A-4D3D-F06C-212858EAB7C9}"/>
              </a:ext>
            </a:extLst>
          </p:cNvPr>
          <p:cNvSpPr/>
          <p:nvPr/>
        </p:nvSpPr>
        <p:spPr>
          <a:xfrm>
            <a:off x="530352" y="4590288"/>
            <a:ext cx="2487168" cy="329184"/>
          </a:xfrm>
          <a:prstGeom prst="roundRect">
            <a:avLst>
              <a:gd name="adj" fmla="val 50000"/>
            </a:avLst>
          </a:prstGeom>
          <a:solidFill>
            <a:srgbClr val="0B2739"/>
          </a:solidFill>
          <a:ln w="12700">
            <a:solidFill>
              <a:srgbClr val="0B2739"/>
            </a:solidFill>
            <a:prstDash val="solid"/>
          </a:ln>
        </p:spPr>
        <p:txBody>
          <a:bodyPr/>
          <a:lstStyle/>
          <a:p>
            <a:endParaRPr lang="en-IN">
              <a:solidFill>
                <a:prstClr val="black"/>
              </a:solidFill>
              <a:latin typeface="+mj-lt"/>
            </a:endParaRPr>
          </a:p>
        </p:txBody>
      </p:sp>
      <p:pic>
        <p:nvPicPr>
          <p:cNvPr id="146" name="Image 6" descr="preencoded.png">
            <a:extLst>
              <a:ext uri="{FF2B5EF4-FFF2-40B4-BE49-F238E27FC236}">
                <a16:creationId xmlns:a16="http://schemas.microsoft.com/office/drawing/2014/main" id="{6EBCD6B4-22E3-D868-9938-58BF36B707D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67512" y="4681728"/>
            <a:ext cx="128016" cy="128016"/>
          </a:xfrm>
          <a:prstGeom prst="rect">
            <a:avLst/>
          </a:prstGeom>
        </p:spPr>
      </p:pic>
      <p:sp>
        <p:nvSpPr>
          <p:cNvPr id="147" name="Text 37">
            <a:extLst>
              <a:ext uri="{FF2B5EF4-FFF2-40B4-BE49-F238E27FC236}">
                <a16:creationId xmlns:a16="http://schemas.microsoft.com/office/drawing/2014/main" id="{4A8DC85C-E76B-A71C-D1B6-E47C499DAFC4}"/>
              </a:ext>
            </a:extLst>
          </p:cNvPr>
          <p:cNvSpPr/>
          <p:nvPr/>
        </p:nvSpPr>
        <p:spPr>
          <a:xfrm>
            <a:off x="877824" y="4672584"/>
            <a:ext cx="1975104" cy="146304"/>
          </a:xfrm>
          <a:prstGeom prst="rect">
            <a:avLst/>
          </a:prstGeom>
          <a:noFill/>
          <a:ln/>
        </p:spPr>
        <p:txBody>
          <a:bodyPr wrap="square" lIns="0" tIns="0" rIns="0" bIns="0" rtlCol="0" anchor="ctr">
            <a:normAutofit/>
          </a:bodyPr>
          <a:lstStyle/>
          <a:p>
            <a:pPr algn="ctr"/>
            <a:r>
              <a:rPr lang="en-US" sz="770" b="1" dirty="0">
                <a:solidFill>
                  <a:srgbClr val="FFFFFF"/>
                </a:solidFill>
                <a:latin typeface="+mj-lt"/>
              </a:rPr>
              <a:t>Purpose &amp; access</a:t>
            </a:r>
            <a:endParaRPr lang="en-US" sz="770" dirty="0">
              <a:solidFill>
                <a:prstClr val="black"/>
              </a:solidFill>
              <a:latin typeface="+mj-lt"/>
            </a:endParaRPr>
          </a:p>
        </p:txBody>
      </p:sp>
      <p:sp>
        <p:nvSpPr>
          <p:cNvPr id="148" name="Shape 38">
            <a:extLst>
              <a:ext uri="{FF2B5EF4-FFF2-40B4-BE49-F238E27FC236}">
                <a16:creationId xmlns:a16="http://schemas.microsoft.com/office/drawing/2014/main" id="{8CA5AE6A-35A2-CF9C-BF8C-877E85F8FFD9}"/>
              </a:ext>
            </a:extLst>
          </p:cNvPr>
          <p:cNvSpPr/>
          <p:nvPr/>
        </p:nvSpPr>
        <p:spPr>
          <a:xfrm>
            <a:off x="3319272" y="4590288"/>
            <a:ext cx="2487168" cy="329184"/>
          </a:xfrm>
          <a:prstGeom prst="roundRect">
            <a:avLst>
              <a:gd name="adj" fmla="val 50000"/>
            </a:avLst>
          </a:prstGeom>
          <a:solidFill>
            <a:srgbClr val="0B2739"/>
          </a:solidFill>
          <a:ln w="12700">
            <a:solidFill>
              <a:srgbClr val="0B2739"/>
            </a:solidFill>
            <a:prstDash val="solid"/>
          </a:ln>
        </p:spPr>
        <p:txBody>
          <a:bodyPr/>
          <a:lstStyle/>
          <a:p>
            <a:endParaRPr lang="en-IN">
              <a:solidFill>
                <a:prstClr val="black"/>
              </a:solidFill>
              <a:latin typeface="+mj-lt"/>
            </a:endParaRPr>
          </a:p>
        </p:txBody>
      </p:sp>
      <p:pic>
        <p:nvPicPr>
          <p:cNvPr id="149" name="Image 7" descr="preencoded.png">
            <a:extLst>
              <a:ext uri="{FF2B5EF4-FFF2-40B4-BE49-F238E27FC236}">
                <a16:creationId xmlns:a16="http://schemas.microsoft.com/office/drawing/2014/main" id="{F6B1001D-CB43-DEEC-D7D0-FBE9B3613DF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456432" y="4681728"/>
            <a:ext cx="128016" cy="128016"/>
          </a:xfrm>
          <a:prstGeom prst="rect">
            <a:avLst/>
          </a:prstGeom>
        </p:spPr>
      </p:pic>
      <p:sp>
        <p:nvSpPr>
          <p:cNvPr id="150" name="Text 39">
            <a:extLst>
              <a:ext uri="{FF2B5EF4-FFF2-40B4-BE49-F238E27FC236}">
                <a16:creationId xmlns:a16="http://schemas.microsoft.com/office/drawing/2014/main" id="{98EE9253-618D-9BDB-A640-CE65EF2EDC7C}"/>
              </a:ext>
            </a:extLst>
          </p:cNvPr>
          <p:cNvSpPr/>
          <p:nvPr/>
        </p:nvSpPr>
        <p:spPr>
          <a:xfrm>
            <a:off x="3666744" y="4672584"/>
            <a:ext cx="1975104" cy="146304"/>
          </a:xfrm>
          <a:prstGeom prst="rect">
            <a:avLst/>
          </a:prstGeom>
          <a:noFill/>
          <a:ln/>
        </p:spPr>
        <p:txBody>
          <a:bodyPr wrap="square" lIns="0" tIns="0" rIns="0" bIns="0" rtlCol="0" anchor="ctr">
            <a:normAutofit/>
          </a:bodyPr>
          <a:lstStyle/>
          <a:p>
            <a:pPr algn="ctr"/>
            <a:r>
              <a:rPr lang="en-US" sz="770" b="1" dirty="0">
                <a:solidFill>
                  <a:srgbClr val="FFFFFF"/>
                </a:solidFill>
                <a:latin typeface="+mj-lt"/>
              </a:rPr>
              <a:t>Data quality</a:t>
            </a:r>
            <a:endParaRPr lang="en-US" sz="770" dirty="0">
              <a:solidFill>
                <a:prstClr val="black"/>
              </a:solidFill>
              <a:latin typeface="+mj-lt"/>
            </a:endParaRPr>
          </a:p>
        </p:txBody>
      </p:sp>
      <p:sp>
        <p:nvSpPr>
          <p:cNvPr id="151" name="Shape 40">
            <a:extLst>
              <a:ext uri="{FF2B5EF4-FFF2-40B4-BE49-F238E27FC236}">
                <a16:creationId xmlns:a16="http://schemas.microsoft.com/office/drawing/2014/main" id="{8D000C83-2043-340A-B2BB-8AB66224D157}"/>
              </a:ext>
            </a:extLst>
          </p:cNvPr>
          <p:cNvSpPr/>
          <p:nvPr/>
        </p:nvSpPr>
        <p:spPr>
          <a:xfrm>
            <a:off x="6108192" y="4590288"/>
            <a:ext cx="2487168" cy="329184"/>
          </a:xfrm>
          <a:prstGeom prst="roundRect">
            <a:avLst>
              <a:gd name="adj" fmla="val 50000"/>
            </a:avLst>
          </a:prstGeom>
          <a:solidFill>
            <a:srgbClr val="0B2739"/>
          </a:solidFill>
          <a:ln w="12700">
            <a:solidFill>
              <a:srgbClr val="0B2739"/>
            </a:solidFill>
            <a:prstDash val="solid"/>
          </a:ln>
        </p:spPr>
        <p:txBody>
          <a:bodyPr/>
          <a:lstStyle/>
          <a:p>
            <a:endParaRPr lang="en-IN">
              <a:solidFill>
                <a:prstClr val="black"/>
              </a:solidFill>
              <a:latin typeface="+mj-lt"/>
            </a:endParaRPr>
          </a:p>
        </p:txBody>
      </p:sp>
      <p:pic>
        <p:nvPicPr>
          <p:cNvPr id="152" name="Image 8" descr="preencoded.png">
            <a:extLst>
              <a:ext uri="{FF2B5EF4-FFF2-40B4-BE49-F238E27FC236}">
                <a16:creationId xmlns:a16="http://schemas.microsoft.com/office/drawing/2014/main" id="{2B4ADF7A-08A9-CA3D-5BC7-7094F9EF038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245352" y="4681728"/>
            <a:ext cx="128016" cy="128016"/>
          </a:xfrm>
          <a:prstGeom prst="rect">
            <a:avLst/>
          </a:prstGeom>
        </p:spPr>
      </p:pic>
      <p:sp>
        <p:nvSpPr>
          <p:cNvPr id="153" name="Text 41">
            <a:extLst>
              <a:ext uri="{FF2B5EF4-FFF2-40B4-BE49-F238E27FC236}">
                <a16:creationId xmlns:a16="http://schemas.microsoft.com/office/drawing/2014/main" id="{44E1BA1A-882F-9745-E38F-8B7EE0F967EE}"/>
              </a:ext>
            </a:extLst>
          </p:cNvPr>
          <p:cNvSpPr/>
          <p:nvPr/>
        </p:nvSpPr>
        <p:spPr>
          <a:xfrm>
            <a:off x="6455664" y="4672584"/>
            <a:ext cx="1975104" cy="146304"/>
          </a:xfrm>
          <a:prstGeom prst="rect">
            <a:avLst/>
          </a:prstGeom>
          <a:noFill/>
          <a:ln/>
        </p:spPr>
        <p:txBody>
          <a:bodyPr wrap="square" lIns="0" tIns="0" rIns="0" bIns="0" rtlCol="0" anchor="ctr">
            <a:normAutofit/>
          </a:bodyPr>
          <a:lstStyle/>
          <a:p>
            <a:pPr algn="ctr"/>
            <a:r>
              <a:rPr lang="en-US" sz="770" b="1" dirty="0">
                <a:solidFill>
                  <a:srgbClr val="FFFFFF"/>
                </a:solidFill>
                <a:latin typeface="+mj-lt"/>
              </a:rPr>
              <a:t>Model evaluation</a:t>
            </a:r>
            <a:endParaRPr lang="en-US" sz="770" dirty="0">
              <a:solidFill>
                <a:prstClr val="black"/>
              </a:solidFill>
              <a:latin typeface="+mj-lt"/>
            </a:endParaRPr>
          </a:p>
        </p:txBody>
      </p:sp>
      <p:sp>
        <p:nvSpPr>
          <p:cNvPr id="154" name="Shape 42">
            <a:extLst>
              <a:ext uri="{FF2B5EF4-FFF2-40B4-BE49-F238E27FC236}">
                <a16:creationId xmlns:a16="http://schemas.microsoft.com/office/drawing/2014/main" id="{D0066615-5247-F800-DB33-2AE17A1AD04A}"/>
              </a:ext>
            </a:extLst>
          </p:cNvPr>
          <p:cNvSpPr/>
          <p:nvPr/>
        </p:nvSpPr>
        <p:spPr>
          <a:xfrm>
            <a:off x="8897112" y="4590288"/>
            <a:ext cx="2487168" cy="329184"/>
          </a:xfrm>
          <a:prstGeom prst="roundRect">
            <a:avLst>
              <a:gd name="adj" fmla="val 50000"/>
            </a:avLst>
          </a:prstGeom>
          <a:solidFill>
            <a:srgbClr val="0B2739"/>
          </a:solidFill>
          <a:ln w="12700">
            <a:solidFill>
              <a:srgbClr val="0B2739"/>
            </a:solidFill>
            <a:prstDash val="solid"/>
          </a:ln>
        </p:spPr>
        <p:txBody>
          <a:bodyPr/>
          <a:lstStyle/>
          <a:p>
            <a:endParaRPr lang="en-IN">
              <a:solidFill>
                <a:prstClr val="black"/>
              </a:solidFill>
              <a:latin typeface="+mj-lt"/>
            </a:endParaRPr>
          </a:p>
        </p:txBody>
      </p:sp>
      <p:pic>
        <p:nvPicPr>
          <p:cNvPr id="155" name="Image 9" descr="preencoded.png">
            <a:extLst>
              <a:ext uri="{FF2B5EF4-FFF2-40B4-BE49-F238E27FC236}">
                <a16:creationId xmlns:a16="http://schemas.microsoft.com/office/drawing/2014/main" id="{95374C5E-A3C0-82AD-B31A-2264900BE46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034272" y="4681728"/>
            <a:ext cx="128016" cy="128016"/>
          </a:xfrm>
          <a:prstGeom prst="rect">
            <a:avLst/>
          </a:prstGeom>
        </p:spPr>
      </p:pic>
      <p:sp>
        <p:nvSpPr>
          <p:cNvPr id="156" name="Text 43">
            <a:extLst>
              <a:ext uri="{FF2B5EF4-FFF2-40B4-BE49-F238E27FC236}">
                <a16:creationId xmlns:a16="http://schemas.microsoft.com/office/drawing/2014/main" id="{CADE3D7C-AF26-43CB-85E0-0B9E88DBB24D}"/>
              </a:ext>
            </a:extLst>
          </p:cNvPr>
          <p:cNvSpPr/>
          <p:nvPr/>
        </p:nvSpPr>
        <p:spPr>
          <a:xfrm>
            <a:off x="9244584" y="4672584"/>
            <a:ext cx="1975104" cy="146304"/>
          </a:xfrm>
          <a:prstGeom prst="rect">
            <a:avLst/>
          </a:prstGeom>
          <a:noFill/>
          <a:ln/>
        </p:spPr>
        <p:txBody>
          <a:bodyPr wrap="square" lIns="0" tIns="0" rIns="0" bIns="0" rtlCol="0" anchor="ctr">
            <a:normAutofit/>
          </a:bodyPr>
          <a:lstStyle/>
          <a:p>
            <a:pPr algn="ctr"/>
            <a:r>
              <a:rPr lang="en-US" sz="770" b="1" dirty="0">
                <a:solidFill>
                  <a:srgbClr val="FFFFFF"/>
                </a:solidFill>
                <a:latin typeface="+mj-lt"/>
              </a:rPr>
              <a:t>Explainability</a:t>
            </a:r>
            <a:endParaRPr lang="en-US" sz="770" dirty="0">
              <a:solidFill>
                <a:prstClr val="black"/>
              </a:solidFill>
              <a:latin typeface="+mj-lt"/>
            </a:endParaRPr>
          </a:p>
        </p:txBody>
      </p:sp>
      <p:sp>
        <p:nvSpPr>
          <p:cNvPr id="157" name="Shape 44">
            <a:extLst>
              <a:ext uri="{FF2B5EF4-FFF2-40B4-BE49-F238E27FC236}">
                <a16:creationId xmlns:a16="http://schemas.microsoft.com/office/drawing/2014/main" id="{F24F4D9A-73C0-EC65-4314-906245D324F7}"/>
              </a:ext>
            </a:extLst>
          </p:cNvPr>
          <p:cNvSpPr/>
          <p:nvPr/>
        </p:nvSpPr>
        <p:spPr>
          <a:xfrm>
            <a:off x="530352" y="5120640"/>
            <a:ext cx="2487168" cy="329184"/>
          </a:xfrm>
          <a:prstGeom prst="roundRect">
            <a:avLst>
              <a:gd name="adj" fmla="val 50000"/>
            </a:avLst>
          </a:prstGeom>
          <a:solidFill>
            <a:srgbClr val="007CB0"/>
          </a:solidFill>
          <a:ln w="12700">
            <a:solidFill>
              <a:srgbClr val="007CB0"/>
            </a:solidFill>
            <a:prstDash val="solid"/>
          </a:ln>
        </p:spPr>
        <p:txBody>
          <a:bodyPr/>
          <a:lstStyle/>
          <a:p>
            <a:endParaRPr lang="en-IN">
              <a:solidFill>
                <a:prstClr val="black"/>
              </a:solidFill>
              <a:latin typeface="+mj-lt"/>
            </a:endParaRPr>
          </a:p>
        </p:txBody>
      </p:sp>
      <p:pic>
        <p:nvPicPr>
          <p:cNvPr id="158" name="Image 10" descr="preencoded.png">
            <a:extLst>
              <a:ext uri="{FF2B5EF4-FFF2-40B4-BE49-F238E27FC236}">
                <a16:creationId xmlns:a16="http://schemas.microsoft.com/office/drawing/2014/main" id="{1A5DB4E9-6968-6B86-75A2-837A7336EA8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67512" y="5212080"/>
            <a:ext cx="128016" cy="128016"/>
          </a:xfrm>
          <a:prstGeom prst="rect">
            <a:avLst/>
          </a:prstGeom>
        </p:spPr>
      </p:pic>
      <p:sp>
        <p:nvSpPr>
          <p:cNvPr id="159" name="Text 45">
            <a:extLst>
              <a:ext uri="{FF2B5EF4-FFF2-40B4-BE49-F238E27FC236}">
                <a16:creationId xmlns:a16="http://schemas.microsoft.com/office/drawing/2014/main" id="{54CE2016-19DA-04CB-8DFE-26862806D74F}"/>
              </a:ext>
            </a:extLst>
          </p:cNvPr>
          <p:cNvSpPr/>
          <p:nvPr/>
        </p:nvSpPr>
        <p:spPr>
          <a:xfrm>
            <a:off x="877824" y="5202936"/>
            <a:ext cx="1975104" cy="146304"/>
          </a:xfrm>
          <a:prstGeom prst="rect">
            <a:avLst/>
          </a:prstGeom>
          <a:noFill/>
          <a:ln/>
        </p:spPr>
        <p:txBody>
          <a:bodyPr wrap="square" lIns="0" tIns="0" rIns="0" bIns="0" rtlCol="0" anchor="ctr">
            <a:normAutofit/>
          </a:bodyPr>
          <a:lstStyle/>
          <a:p>
            <a:pPr algn="ctr"/>
            <a:r>
              <a:rPr lang="en-US" sz="770" b="1" dirty="0">
                <a:solidFill>
                  <a:srgbClr val="FFFFFF"/>
                </a:solidFill>
                <a:latin typeface="+mj-lt"/>
              </a:rPr>
              <a:t>Human oversight</a:t>
            </a:r>
            <a:endParaRPr lang="en-US" sz="770" dirty="0">
              <a:solidFill>
                <a:prstClr val="black"/>
              </a:solidFill>
              <a:latin typeface="+mj-lt"/>
            </a:endParaRPr>
          </a:p>
        </p:txBody>
      </p:sp>
      <p:sp>
        <p:nvSpPr>
          <p:cNvPr id="160" name="Shape 46">
            <a:extLst>
              <a:ext uri="{FF2B5EF4-FFF2-40B4-BE49-F238E27FC236}">
                <a16:creationId xmlns:a16="http://schemas.microsoft.com/office/drawing/2014/main" id="{7A3AC42C-459A-55D2-FFB5-C0EB1DA84A04}"/>
              </a:ext>
            </a:extLst>
          </p:cNvPr>
          <p:cNvSpPr/>
          <p:nvPr/>
        </p:nvSpPr>
        <p:spPr>
          <a:xfrm>
            <a:off x="3319272" y="5120640"/>
            <a:ext cx="2487168" cy="329184"/>
          </a:xfrm>
          <a:prstGeom prst="roundRect">
            <a:avLst>
              <a:gd name="adj" fmla="val 50000"/>
            </a:avLst>
          </a:prstGeom>
          <a:solidFill>
            <a:srgbClr val="007CB0"/>
          </a:solidFill>
          <a:ln w="12700">
            <a:solidFill>
              <a:srgbClr val="007CB0"/>
            </a:solidFill>
            <a:prstDash val="solid"/>
          </a:ln>
        </p:spPr>
        <p:txBody>
          <a:bodyPr/>
          <a:lstStyle/>
          <a:p>
            <a:endParaRPr lang="en-IN">
              <a:solidFill>
                <a:prstClr val="black"/>
              </a:solidFill>
              <a:latin typeface="+mj-lt"/>
            </a:endParaRPr>
          </a:p>
        </p:txBody>
      </p:sp>
      <p:pic>
        <p:nvPicPr>
          <p:cNvPr id="161" name="Image 11" descr="preencoded.png">
            <a:extLst>
              <a:ext uri="{FF2B5EF4-FFF2-40B4-BE49-F238E27FC236}">
                <a16:creationId xmlns:a16="http://schemas.microsoft.com/office/drawing/2014/main" id="{FAB389DF-4842-A2AA-2A3F-0936E852099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3456432" y="5212080"/>
            <a:ext cx="128016" cy="128016"/>
          </a:xfrm>
          <a:prstGeom prst="rect">
            <a:avLst/>
          </a:prstGeom>
        </p:spPr>
      </p:pic>
      <p:sp>
        <p:nvSpPr>
          <p:cNvPr id="162" name="Text 47">
            <a:extLst>
              <a:ext uri="{FF2B5EF4-FFF2-40B4-BE49-F238E27FC236}">
                <a16:creationId xmlns:a16="http://schemas.microsoft.com/office/drawing/2014/main" id="{163BB3D5-621D-8BEB-4485-25E4C7325205}"/>
              </a:ext>
            </a:extLst>
          </p:cNvPr>
          <p:cNvSpPr/>
          <p:nvPr/>
        </p:nvSpPr>
        <p:spPr>
          <a:xfrm>
            <a:off x="3666744" y="5202936"/>
            <a:ext cx="1975104" cy="146304"/>
          </a:xfrm>
          <a:prstGeom prst="rect">
            <a:avLst/>
          </a:prstGeom>
          <a:noFill/>
          <a:ln/>
        </p:spPr>
        <p:txBody>
          <a:bodyPr wrap="square" lIns="0" tIns="0" rIns="0" bIns="0" rtlCol="0" anchor="ctr">
            <a:normAutofit/>
          </a:bodyPr>
          <a:lstStyle/>
          <a:p>
            <a:pPr algn="ctr"/>
            <a:r>
              <a:rPr lang="en-US" sz="770" b="1" dirty="0">
                <a:solidFill>
                  <a:srgbClr val="FFFFFF"/>
                </a:solidFill>
                <a:latin typeface="+mj-lt"/>
              </a:rPr>
              <a:t>Audit trail</a:t>
            </a:r>
            <a:endParaRPr lang="en-US" sz="770" dirty="0">
              <a:solidFill>
                <a:prstClr val="black"/>
              </a:solidFill>
              <a:latin typeface="+mj-lt"/>
            </a:endParaRPr>
          </a:p>
        </p:txBody>
      </p:sp>
      <p:sp>
        <p:nvSpPr>
          <p:cNvPr id="163" name="Shape 48">
            <a:extLst>
              <a:ext uri="{FF2B5EF4-FFF2-40B4-BE49-F238E27FC236}">
                <a16:creationId xmlns:a16="http://schemas.microsoft.com/office/drawing/2014/main" id="{0D0CE511-F686-3AD0-21BA-8BF485099D2F}"/>
              </a:ext>
            </a:extLst>
          </p:cNvPr>
          <p:cNvSpPr/>
          <p:nvPr/>
        </p:nvSpPr>
        <p:spPr>
          <a:xfrm>
            <a:off x="6108192" y="5120640"/>
            <a:ext cx="2487168" cy="329184"/>
          </a:xfrm>
          <a:prstGeom prst="roundRect">
            <a:avLst>
              <a:gd name="adj" fmla="val 50000"/>
            </a:avLst>
          </a:prstGeom>
          <a:solidFill>
            <a:srgbClr val="007CB0"/>
          </a:solidFill>
          <a:ln w="12700">
            <a:solidFill>
              <a:srgbClr val="007CB0"/>
            </a:solidFill>
            <a:prstDash val="solid"/>
          </a:ln>
        </p:spPr>
        <p:txBody>
          <a:bodyPr/>
          <a:lstStyle/>
          <a:p>
            <a:endParaRPr lang="en-IN">
              <a:solidFill>
                <a:prstClr val="black"/>
              </a:solidFill>
              <a:latin typeface="+mj-lt"/>
            </a:endParaRPr>
          </a:p>
        </p:txBody>
      </p:sp>
      <p:pic>
        <p:nvPicPr>
          <p:cNvPr id="164" name="Image 12" descr="preencoded.png">
            <a:extLst>
              <a:ext uri="{FF2B5EF4-FFF2-40B4-BE49-F238E27FC236}">
                <a16:creationId xmlns:a16="http://schemas.microsoft.com/office/drawing/2014/main" id="{3E3837A4-C5C1-333A-0A31-5891708B6A84}"/>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245352" y="5212080"/>
            <a:ext cx="128016" cy="128016"/>
          </a:xfrm>
          <a:prstGeom prst="rect">
            <a:avLst/>
          </a:prstGeom>
        </p:spPr>
      </p:pic>
      <p:sp>
        <p:nvSpPr>
          <p:cNvPr id="165" name="Text 49">
            <a:extLst>
              <a:ext uri="{FF2B5EF4-FFF2-40B4-BE49-F238E27FC236}">
                <a16:creationId xmlns:a16="http://schemas.microsoft.com/office/drawing/2014/main" id="{A292A199-73C2-C218-CD5C-03C12EB46E11}"/>
              </a:ext>
            </a:extLst>
          </p:cNvPr>
          <p:cNvSpPr/>
          <p:nvPr/>
        </p:nvSpPr>
        <p:spPr>
          <a:xfrm>
            <a:off x="6455664" y="5202936"/>
            <a:ext cx="1975104" cy="146304"/>
          </a:xfrm>
          <a:prstGeom prst="rect">
            <a:avLst/>
          </a:prstGeom>
          <a:noFill/>
          <a:ln/>
        </p:spPr>
        <p:txBody>
          <a:bodyPr wrap="square" lIns="0" tIns="0" rIns="0" bIns="0" rtlCol="0" anchor="ctr">
            <a:normAutofit/>
          </a:bodyPr>
          <a:lstStyle/>
          <a:p>
            <a:pPr algn="ctr"/>
            <a:r>
              <a:rPr lang="en-US" sz="770" b="1" dirty="0">
                <a:solidFill>
                  <a:srgbClr val="FFFFFF"/>
                </a:solidFill>
                <a:latin typeface="+mj-lt"/>
              </a:rPr>
              <a:t>Incident management</a:t>
            </a:r>
            <a:endParaRPr lang="en-US" sz="770" dirty="0">
              <a:solidFill>
                <a:prstClr val="black"/>
              </a:solidFill>
              <a:latin typeface="+mj-lt"/>
            </a:endParaRPr>
          </a:p>
        </p:txBody>
      </p:sp>
      <p:sp>
        <p:nvSpPr>
          <p:cNvPr id="166" name="Shape 50">
            <a:extLst>
              <a:ext uri="{FF2B5EF4-FFF2-40B4-BE49-F238E27FC236}">
                <a16:creationId xmlns:a16="http://schemas.microsoft.com/office/drawing/2014/main" id="{22F15CD2-4B8F-B6C3-1781-336D75E809A6}"/>
              </a:ext>
            </a:extLst>
          </p:cNvPr>
          <p:cNvSpPr/>
          <p:nvPr/>
        </p:nvSpPr>
        <p:spPr>
          <a:xfrm>
            <a:off x="8897112" y="5120640"/>
            <a:ext cx="2487168" cy="329184"/>
          </a:xfrm>
          <a:prstGeom prst="roundRect">
            <a:avLst>
              <a:gd name="adj" fmla="val 50000"/>
            </a:avLst>
          </a:prstGeom>
          <a:solidFill>
            <a:srgbClr val="007CB0"/>
          </a:solidFill>
          <a:ln w="12700">
            <a:solidFill>
              <a:srgbClr val="007CB0"/>
            </a:solidFill>
            <a:prstDash val="solid"/>
          </a:ln>
        </p:spPr>
        <p:txBody>
          <a:bodyPr/>
          <a:lstStyle/>
          <a:p>
            <a:endParaRPr lang="en-IN">
              <a:solidFill>
                <a:prstClr val="black"/>
              </a:solidFill>
              <a:latin typeface="+mj-lt"/>
            </a:endParaRPr>
          </a:p>
        </p:txBody>
      </p:sp>
      <p:pic>
        <p:nvPicPr>
          <p:cNvPr id="167" name="Image 13" descr="preencoded.png">
            <a:extLst>
              <a:ext uri="{FF2B5EF4-FFF2-40B4-BE49-F238E27FC236}">
                <a16:creationId xmlns:a16="http://schemas.microsoft.com/office/drawing/2014/main" id="{5A401C40-3BF5-B400-C034-A2A317A71DF3}"/>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9034272" y="5212080"/>
            <a:ext cx="128016" cy="128016"/>
          </a:xfrm>
          <a:prstGeom prst="rect">
            <a:avLst/>
          </a:prstGeom>
        </p:spPr>
      </p:pic>
      <p:sp>
        <p:nvSpPr>
          <p:cNvPr id="168" name="Text 51">
            <a:extLst>
              <a:ext uri="{FF2B5EF4-FFF2-40B4-BE49-F238E27FC236}">
                <a16:creationId xmlns:a16="http://schemas.microsoft.com/office/drawing/2014/main" id="{9A54ADC0-EF9B-C7F7-C090-3499687D5E74}"/>
              </a:ext>
            </a:extLst>
          </p:cNvPr>
          <p:cNvSpPr/>
          <p:nvPr/>
        </p:nvSpPr>
        <p:spPr>
          <a:xfrm>
            <a:off x="9244584" y="5202936"/>
            <a:ext cx="1975104" cy="146304"/>
          </a:xfrm>
          <a:prstGeom prst="rect">
            <a:avLst/>
          </a:prstGeom>
          <a:noFill/>
          <a:ln/>
        </p:spPr>
        <p:txBody>
          <a:bodyPr wrap="square" lIns="0" tIns="0" rIns="0" bIns="0" rtlCol="0" anchor="ctr">
            <a:normAutofit/>
          </a:bodyPr>
          <a:lstStyle/>
          <a:p>
            <a:pPr algn="ctr"/>
            <a:r>
              <a:rPr lang="en-US" sz="770" b="1" dirty="0">
                <a:solidFill>
                  <a:srgbClr val="FFFFFF"/>
                </a:solidFill>
                <a:latin typeface="+mj-lt"/>
              </a:rPr>
              <a:t>Benefit tracking</a:t>
            </a:r>
            <a:endParaRPr lang="en-US" sz="770" dirty="0">
              <a:solidFill>
                <a:prstClr val="black"/>
              </a:solidFill>
              <a:latin typeface="+mj-lt"/>
            </a:endParaRPr>
          </a:p>
        </p:txBody>
      </p:sp>
      <p:sp>
        <p:nvSpPr>
          <p:cNvPr id="169" name="Shape 52">
            <a:extLst>
              <a:ext uri="{FF2B5EF4-FFF2-40B4-BE49-F238E27FC236}">
                <a16:creationId xmlns:a16="http://schemas.microsoft.com/office/drawing/2014/main" id="{A587B4CD-046C-B8AF-4F7A-5118BD095555}"/>
              </a:ext>
            </a:extLst>
          </p:cNvPr>
          <p:cNvSpPr/>
          <p:nvPr/>
        </p:nvSpPr>
        <p:spPr>
          <a:xfrm>
            <a:off x="640080" y="5824728"/>
            <a:ext cx="10899648" cy="438912"/>
          </a:xfrm>
          <a:prstGeom prst="roundRect">
            <a:avLst>
              <a:gd name="adj" fmla="val 12500"/>
            </a:avLst>
          </a:prstGeom>
          <a:solidFill>
            <a:srgbClr val="FFFFFF"/>
          </a:solidFill>
          <a:ln w="12700">
            <a:solidFill>
              <a:srgbClr val="D5E0E5"/>
            </a:solidFill>
            <a:prstDash val="solid"/>
          </a:ln>
        </p:spPr>
        <p:txBody>
          <a:bodyPr/>
          <a:lstStyle/>
          <a:p>
            <a:endParaRPr lang="en-IN">
              <a:solidFill>
                <a:prstClr val="black"/>
              </a:solidFill>
              <a:latin typeface="+mj-lt"/>
            </a:endParaRPr>
          </a:p>
        </p:txBody>
      </p:sp>
      <p:sp>
        <p:nvSpPr>
          <p:cNvPr id="170" name="Text 53">
            <a:extLst>
              <a:ext uri="{FF2B5EF4-FFF2-40B4-BE49-F238E27FC236}">
                <a16:creationId xmlns:a16="http://schemas.microsoft.com/office/drawing/2014/main" id="{683EF299-2502-CD4E-1076-1E21B22D2E2A}"/>
              </a:ext>
            </a:extLst>
          </p:cNvPr>
          <p:cNvSpPr/>
          <p:nvPr/>
        </p:nvSpPr>
        <p:spPr>
          <a:xfrm>
            <a:off x="868680" y="5961888"/>
            <a:ext cx="10442448" cy="164592"/>
          </a:xfrm>
          <a:prstGeom prst="rect">
            <a:avLst/>
          </a:prstGeom>
          <a:noFill/>
          <a:ln/>
        </p:spPr>
        <p:txBody>
          <a:bodyPr wrap="square" lIns="0" tIns="0" rIns="0" bIns="0" rtlCol="0" anchor="ctr">
            <a:normAutofit/>
          </a:bodyPr>
          <a:lstStyle/>
          <a:p>
            <a:pPr algn="ctr"/>
            <a:r>
              <a:rPr lang="en-US" sz="950" b="1" dirty="0">
                <a:solidFill>
                  <a:srgbClr val="0B2739"/>
                </a:solidFill>
                <a:latin typeface="+mj-lt"/>
              </a:rPr>
              <a:t>The system may reason, retrieve and recommend. Statutory and administrative decisions remain with designated Government authorities.</a:t>
            </a:r>
            <a:endParaRPr lang="en-US" sz="950" dirty="0">
              <a:solidFill>
                <a:prstClr val="black"/>
              </a:solidFill>
              <a:latin typeface="+mj-lt"/>
            </a:endParaRPr>
          </a:p>
        </p:txBody>
      </p:sp>
      <p:sp>
        <p:nvSpPr>
          <p:cNvPr id="172" name="Text 2">
            <a:extLst>
              <a:ext uri="{FF2B5EF4-FFF2-40B4-BE49-F238E27FC236}">
                <a16:creationId xmlns:a16="http://schemas.microsoft.com/office/drawing/2014/main" id="{9B835E0D-8559-8A4F-9DD9-3742AFBC06E6}"/>
              </a:ext>
            </a:extLst>
          </p:cNvPr>
          <p:cNvSpPr/>
          <p:nvPr/>
        </p:nvSpPr>
        <p:spPr>
          <a:xfrm>
            <a:off x="448056" y="749808"/>
            <a:ext cx="10972800" cy="438912"/>
          </a:xfrm>
          <a:prstGeom prst="rect">
            <a:avLst/>
          </a:prstGeom>
          <a:noFill/>
          <a:ln/>
        </p:spPr>
        <p:txBody>
          <a:bodyPr wrap="square" lIns="0" tIns="0" rIns="0" bIns="0" rtlCol="0" anchor="ctr">
            <a:normAutofit/>
          </a:bodyPr>
          <a:lstStyle/>
          <a:p>
            <a:pPr marL="0" indent="0">
              <a:buNone/>
            </a:pPr>
            <a:r>
              <a:rPr lang="en-US" sz="1050" b="1" dirty="0">
                <a:solidFill>
                  <a:srgbClr val="86BC25"/>
                </a:solidFill>
                <a:latin typeface="+mj-lt"/>
              </a:rPr>
              <a:t>ReAct (Reason + Act)</a:t>
            </a:r>
            <a:r>
              <a:rPr lang="en-US" sz="1050" dirty="0">
                <a:solidFill>
                  <a:srgbClr val="566574"/>
                </a:solidFill>
                <a:latin typeface="+mj-lt"/>
              </a:rPr>
              <a:t> is an AI agent framework that interleaves reasoning with actions and uses observations from tools or the environment to update the next step.</a:t>
            </a:r>
            <a:endParaRPr lang="en-US" sz="1050" dirty="0">
              <a:latin typeface="+mj-lt"/>
            </a:endParaRPr>
          </a:p>
        </p:txBody>
      </p:sp>
    </p:spTree>
    <p:extLst>
      <p:ext uri="{BB962C8B-B14F-4D97-AF65-F5344CB8AC3E}">
        <p14:creationId xmlns:p14="http://schemas.microsoft.com/office/powerpoint/2010/main" val="38020328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A4033-A222-91D2-E7CF-49A51AB7E6B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2EF9754-B2DF-A5CA-AA0C-AAABA4FBE180}"/>
              </a:ext>
            </a:extLst>
          </p:cNvPr>
          <p:cNvSpPr txBox="1"/>
          <p:nvPr/>
        </p:nvSpPr>
        <p:spPr>
          <a:xfrm>
            <a:off x="257174" y="79826"/>
            <a:ext cx="8562975" cy="400110"/>
          </a:xfrm>
          <a:prstGeom prst="rect">
            <a:avLst/>
          </a:prstGeom>
          <a:noFill/>
        </p:spPr>
        <p:txBody>
          <a:bodyPr wrap="square">
            <a:spAutoFit/>
          </a:bodyPr>
          <a:lstStyle/>
          <a:p>
            <a:r>
              <a:rPr lang="en-US" sz="2000" b="1" dirty="0"/>
              <a:t>Innovation Funnel</a:t>
            </a:r>
          </a:p>
        </p:txBody>
      </p:sp>
      <p:sp>
        <p:nvSpPr>
          <p:cNvPr id="7" name="Shape 3">
            <a:extLst>
              <a:ext uri="{FF2B5EF4-FFF2-40B4-BE49-F238E27FC236}">
                <a16:creationId xmlns:a16="http://schemas.microsoft.com/office/drawing/2014/main" id="{D4F1BEAB-294D-BD33-6A83-9AFA36E035D5}"/>
              </a:ext>
            </a:extLst>
          </p:cNvPr>
          <p:cNvSpPr/>
          <p:nvPr/>
        </p:nvSpPr>
        <p:spPr>
          <a:xfrm>
            <a:off x="594360" y="1298448"/>
            <a:ext cx="1965960" cy="1847088"/>
          </a:xfrm>
          <a:prstGeom prst="chevron">
            <a:avLst/>
          </a:prstGeom>
          <a:solidFill>
            <a:srgbClr val="EAF4D5"/>
          </a:solidFill>
          <a:ln w="19050">
            <a:solidFill>
              <a:srgbClr val="67B92B"/>
            </a:solidFill>
            <a:prstDash val="solid"/>
          </a:ln>
        </p:spPr>
        <p:txBody>
          <a:bodyPr/>
          <a:lstStyle/>
          <a:p>
            <a:endParaRPr lang="en-IN"/>
          </a:p>
        </p:txBody>
      </p:sp>
      <p:sp>
        <p:nvSpPr>
          <p:cNvPr id="9" name="Shape 4">
            <a:extLst>
              <a:ext uri="{FF2B5EF4-FFF2-40B4-BE49-F238E27FC236}">
                <a16:creationId xmlns:a16="http://schemas.microsoft.com/office/drawing/2014/main" id="{F3475DDF-A4E4-47DB-D7B2-EF381CC84B2E}"/>
              </a:ext>
            </a:extLst>
          </p:cNvPr>
          <p:cNvSpPr/>
          <p:nvPr/>
        </p:nvSpPr>
        <p:spPr>
          <a:xfrm>
            <a:off x="758952" y="1481328"/>
            <a:ext cx="438912" cy="438912"/>
          </a:xfrm>
          <a:prstGeom prst="ellipse">
            <a:avLst/>
          </a:prstGeom>
          <a:solidFill>
            <a:srgbClr val="67B92B"/>
          </a:solidFill>
          <a:ln w="12700">
            <a:solidFill>
              <a:srgbClr val="67B92B"/>
            </a:solidFill>
            <a:prstDash val="solid"/>
          </a:ln>
        </p:spPr>
        <p:txBody>
          <a:bodyPr/>
          <a:lstStyle/>
          <a:p>
            <a:endParaRPr lang="en-IN"/>
          </a:p>
        </p:txBody>
      </p:sp>
      <p:pic>
        <p:nvPicPr>
          <p:cNvPr id="11" name="Image 0" descr="preencoded.png">
            <a:extLst>
              <a:ext uri="{FF2B5EF4-FFF2-40B4-BE49-F238E27FC236}">
                <a16:creationId xmlns:a16="http://schemas.microsoft.com/office/drawing/2014/main" id="{C055A719-CE5C-E429-9AE1-0871112A3E8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68680" y="1591056"/>
            <a:ext cx="219456" cy="219456"/>
          </a:xfrm>
          <a:prstGeom prst="rect">
            <a:avLst/>
          </a:prstGeom>
        </p:spPr>
      </p:pic>
      <p:sp>
        <p:nvSpPr>
          <p:cNvPr id="13" name="Text 5">
            <a:extLst>
              <a:ext uri="{FF2B5EF4-FFF2-40B4-BE49-F238E27FC236}">
                <a16:creationId xmlns:a16="http://schemas.microsoft.com/office/drawing/2014/main" id="{F4C0AC1B-2340-841C-906E-7DF94D13AD6F}"/>
              </a:ext>
            </a:extLst>
          </p:cNvPr>
          <p:cNvSpPr/>
          <p:nvPr/>
        </p:nvSpPr>
        <p:spPr>
          <a:xfrm>
            <a:off x="352389" y="2005976"/>
            <a:ext cx="1545336" cy="329184"/>
          </a:xfrm>
          <a:prstGeom prst="rect">
            <a:avLst/>
          </a:prstGeom>
          <a:noFill/>
          <a:ln/>
        </p:spPr>
        <p:txBody>
          <a:bodyPr wrap="square" lIns="0" tIns="0" rIns="0" bIns="0" rtlCol="0" anchor="ctr">
            <a:normAutofit/>
          </a:bodyPr>
          <a:lstStyle/>
          <a:p>
            <a:pPr marL="0" indent="0" algn="ctr">
              <a:buNone/>
            </a:pPr>
            <a:r>
              <a:rPr lang="en-US" sz="2000" b="1" dirty="0">
                <a:solidFill>
                  <a:srgbClr val="0B2739"/>
                </a:solidFill>
              </a:rPr>
              <a:t>100+</a:t>
            </a:r>
            <a:endParaRPr lang="en-US" sz="2000" dirty="0"/>
          </a:p>
        </p:txBody>
      </p:sp>
      <p:sp>
        <p:nvSpPr>
          <p:cNvPr id="15" name="Text 6">
            <a:extLst>
              <a:ext uri="{FF2B5EF4-FFF2-40B4-BE49-F238E27FC236}">
                <a16:creationId xmlns:a16="http://schemas.microsoft.com/office/drawing/2014/main" id="{BD4CF4C1-FF95-B758-7D04-5D3D805BEA9A}"/>
              </a:ext>
            </a:extLst>
          </p:cNvPr>
          <p:cNvSpPr/>
          <p:nvPr/>
        </p:nvSpPr>
        <p:spPr>
          <a:xfrm>
            <a:off x="822960" y="2322576"/>
            <a:ext cx="1508760" cy="566928"/>
          </a:xfrm>
          <a:prstGeom prst="rect">
            <a:avLst/>
          </a:prstGeom>
          <a:noFill/>
          <a:ln/>
        </p:spPr>
        <p:txBody>
          <a:bodyPr wrap="square" lIns="0" tIns="0" rIns="0" bIns="0" rtlCol="0" anchor="ctr">
            <a:normAutofit/>
          </a:bodyPr>
          <a:lstStyle/>
          <a:p>
            <a:pPr marL="0" indent="0" algn="ctr">
              <a:buNone/>
            </a:pPr>
            <a:r>
              <a:rPr lang="en-US" sz="930" b="1" dirty="0">
                <a:solidFill>
                  <a:srgbClr val="0B2739"/>
                </a:solidFill>
              </a:rPr>
              <a:t>DISCOVER</a:t>
            </a:r>
            <a:endParaRPr lang="en-US" sz="930" dirty="0"/>
          </a:p>
          <a:p>
            <a:pPr marL="0" indent="0" algn="ctr">
              <a:buNone/>
            </a:pPr>
            <a:r>
              <a:rPr lang="en-US" sz="930" b="1" dirty="0">
                <a:solidFill>
                  <a:srgbClr val="0B2739"/>
                </a:solidFill>
              </a:rPr>
              <a:t>Challenges &amp; ideas</a:t>
            </a:r>
            <a:endParaRPr lang="en-US" sz="930" dirty="0"/>
          </a:p>
        </p:txBody>
      </p:sp>
      <p:sp>
        <p:nvSpPr>
          <p:cNvPr id="17" name="Shape 7">
            <a:extLst>
              <a:ext uri="{FF2B5EF4-FFF2-40B4-BE49-F238E27FC236}">
                <a16:creationId xmlns:a16="http://schemas.microsoft.com/office/drawing/2014/main" id="{0B8A3B50-38EF-7DA8-48A0-DE0ACA7AFE89}"/>
              </a:ext>
            </a:extLst>
          </p:cNvPr>
          <p:cNvSpPr/>
          <p:nvPr/>
        </p:nvSpPr>
        <p:spPr>
          <a:xfrm>
            <a:off x="2468880" y="1298448"/>
            <a:ext cx="1874520" cy="1847088"/>
          </a:xfrm>
          <a:prstGeom prst="chevron">
            <a:avLst/>
          </a:prstGeom>
          <a:solidFill>
            <a:srgbClr val="EAF3F7"/>
          </a:solidFill>
          <a:ln w="19050">
            <a:solidFill>
              <a:srgbClr val="43B02A"/>
            </a:solidFill>
            <a:prstDash val="solid"/>
          </a:ln>
        </p:spPr>
        <p:txBody>
          <a:bodyPr/>
          <a:lstStyle/>
          <a:p>
            <a:endParaRPr lang="en-IN"/>
          </a:p>
        </p:txBody>
      </p:sp>
      <p:sp>
        <p:nvSpPr>
          <p:cNvPr id="19" name="Shape 8">
            <a:extLst>
              <a:ext uri="{FF2B5EF4-FFF2-40B4-BE49-F238E27FC236}">
                <a16:creationId xmlns:a16="http://schemas.microsoft.com/office/drawing/2014/main" id="{17D462C7-EBCD-E6E8-EF23-1F6D42677BE6}"/>
              </a:ext>
            </a:extLst>
          </p:cNvPr>
          <p:cNvSpPr/>
          <p:nvPr/>
        </p:nvSpPr>
        <p:spPr>
          <a:xfrm>
            <a:off x="2633472" y="1481328"/>
            <a:ext cx="438912" cy="438912"/>
          </a:xfrm>
          <a:prstGeom prst="ellipse">
            <a:avLst/>
          </a:prstGeom>
          <a:solidFill>
            <a:srgbClr val="43B02A"/>
          </a:solidFill>
          <a:ln w="12700">
            <a:solidFill>
              <a:srgbClr val="43B02A"/>
            </a:solidFill>
            <a:prstDash val="solid"/>
          </a:ln>
        </p:spPr>
        <p:txBody>
          <a:bodyPr/>
          <a:lstStyle/>
          <a:p>
            <a:endParaRPr lang="en-IN"/>
          </a:p>
        </p:txBody>
      </p:sp>
      <p:pic>
        <p:nvPicPr>
          <p:cNvPr id="21" name="Image 1" descr="preencoded.png">
            <a:extLst>
              <a:ext uri="{FF2B5EF4-FFF2-40B4-BE49-F238E27FC236}">
                <a16:creationId xmlns:a16="http://schemas.microsoft.com/office/drawing/2014/main" id="{557365E2-18CF-5332-73BF-AD895E2CCC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43200" y="1591056"/>
            <a:ext cx="219456" cy="219456"/>
          </a:xfrm>
          <a:prstGeom prst="rect">
            <a:avLst/>
          </a:prstGeom>
        </p:spPr>
      </p:pic>
      <p:sp>
        <p:nvSpPr>
          <p:cNvPr id="23" name="Text 9">
            <a:extLst>
              <a:ext uri="{FF2B5EF4-FFF2-40B4-BE49-F238E27FC236}">
                <a16:creationId xmlns:a16="http://schemas.microsoft.com/office/drawing/2014/main" id="{672AE0D0-E297-39D8-1ECA-CE84DCDC3F9B}"/>
              </a:ext>
            </a:extLst>
          </p:cNvPr>
          <p:cNvSpPr/>
          <p:nvPr/>
        </p:nvSpPr>
        <p:spPr>
          <a:xfrm>
            <a:off x="2226909" y="2005976"/>
            <a:ext cx="1453896" cy="329184"/>
          </a:xfrm>
          <a:prstGeom prst="rect">
            <a:avLst/>
          </a:prstGeom>
          <a:noFill/>
          <a:ln/>
        </p:spPr>
        <p:txBody>
          <a:bodyPr wrap="square" lIns="0" tIns="0" rIns="0" bIns="0" rtlCol="0" anchor="ctr">
            <a:normAutofit/>
          </a:bodyPr>
          <a:lstStyle/>
          <a:p>
            <a:pPr marL="0" indent="0" algn="ctr">
              <a:buNone/>
            </a:pPr>
            <a:r>
              <a:rPr lang="en-US" sz="1700" b="1" dirty="0">
                <a:solidFill>
                  <a:srgbClr val="0B2739"/>
                </a:solidFill>
              </a:rPr>
              <a:t>30-50</a:t>
            </a:r>
            <a:endParaRPr lang="en-US" sz="1700" dirty="0"/>
          </a:p>
        </p:txBody>
      </p:sp>
      <p:sp>
        <p:nvSpPr>
          <p:cNvPr id="25" name="Text 10">
            <a:extLst>
              <a:ext uri="{FF2B5EF4-FFF2-40B4-BE49-F238E27FC236}">
                <a16:creationId xmlns:a16="http://schemas.microsoft.com/office/drawing/2014/main" id="{64666E50-C0C6-0AB5-6F3A-D7E129BF6B0F}"/>
              </a:ext>
            </a:extLst>
          </p:cNvPr>
          <p:cNvSpPr/>
          <p:nvPr/>
        </p:nvSpPr>
        <p:spPr>
          <a:xfrm>
            <a:off x="2697480" y="2322576"/>
            <a:ext cx="1417320" cy="566928"/>
          </a:xfrm>
          <a:prstGeom prst="rect">
            <a:avLst/>
          </a:prstGeom>
          <a:noFill/>
          <a:ln/>
        </p:spPr>
        <p:txBody>
          <a:bodyPr wrap="square" lIns="0" tIns="0" rIns="0" bIns="0" rtlCol="0" anchor="ctr">
            <a:normAutofit/>
          </a:bodyPr>
          <a:lstStyle/>
          <a:p>
            <a:pPr marL="0" indent="0" algn="ctr">
              <a:buNone/>
            </a:pPr>
            <a:r>
              <a:rPr lang="en-US" sz="930" b="1" dirty="0">
                <a:solidFill>
                  <a:srgbClr val="0B2739"/>
                </a:solidFill>
              </a:rPr>
              <a:t>PRIORITIZE</a:t>
            </a:r>
            <a:endParaRPr lang="en-US" sz="930" dirty="0"/>
          </a:p>
          <a:p>
            <a:pPr marL="0" indent="0" algn="ctr">
              <a:buNone/>
            </a:pPr>
            <a:r>
              <a:rPr lang="en-US" sz="930" b="1" dirty="0">
                <a:solidFill>
                  <a:srgbClr val="0B2739"/>
                </a:solidFill>
              </a:rPr>
              <a:t>Use cases</a:t>
            </a:r>
            <a:endParaRPr lang="en-US" sz="930" dirty="0"/>
          </a:p>
        </p:txBody>
      </p:sp>
      <p:sp>
        <p:nvSpPr>
          <p:cNvPr id="27" name="Shape 11">
            <a:extLst>
              <a:ext uri="{FF2B5EF4-FFF2-40B4-BE49-F238E27FC236}">
                <a16:creationId xmlns:a16="http://schemas.microsoft.com/office/drawing/2014/main" id="{FCD20BF8-CDBA-E3FE-794D-04BF48F74DFE}"/>
              </a:ext>
            </a:extLst>
          </p:cNvPr>
          <p:cNvSpPr/>
          <p:nvPr/>
        </p:nvSpPr>
        <p:spPr>
          <a:xfrm>
            <a:off x="4251960" y="1298448"/>
            <a:ext cx="1737360" cy="1847088"/>
          </a:xfrm>
          <a:prstGeom prst="chevron">
            <a:avLst/>
          </a:prstGeom>
          <a:solidFill>
            <a:srgbClr val="EAF4D5"/>
          </a:solidFill>
          <a:ln w="19050">
            <a:solidFill>
              <a:srgbClr val="159447"/>
            </a:solidFill>
            <a:prstDash val="solid"/>
          </a:ln>
        </p:spPr>
        <p:txBody>
          <a:bodyPr/>
          <a:lstStyle/>
          <a:p>
            <a:endParaRPr lang="en-IN"/>
          </a:p>
        </p:txBody>
      </p:sp>
      <p:sp>
        <p:nvSpPr>
          <p:cNvPr id="29" name="Shape 12">
            <a:extLst>
              <a:ext uri="{FF2B5EF4-FFF2-40B4-BE49-F238E27FC236}">
                <a16:creationId xmlns:a16="http://schemas.microsoft.com/office/drawing/2014/main" id="{77C10AC1-E9D2-0B96-B454-D2849226B778}"/>
              </a:ext>
            </a:extLst>
          </p:cNvPr>
          <p:cNvSpPr/>
          <p:nvPr/>
        </p:nvSpPr>
        <p:spPr>
          <a:xfrm>
            <a:off x="4416552" y="1481328"/>
            <a:ext cx="438912" cy="438912"/>
          </a:xfrm>
          <a:prstGeom prst="ellipse">
            <a:avLst/>
          </a:prstGeom>
          <a:solidFill>
            <a:srgbClr val="159447"/>
          </a:solidFill>
          <a:ln w="12700">
            <a:solidFill>
              <a:srgbClr val="159447"/>
            </a:solidFill>
            <a:prstDash val="solid"/>
          </a:ln>
        </p:spPr>
        <p:txBody>
          <a:bodyPr/>
          <a:lstStyle/>
          <a:p>
            <a:endParaRPr lang="en-IN"/>
          </a:p>
        </p:txBody>
      </p:sp>
      <p:pic>
        <p:nvPicPr>
          <p:cNvPr id="31" name="Image 2" descr="preencoded.png">
            <a:extLst>
              <a:ext uri="{FF2B5EF4-FFF2-40B4-BE49-F238E27FC236}">
                <a16:creationId xmlns:a16="http://schemas.microsoft.com/office/drawing/2014/main" id="{B85EAEBE-39FF-EA6E-CA7E-44F29463F68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26280" y="1591056"/>
            <a:ext cx="219456" cy="219456"/>
          </a:xfrm>
          <a:prstGeom prst="rect">
            <a:avLst/>
          </a:prstGeom>
        </p:spPr>
      </p:pic>
      <p:sp>
        <p:nvSpPr>
          <p:cNvPr id="33" name="Text 13">
            <a:extLst>
              <a:ext uri="{FF2B5EF4-FFF2-40B4-BE49-F238E27FC236}">
                <a16:creationId xmlns:a16="http://schemas.microsoft.com/office/drawing/2014/main" id="{5AAE5BAB-0850-0255-7404-7449D6C34B74}"/>
              </a:ext>
            </a:extLst>
          </p:cNvPr>
          <p:cNvSpPr/>
          <p:nvPr/>
        </p:nvSpPr>
        <p:spPr>
          <a:xfrm>
            <a:off x="4009989" y="2005976"/>
            <a:ext cx="1316736" cy="329184"/>
          </a:xfrm>
          <a:prstGeom prst="rect">
            <a:avLst/>
          </a:prstGeom>
          <a:noFill/>
          <a:ln/>
        </p:spPr>
        <p:txBody>
          <a:bodyPr wrap="square" lIns="0" tIns="0" rIns="0" bIns="0" rtlCol="0" anchor="ctr">
            <a:normAutofit/>
          </a:bodyPr>
          <a:lstStyle/>
          <a:p>
            <a:pPr marL="0" indent="0" algn="ctr">
              <a:buNone/>
            </a:pPr>
            <a:r>
              <a:rPr lang="en-US" sz="1700" b="1" dirty="0">
                <a:solidFill>
                  <a:srgbClr val="0B2739"/>
                </a:solidFill>
              </a:rPr>
              <a:t>20–30</a:t>
            </a:r>
            <a:endParaRPr lang="en-US" sz="1700" dirty="0"/>
          </a:p>
        </p:txBody>
      </p:sp>
      <p:sp>
        <p:nvSpPr>
          <p:cNvPr id="35" name="Text 14">
            <a:extLst>
              <a:ext uri="{FF2B5EF4-FFF2-40B4-BE49-F238E27FC236}">
                <a16:creationId xmlns:a16="http://schemas.microsoft.com/office/drawing/2014/main" id="{318230B5-4AED-9A65-952A-5BDB9467DB5B}"/>
              </a:ext>
            </a:extLst>
          </p:cNvPr>
          <p:cNvSpPr/>
          <p:nvPr/>
        </p:nvSpPr>
        <p:spPr>
          <a:xfrm>
            <a:off x="4480560" y="2322576"/>
            <a:ext cx="1280160" cy="566928"/>
          </a:xfrm>
          <a:prstGeom prst="rect">
            <a:avLst/>
          </a:prstGeom>
          <a:noFill/>
          <a:ln/>
        </p:spPr>
        <p:txBody>
          <a:bodyPr wrap="square" lIns="0" tIns="0" rIns="0" bIns="0" rtlCol="0" anchor="ctr">
            <a:normAutofit/>
          </a:bodyPr>
          <a:lstStyle/>
          <a:p>
            <a:pPr marL="0" indent="0" algn="ctr">
              <a:buNone/>
            </a:pPr>
            <a:r>
              <a:rPr lang="en-US" sz="930" b="1" dirty="0">
                <a:solidFill>
                  <a:srgbClr val="0B2739"/>
                </a:solidFill>
              </a:rPr>
              <a:t>EXPERIMENT</a:t>
            </a:r>
            <a:endParaRPr lang="en-US" sz="930" dirty="0"/>
          </a:p>
          <a:p>
            <a:pPr marL="0" indent="0" algn="ctr">
              <a:buNone/>
            </a:pPr>
            <a:r>
              <a:rPr lang="en-US" sz="930" b="1" dirty="0">
                <a:solidFill>
                  <a:srgbClr val="0B2739"/>
                </a:solidFill>
              </a:rPr>
              <a:t>PoCs / prototypes</a:t>
            </a:r>
            <a:endParaRPr lang="en-US" sz="930" dirty="0"/>
          </a:p>
        </p:txBody>
      </p:sp>
      <p:sp>
        <p:nvSpPr>
          <p:cNvPr id="37" name="Shape 15">
            <a:extLst>
              <a:ext uri="{FF2B5EF4-FFF2-40B4-BE49-F238E27FC236}">
                <a16:creationId xmlns:a16="http://schemas.microsoft.com/office/drawing/2014/main" id="{65ADCDFE-1C90-B54F-66AA-23FFF543D113}"/>
              </a:ext>
            </a:extLst>
          </p:cNvPr>
          <p:cNvSpPr/>
          <p:nvPr/>
        </p:nvSpPr>
        <p:spPr>
          <a:xfrm>
            <a:off x="5897880" y="1298448"/>
            <a:ext cx="1600200" cy="1847088"/>
          </a:xfrm>
          <a:prstGeom prst="chevron">
            <a:avLst/>
          </a:prstGeom>
          <a:solidFill>
            <a:srgbClr val="EAF3F7"/>
          </a:solidFill>
          <a:ln w="19050">
            <a:solidFill>
              <a:srgbClr val="08783E"/>
            </a:solidFill>
            <a:prstDash val="solid"/>
          </a:ln>
        </p:spPr>
        <p:txBody>
          <a:bodyPr/>
          <a:lstStyle/>
          <a:p>
            <a:endParaRPr lang="en-IN"/>
          </a:p>
        </p:txBody>
      </p:sp>
      <p:sp>
        <p:nvSpPr>
          <p:cNvPr id="39" name="Shape 16">
            <a:extLst>
              <a:ext uri="{FF2B5EF4-FFF2-40B4-BE49-F238E27FC236}">
                <a16:creationId xmlns:a16="http://schemas.microsoft.com/office/drawing/2014/main" id="{BFA58174-07DD-FC3A-773D-C16931B83FB5}"/>
              </a:ext>
            </a:extLst>
          </p:cNvPr>
          <p:cNvSpPr/>
          <p:nvPr/>
        </p:nvSpPr>
        <p:spPr>
          <a:xfrm>
            <a:off x="6062472" y="1481328"/>
            <a:ext cx="438912" cy="438912"/>
          </a:xfrm>
          <a:prstGeom prst="ellipse">
            <a:avLst/>
          </a:prstGeom>
          <a:solidFill>
            <a:srgbClr val="08783E"/>
          </a:solidFill>
          <a:ln w="12700">
            <a:solidFill>
              <a:srgbClr val="08783E"/>
            </a:solidFill>
            <a:prstDash val="solid"/>
          </a:ln>
        </p:spPr>
        <p:txBody>
          <a:bodyPr/>
          <a:lstStyle/>
          <a:p>
            <a:endParaRPr lang="en-IN"/>
          </a:p>
        </p:txBody>
      </p:sp>
      <p:pic>
        <p:nvPicPr>
          <p:cNvPr id="41" name="Image 3" descr="preencoded.png">
            <a:extLst>
              <a:ext uri="{FF2B5EF4-FFF2-40B4-BE49-F238E27FC236}">
                <a16:creationId xmlns:a16="http://schemas.microsoft.com/office/drawing/2014/main" id="{DA2B6FEC-B9B8-762A-69E8-6927ADEA567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72200" y="1591056"/>
            <a:ext cx="219456" cy="219456"/>
          </a:xfrm>
          <a:prstGeom prst="rect">
            <a:avLst/>
          </a:prstGeom>
        </p:spPr>
      </p:pic>
      <p:sp>
        <p:nvSpPr>
          <p:cNvPr id="43" name="Text 17">
            <a:extLst>
              <a:ext uri="{FF2B5EF4-FFF2-40B4-BE49-F238E27FC236}">
                <a16:creationId xmlns:a16="http://schemas.microsoft.com/office/drawing/2014/main" id="{D345DEA8-1C3A-6645-45C9-ECE9612692DF}"/>
              </a:ext>
            </a:extLst>
          </p:cNvPr>
          <p:cNvSpPr/>
          <p:nvPr/>
        </p:nvSpPr>
        <p:spPr>
          <a:xfrm>
            <a:off x="5655909" y="2005976"/>
            <a:ext cx="1179576" cy="329184"/>
          </a:xfrm>
          <a:prstGeom prst="rect">
            <a:avLst/>
          </a:prstGeom>
          <a:noFill/>
          <a:ln/>
        </p:spPr>
        <p:txBody>
          <a:bodyPr wrap="square" lIns="0" tIns="0" rIns="0" bIns="0" rtlCol="0" anchor="ctr">
            <a:normAutofit/>
          </a:bodyPr>
          <a:lstStyle/>
          <a:p>
            <a:pPr marL="0" indent="0" algn="ctr">
              <a:buNone/>
            </a:pPr>
            <a:r>
              <a:rPr lang="en-US" sz="1700" b="1" dirty="0">
                <a:solidFill>
                  <a:srgbClr val="0B2739"/>
                </a:solidFill>
              </a:rPr>
              <a:t>15–25</a:t>
            </a:r>
            <a:endParaRPr lang="en-US" sz="1700" dirty="0"/>
          </a:p>
        </p:txBody>
      </p:sp>
      <p:sp>
        <p:nvSpPr>
          <p:cNvPr id="45" name="Text 18">
            <a:extLst>
              <a:ext uri="{FF2B5EF4-FFF2-40B4-BE49-F238E27FC236}">
                <a16:creationId xmlns:a16="http://schemas.microsoft.com/office/drawing/2014/main" id="{3F3F4B51-4D9F-9319-F5F3-BBED90A26BC6}"/>
              </a:ext>
            </a:extLst>
          </p:cNvPr>
          <p:cNvSpPr/>
          <p:nvPr/>
        </p:nvSpPr>
        <p:spPr>
          <a:xfrm>
            <a:off x="6126480" y="2322576"/>
            <a:ext cx="1143000" cy="566928"/>
          </a:xfrm>
          <a:prstGeom prst="rect">
            <a:avLst/>
          </a:prstGeom>
          <a:noFill/>
          <a:ln/>
        </p:spPr>
        <p:txBody>
          <a:bodyPr wrap="square" lIns="0" tIns="0" rIns="0" bIns="0" rtlCol="0" anchor="ctr">
            <a:normAutofit/>
          </a:bodyPr>
          <a:lstStyle/>
          <a:p>
            <a:pPr marL="0" indent="0" algn="ctr">
              <a:buNone/>
            </a:pPr>
            <a:r>
              <a:rPr lang="en-US" sz="930" b="1" dirty="0">
                <a:solidFill>
                  <a:srgbClr val="0B2739"/>
                </a:solidFill>
              </a:rPr>
              <a:t>VALIDATE</a:t>
            </a:r>
            <a:endParaRPr lang="en-US" sz="930" dirty="0"/>
          </a:p>
          <a:p>
            <a:pPr marL="0" indent="0" algn="ctr">
              <a:buNone/>
            </a:pPr>
            <a:r>
              <a:rPr lang="en-US" sz="930" b="1" dirty="0">
                <a:solidFill>
                  <a:srgbClr val="0B2739"/>
                </a:solidFill>
              </a:rPr>
              <a:t>Pilots</a:t>
            </a:r>
            <a:endParaRPr lang="en-US" sz="930" dirty="0"/>
          </a:p>
        </p:txBody>
      </p:sp>
      <p:sp>
        <p:nvSpPr>
          <p:cNvPr id="47" name="Shape 19">
            <a:extLst>
              <a:ext uri="{FF2B5EF4-FFF2-40B4-BE49-F238E27FC236}">
                <a16:creationId xmlns:a16="http://schemas.microsoft.com/office/drawing/2014/main" id="{BF47CE06-0E31-6BA7-32D7-645A78F2F676}"/>
              </a:ext>
            </a:extLst>
          </p:cNvPr>
          <p:cNvSpPr/>
          <p:nvPr/>
        </p:nvSpPr>
        <p:spPr>
          <a:xfrm>
            <a:off x="7406640" y="1298448"/>
            <a:ext cx="1627632" cy="1847088"/>
          </a:xfrm>
          <a:prstGeom prst="chevron">
            <a:avLst/>
          </a:prstGeom>
          <a:solidFill>
            <a:srgbClr val="EAF4D5"/>
          </a:solidFill>
          <a:ln w="19050">
            <a:solidFill>
              <a:srgbClr val="126071"/>
            </a:solidFill>
            <a:prstDash val="solid"/>
          </a:ln>
        </p:spPr>
        <p:txBody>
          <a:bodyPr/>
          <a:lstStyle/>
          <a:p>
            <a:endParaRPr lang="en-IN"/>
          </a:p>
        </p:txBody>
      </p:sp>
      <p:sp>
        <p:nvSpPr>
          <p:cNvPr id="49" name="Shape 20">
            <a:extLst>
              <a:ext uri="{FF2B5EF4-FFF2-40B4-BE49-F238E27FC236}">
                <a16:creationId xmlns:a16="http://schemas.microsoft.com/office/drawing/2014/main" id="{2695E175-6230-4820-34F0-E89BECA794A0}"/>
              </a:ext>
            </a:extLst>
          </p:cNvPr>
          <p:cNvSpPr/>
          <p:nvPr/>
        </p:nvSpPr>
        <p:spPr>
          <a:xfrm>
            <a:off x="7571232" y="1481328"/>
            <a:ext cx="438912" cy="438912"/>
          </a:xfrm>
          <a:prstGeom prst="ellipse">
            <a:avLst/>
          </a:prstGeom>
          <a:solidFill>
            <a:srgbClr val="126071"/>
          </a:solidFill>
          <a:ln w="12700">
            <a:solidFill>
              <a:srgbClr val="126071"/>
            </a:solidFill>
            <a:prstDash val="solid"/>
          </a:ln>
        </p:spPr>
        <p:txBody>
          <a:bodyPr/>
          <a:lstStyle/>
          <a:p>
            <a:endParaRPr lang="en-IN"/>
          </a:p>
        </p:txBody>
      </p:sp>
      <p:pic>
        <p:nvPicPr>
          <p:cNvPr id="51" name="Image 4" descr="preencoded.png">
            <a:extLst>
              <a:ext uri="{FF2B5EF4-FFF2-40B4-BE49-F238E27FC236}">
                <a16:creationId xmlns:a16="http://schemas.microsoft.com/office/drawing/2014/main" id="{0E4A65C9-1880-1A4A-C3ED-A3D42F2F17F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680960" y="1591056"/>
            <a:ext cx="219456" cy="219456"/>
          </a:xfrm>
          <a:prstGeom prst="rect">
            <a:avLst/>
          </a:prstGeom>
        </p:spPr>
      </p:pic>
      <p:sp>
        <p:nvSpPr>
          <p:cNvPr id="53" name="Text 21">
            <a:extLst>
              <a:ext uri="{FF2B5EF4-FFF2-40B4-BE49-F238E27FC236}">
                <a16:creationId xmlns:a16="http://schemas.microsoft.com/office/drawing/2014/main" id="{2DBEF219-1510-B1E6-FB9F-BE6ECEB5BB84}"/>
              </a:ext>
            </a:extLst>
          </p:cNvPr>
          <p:cNvSpPr/>
          <p:nvPr/>
        </p:nvSpPr>
        <p:spPr>
          <a:xfrm>
            <a:off x="7164669" y="2005976"/>
            <a:ext cx="1207008" cy="329184"/>
          </a:xfrm>
          <a:prstGeom prst="rect">
            <a:avLst/>
          </a:prstGeom>
          <a:noFill/>
          <a:ln/>
        </p:spPr>
        <p:txBody>
          <a:bodyPr wrap="square" lIns="0" tIns="0" rIns="0" bIns="0" rtlCol="0" anchor="ctr">
            <a:normAutofit/>
          </a:bodyPr>
          <a:lstStyle/>
          <a:p>
            <a:pPr marL="0" indent="0" algn="ctr">
              <a:buNone/>
            </a:pPr>
            <a:r>
              <a:rPr lang="en-US" sz="1700" b="1" dirty="0">
                <a:solidFill>
                  <a:srgbClr val="0B2739"/>
                </a:solidFill>
              </a:rPr>
              <a:t>10–20</a:t>
            </a:r>
            <a:endParaRPr lang="en-US" sz="1700" dirty="0"/>
          </a:p>
        </p:txBody>
      </p:sp>
      <p:sp>
        <p:nvSpPr>
          <p:cNvPr id="55" name="Text 22">
            <a:extLst>
              <a:ext uri="{FF2B5EF4-FFF2-40B4-BE49-F238E27FC236}">
                <a16:creationId xmlns:a16="http://schemas.microsoft.com/office/drawing/2014/main" id="{741868A9-94E8-04D9-C759-B52FBFCAB123}"/>
              </a:ext>
            </a:extLst>
          </p:cNvPr>
          <p:cNvSpPr/>
          <p:nvPr/>
        </p:nvSpPr>
        <p:spPr>
          <a:xfrm>
            <a:off x="7635240" y="2322576"/>
            <a:ext cx="1170432" cy="566928"/>
          </a:xfrm>
          <a:prstGeom prst="rect">
            <a:avLst/>
          </a:prstGeom>
          <a:noFill/>
          <a:ln/>
        </p:spPr>
        <p:txBody>
          <a:bodyPr wrap="square" lIns="0" tIns="0" rIns="0" bIns="0" rtlCol="0" anchor="ctr">
            <a:normAutofit/>
          </a:bodyPr>
          <a:lstStyle/>
          <a:p>
            <a:pPr marL="0" indent="0" algn="ctr">
              <a:buNone/>
            </a:pPr>
            <a:r>
              <a:rPr lang="en-US" sz="930" b="1" dirty="0">
                <a:solidFill>
                  <a:srgbClr val="0B2739"/>
                </a:solidFill>
              </a:rPr>
              <a:t>SCALE</a:t>
            </a:r>
            <a:endParaRPr lang="en-US" sz="930" dirty="0"/>
          </a:p>
          <a:p>
            <a:pPr marL="0" indent="0" algn="ctr">
              <a:buNone/>
            </a:pPr>
            <a:r>
              <a:rPr lang="en-US" sz="930" b="1" dirty="0">
                <a:solidFill>
                  <a:srgbClr val="0B2739"/>
                </a:solidFill>
              </a:rPr>
              <a:t>Ready solutions</a:t>
            </a:r>
            <a:endParaRPr lang="en-US" sz="930" dirty="0"/>
          </a:p>
        </p:txBody>
      </p:sp>
      <p:sp>
        <p:nvSpPr>
          <p:cNvPr id="57" name="Shape 23">
            <a:extLst>
              <a:ext uri="{FF2B5EF4-FFF2-40B4-BE49-F238E27FC236}">
                <a16:creationId xmlns:a16="http://schemas.microsoft.com/office/drawing/2014/main" id="{B1860F65-B790-E7C0-1045-FE6BF747F8B0}"/>
              </a:ext>
            </a:extLst>
          </p:cNvPr>
          <p:cNvSpPr/>
          <p:nvPr/>
        </p:nvSpPr>
        <p:spPr>
          <a:xfrm>
            <a:off x="8942832" y="1298448"/>
            <a:ext cx="2423160" cy="1847088"/>
          </a:xfrm>
          <a:prstGeom prst="chevron">
            <a:avLst/>
          </a:prstGeom>
          <a:solidFill>
            <a:srgbClr val="EAF3F7"/>
          </a:solidFill>
          <a:ln w="19050">
            <a:solidFill>
              <a:srgbClr val="007CB0"/>
            </a:solidFill>
            <a:prstDash val="solid"/>
          </a:ln>
        </p:spPr>
        <p:txBody>
          <a:bodyPr/>
          <a:lstStyle/>
          <a:p>
            <a:endParaRPr lang="en-IN"/>
          </a:p>
        </p:txBody>
      </p:sp>
      <p:sp>
        <p:nvSpPr>
          <p:cNvPr id="59" name="Shape 24">
            <a:extLst>
              <a:ext uri="{FF2B5EF4-FFF2-40B4-BE49-F238E27FC236}">
                <a16:creationId xmlns:a16="http://schemas.microsoft.com/office/drawing/2014/main" id="{327561F7-07E2-C347-EE05-3438B713280F}"/>
              </a:ext>
            </a:extLst>
          </p:cNvPr>
          <p:cNvSpPr/>
          <p:nvPr/>
        </p:nvSpPr>
        <p:spPr>
          <a:xfrm>
            <a:off x="9107424" y="1481328"/>
            <a:ext cx="438912" cy="438912"/>
          </a:xfrm>
          <a:prstGeom prst="ellipse">
            <a:avLst/>
          </a:prstGeom>
          <a:solidFill>
            <a:srgbClr val="007CB0"/>
          </a:solidFill>
          <a:ln w="12700">
            <a:solidFill>
              <a:srgbClr val="007CB0"/>
            </a:solidFill>
            <a:prstDash val="solid"/>
          </a:ln>
        </p:spPr>
        <p:txBody>
          <a:bodyPr/>
          <a:lstStyle/>
          <a:p>
            <a:endParaRPr lang="en-IN"/>
          </a:p>
        </p:txBody>
      </p:sp>
      <p:pic>
        <p:nvPicPr>
          <p:cNvPr id="61" name="Image 5" descr="preencoded.png">
            <a:extLst>
              <a:ext uri="{FF2B5EF4-FFF2-40B4-BE49-F238E27FC236}">
                <a16:creationId xmlns:a16="http://schemas.microsoft.com/office/drawing/2014/main" id="{2E55071C-BB75-3B14-AA3B-D4FFB7096B7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217152" y="1591056"/>
            <a:ext cx="219456" cy="219456"/>
          </a:xfrm>
          <a:prstGeom prst="rect">
            <a:avLst/>
          </a:prstGeom>
        </p:spPr>
      </p:pic>
      <p:sp>
        <p:nvSpPr>
          <p:cNvPr id="63" name="Text 25">
            <a:extLst>
              <a:ext uri="{FF2B5EF4-FFF2-40B4-BE49-F238E27FC236}">
                <a16:creationId xmlns:a16="http://schemas.microsoft.com/office/drawing/2014/main" id="{A91708D1-7D3A-31C6-B196-508A1AFCEDFD}"/>
              </a:ext>
            </a:extLst>
          </p:cNvPr>
          <p:cNvSpPr/>
          <p:nvPr/>
        </p:nvSpPr>
        <p:spPr>
          <a:xfrm>
            <a:off x="8700861" y="2005976"/>
            <a:ext cx="2002536" cy="329184"/>
          </a:xfrm>
          <a:prstGeom prst="rect">
            <a:avLst/>
          </a:prstGeom>
          <a:noFill/>
          <a:ln/>
        </p:spPr>
        <p:txBody>
          <a:bodyPr wrap="square" lIns="0" tIns="0" rIns="0" bIns="0" rtlCol="0" anchor="ctr">
            <a:normAutofit/>
          </a:bodyPr>
          <a:lstStyle/>
          <a:p>
            <a:pPr marL="0" indent="0" algn="ctr">
              <a:buNone/>
            </a:pPr>
            <a:r>
              <a:rPr lang="en-US" sz="1700" b="1" dirty="0">
                <a:solidFill>
                  <a:srgbClr val="0B2739"/>
                </a:solidFill>
              </a:rPr>
              <a:t>15+</a:t>
            </a:r>
            <a:endParaRPr lang="en-US" sz="1700" dirty="0"/>
          </a:p>
        </p:txBody>
      </p:sp>
      <p:sp>
        <p:nvSpPr>
          <p:cNvPr id="450" name="Text 26">
            <a:extLst>
              <a:ext uri="{FF2B5EF4-FFF2-40B4-BE49-F238E27FC236}">
                <a16:creationId xmlns:a16="http://schemas.microsoft.com/office/drawing/2014/main" id="{E1D688BC-948F-13A4-E27C-405E466E1CEC}"/>
              </a:ext>
            </a:extLst>
          </p:cNvPr>
          <p:cNvSpPr/>
          <p:nvPr/>
        </p:nvSpPr>
        <p:spPr>
          <a:xfrm>
            <a:off x="9171432" y="2322576"/>
            <a:ext cx="1965960" cy="566928"/>
          </a:xfrm>
          <a:prstGeom prst="rect">
            <a:avLst/>
          </a:prstGeom>
          <a:noFill/>
          <a:ln/>
        </p:spPr>
        <p:txBody>
          <a:bodyPr wrap="square" lIns="0" tIns="0" rIns="0" bIns="0" rtlCol="0" anchor="ctr">
            <a:normAutofit/>
          </a:bodyPr>
          <a:lstStyle/>
          <a:p>
            <a:pPr marL="0" indent="0" algn="ctr">
              <a:buNone/>
            </a:pPr>
            <a:r>
              <a:rPr lang="en-US" sz="930" b="1" dirty="0">
                <a:solidFill>
                  <a:srgbClr val="0B2739"/>
                </a:solidFill>
              </a:rPr>
              <a:t>REUSE</a:t>
            </a:r>
            <a:endParaRPr lang="en-US" sz="930" dirty="0"/>
          </a:p>
          <a:p>
            <a:pPr marL="0" indent="0" algn="ctr">
              <a:buNone/>
            </a:pPr>
            <a:r>
              <a:rPr lang="en-US" sz="930" b="1" dirty="0">
                <a:solidFill>
                  <a:srgbClr val="0B2739"/>
                </a:solidFill>
              </a:rPr>
              <a:t>Statewide solutions</a:t>
            </a:r>
            <a:endParaRPr lang="en-US" sz="930" dirty="0"/>
          </a:p>
        </p:txBody>
      </p:sp>
      <p:sp>
        <p:nvSpPr>
          <p:cNvPr id="454" name="Text 27">
            <a:extLst>
              <a:ext uri="{FF2B5EF4-FFF2-40B4-BE49-F238E27FC236}">
                <a16:creationId xmlns:a16="http://schemas.microsoft.com/office/drawing/2014/main" id="{FF797471-230D-5891-0E7C-67741B89DB55}"/>
              </a:ext>
            </a:extLst>
          </p:cNvPr>
          <p:cNvSpPr/>
          <p:nvPr/>
        </p:nvSpPr>
        <p:spPr>
          <a:xfrm>
            <a:off x="603504" y="3520440"/>
            <a:ext cx="2011680" cy="228600"/>
          </a:xfrm>
          <a:prstGeom prst="rect">
            <a:avLst/>
          </a:prstGeom>
          <a:noFill/>
          <a:ln/>
        </p:spPr>
        <p:txBody>
          <a:bodyPr wrap="square" lIns="0" tIns="0" rIns="0" bIns="0" rtlCol="0" anchor="ctr"/>
          <a:lstStyle/>
          <a:p>
            <a:pPr marL="0" indent="0">
              <a:buNone/>
            </a:pPr>
            <a:r>
              <a:rPr lang="en-US" sz="1100" b="1" dirty="0">
                <a:solidFill>
                  <a:srgbClr val="0B2739"/>
                </a:solidFill>
              </a:rPr>
              <a:t>Shared sandbox enablers</a:t>
            </a:r>
            <a:endParaRPr lang="en-US" sz="1100" dirty="0"/>
          </a:p>
        </p:txBody>
      </p:sp>
      <p:sp>
        <p:nvSpPr>
          <p:cNvPr id="458" name="Shape 28">
            <a:extLst>
              <a:ext uri="{FF2B5EF4-FFF2-40B4-BE49-F238E27FC236}">
                <a16:creationId xmlns:a16="http://schemas.microsoft.com/office/drawing/2014/main" id="{72C5E1C0-F282-F311-0412-8A380E106D7A}"/>
              </a:ext>
            </a:extLst>
          </p:cNvPr>
          <p:cNvSpPr/>
          <p:nvPr/>
        </p:nvSpPr>
        <p:spPr>
          <a:xfrm>
            <a:off x="594360" y="3858768"/>
            <a:ext cx="2029968" cy="621792"/>
          </a:xfrm>
          <a:prstGeom prst="roundRect">
            <a:avLst>
              <a:gd name="adj" fmla="val 11765"/>
            </a:avLst>
          </a:prstGeom>
          <a:solidFill>
            <a:srgbClr val="FFFFFF"/>
          </a:solidFill>
          <a:ln w="12700">
            <a:solidFill>
              <a:srgbClr val="D9E2E7"/>
            </a:solidFill>
            <a:prstDash val="solid"/>
          </a:ln>
          <a:effectLst>
            <a:outerShdw blurRad="8890" dist="3175" dir="2700000" algn="bl" rotWithShape="0">
              <a:srgbClr val="000000">
                <a:alpha val="8000"/>
              </a:srgbClr>
            </a:outerShdw>
          </a:effectLst>
        </p:spPr>
        <p:txBody>
          <a:bodyPr/>
          <a:lstStyle/>
          <a:p>
            <a:endParaRPr lang="en-IN"/>
          </a:p>
        </p:txBody>
      </p:sp>
      <p:pic>
        <p:nvPicPr>
          <p:cNvPr id="462" name="Image 6" descr="preencoded.png">
            <a:extLst>
              <a:ext uri="{FF2B5EF4-FFF2-40B4-BE49-F238E27FC236}">
                <a16:creationId xmlns:a16="http://schemas.microsoft.com/office/drawing/2014/main" id="{C81462E3-0FE4-22A0-05AB-10603CF641E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58952" y="4032504"/>
            <a:ext cx="210312" cy="210312"/>
          </a:xfrm>
          <a:prstGeom prst="rect">
            <a:avLst/>
          </a:prstGeom>
        </p:spPr>
      </p:pic>
      <p:sp>
        <p:nvSpPr>
          <p:cNvPr id="466" name="Text 29">
            <a:extLst>
              <a:ext uri="{FF2B5EF4-FFF2-40B4-BE49-F238E27FC236}">
                <a16:creationId xmlns:a16="http://schemas.microsoft.com/office/drawing/2014/main" id="{12B6C7C5-E173-E76B-50E3-9185433DE2AE}"/>
              </a:ext>
            </a:extLst>
          </p:cNvPr>
          <p:cNvSpPr/>
          <p:nvPr/>
        </p:nvSpPr>
        <p:spPr>
          <a:xfrm>
            <a:off x="1069848" y="3986784"/>
            <a:ext cx="1371600" cy="274320"/>
          </a:xfrm>
          <a:prstGeom prst="rect">
            <a:avLst/>
          </a:prstGeom>
          <a:noFill/>
          <a:ln/>
        </p:spPr>
        <p:txBody>
          <a:bodyPr wrap="square" lIns="0" tIns="0" rIns="0" bIns="0" rtlCol="0" anchor="ctr">
            <a:normAutofit/>
          </a:bodyPr>
          <a:lstStyle/>
          <a:p>
            <a:pPr marL="0" indent="0" algn="ctr">
              <a:buNone/>
            </a:pPr>
            <a:r>
              <a:rPr lang="en-US" sz="820" b="1" dirty="0">
                <a:solidFill>
                  <a:srgbClr val="0B2739"/>
                </a:solidFill>
              </a:rPr>
              <a:t>Curated data</a:t>
            </a:r>
            <a:endParaRPr lang="en-US" sz="820" dirty="0"/>
          </a:p>
        </p:txBody>
      </p:sp>
      <p:sp>
        <p:nvSpPr>
          <p:cNvPr id="470" name="Shape 30">
            <a:extLst>
              <a:ext uri="{FF2B5EF4-FFF2-40B4-BE49-F238E27FC236}">
                <a16:creationId xmlns:a16="http://schemas.microsoft.com/office/drawing/2014/main" id="{F251D62E-1A8C-3E33-78FE-4ABE021C2159}"/>
              </a:ext>
            </a:extLst>
          </p:cNvPr>
          <p:cNvSpPr/>
          <p:nvPr/>
        </p:nvSpPr>
        <p:spPr>
          <a:xfrm>
            <a:off x="2852928" y="3858768"/>
            <a:ext cx="2029968" cy="621792"/>
          </a:xfrm>
          <a:prstGeom prst="roundRect">
            <a:avLst>
              <a:gd name="adj" fmla="val 11765"/>
            </a:avLst>
          </a:prstGeom>
          <a:solidFill>
            <a:srgbClr val="FFFFFF"/>
          </a:solidFill>
          <a:ln w="12700">
            <a:solidFill>
              <a:srgbClr val="D9E2E7"/>
            </a:solidFill>
            <a:prstDash val="solid"/>
          </a:ln>
          <a:effectLst>
            <a:outerShdw blurRad="8890" dist="3175" dir="2700000" algn="bl" rotWithShape="0">
              <a:srgbClr val="000000">
                <a:alpha val="8000"/>
              </a:srgbClr>
            </a:outerShdw>
          </a:effectLst>
        </p:spPr>
        <p:txBody>
          <a:bodyPr/>
          <a:lstStyle/>
          <a:p>
            <a:endParaRPr lang="en-IN"/>
          </a:p>
        </p:txBody>
      </p:sp>
      <p:pic>
        <p:nvPicPr>
          <p:cNvPr id="474" name="Image 7" descr="preencoded.png">
            <a:extLst>
              <a:ext uri="{FF2B5EF4-FFF2-40B4-BE49-F238E27FC236}">
                <a16:creationId xmlns:a16="http://schemas.microsoft.com/office/drawing/2014/main" id="{5526274F-F2E6-74C3-5F6B-14AA60E1918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017520" y="4032504"/>
            <a:ext cx="210312" cy="210312"/>
          </a:xfrm>
          <a:prstGeom prst="rect">
            <a:avLst/>
          </a:prstGeom>
        </p:spPr>
      </p:pic>
      <p:sp>
        <p:nvSpPr>
          <p:cNvPr id="478" name="Text 31">
            <a:extLst>
              <a:ext uri="{FF2B5EF4-FFF2-40B4-BE49-F238E27FC236}">
                <a16:creationId xmlns:a16="http://schemas.microsoft.com/office/drawing/2014/main" id="{F0045C9E-387A-B05B-D7B0-30885BF51AD2}"/>
              </a:ext>
            </a:extLst>
          </p:cNvPr>
          <p:cNvSpPr/>
          <p:nvPr/>
        </p:nvSpPr>
        <p:spPr>
          <a:xfrm>
            <a:off x="3328416" y="3986784"/>
            <a:ext cx="1371600" cy="274320"/>
          </a:xfrm>
          <a:prstGeom prst="rect">
            <a:avLst/>
          </a:prstGeom>
          <a:noFill/>
          <a:ln/>
        </p:spPr>
        <p:txBody>
          <a:bodyPr wrap="square" lIns="0" tIns="0" rIns="0" bIns="0" rtlCol="0" anchor="ctr">
            <a:normAutofit/>
          </a:bodyPr>
          <a:lstStyle/>
          <a:p>
            <a:pPr marL="0" indent="0" algn="ctr">
              <a:buNone/>
            </a:pPr>
            <a:r>
              <a:rPr lang="en-US" sz="820" b="1" dirty="0">
                <a:solidFill>
                  <a:srgbClr val="0B2739"/>
                </a:solidFill>
              </a:rPr>
              <a:t>Approved models</a:t>
            </a:r>
            <a:endParaRPr lang="en-US" sz="820" dirty="0"/>
          </a:p>
        </p:txBody>
      </p:sp>
      <p:sp>
        <p:nvSpPr>
          <p:cNvPr id="482" name="Shape 32">
            <a:extLst>
              <a:ext uri="{FF2B5EF4-FFF2-40B4-BE49-F238E27FC236}">
                <a16:creationId xmlns:a16="http://schemas.microsoft.com/office/drawing/2014/main" id="{7EAB5119-B630-B89C-ACA1-890176A892C1}"/>
              </a:ext>
            </a:extLst>
          </p:cNvPr>
          <p:cNvSpPr/>
          <p:nvPr/>
        </p:nvSpPr>
        <p:spPr>
          <a:xfrm>
            <a:off x="5111496" y="3858768"/>
            <a:ext cx="2029968" cy="621792"/>
          </a:xfrm>
          <a:prstGeom prst="roundRect">
            <a:avLst>
              <a:gd name="adj" fmla="val 11765"/>
            </a:avLst>
          </a:prstGeom>
          <a:solidFill>
            <a:srgbClr val="FFFFFF"/>
          </a:solidFill>
          <a:ln w="12700">
            <a:solidFill>
              <a:srgbClr val="D9E2E7"/>
            </a:solidFill>
            <a:prstDash val="solid"/>
          </a:ln>
          <a:effectLst>
            <a:outerShdw blurRad="8890" dist="3175" dir="2700000" algn="bl" rotWithShape="0">
              <a:srgbClr val="000000">
                <a:alpha val="8000"/>
              </a:srgbClr>
            </a:outerShdw>
          </a:effectLst>
        </p:spPr>
        <p:txBody>
          <a:bodyPr/>
          <a:lstStyle/>
          <a:p>
            <a:endParaRPr lang="en-IN"/>
          </a:p>
        </p:txBody>
      </p:sp>
      <p:pic>
        <p:nvPicPr>
          <p:cNvPr id="486" name="Image 8" descr="preencoded.png">
            <a:extLst>
              <a:ext uri="{FF2B5EF4-FFF2-40B4-BE49-F238E27FC236}">
                <a16:creationId xmlns:a16="http://schemas.microsoft.com/office/drawing/2014/main" id="{E9E10460-51DA-DD53-1695-B72ECBE87A5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276088" y="4032504"/>
            <a:ext cx="210312" cy="210312"/>
          </a:xfrm>
          <a:prstGeom prst="rect">
            <a:avLst/>
          </a:prstGeom>
        </p:spPr>
      </p:pic>
      <p:sp>
        <p:nvSpPr>
          <p:cNvPr id="490" name="Text 33">
            <a:extLst>
              <a:ext uri="{FF2B5EF4-FFF2-40B4-BE49-F238E27FC236}">
                <a16:creationId xmlns:a16="http://schemas.microsoft.com/office/drawing/2014/main" id="{CCA5D261-2147-CEC2-90C4-D86722225CA8}"/>
              </a:ext>
            </a:extLst>
          </p:cNvPr>
          <p:cNvSpPr/>
          <p:nvPr/>
        </p:nvSpPr>
        <p:spPr>
          <a:xfrm>
            <a:off x="5586984" y="3986784"/>
            <a:ext cx="1371600" cy="274320"/>
          </a:xfrm>
          <a:prstGeom prst="rect">
            <a:avLst/>
          </a:prstGeom>
          <a:noFill/>
          <a:ln/>
        </p:spPr>
        <p:txBody>
          <a:bodyPr wrap="square" lIns="0" tIns="0" rIns="0" bIns="0" rtlCol="0" anchor="ctr">
            <a:normAutofit/>
          </a:bodyPr>
          <a:lstStyle/>
          <a:p>
            <a:pPr marL="0" indent="0" algn="ctr">
              <a:buNone/>
            </a:pPr>
            <a:r>
              <a:rPr lang="en-US" sz="820" b="1" dirty="0">
                <a:solidFill>
                  <a:srgbClr val="0B2739"/>
                </a:solidFill>
              </a:rPr>
              <a:t>IndiaAI compute &amp; BHASHINI</a:t>
            </a:r>
            <a:endParaRPr lang="en-US" sz="820" dirty="0"/>
          </a:p>
        </p:txBody>
      </p:sp>
      <p:sp>
        <p:nvSpPr>
          <p:cNvPr id="494" name="Shape 34">
            <a:extLst>
              <a:ext uri="{FF2B5EF4-FFF2-40B4-BE49-F238E27FC236}">
                <a16:creationId xmlns:a16="http://schemas.microsoft.com/office/drawing/2014/main" id="{C45A6DC6-7006-2C90-5657-D6BE954C4FDB}"/>
              </a:ext>
            </a:extLst>
          </p:cNvPr>
          <p:cNvSpPr/>
          <p:nvPr/>
        </p:nvSpPr>
        <p:spPr>
          <a:xfrm>
            <a:off x="7370064" y="3858768"/>
            <a:ext cx="2029968" cy="621792"/>
          </a:xfrm>
          <a:prstGeom prst="roundRect">
            <a:avLst>
              <a:gd name="adj" fmla="val 11765"/>
            </a:avLst>
          </a:prstGeom>
          <a:solidFill>
            <a:srgbClr val="FFFFFF"/>
          </a:solidFill>
          <a:ln w="12700">
            <a:solidFill>
              <a:srgbClr val="D9E2E7"/>
            </a:solidFill>
            <a:prstDash val="solid"/>
          </a:ln>
          <a:effectLst>
            <a:outerShdw blurRad="8890" dist="3175" dir="2700000" algn="bl" rotWithShape="0">
              <a:srgbClr val="000000">
                <a:alpha val="8000"/>
              </a:srgbClr>
            </a:outerShdw>
          </a:effectLst>
        </p:spPr>
        <p:txBody>
          <a:bodyPr/>
          <a:lstStyle/>
          <a:p>
            <a:endParaRPr lang="en-IN"/>
          </a:p>
        </p:txBody>
      </p:sp>
      <p:pic>
        <p:nvPicPr>
          <p:cNvPr id="498" name="Image 9" descr="preencoded.png">
            <a:extLst>
              <a:ext uri="{FF2B5EF4-FFF2-40B4-BE49-F238E27FC236}">
                <a16:creationId xmlns:a16="http://schemas.microsoft.com/office/drawing/2014/main" id="{E4B6B310-7D1F-E76D-332D-7A7745D1AD0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534656" y="4032504"/>
            <a:ext cx="210312" cy="210312"/>
          </a:xfrm>
          <a:prstGeom prst="rect">
            <a:avLst/>
          </a:prstGeom>
        </p:spPr>
      </p:pic>
      <p:sp>
        <p:nvSpPr>
          <p:cNvPr id="502" name="Text 35">
            <a:extLst>
              <a:ext uri="{FF2B5EF4-FFF2-40B4-BE49-F238E27FC236}">
                <a16:creationId xmlns:a16="http://schemas.microsoft.com/office/drawing/2014/main" id="{393C6A3C-95BB-6FDE-37B5-564623250997}"/>
              </a:ext>
            </a:extLst>
          </p:cNvPr>
          <p:cNvSpPr/>
          <p:nvPr/>
        </p:nvSpPr>
        <p:spPr>
          <a:xfrm>
            <a:off x="7845552" y="3986784"/>
            <a:ext cx="1371600" cy="274320"/>
          </a:xfrm>
          <a:prstGeom prst="rect">
            <a:avLst/>
          </a:prstGeom>
          <a:noFill/>
          <a:ln/>
        </p:spPr>
        <p:txBody>
          <a:bodyPr wrap="square" lIns="0" tIns="0" rIns="0" bIns="0" rtlCol="0" anchor="ctr">
            <a:normAutofit/>
          </a:bodyPr>
          <a:lstStyle/>
          <a:p>
            <a:pPr marL="0" indent="0" algn="ctr">
              <a:buNone/>
            </a:pPr>
            <a:r>
              <a:rPr lang="en-US" sz="820" b="1" dirty="0">
                <a:solidFill>
                  <a:srgbClr val="0B2739"/>
                </a:solidFill>
              </a:rPr>
              <a:t>Security &amp; Responsible AI</a:t>
            </a:r>
            <a:endParaRPr lang="en-US" sz="820" dirty="0"/>
          </a:p>
        </p:txBody>
      </p:sp>
      <p:sp>
        <p:nvSpPr>
          <p:cNvPr id="506" name="Shape 36">
            <a:extLst>
              <a:ext uri="{FF2B5EF4-FFF2-40B4-BE49-F238E27FC236}">
                <a16:creationId xmlns:a16="http://schemas.microsoft.com/office/drawing/2014/main" id="{9906A50F-4EE1-D44D-6A47-0917AFE7DFDF}"/>
              </a:ext>
            </a:extLst>
          </p:cNvPr>
          <p:cNvSpPr/>
          <p:nvPr/>
        </p:nvSpPr>
        <p:spPr>
          <a:xfrm>
            <a:off x="9628632" y="3858768"/>
            <a:ext cx="2029968" cy="621792"/>
          </a:xfrm>
          <a:prstGeom prst="roundRect">
            <a:avLst>
              <a:gd name="adj" fmla="val 11765"/>
            </a:avLst>
          </a:prstGeom>
          <a:solidFill>
            <a:srgbClr val="FFFFFF"/>
          </a:solidFill>
          <a:ln w="12700">
            <a:solidFill>
              <a:srgbClr val="D9E2E7"/>
            </a:solidFill>
            <a:prstDash val="solid"/>
          </a:ln>
          <a:effectLst>
            <a:outerShdw blurRad="8890" dist="3175" dir="2700000" algn="bl" rotWithShape="0">
              <a:srgbClr val="000000">
                <a:alpha val="8000"/>
              </a:srgbClr>
            </a:outerShdw>
          </a:effectLst>
        </p:spPr>
        <p:txBody>
          <a:bodyPr/>
          <a:lstStyle/>
          <a:p>
            <a:endParaRPr lang="en-IN"/>
          </a:p>
        </p:txBody>
      </p:sp>
      <p:pic>
        <p:nvPicPr>
          <p:cNvPr id="510" name="Image 10" descr="preencoded.png">
            <a:extLst>
              <a:ext uri="{FF2B5EF4-FFF2-40B4-BE49-F238E27FC236}">
                <a16:creationId xmlns:a16="http://schemas.microsoft.com/office/drawing/2014/main" id="{080E5EB3-C7D4-AB6D-094A-DAFC1394B10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793224" y="4032504"/>
            <a:ext cx="210312" cy="210312"/>
          </a:xfrm>
          <a:prstGeom prst="rect">
            <a:avLst/>
          </a:prstGeom>
        </p:spPr>
      </p:pic>
      <p:sp>
        <p:nvSpPr>
          <p:cNvPr id="515" name="Text 37">
            <a:extLst>
              <a:ext uri="{FF2B5EF4-FFF2-40B4-BE49-F238E27FC236}">
                <a16:creationId xmlns:a16="http://schemas.microsoft.com/office/drawing/2014/main" id="{B18980C0-25A9-2AAE-622B-72CCF6406137}"/>
              </a:ext>
            </a:extLst>
          </p:cNvPr>
          <p:cNvSpPr/>
          <p:nvPr/>
        </p:nvSpPr>
        <p:spPr>
          <a:xfrm>
            <a:off x="10104120" y="3986784"/>
            <a:ext cx="1371600" cy="274320"/>
          </a:xfrm>
          <a:prstGeom prst="rect">
            <a:avLst/>
          </a:prstGeom>
          <a:noFill/>
          <a:ln/>
        </p:spPr>
        <p:txBody>
          <a:bodyPr wrap="square" lIns="0" tIns="0" rIns="0" bIns="0" rtlCol="0" anchor="ctr">
            <a:normAutofit/>
          </a:bodyPr>
          <a:lstStyle/>
          <a:p>
            <a:pPr marL="0" indent="0" algn="ctr">
              <a:buNone/>
            </a:pPr>
            <a:r>
              <a:rPr lang="en-US" sz="820" b="1" dirty="0">
                <a:solidFill>
                  <a:srgbClr val="0B2739"/>
                </a:solidFill>
              </a:rPr>
              <a:t>APIs &amp; workflow templates</a:t>
            </a:r>
            <a:endParaRPr lang="en-US" sz="820" dirty="0"/>
          </a:p>
        </p:txBody>
      </p:sp>
      <p:sp>
        <p:nvSpPr>
          <p:cNvPr id="519" name="Text 38">
            <a:extLst>
              <a:ext uri="{FF2B5EF4-FFF2-40B4-BE49-F238E27FC236}">
                <a16:creationId xmlns:a16="http://schemas.microsoft.com/office/drawing/2014/main" id="{5973095D-6D10-7662-CB99-3F374360A9A2}"/>
              </a:ext>
            </a:extLst>
          </p:cNvPr>
          <p:cNvSpPr/>
          <p:nvPr/>
        </p:nvSpPr>
        <p:spPr>
          <a:xfrm>
            <a:off x="603504" y="4791456"/>
            <a:ext cx="2194560" cy="228600"/>
          </a:xfrm>
          <a:prstGeom prst="rect">
            <a:avLst/>
          </a:prstGeom>
          <a:noFill/>
          <a:ln/>
        </p:spPr>
        <p:txBody>
          <a:bodyPr wrap="square" lIns="0" tIns="0" rIns="0" bIns="0" rtlCol="0" anchor="ctr"/>
          <a:lstStyle/>
          <a:p>
            <a:pPr marL="0" indent="0">
              <a:buNone/>
            </a:pPr>
            <a:r>
              <a:rPr lang="en-US" sz="1100" b="1" dirty="0">
                <a:solidFill>
                  <a:srgbClr val="0B2739"/>
                </a:solidFill>
              </a:rPr>
              <a:t>Indicative programme outcomes</a:t>
            </a:r>
            <a:endParaRPr lang="en-US" sz="1100" dirty="0"/>
          </a:p>
        </p:txBody>
      </p:sp>
      <p:sp>
        <p:nvSpPr>
          <p:cNvPr id="523" name="Text 39">
            <a:extLst>
              <a:ext uri="{FF2B5EF4-FFF2-40B4-BE49-F238E27FC236}">
                <a16:creationId xmlns:a16="http://schemas.microsoft.com/office/drawing/2014/main" id="{EB2F90C5-C829-551C-089B-C317CB1B86AA}"/>
              </a:ext>
            </a:extLst>
          </p:cNvPr>
          <p:cNvSpPr/>
          <p:nvPr/>
        </p:nvSpPr>
        <p:spPr>
          <a:xfrm>
            <a:off x="2971800" y="4754880"/>
            <a:ext cx="1417320" cy="347472"/>
          </a:xfrm>
          <a:prstGeom prst="rect">
            <a:avLst/>
          </a:prstGeom>
          <a:noFill/>
          <a:ln/>
        </p:spPr>
        <p:txBody>
          <a:bodyPr wrap="square" lIns="0" tIns="0" rIns="0" bIns="0" rtlCol="0" anchor="ctr"/>
          <a:lstStyle/>
          <a:p>
            <a:pPr marL="0" indent="0" algn="ctr">
              <a:buNone/>
            </a:pPr>
            <a:r>
              <a:rPr lang="en-US" sz="1700" b="1" dirty="0">
                <a:solidFill>
                  <a:srgbClr val="86BC25"/>
                </a:solidFill>
              </a:rPr>
              <a:t>20+</a:t>
            </a:r>
            <a:endParaRPr lang="en-US" sz="1700" dirty="0"/>
          </a:p>
        </p:txBody>
      </p:sp>
      <p:sp>
        <p:nvSpPr>
          <p:cNvPr id="527" name="Text 40">
            <a:extLst>
              <a:ext uri="{FF2B5EF4-FFF2-40B4-BE49-F238E27FC236}">
                <a16:creationId xmlns:a16="http://schemas.microsoft.com/office/drawing/2014/main" id="{61217D6E-D692-EEE0-D759-3A36C60B7727}"/>
              </a:ext>
            </a:extLst>
          </p:cNvPr>
          <p:cNvSpPr/>
          <p:nvPr/>
        </p:nvSpPr>
        <p:spPr>
          <a:xfrm>
            <a:off x="2971800" y="5138928"/>
            <a:ext cx="1417320" cy="201168"/>
          </a:xfrm>
          <a:prstGeom prst="rect">
            <a:avLst/>
          </a:prstGeom>
          <a:noFill/>
          <a:ln/>
        </p:spPr>
        <p:txBody>
          <a:bodyPr wrap="square" lIns="0" tIns="0" rIns="0" bIns="0" rtlCol="0" anchor="ctr"/>
          <a:lstStyle/>
          <a:p>
            <a:pPr marL="0" indent="0" algn="ctr">
              <a:buNone/>
            </a:pPr>
            <a:r>
              <a:rPr lang="en-US" sz="780" b="1" dirty="0">
                <a:solidFill>
                  <a:srgbClr val="596875"/>
                </a:solidFill>
              </a:rPr>
              <a:t>Departments</a:t>
            </a:r>
            <a:endParaRPr lang="en-US" sz="780" dirty="0"/>
          </a:p>
        </p:txBody>
      </p:sp>
      <p:sp>
        <p:nvSpPr>
          <p:cNvPr id="530" name="Text 41">
            <a:extLst>
              <a:ext uri="{FF2B5EF4-FFF2-40B4-BE49-F238E27FC236}">
                <a16:creationId xmlns:a16="http://schemas.microsoft.com/office/drawing/2014/main" id="{AB570CEF-7659-1233-6312-47915376B387}"/>
              </a:ext>
            </a:extLst>
          </p:cNvPr>
          <p:cNvSpPr/>
          <p:nvPr/>
        </p:nvSpPr>
        <p:spPr>
          <a:xfrm>
            <a:off x="4636008" y="4754880"/>
            <a:ext cx="1417320" cy="347472"/>
          </a:xfrm>
          <a:prstGeom prst="rect">
            <a:avLst/>
          </a:prstGeom>
          <a:noFill/>
          <a:ln/>
        </p:spPr>
        <p:txBody>
          <a:bodyPr wrap="square" lIns="0" tIns="0" rIns="0" bIns="0" rtlCol="0" anchor="ctr"/>
          <a:lstStyle/>
          <a:p>
            <a:pPr marL="0" indent="0" algn="ctr">
              <a:buNone/>
            </a:pPr>
            <a:r>
              <a:rPr lang="en-US" sz="1700" b="1" dirty="0">
                <a:solidFill>
                  <a:srgbClr val="F28C28"/>
                </a:solidFill>
              </a:rPr>
              <a:t>20</a:t>
            </a:r>
            <a:endParaRPr lang="en-US" sz="1700" dirty="0"/>
          </a:p>
        </p:txBody>
      </p:sp>
      <p:sp>
        <p:nvSpPr>
          <p:cNvPr id="535" name="Text 42">
            <a:extLst>
              <a:ext uri="{FF2B5EF4-FFF2-40B4-BE49-F238E27FC236}">
                <a16:creationId xmlns:a16="http://schemas.microsoft.com/office/drawing/2014/main" id="{C1A79D8E-4E4E-B3B9-3A9E-1406850DBFBE}"/>
              </a:ext>
            </a:extLst>
          </p:cNvPr>
          <p:cNvSpPr/>
          <p:nvPr/>
        </p:nvSpPr>
        <p:spPr>
          <a:xfrm>
            <a:off x="4636008" y="5138928"/>
            <a:ext cx="1417320" cy="201168"/>
          </a:xfrm>
          <a:prstGeom prst="rect">
            <a:avLst/>
          </a:prstGeom>
          <a:noFill/>
          <a:ln/>
        </p:spPr>
        <p:txBody>
          <a:bodyPr wrap="square" lIns="0" tIns="0" rIns="0" bIns="0" rtlCol="0" anchor="ctr"/>
          <a:lstStyle/>
          <a:p>
            <a:pPr marL="0" indent="0" algn="ctr">
              <a:buNone/>
            </a:pPr>
            <a:r>
              <a:rPr lang="en-US" sz="780" b="1" dirty="0">
                <a:solidFill>
                  <a:srgbClr val="596875"/>
                </a:solidFill>
              </a:rPr>
              <a:t>AI models</a:t>
            </a:r>
            <a:endParaRPr lang="en-US" sz="780" dirty="0"/>
          </a:p>
        </p:txBody>
      </p:sp>
      <p:sp>
        <p:nvSpPr>
          <p:cNvPr id="539" name="Text 43">
            <a:extLst>
              <a:ext uri="{FF2B5EF4-FFF2-40B4-BE49-F238E27FC236}">
                <a16:creationId xmlns:a16="http://schemas.microsoft.com/office/drawing/2014/main" id="{C7E54471-189C-0AF7-AF28-B591F6045DF2}"/>
              </a:ext>
            </a:extLst>
          </p:cNvPr>
          <p:cNvSpPr/>
          <p:nvPr/>
        </p:nvSpPr>
        <p:spPr>
          <a:xfrm>
            <a:off x="6300216" y="4754880"/>
            <a:ext cx="1417320" cy="347472"/>
          </a:xfrm>
          <a:prstGeom prst="rect">
            <a:avLst/>
          </a:prstGeom>
          <a:noFill/>
          <a:ln/>
        </p:spPr>
        <p:txBody>
          <a:bodyPr wrap="square" lIns="0" tIns="0" rIns="0" bIns="0" rtlCol="0" anchor="ctr"/>
          <a:lstStyle/>
          <a:p>
            <a:pPr marL="0" indent="0" algn="ctr">
              <a:buNone/>
            </a:pPr>
            <a:r>
              <a:rPr lang="en-US" sz="1700" b="1" dirty="0">
                <a:solidFill>
                  <a:srgbClr val="007CB0"/>
                </a:solidFill>
              </a:rPr>
              <a:t>5,000+</a:t>
            </a:r>
            <a:endParaRPr lang="en-US" sz="1700" dirty="0"/>
          </a:p>
        </p:txBody>
      </p:sp>
      <p:sp>
        <p:nvSpPr>
          <p:cNvPr id="543" name="Text 44">
            <a:extLst>
              <a:ext uri="{FF2B5EF4-FFF2-40B4-BE49-F238E27FC236}">
                <a16:creationId xmlns:a16="http://schemas.microsoft.com/office/drawing/2014/main" id="{D06E37C8-C6B4-6A0F-9212-B8FBB3891250}"/>
              </a:ext>
            </a:extLst>
          </p:cNvPr>
          <p:cNvSpPr/>
          <p:nvPr/>
        </p:nvSpPr>
        <p:spPr>
          <a:xfrm>
            <a:off x="6300216" y="5138928"/>
            <a:ext cx="1417320" cy="201168"/>
          </a:xfrm>
          <a:prstGeom prst="rect">
            <a:avLst/>
          </a:prstGeom>
          <a:noFill/>
          <a:ln/>
        </p:spPr>
        <p:txBody>
          <a:bodyPr wrap="square" lIns="0" tIns="0" rIns="0" bIns="0" rtlCol="0" anchor="ctr"/>
          <a:lstStyle/>
          <a:p>
            <a:pPr marL="0" indent="0" algn="ctr">
              <a:buNone/>
            </a:pPr>
            <a:r>
              <a:rPr lang="en-US" sz="780" b="1" dirty="0">
                <a:solidFill>
                  <a:srgbClr val="596875"/>
                </a:solidFill>
              </a:rPr>
              <a:t>People trained</a:t>
            </a:r>
            <a:endParaRPr lang="en-US" sz="780" dirty="0"/>
          </a:p>
        </p:txBody>
      </p:sp>
      <p:sp>
        <p:nvSpPr>
          <p:cNvPr id="547" name="Text 45">
            <a:extLst>
              <a:ext uri="{FF2B5EF4-FFF2-40B4-BE49-F238E27FC236}">
                <a16:creationId xmlns:a16="http://schemas.microsoft.com/office/drawing/2014/main" id="{6C3BBE6C-41A5-A5C3-382B-70298CF0C914}"/>
              </a:ext>
            </a:extLst>
          </p:cNvPr>
          <p:cNvSpPr/>
          <p:nvPr/>
        </p:nvSpPr>
        <p:spPr>
          <a:xfrm>
            <a:off x="7964424" y="4754880"/>
            <a:ext cx="1417320" cy="347472"/>
          </a:xfrm>
          <a:prstGeom prst="rect">
            <a:avLst/>
          </a:prstGeom>
          <a:noFill/>
          <a:ln/>
        </p:spPr>
        <p:txBody>
          <a:bodyPr wrap="square" lIns="0" tIns="0" rIns="0" bIns="0" rtlCol="0" anchor="ctr"/>
          <a:lstStyle/>
          <a:p>
            <a:pPr marL="0" indent="0" algn="ctr">
              <a:buNone/>
            </a:pPr>
            <a:r>
              <a:rPr lang="en-US" sz="1700" b="1" dirty="0">
                <a:solidFill>
                  <a:srgbClr val="86BC25"/>
                </a:solidFill>
              </a:rPr>
              <a:t>10</a:t>
            </a:r>
            <a:endParaRPr lang="en-US" sz="1700" dirty="0"/>
          </a:p>
        </p:txBody>
      </p:sp>
      <p:sp>
        <p:nvSpPr>
          <p:cNvPr id="551" name="Text 46">
            <a:extLst>
              <a:ext uri="{FF2B5EF4-FFF2-40B4-BE49-F238E27FC236}">
                <a16:creationId xmlns:a16="http://schemas.microsoft.com/office/drawing/2014/main" id="{6F3A9FA1-BDBB-DA1D-1911-968E8583897D}"/>
              </a:ext>
            </a:extLst>
          </p:cNvPr>
          <p:cNvSpPr/>
          <p:nvPr/>
        </p:nvSpPr>
        <p:spPr>
          <a:xfrm>
            <a:off x="7964424" y="5138928"/>
            <a:ext cx="1417320" cy="201168"/>
          </a:xfrm>
          <a:prstGeom prst="rect">
            <a:avLst/>
          </a:prstGeom>
          <a:noFill/>
          <a:ln/>
        </p:spPr>
        <p:txBody>
          <a:bodyPr wrap="square" lIns="0" tIns="0" rIns="0" bIns="0" rtlCol="0" anchor="ctr"/>
          <a:lstStyle/>
          <a:p>
            <a:pPr marL="0" indent="0" algn="ctr">
              <a:buNone/>
            </a:pPr>
            <a:r>
              <a:rPr lang="en-US" sz="780" b="1" dirty="0">
                <a:solidFill>
                  <a:srgbClr val="596875"/>
                </a:solidFill>
              </a:rPr>
              <a:t>Startups</a:t>
            </a:r>
            <a:endParaRPr lang="en-US" sz="780" dirty="0"/>
          </a:p>
        </p:txBody>
      </p:sp>
      <p:sp>
        <p:nvSpPr>
          <p:cNvPr id="554" name="Text 47">
            <a:extLst>
              <a:ext uri="{FF2B5EF4-FFF2-40B4-BE49-F238E27FC236}">
                <a16:creationId xmlns:a16="http://schemas.microsoft.com/office/drawing/2014/main" id="{F29AAA69-1617-D379-3D7C-6A10A3E7D441}"/>
              </a:ext>
            </a:extLst>
          </p:cNvPr>
          <p:cNvSpPr/>
          <p:nvPr/>
        </p:nvSpPr>
        <p:spPr>
          <a:xfrm>
            <a:off x="9628632" y="4754880"/>
            <a:ext cx="1417320" cy="347472"/>
          </a:xfrm>
          <a:prstGeom prst="rect">
            <a:avLst/>
          </a:prstGeom>
          <a:noFill/>
          <a:ln/>
        </p:spPr>
        <p:txBody>
          <a:bodyPr wrap="square" lIns="0" tIns="0" rIns="0" bIns="0" rtlCol="0" anchor="ctr"/>
          <a:lstStyle/>
          <a:p>
            <a:pPr marL="0" indent="0" algn="ctr">
              <a:buNone/>
            </a:pPr>
            <a:r>
              <a:rPr lang="en-US" sz="1700" b="1" dirty="0">
                <a:solidFill>
                  <a:srgbClr val="007CB0"/>
                </a:solidFill>
              </a:rPr>
              <a:t>20</a:t>
            </a:r>
            <a:endParaRPr lang="en-US" sz="1700" dirty="0"/>
          </a:p>
        </p:txBody>
      </p:sp>
      <p:sp>
        <p:nvSpPr>
          <p:cNvPr id="557" name="Text 48">
            <a:extLst>
              <a:ext uri="{FF2B5EF4-FFF2-40B4-BE49-F238E27FC236}">
                <a16:creationId xmlns:a16="http://schemas.microsoft.com/office/drawing/2014/main" id="{4C288AAB-6FBC-4C8C-4BF8-FB92A0A50CE8}"/>
              </a:ext>
            </a:extLst>
          </p:cNvPr>
          <p:cNvSpPr/>
          <p:nvPr/>
        </p:nvSpPr>
        <p:spPr>
          <a:xfrm>
            <a:off x="9628632" y="5138928"/>
            <a:ext cx="1417320" cy="201168"/>
          </a:xfrm>
          <a:prstGeom prst="rect">
            <a:avLst/>
          </a:prstGeom>
          <a:noFill/>
          <a:ln/>
        </p:spPr>
        <p:txBody>
          <a:bodyPr wrap="square" lIns="0" tIns="0" rIns="0" bIns="0" rtlCol="0" anchor="ctr"/>
          <a:lstStyle/>
          <a:p>
            <a:pPr marL="0" indent="0" algn="ctr">
              <a:buNone/>
            </a:pPr>
            <a:r>
              <a:rPr lang="en-US" sz="780" b="1" dirty="0">
                <a:solidFill>
                  <a:srgbClr val="596875"/>
                </a:solidFill>
              </a:rPr>
              <a:t>Partnerships</a:t>
            </a:r>
            <a:endParaRPr lang="en-US" sz="780" dirty="0"/>
          </a:p>
        </p:txBody>
      </p:sp>
      <p:sp>
        <p:nvSpPr>
          <p:cNvPr id="559" name="Shape 49">
            <a:extLst>
              <a:ext uri="{FF2B5EF4-FFF2-40B4-BE49-F238E27FC236}">
                <a16:creationId xmlns:a16="http://schemas.microsoft.com/office/drawing/2014/main" id="{FD06C628-685B-E7C1-7079-87D20FDC2A87}"/>
              </a:ext>
            </a:extLst>
          </p:cNvPr>
          <p:cNvSpPr/>
          <p:nvPr/>
        </p:nvSpPr>
        <p:spPr>
          <a:xfrm>
            <a:off x="594360" y="5650992"/>
            <a:ext cx="10771632" cy="438912"/>
          </a:xfrm>
          <a:prstGeom prst="roundRect">
            <a:avLst>
              <a:gd name="adj" fmla="val 12500"/>
            </a:avLst>
          </a:prstGeom>
          <a:solidFill>
            <a:srgbClr val="0B2739"/>
          </a:solidFill>
          <a:ln w="12700">
            <a:solidFill>
              <a:srgbClr val="0B2739"/>
            </a:solidFill>
            <a:prstDash val="solid"/>
          </a:ln>
        </p:spPr>
        <p:txBody>
          <a:bodyPr/>
          <a:lstStyle/>
          <a:p>
            <a:endParaRPr lang="en-IN"/>
          </a:p>
        </p:txBody>
      </p:sp>
      <p:sp>
        <p:nvSpPr>
          <p:cNvPr id="561" name="Text 50">
            <a:extLst>
              <a:ext uri="{FF2B5EF4-FFF2-40B4-BE49-F238E27FC236}">
                <a16:creationId xmlns:a16="http://schemas.microsoft.com/office/drawing/2014/main" id="{76528B70-B631-88A9-15BB-332FC13F6FBC}"/>
              </a:ext>
            </a:extLst>
          </p:cNvPr>
          <p:cNvSpPr/>
          <p:nvPr/>
        </p:nvSpPr>
        <p:spPr>
          <a:xfrm>
            <a:off x="822960" y="5788152"/>
            <a:ext cx="1234440" cy="155448"/>
          </a:xfrm>
          <a:prstGeom prst="rect">
            <a:avLst/>
          </a:prstGeom>
          <a:noFill/>
          <a:ln/>
        </p:spPr>
        <p:txBody>
          <a:bodyPr wrap="square" lIns="0" tIns="0" rIns="0" bIns="0" rtlCol="0" anchor="ctr"/>
          <a:lstStyle/>
          <a:p>
            <a:pPr marL="0" indent="0">
              <a:buNone/>
            </a:pPr>
            <a:r>
              <a:rPr lang="en-US" sz="750" b="1" dirty="0">
                <a:solidFill>
                  <a:srgbClr val="86BC25"/>
                </a:solidFill>
              </a:rPr>
              <a:t>OUR PRINCIPLE</a:t>
            </a:r>
            <a:endParaRPr lang="en-US" sz="750" dirty="0"/>
          </a:p>
        </p:txBody>
      </p:sp>
      <p:sp>
        <p:nvSpPr>
          <p:cNvPr id="563" name="Text 51">
            <a:extLst>
              <a:ext uri="{FF2B5EF4-FFF2-40B4-BE49-F238E27FC236}">
                <a16:creationId xmlns:a16="http://schemas.microsoft.com/office/drawing/2014/main" id="{E0CB68FA-0C67-7055-970E-97302D4E6A9A}"/>
              </a:ext>
            </a:extLst>
          </p:cNvPr>
          <p:cNvSpPr/>
          <p:nvPr/>
        </p:nvSpPr>
        <p:spPr>
          <a:xfrm>
            <a:off x="2148840" y="5742432"/>
            <a:ext cx="8732520" cy="219456"/>
          </a:xfrm>
          <a:prstGeom prst="rect">
            <a:avLst/>
          </a:prstGeom>
          <a:noFill/>
          <a:ln/>
        </p:spPr>
        <p:txBody>
          <a:bodyPr wrap="square" lIns="0" tIns="0" rIns="0" bIns="0" rtlCol="0" anchor="ctr"/>
          <a:lstStyle/>
          <a:p>
            <a:pPr marL="0" indent="0" algn="ctr">
              <a:buNone/>
            </a:pPr>
            <a:r>
              <a:rPr lang="en-US" sz="1150" b="1" dirty="0">
                <a:solidFill>
                  <a:srgbClr val="FFFFFF"/>
                </a:solidFill>
              </a:rPr>
              <a:t>Every PoC must have a path to Pilot  |  Every Pilot must have a path to Scale</a:t>
            </a:r>
            <a:endParaRPr lang="en-US" sz="1150" dirty="0"/>
          </a:p>
        </p:txBody>
      </p:sp>
      <p:sp>
        <p:nvSpPr>
          <p:cNvPr id="565" name="Text 2">
            <a:extLst>
              <a:ext uri="{FF2B5EF4-FFF2-40B4-BE49-F238E27FC236}">
                <a16:creationId xmlns:a16="http://schemas.microsoft.com/office/drawing/2014/main" id="{BF4025B8-9C84-0AD9-713F-18BA5E067D06}"/>
              </a:ext>
            </a:extLst>
          </p:cNvPr>
          <p:cNvSpPr/>
          <p:nvPr/>
        </p:nvSpPr>
        <p:spPr>
          <a:xfrm>
            <a:off x="484632" y="749808"/>
            <a:ext cx="10698480" cy="256032"/>
          </a:xfrm>
          <a:prstGeom prst="rect">
            <a:avLst/>
          </a:prstGeom>
          <a:noFill/>
          <a:ln/>
        </p:spPr>
        <p:txBody>
          <a:bodyPr wrap="square" lIns="0" tIns="0" rIns="0" bIns="0" rtlCol="0" anchor="ctr"/>
          <a:lstStyle/>
          <a:p>
            <a:pPr marL="0" indent="0">
              <a:buNone/>
            </a:pPr>
            <a:r>
              <a:rPr lang="en-US" sz="1050" dirty="0">
                <a:solidFill>
                  <a:srgbClr val="596875"/>
                </a:solidFill>
              </a:rPr>
              <a:t>A disciplined pathway to identify high-value ideas, prove them safely and scale only what works</a:t>
            </a:r>
            <a:endParaRPr lang="en-US" sz="1050" dirty="0"/>
          </a:p>
        </p:txBody>
      </p:sp>
      <p:grpSp>
        <p:nvGrpSpPr>
          <p:cNvPr id="566" name="Group 565">
            <a:extLst>
              <a:ext uri="{FF2B5EF4-FFF2-40B4-BE49-F238E27FC236}">
                <a16:creationId xmlns:a16="http://schemas.microsoft.com/office/drawing/2014/main" id="{A24906F0-58FA-F469-BF9C-307D7F3707C1}"/>
              </a:ext>
            </a:extLst>
          </p:cNvPr>
          <p:cNvGrpSpPr/>
          <p:nvPr/>
        </p:nvGrpSpPr>
        <p:grpSpPr>
          <a:xfrm>
            <a:off x="0" y="414357"/>
            <a:ext cx="5752976" cy="151621"/>
            <a:chOff x="0" y="786578"/>
            <a:chExt cx="5752976" cy="151621"/>
          </a:xfrm>
        </p:grpSpPr>
        <p:cxnSp>
          <p:nvCxnSpPr>
            <p:cNvPr id="568" name="Straight Connector 567">
              <a:extLst>
                <a:ext uri="{FF2B5EF4-FFF2-40B4-BE49-F238E27FC236}">
                  <a16:creationId xmlns:a16="http://schemas.microsoft.com/office/drawing/2014/main" id="{37B0A13C-4BDE-D768-2316-292B972C037A}"/>
                </a:ext>
              </a:extLst>
            </p:cNvPr>
            <p:cNvCxnSpPr>
              <a:cxnSpLocks/>
            </p:cNvCxnSpPr>
            <p:nvPr/>
          </p:nvCxnSpPr>
          <p:spPr>
            <a:xfrm>
              <a:off x="0" y="862388"/>
              <a:ext cx="5673213" cy="0"/>
            </a:xfrm>
            <a:prstGeom prst="line">
              <a:avLst/>
            </a:prstGeom>
            <a:ln>
              <a:solidFill>
                <a:srgbClr val="92D050"/>
              </a:solidFill>
            </a:ln>
          </p:spPr>
          <p:style>
            <a:lnRef idx="2">
              <a:schemeClr val="accent1"/>
            </a:lnRef>
            <a:fillRef idx="0">
              <a:schemeClr val="accent1"/>
            </a:fillRef>
            <a:effectRef idx="1">
              <a:schemeClr val="accent1"/>
            </a:effectRef>
            <a:fontRef idx="minor">
              <a:schemeClr val="tx1"/>
            </a:fontRef>
          </p:style>
        </p:cxnSp>
        <p:sp>
          <p:nvSpPr>
            <p:cNvPr id="570" name="Diamond 569">
              <a:extLst>
                <a:ext uri="{FF2B5EF4-FFF2-40B4-BE49-F238E27FC236}">
                  <a16:creationId xmlns:a16="http://schemas.microsoft.com/office/drawing/2014/main" id="{0C8E26B1-C226-D909-C797-3F139F774DC8}"/>
                </a:ext>
              </a:extLst>
            </p:cNvPr>
            <p:cNvSpPr/>
            <p:nvPr/>
          </p:nvSpPr>
          <p:spPr>
            <a:xfrm>
              <a:off x="5661536" y="786578"/>
              <a:ext cx="91440" cy="151621"/>
            </a:xfrm>
            <a:prstGeom prst="diamond">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1511875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B2739"/>
        </a:solidFill>
        <a:effectLst/>
      </p:bgPr>
    </p:bg>
    <p:spTree>
      <p:nvGrpSpPr>
        <p:cNvPr id="1" name="">
          <a:extLst>
            <a:ext uri="{FF2B5EF4-FFF2-40B4-BE49-F238E27FC236}">
              <a16:creationId xmlns:a16="http://schemas.microsoft.com/office/drawing/2014/main" id="{B4EB6EF4-AD48-06B0-ABBF-92B2B03FD7E3}"/>
            </a:ext>
          </a:extLst>
        </p:cNvPr>
        <p:cNvGrpSpPr/>
        <p:nvPr/>
      </p:nvGrpSpPr>
      <p:grpSpPr>
        <a:xfrm>
          <a:off x="0" y="0"/>
          <a:ext cx="1" cy="1"/>
          <a:chOff x="0" y="0"/>
          <a:chExt cx="1" cy="1"/>
        </a:xfrm>
      </p:grpSpPr>
      <p:pic>
        <p:nvPicPr>
          <p:cNvPr id="2" name="Image 0" descr="/mnt/data/1521c48b23.png">
            <a:extLst>
              <a:ext uri="{FF2B5EF4-FFF2-40B4-BE49-F238E27FC236}">
                <a16:creationId xmlns:a16="http://schemas.microsoft.com/office/drawing/2014/main" id="{F274572C-A4F8-F6F5-4312-5A8754CA6099}"/>
              </a:ext>
            </a:extLst>
          </p:cNvPr>
          <p:cNvPicPr>
            <a:picLocks noChangeAspect="1"/>
          </p:cNvPicPr>
          <p:nvPr/>
        </p:nvPicPr>
        <p:blipFill>
          <a:blip r:embed="rId3"/>
          <a:srcRect l="20756" r="20756"/>
          <a:stretch/>
        </p:blipFill>
        <p:spPr>
          <a:xfrm>
            <a:off x="6172200" y="0"/>
            <a:ext cx="6016752" cy="6858000"/>
          </a:xfrm>
          <a:prstGeom prst="rect">
            <a:avLst/>
          </a:prstGeom>
        </p:spPr>
      </p:pic>
      <p:sp>
        <p:nvSpPr>
          <p:cNvPr id="3" name="Shape 0">
            <a:extLst>
              <a:ext uri="{FF2B5EF4-FFF2-40B4-BE49-F238E27FC236}">
                <a16:creationId xmlns:a16="http://schemas.microsoft.com/office/drawing/2014/main" id="{06EEAF09-DFAE-8DD6-CD6C-92F6D462E8FE}"/>
              </a:ext>
            </a:extLst>
          </p:cNvPr>
          <p:cNvSpPr/>
          <p:nvPr/>
        </p:nvSpPr>
        <p:spPr>
          <a:xfrm>
            <a:off x="5806440" y="0"/>
            <a:ext cx="1188720" cy="6858000"/>
          </a:xfrm>
          <a:prstGeom prst="rect">
            <a:avLst/>
          </a:prstGeom>
          <a:solidFill>
            <a:srgbClr val="0B2739">
              <a:alpha val="80000"/>
            </a:srgbClr>
          </a:solidFill>
          <a:ln w="12700">
            <a:solidFill>
              <a:srgbClr val="0B27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1">
            <a:extLst>
              <a:ext uri="{FF2B5EF4-FFF2-40B4-BE49-F238E27FC236}">
                <a16:creationId xmlns:a16="http://schemas.microsoft.com/office/drawing/2014/main" id="{A9E287F0-3B7A-A94D-3A74-957660417660}"/>
              </a:ext>
            </a:extLst>
          </p:cNvPr>
          <p:cNvSpPr/>
          <p:nvPr/>
        </p:nvSpPr>
        <p:spPr>
          <a:xfrm>
            <a:off x="658368" y="2857500"/>
            <a:ext cx="5074920" cy="1143000"/>
          </a:xfrm>
          <a:prstGeom prst="rect">
            <a:avLst/>
          </a:prstGeom>
          <a:noFill/>
          <a:ln/>
        </p:spPr>
        <p:txBody>
          <a:bodyPr wrap="square" lIns="0" tIns="0" rIns="0" bIns="0" rtlCol="0" anchor="ct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2000" b="1" i="1" u="none" strike="noStrike" kern="1200" cap="none" spc="0" normalizeH="0" baseline="0" noProof="0" dirty="0">
                <a:ln>
                  <a:noFill/>
                </a:ln>
                <a:solidFill>
                  <a:prstClr val="white"/>
                </a:solidFill>
                <a:effectLst/>
                <a:uLnTx/>
                <a:uFillTx/>
                <a:latin typeface="Aptos"/>
                <a:ea typeface="+mn-ea"/>
                <a:cs typeface="+mn-cs"/>
              </a:rPr>
              <a:t>Part C</a:t>
            </a:r>
          </a:p>
          <a:p>
            <a:pPr marL="0" marR="0" lvl="0" indent="0" algn="l" defTabSz="914400" rtl="0" eaLnBrk="1" fontAlgn="auto" latinLnBrk="0" hangingPunct="1">
              <a:lnSpc>
                <a:spcPct val="90000"/>
              </a:lnSpc>
              <a:spcBef>
                <a:spcPct val="0"/>
              </a:spcBef>
              <a:spcAft>
                <a:spcPts val="600"/>
              </a:spcAft>
              <a:buClrTx/>
              <a:buSzTx/>
              <a:buFontTx/>
              <a:buNone/>
              <a:tabLst/>
              <a:defRPr/>
            </a:pPr>
            <a:endParaRPr kumimoji="0" lang="en-US" sz="2000" b="1" i="1" u="none" strike="noStrike" kern="1200" cap="none" spc="0" normalizeH="0" baseline="0" noProof="0" dirty="0">
              <a:ln>
                <a:noFill/>
              </a:ln>
              <a:solidFill>
                <a:prstClr val="white"/>
              </a:solidFill>
              <a:effectLst/>
              <a:uLnTx/>
              <a:uFillTx/>
              <a:latin typeface="Aptos"/>
              <a:ea typeface="+mn-ea"/>
              <a:cs typeface="+mn-cs"/>
            </a:endParaRPr>
          </a:p>
          <a:p>
            <a:pPr marL="0" marR="0" lvl="0" indent="0" algn="l" defTabSz="914400" rtl="0" eaLnBrk="1" fontAlgn="auto" latinLnBrk="0" hangingPunct="1">
              <a:lnSpc>
                <a:spcPct val="90000"/>
              </a:lnSpc>
              <a:spcBef>
                <a:spcPct val="0"/>
              </a:spcBef>
              <a:spcAft>
                <a:spcPts val="600"/>
              </a:spcAft>
              <a:buClrTx/>
              <a:buSzTx/>
              <a:buFontTx/>
              <a:buNone/>
              <a:tabLst/>
              <a:defRPr/>
            </a:pPr>
            <a:r>
              <a:rPr lang="en-US" sz="3200" b="1" dirty="0">
                <a:solidFill>
                  <a:prstClr val="white"/>
                </a:solidFill>
                <a:latin typeface="Aptos"/>
              </a:rPr>
              <a:t>Sikkim Specific AI use cases</a:t>
            </a:r>
          </a:p>
        </p:txBody>
      </p:sp>
      <p:sp>
        <p:nvSpPr>
          <p:cNvPr id="5" name="Shape 2">
            <a:extLst>
              <a:ext uri="{FF2B5EF4-FFF2-40B4-BE49-F238E27FC236}">
                <a16:creationId xmlns:a16="http://schemas.microsoft.com/office/drawing/2014/main" id="{8EF20352-5FD7-2B2B-84EA-D2E2ABBF7581}"/>
              </a:ext>
            </a:extLst>
          </p:cNvPr>
          <p:cNvSpPr/>
          <p:nvPr/>
        </p:nvSpPr>
        <p:spPr>
          <a:xfrm>
            <a:off x="658368" y="2976753"/>
            <a:ext cx="1005840" cy="1"/>
          </a:xfrm>
          <a:prstGeom prst="line">
            <a:avLst/>
          </a:prstGeom>
          <a:noFill/>
          <a:ln w="50800">
            <a:solidFill>
              <a:srgbClr val="86BC2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23858869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C4B40-72E7-CFE8-471D-126D70D9BBAF}"/>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96286E75-373C-2C94-4347-312BF8AA3C7A}"/>
              </a:ext>
            </a:extLst>
          </p:cNvPr>
          <p:cNvGrpSpPr/>
          <p:nvPr/>
        </p:nvGrpSpPr>
        <p:grpSpPr>
          <a:xfrm>
            <a:off x="0" y="414357"/>
            <a:ext cx="5752976" cy="151621"/>
            <a:chOff x="0" y="786578"/>
            <a:chExt cx="5752976" cy="151621"/>
          </a:xfrm>
        </p:grpSpPr>
        <p:cxnSp>
          <p:nvCxnSpPr>
            <p:cNvPr id="4" name="Straight Connector 3">
              <a:extLst>
                <a:ext uri="{FF2B5EF4-FFF2-40B4-BE49-F238E27FC236}">
                  <a16:creationId xmlns:a16="http://schemas.microsoft.com/office/drawing/2014/main" id="{1251F6A9-A1CE-8572-FDB7-3D0911FD7E34}"/>
                </a:ext>
              </a:extLst>
            </p:cNvPr>
            <p:cNvCxnSpPr>
              <a:cxnSpLocks/>
            </p:cNvCxnSpPr>
            <p:nvPr/>
          </p:nvCxnSpPr>
          <p:spPr>
            <a:xfrm>
              <a:off x="0" y="862388"/>
              <a:ext cx="5673213" cy="0"/>
            </a:xfrm>
            <a:prstGeom prst="line">
              <a:avLst/>
            </a:prstGeom>
            <a:ln>
              <a:solidFill>
                <a:srgbClr val="92D050"/>
              </a:solidFill>
            </a:ln>
          </p:spPr>
          <p:style>
            <a:lnRef idx="2">
              <a:schemeClr val="accent1"/>
            </a:lnRef>
            <a:fillRef idx="0">
              <a:schemeClr val="accent1"/>
            </a:fillRef>
            <a:effectRef idx="1">
              <a:schemeClr val="accent1"/>
            </a:effectRef>
            <a:fontRef idx="minor">
              <a:schemeClr val="tx1"/>
            </a:fontRef>
          </p:style>
        </p:cxnSp>
        <p:sp>
          <p:nvSpPr>
            <p:cNvPr id="6" name="Diamond 5">
              <a:extLst>
                <a:ext uri="{FF2B5EF4-FFF2-40B4-BE49-F238E27FC236}">
                  <a16:creationId xmlns:a16="http://schemas.microsoft.com/office/drawing/2014/main" id="{BE056E75-F5BA-45B4-8904-0A93CA602582}"/>
                </a:ext>
              </a:extLst>
            </p:cNvPr>
            <p:cNvSpPr/>
            <p:nvPr/>
          </p:nvSpPr>
          <p:spPr>
            <a:xfrm>
              <a:off x="5661536" y="786578"/>
              <a:ext cx="91440" cy="151621"/>
            </a:xfrm>
            <a:prstGeom prst="diamond">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extBox 1">
            <a:extLst>
              <a:ext uri="{FF2B5EF4-FFF2-40B4-BE49-F238E27FC236}">
                <a16:creationId xmlns:a16="http://schemas.microsoft.com/office/drawing/2014/main" id="{F94C7100-C8BA-A9A0-7EEB-176A2270D11A}"/>
              </a:ext>
            </a:extLst>
          </p:cNvPr>
          <p:cNvSpPr txBox="1"/>
          <p:nvPr/>
        </p:nvSpPr>
        <p:spPr>
          <a:xfrm>
            <a:off x="190499" y="19735"/>
            <a:ext cx="8562975" cy="400110"/>
          </a:xfrm>
          <a:prstGeom prst="rect">
            <a:avLst/>
          </a:prstGeom>
          <a:noFill/>
        </p:spPr>
        <p:txBody>
          <a:bodyPr wrap="square">
            <a:spAutoFit/>
          </a:bodyPr>
          <a:lstStyle/>
          <a:p>
            <a:r>
              <a:rPr lang="en-US" sz="2000" b="1" dirty="0"/>
              <a:t>AI Use Cases Ecosystem</a:t>
            </a:r>
            <a:endParaRPr lang="en-US" i="1" dirty="0"/>
          </a:p>
        </p:txBody>
      </p:sp>
      <p:sp>
        <p:nvSpPr>
          <p:cNvPr id="8" name="Shape 3">
            <a:extLst>
              <a:ext uri="{FF2B5EF4-FFF2-40B4-BE49-F238E27FC236}">
                <a16:creationId xmlns:a16="http://schemas.microsoft.com/office/drawing/2014/main" id="{C3AF7623-9EA9-0D44-B2C9-7B88FAF21792}"/>
              </a:ext>
            </a:extLst>
          </p:cNvPr>
          <p:cNvSpPr/>
          <p:nvPr/>
        </p:nvSpPr>
        <p:spPr>
          <a:xfrm>
            <a:off x="566928" y="719721"/>
            <a:ext cx="2560320" cy="2176272"/>
          </a:xfrm>
          <a:prstGeom prst="roundRect">
            <a:avLst>
              <a:gd name="adj" fmla="val 4202"/>
            </a:avLst>
          </a:prstGeom>
          <a:solidFill>
            <a:srgbClr val="FFFFFF"/>
          </a:solidFill>
          <a:ln w="12700">
            <a:solidFill>
              <a:srgbClr val="D8E2E7"/>
            </a:solidFill>
            <a:prstDash val="solid"/>
          </a:ln>
          <a:effectLst>
            <a:outerShdw blurRad="10795" dist="3556" dir="2700000" algn="bl" rotWithShape="0">
              <a:srgbClr val="000000">
                <a:alpha val="10000"/>
              </a:srgbClr>
            </a:outerShdw>
          </a:effectLst>
        </p:spPr>
        <p:txBody>
          <a:bodyPr/>
          <a:lstStyle/>
          <a:p>
            <a:endParaRPr lang="en-IN" sz="2000"/>
          </a:p>
        </p:txBody>
      </p:sp>
      <p:sp>
        <p:nvSpPr>
          <p:cNvPr id="10" name="Shape 4">
            <a:extLst>
              <a:ext uri="{FF2B5EF4-FFF2-40B4-BE49-F238E27FC236}">
                <a16:creationId xmlns:a16="http://schemas.microsoft.com/office/drawing/2014/main" id="{1C830E40-5E2F-A1F2-D566-189912A80891}"/>
              </a:ext>
            </a:extLst>
          </p:cNvPr>
          <p:cNvSpPr/>
          <p:nvPr/>
        </p:nvSpPr>
        <p:spPr>
          <a:xfrm>
            <a:off x="566928" y="719721"/>
            <a:ext cx="2560320" cy="100584"/>
          </a:xfrm>
          <a:prstGeom prst="rect">
            <a:avLst/>
          </a:prstGeom>
          <a:solidFill>
            <a:srgbClr val="43B02A"/>
          </a:solidFill>
          <a:ln w="12700">
            <a:solidFill>
              <a:srgbClr val="43B02A"/>
            </a:solidFill>
            <a:prstDash val="solid"/>
          </a:ln>
        </p:spPr>
        <p:txBody>
          <a:bodyPr/>
          <a:lstStyle/>
          <a:p>
            <a:endParaRPr lang="en-IN" sz="2000"/>
          </a:p>
        </p:txBody>
      </p:sp>
      <p:sp>
        <p:nvSpPr>
          <p:cNvPr id="12" name="Shape 5">
            <a:extLst>
              <a:ext uri="{FF2B5EF4-FFF2-40B4-BE49-F238E27FC236}">
                <a16:creationId xmlns:a16="http://schemas.microsoft.com/office/drawing/2014/main" id="{3F77449E-3360-F346-F0E3-A079C5DB47DB}"/>
              </a:ext>
            </a:extLst>
          </p:cNvPr>
          <p:cNvSpPr/>
          <p:nvPr/>
        </p:nvSpPr>
        <p:spPr>
          <a:xfrm>
            <a:off x="795528" y="1021473"/>
            <a:ext cx="640080" cy="640080"/>
          </a:xfrm>
          <a:prstGeom prst="ellipse">
            <a:avLst/>
          </a:prstGeom>
          <a:solidFill>
            <a:srgbClr val="43B02A"/>
          </a:solidFill>
          <a:ln w="12700">
            <a:solidFill>
              <a:srgbClr val="43B02A"/>
            </a:solidFill>
            <a:prstDash val="solid"/>
          </a:ln>
        </p:spPr>
        <p:txBody>
          <a:bodyPr/>
          <a:lstStyle/>
          <a:p>
            <a:endParaRPr lang="en-IN" sz="2000"/>
          </a:p>
        </p:txBody>
      </p:sp>
      <p:pic>
        <p:nvPicPr>
          <p:cNvPr id="14" name="Image 0" descr="preencoded.png">
            <a:extLst>
              <a:ext uri="{FF2B5EF4-FFF2-40B4-BE49-F238E27FC236}">
                <a16:creationId xmlns:a16="http://schemas.microsoft.com/office/drawing/2014/main" id="{56129E23-2801-6259-7294-C3045C801AC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7552" y="1213497"/>
            <a:ext cx="256032" cy="256032"/>
          </a:xfrm>
          <a:prstGeom prst="rect">
            <a:avLst/>
          </a:prstGeom>
        </p:spPr>
      </p:pic>
      <p:sp>
        <p:nvSpPr>
          <p:cNvPr id="16" name="Text 6">
            <a:extLst>
              <a:ext uri="{FF2B5EF4-FFF2-40B4-BE49-F238E27FC236}">
                <a16:creationId xmlns:a16="http://schemas.microsoft.com/office/drawing/2014/main" id="{CC029B3B-6D80-2A7F-A61C-2AFEEC9ED265}"/>
              </a:ext>
            </a:extLst>
          </p:cNvPr>
          <p:cNvSpPr/>
          <p:nvPr/>
        </p:nvSpPr>
        <p:spPr>
          <a:xfrm>
            <a:off x="2642616" y="994041"/>
            <a:ext cx="246888" cy="201168"/>
          </a:xfrm>
          <a:prstGeom prst="rect">
            <a:avLst/>
          </a:prstGeom>
          <a:noFill/>
          <a:ln/>
        </p:spPr>
        <p:txBody>
          <a:bodyPr wrap="square" lIns="0" tIns="0" rIns="0" bIns="0" rtlCol="0" anchor="ctr"/>
          <a:lstStyle/>
          <a:p>
            <a:pPr marL="0" indent="0" algn="r">
              <a:buNone/>
            </a:pPr>
            <a:r>
              <a:rPr lang="en-US" sz="1050" b="1" dirty="0">
                <a:solidFill>
                  <a:srgbClr val="43B02A"/>
                </a:solidFill>
              </a:rPr>
              <a:t>01</a:t>
            </a:r>
            <a:endParaRPr lang="en-US" sz="1050" dirty="0"/>
          </a:p>
        </p:txBody>
      </p:sp>
      <p:sp>
        <p:nvSpPr>
          <p:cNvPr id="18" name="Text 7">
            <a:extLst>
              <a:ext uri="{FF2B5EF4-FFF2-40B4-BE49-F238E27FC236}">
                <a16:creationId xmlns:a16="http://schemas.microsoft.com/office/drawing/2014/main" id="{40B95851-1594-85C5-BB44-8E15ABE221B8}"/>
              </a:ext>
            </a:extLst>
          </p:cNvPr>
          <p:cNvSpPr/>
          <p:nvPr/>
        </p:nvSpPr>
        <p:spPr>
          <a:xfrm>
            <a:off x="1179576" y="1263789"/>
            <a:ext cx="2103120" cy="283464"/>
          </a:xfrm>
          <a:prstGeom prst="rect">
            <a:avLst/>
          </a:prstGeom>
          <a:noFill/>
          <a:ln/>
        </p:spPr>
        <p:txBody>
          <a:bodyPr wrap="square" lIns="0" tIns="0" rIns="0" bIns="0" rtlCol="0" anchor="ctr"/>
          <a:lstStyle/>
          <a:p>
            <a:pPr marL="0" indent="0" algn="ctr">
              <a:buNone/>
            </a:pPr>
            <a:r>
              <a:rPr lang="en-US" b="1" dirty="0">
                <a:solidFill>
                  <a:srgbClr val="0B2739"/>
                </a:solidFill>
              </a:rPr>
              <a:t>Sense</a:t>
            </a:r>
            <a:endParaRPr lang="en-US" dirty="0"/>
          </a:p>
        </p:txBody>
      </p:sp>
      <p:sp>
        <p:nvSpPr>
          <p:cNvPr id="20" name="Text 8">
            <a:extLst>
              <a:ext uri="{FF2B5EF4-FFF2-40B4-BE49-F238E27FC236}">
                <a16:creationId xmlns:a16="http://schemas.microsoft.com/office/drawing/2014/main" id="{7D214644-32B8-5DF1-8E37-2CE2BD7552A2}"/>
              </a:ext>
            </a:extLst>
          </p:cNvPr>
          <p:cNvSpPr/>
          <p:nvPr/>
        </p:nvSpPr>
        <p:spPr>
          <a:xfrm>
            <a:off x="868680" y="2274201"/>
            <a:ext cx="1956816" cy="393192"/>
          </a:xfrm>
          <a:prstGeom prst="rect">
            <a:avLst/>
          </a:prstGeom>
          <a:noFill/>
          <a:ln/>
        </p:spPr>
        <p:txBody>
          <a:bodyPr wrap="square" lIns="0" tIns="0" rIns="0" bIns="0" rtlCol="0" anchor="ctr">
            <a:noAutofit/>
          </a:bodyPr>
          <a:lstStyle/>
          <a:p>
            <a:pPr marL="0" indent="0" algn="ctr">
              <a:buNone/>
            </a:pPr>
            <a:r>
              <a:rPr lang="en-US" sz="1050" dirty="0">
                <a:solidFill>
                  <a:srgbClr val="596875"/>
                </a:solidFill>
              </a:rPr>
              <a:t>Integrate authoritative data from weather, terrain, sensors, satellite imagery, roads, rivers and incident reports.</a:t>
            </a:r>
            <a:endParaRPr lang="en-US" sz="1050" dirty="0"/>
          </a:p>
        </p:txBody>
      </p:sp>
      <p:sp>
        <p:nvSpPr>
          <p:cNvPr id="22" name="Shape 9">
            <a:extLst>
              <a:ext uri="{FF2B5EF4-FFF2-40B4-BE49-F238E27FC236}">
                <a16:creationId xmlns:a16="http://schemas.microsoft.com/office/drawing/2014/main" id="{027E315B-2AAF-AD47-12D8-496C35F07223}"/>
              </a:ext>
            </a:extLst>
          </p:cNvPr>
          <p:cNvSpPr/>
          <p:nvPr/>
        </p:nvSpPr>
        <p:spPr>
          <a:xfrm>
            <a:off x="4818888" y="719721"/>
            <a:ext cx="2560320" cy="2176272"/>
          </a:xfrm>
          <a:prstGeom prst="roundRect">
            <a:avLst>
              <a:gd name="adj" fmla="val 4202"/>
            </a:avLst>
          </a:prstGeom>
          <a:solidFill>
            <a:srgbClr val="FFFFFF"/>
          </a:solidFill>
          <a:ln w="12700">
            <a:solidFill>
              <a:srgbClr val="D8E2E7"/>
            </a:solidFill>
            <a:prstDash val="solid"/>
          </a:ln>
          <a:effectLst>
            <a:outerShdw blurRad="10795" dist="3556" dir="2700000" algn="bl" rotWithShape="0">
              <a:srgbClr val="000000">
                <a:alpha val="10000"/>
              </a:srgbClr>
            </a:outerShdw>
          </a:effectLst>
        </p:spPr>
        <p:txBody>
          <a:bodyPr/>
          <a:lstStyle/>
          <a:p>
            <a:endParaRPr lang="en-IN" sz="2000"/>
          </a:p>
        </p:txBody>
      </p:sp>
      <p:sp>
        <p:nvSpPr>
          <p:cNvPr id="24" name="Shape 10">
            <a:extLst>
              <a:ext uri="{FF2B5EF4-FFF2-40B4-BE49-F238E27FC236}">
                <a16:creationId xmlns:a16="http://schemas.microsoft.com/office/drawing/2014/main" id="{8FD61A7E-C56F-5A2F-BD89-349D4D179F81}"/>
              </a:ext>
            </a:extLst>
          </p:cNvPr>
          <p:cNvSpPr/>
          <p:nvPr/>
        </p:nvSpPr>
        <p:spPr>
          <a:xfrm>
            <a:off x="4818888" y="719721"/>
            <a:ext cx="2560320" cy="100584"/>
          </a:xfrm>
          <a:prstGeom prst="rect">
            <a:avLst/>
          </a:prstGeom>
          <a:solidFill>
            <a:srgbClr val="25B5D8"/>
          </a:solidFill>
          <a:ln w="12700">
            <a:solidFill>
              <a:srgbClr val="25B5D8"/>
            </a:solidFill>
            <a:prstDash val="solid"/>
          </a:ln>
        </p:spPr>
        <p:txBody>
          <a:bodyPr/>
          <a:lstStyle/>
          <a:p>
            <a:endParaRPr lang="en-IN" sz="2000"/>
          </a:p>
        </p:txBody>
      </p:sp>
      <p:sp>
        <p:nvSpPr>
          <p:cNvPr id="26" name="Shape 11">
            <a:extLst>
              <a:ext uri="{FF2B5EF4-FFF2-40B4-BE49-F238E27FC236}">
                <a16:creationId xmlns:a16="http://schemas.microsoft.com/office/drawing/2014/main" id="{17D91AA6-9251-65B8-9059-ADFB6FF8F560}"/>
              </a:ext>
            </a:extLst>
          </p:cNvPr>
          <p:cNvSpPr/>
          <p:nvPr/>
        </p:nvSpPr>
        <p:spPr>
          <a:xfrm>
            <a:off x="5047488" y="1021473"/>
            <a:ext cx="640080" cy="640080"/>
          </a:xfrm>
          <a:prstGeom prst="ellipse">
            <a:avLst/>
          </a:prstGeom>
          <a:solidFill>
            <a:srgbClr val="25B5D8"/>
          </a:solidFill>
          <a:ln w="12700">
            <a:solidFill>
              <a:srgbClr val="25B5D8"/>
            </a:solidFill>
            <a:prstDash val="solid"/>
          </a:ln>
        </p:spPr>
        <p:txBody>
          <a:bodyPr/>
          <a:lstStyle/>
          <a:p>
            <a:endParaRPr lang="en-IN" sz="2000"/>
          </a:p>
        </p:txBody>
      </p:sp>
      <p:pic>
        <p:nvPicPr>
          <p:cNvPr id="28" name="Image 1" descr="preencoded.png">
            <a:extLst>
              <a:ext uri="{FF2B5EF4-FFF2-40B4-BE49-F238E27FC236}">
                <a16:creationId xmlns:a16="http://schemas.microsoft.com/office/drawing/2014/main" id="{133EBD4E-F5C7-9150-F954-8C1A1F12C39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39512" y="1213497"/>
            <a:ext cx="256032" cy="256032"/>
          </a:xfrm>
          <a:prstGeom prst="rect">
            <a:avLst/>
          </a:prstGeom>
        </p:spPr>
      </p:pic>
      <p:sp>
        <p:nvSpPr>
          <p:cNvPr id="30" name="Text 12">
            <a:extLst>
              <a:ext uri="{FF2B5EF4-FFF2-40B4-BE49-F238E27FC236}">
                <a16:creationId xmlns:a16="http://schemas.microsoft.com/office/drawing/2014/main" id="{7A7C8A3B-28DD-A4C6-5D7D-4FEC832DEA18}"/>
              </a:ext>
            </a:extLst>
          </p:cNvPr>
          <p:cNvSpPr/>
          <p:nvPr/>
        </p:nvSpPr>
        <p:spPr>
          <a:xfrm>
            <a:off x="6894576" y="994041"/>
            <a:ext cx="246888" cy="201168"/>
          </a:xfrm>
          <a:prstGeom prst="rect">
            <a:avLst/>
          </a:prstGeom>
          <a:noFill/>
          <a:ln/>
        </p:spPr>
        <p:txBody>
          <a:bodyPr wrap="square" lIns="0" tIns="0" rIns="0" bIns="0" rtlCol="0" anchor="ctr"/>
          <a:lstStyle/>
          <a:p>
            <a:pPr marL="0" indent="0" algn="r">
              <a:buNone/>
            </a:pPr>
            <a:r>
              <a:rPr lang="en-US" sz="1050" b="1" dirty="0">
                <a:solidFill>
                  <a:srgbClr val="25B5D8"/>
                </a:solidFill>
              </a:rPr>
              <a:t>02</a:t>
            </a:r>
            <a:endParaRPr lang="en-US" sz="1050" dirty="0"/>
          </a:p>
        </p:txBody>
      </p:sp>
      <p:sp>
        <p:nvSpPr>
          <p:cNvPr id="32" name="Text 13">
            <a:extLst>
              <a:ext uri="{FF2B5EF4-FFF2-40B4-BE49-F238E27FC236}">
                <a16:creationId xmlns:a16="http://schemas.microsoft.com/office/drawing/2014/main" id="{46586261-66A8-0AF4-C43A-AE2EB10D37AA}"/>
              </a:ext>
            </a:extLst>
          </p:cNvPr>
          <p:cNvSpPr/>
          <p:nvPr/>
        </p:nvSpPr>
        <p:spPr>
          <a:xfrm>
            <a:off x="5436108" y="1353353"/>
            <a:ext cx="2103120" cy="283464"/>
          </a:xfrm>
          <a:prstGeom prst="rect">
            <a:avLst/>
          </a:prstGeom>
          <a:noFill/>
          <a:ln/>
        </p:spPr>
        <p:txBody>
          <a:bodyPr wrap="square" lIns="0" tIns="0" rIns="0" bIns="0" rtlCol="0" anchor="ctr"/>
          <a:lstStyle/>
          <a:p>
            <a:pPr marL="0" indent="0" algn="ctr">
              <a:buNone/>
            </a:pPr>
            <a:r>
              <a:rPr lang="en-US" b="1" dirty="0">
                <a:solidFill>
                  <a:srgbClr val="0B2739"/>
                </a:solidFill>
              </a:rPr>
              <a:t>Understand &amp; predict</a:t>
            </a:r>
            <a:endParaRPr lang="en-US" dirty="0"/>
          </a:p>
        </p:txBody>
      </p:sp>
      <p:sp>
        <p:nvSpPr>
          <p:cNvPr id="34" name="Text 14">
            <a:extLst>
              <a:ext uri="{FF2B5EF4-FFF2-40B4-BE49-F238E27FC236}">
                <a16:creationId xmlns:a16="http://schemas.microsoft.com/office/drawing/2014/main" id="{A04CC970-1ABE-464E-9466-FA1F295FD069}"/>
              </a:ext>
            </a:extLst>
          </p:cNvPr>
          <p:cNvSpPr/>
          <p:nvPr/>
        </p:nvSpPr>
        <p:spPr>
          <a:xfrm>
            <a:off x="5120640" y="2274201"/>
            <a:ext cx="1956816" cy="393192"/>
          </a:xfrm>
          <a:prstGeom prst="rect">
            <a:avLst/>
          </a:prstGeom>
          <a:noFill/>
          <a:ln/>
        </p:spPr>
        <p:txBody>
          <a:bodyPr wrap="square" lIns="0" tIns="0" rIns="0" bIns="0" rtlCol="0" anchor="ctr">
            <a:noAutofit/>
          </a:bodyPr>
          <a:lstStyle/>
          <a:p>
            <a:pPr marL="0" indent="0" algn="ctr">
              <a:buNone/>
            </a:pPr>
            <a:r>
              <a:rPr lang="en-US" sz="1050" dirty="0">
                <a:solidFill>
                  <a:srgbClr val="596875"/>
                </a:solidFill>
              </a:rPr>
              <a:t>Combine geospatial analytics, forecasting, classification, anomaly detection and scenario simulation.</a:t>
            </a:r>
            <a:endParaRPr lang="en-US" sz="1050" dirty="0"/>
          </a:p>
        </p:txBody>
      </p:sp>
      <p:sp>
        <p:nvSpPr>
          <p:cNvPr id="36" name="Shape 15">
            <a:extLst>
              <a:ext uri="{FF2B5EF4-FFF2-40B4-BE49-F238E27FC236}">
                <a16:creationId xmlns:a16="http://schemas.microsoft.com/office/drawing/2014/main" id="{7D27D0EF-04EE-FE1A-E421-D6D21C8302AE}"/>
              </a:ext>
            </a:extLst>
          </p:cNvPr>
          <p:cNvSpPr/>
          <p:nvPr/>
        </p:nvSpPr>
        <p:spPr>
          <a:xfrm>
            <a:off x="9070848" y="719721"/>
            <a:ext cx="2560320" cy="2176272"/>
          </a:xfrm>
          <a:prstGeom prst="roundRect">
            <a:avLst>
              <a:gd name="adj" fmla="val 4202"/>
            </a:avLst>
          </a:prstGeom>
          <a:solidFill>
            <a:srgbClr val="FFFFFF"/>
          </a:solidFill>
          <a:ln w="12700">
            <a:solidFill>
              <a:srgbClr val="D8E2E7"/>
            </a:solidFill>
            <a:prstDash val="solid"/>
          </a:ln>
          <a:effectLst>
            <a:outerShdw blurRad="10795" dist="3556" dir="2700000" algn="bl" rotWithShape="0">
              <a:srgbClr val="000000">
                <a:alpha val="10000"/>
              </a:srgbClr>
            </a:outerShdw>
          </a:effectLst>
        </p:spPr>
        <p:txBody>
          <a:bodyPr/>
          <a:lstStyle/>
          <a:p>
            <a:endParaRPr lang="en-IN" sz="2000"/>
          </a:p>
        </p:txBody>
      </p:sp>
      <p:sp>
        <p:nvSpPr>
          <p:cNvPr id="38" name="Shape 16">
            <a:extLst>
              <a:ext uri="{FF2B5EF4-FFF2-40B4-BE49-F238E27FC236}">
                <a16:creationId xmlns:a16="http://schemas.microsoft.com/office/drawing/2014/main" id="{9E106B34-BD11-D80B-FECA-6FF435B930EE}"/>
              </a:ext>
            </a:extLst>
          </p:cNvPr>
          <p:cNvSpPr/>
          <p:nvPr/>
        </p:nvSpPr>
        <p:spPr>
          <a:xfrm>
            <a:off x="9070848" y="719721"/>
            <a:ext cx="2560320" cy="100584"/>
          </a:xfrm>
          <a:prstGeom prst="rect">
            <a:avLst/>
          </a:prstGeom>
          <a:solidFill>
            <a:srgbClr val="007CB0"/>
          </a:solidFill>
          <a:ln w="12700">
            <a:solidFill>
              <a:srgbClr val="007CB0"/>
            </a:solidFill>
            <a:prstDash val="solid"/>
          </a:ln>
        </p:spPr>
        <p:txBody>
          <a:bodyPr/>
          <a:lstStyle/>
          <a:p>
            <a:endParaRPr lang="en-IN" sz="2000"/>
          </a:p>
        </p:txBody>
      </p:sp>
      <p:sp>
        <p:nvSpPr>
          <p:cNvPr id="40" name="Shape 17">
            <a:extLst>
              <a:ext uri="{FF2B5EF4-FFF2-40B4-BE49-F238E27FC236}">
                <a16:creationId xmlns:a16="http://schemas.microsoft.com/office/drawing/2014/main" id="{A992E62C-1594-E49F-326D-C8AEBFA8FBB4}"/>
              </a:ext>
            </a:extLst>
          </p:cNvPr>
          <p:cNvSpPr/>
          <p:nvPr/>
        </p:nvSpPr>
        <p:spPr>
          <a:xfrm>
            <a:off x="9299448" y="1021473"/>
            <a:ext cx="640080" cy="640080"/>
          </a:xfrm>
          <a:prstGeom prst="ellipse">
            <a:avLst/>
          </a:prstGeom>
          <a:solidFill>
            <a:srgbClr val="007CB0"/>
          </a:solidFill>
          <a:ln w="12700">
            <a:solidFill>
              <a:srgbClr val="007CB0"/>
            </a:solidFill>
            <a:prstDash val="solid"/>
          </a:ln>
        </p:spPr>
        <p:txBody>
          <a:bodyPr/>
          <a:lstStyle/>
          <a:p>
            <a:endParaRPr lang="en-IN" sz="2000"/>
          </a:p>
        </p:txBody>
      </p:sp>
      <p:pic>
        <p:nvPicPr>
          <p:cNvPr id="42" name="Image 2" descr="preencoded.png">
            <a:extLst>
              <a:ext uri="{FF2B5EF4-FFF2-40B4-BE49-F238E27FC236}">
                <a16:creationId xmlns:a16="http://schemas.microsoft.com/office/drawing/2014/main" id="{9AB0138E-221B-600D-547E-BE65F8A50D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491472" y="1213497"/>
            <a:ext cx="256032" cy="256032"/>
          </a:xfrm>
          <a:prstGeom prst="rect">
            <a:avLst/>
          </a:prstGeom>
        </p:spPr>
      </p:pic>
      <p:sp>
        <p:nvSpPr>
          <p:cNvPr id="44" name="Text 18">
            <a:extLst>
              <a:ext uri="{FF2B5EF4-FFF2-40B4-BE49-F238E27FC236}">
                <a16:creationId xmlns:a16="http://schemas.microsoft.com/office/drawing/2014/main" id="{9215EB16-540B-953A-B6B4-B93D7736F261}"/>
              </a:ext>
            </a:extLst>
          </p:cNvPr>
          <p:cNvSpPr/>
          <p:nvPr/>
        </p:nvSpPr>
        <p:spPr>
          <a:xfrm>
            <a:off x="11146536" y="994041"/>
            <a:ext cx="246888" cy="201168"/>
          </a:xfrm>
          <a:prstGeom prst="rect">
            <a:avLst/>
          </a:prstGeom>
          <a:noFill/>
          <a:ln/>
        </p:spPr>
        <p:txBody>
          <a:bodyPr wrap="square" lIns="0" tIns="0" rIns="0" bIns="0" rtlCol="0" anchor="ctr"/>
          <a:lstStyle/>
          <a:p>
            <a:pPr marL="0" indent="0" algn="r">
              <a:buNone/>
            </a:pPr>
            <a:r>
              <a:rPr lang="en-US" sz="1050" b="1" dirty="0">
                <a:solidFill>
                  <a:srgbClr val="007CB0"/>
                </a:solidFill>
              </a:rPr>
              <a:t>03</a:t>
            </a:r>
            <a:endParaRPr lang="en-US" sz="1050" dirty="0"/>
          </a:p>
        </p:txBody>
      </p:sp>
      <p:sp>
        <p:nvSpPr>
          <p:cNvPr id="46" name="Text 19">
            <a:extLst>
              <a:ext uri="{FF2B5EF4-FFF2-40B4-BE49-F238E27FC236}">
                <a16:creationId xmlns:a16="http://schemas.microsoft.com/office/drawing/2014/main" id="{F3F78C41-8967-81E1-64E0-3F8ACB4F6D74}"/>
              </a:ext>
            </a:extLst>
          </p:cNvPr>
          <p:cNvSpPr/>
          <p:nvPr/>
        </p:nvSpPr>
        <p:spPr>
          <a:xfrm>
            <a:off x="9733788" y="1263789"/>
            <a:ext cx="2103120" cy="283464"/>
          </a:xfrm>
          <a:prstGeom prst="rect">
            <a:avLst/>
          </a:prstGeom>
          <a:noFill/>
          <a:ln/>
        </p:spPr>
        <p:txBody>
          <a:bodyPr wrap="square" lIns="0" tIns="0" rIns="0" bIns="0" rtlCol="0" anchor="ctr"/>
          <a:lstStyle/>
          <a:p>
            <a:pPr marL="0" indent="0" algn="ctr">
              <a:buNone/>
            </a:pPr>
            <a:r>
              <a:rPr lang="en-US" b="1" dirty="0">
                <a:solidFill>
                  <a:srgbClr val="0B2739"/>
                </a:solidFill>
              </a:rPr>
              <a:t>Decide &amp; act</a:t>
            </a:r>
            <a:endParaRPr lang="en-US" dirty="0"/>
          </a:p>
        </p:txBody>
      </p:sp>
      <p:sp>
        <p:nvSpPr>
          <p:cNvPr id="48" name="Text 20">
            <a:extLst>
              <a:ext uri="{FF2B5EF4-FFF2-40B4-BE49-F238E27FC236}">
                <a16:creationId xmlns:a16="http://schemas.microsoft.com/office/drawing/2014/main" id="{7450AA1F-F892-509F-D8C0-405975833094}"/>
              </a:ext>
            </a:extLst>
          </p:cNvPr>
          <p:cNvSpPr/>
          <p:nvPr/>
        </p:nvSpPr>
        <p:spPr>
          <a:xfrm>
            <a:off x="9372600" y="2274201"/>
            <a:ext cx="1956816" cy="393192"/>
          </a:xfrm>
          <a:prstGeom prst="rect">
            <a:avLst/>
          </a:prstGeom>
          <a:noFill/>
          <a:ln/>
        </p:spPr>
        <p:txBody>
          <a:bodyPr wrap="square" lIns="0" tIns="0" rIns="0" bIns="0" rtlCol="0" anchor="ctr">
            <a:noAutofit/>
          </a:bodyPr>
          <a:lstStyle/>
          <a:p>
            <a:pPr marL="0" indent="0" algn="ctr">
              <a:buNone/>
            </a:pPr>
            <a:r>
              <a:rPr lang="en-US" sz="1050" dirty="0">
                <a:solidFill>
                  <a:srgbClr val="596875"/>
                </a:solidFill>
              </a:rPr>
              <a:t>Generate risk maps, watchlists, priorities and response options for officer review and approved action.</a:t>
            </a:r>
            <a:endParaRPr lang="en-US" sz="1050" dirty="0"/>
          </a:p>
        </p:txBody>
      </p:sp>
      <p:sp>
        <p:nvSpPr>
          <p:cNvPr id="50" name="Shape 21">
            <a:extLst>
              <a:ext uri="{FF2B5EF4-FFF2-40B4-BE49-F238E27FC236}">
                <a16:creationId xmlns:a16="http://schemas.microsoft.com/office/drawing/2014/main" id="{8B50DD1A-1A7A-34DA-8746-BAD9FEFC87EA}"/>
              </a:ext>
            </a:extLst>
          </p:cNvPr>
          <p:cNvSpPr/>
          <p:nvPr/>
        </p:nvSpPr>
        <p:spPr>
          <a:xfrm>
            <a:off x="3401568" y="1579257"/>
            <a:ext cx="841248" cy="502920"/>
          </a:xfrm>
          <a:prstGeom prst="chevron">
            <a:avLst/>
          </a:prstGeom>
          <a:solidFill>
            <a:srgbClr val="86BC25"/>
          </a:solidFill>
          <a:ln w="12700">
            <a:solidFill>
              <a:srgbClr val="FFFFFF"/>
            </a:solidFill>
            <a:prstDash val="solid"/>
          </a:ln>
        </p:spPr>
        <p:txBody>
          <a:bodyPr/>
          <a:lstStyle/>
          <a:p>
            <a:endParaRPr lang="en-IN" sz="2000"/>
          </a:p>
        </p:txBody>
      </p:sp>
      <p:sp>
        <p:nvSpPr>
          <p:cNvPr id="52" name="Shape 22">
            <a:extLst>
              <a:ext uri="{FF2B5EF4-FFF2-40B4-BE49-F238E27FC236}">
                <a16:creationId xmlns:a16="http://schemas.microsoft.com/office/drawing/2014/main" id="{056D950E-7028-2307-73C9-23A361487F3B}"/>
              </a:ext>
            </a:extLst>
          </p:cNvPr>
          <p:cNvSpPr/>
          <p:nvPr/>
        </p:nvSpPr>
        <p:spPr>
          <a:xfrm>
            <a:off x="7653528" y="1579257"/>
            <a:ext cx="841248" cy="502920"/>
          </a:xfrm>
          <a:prstGeom prst="chevron">
            <a:avLst/>
          </a:prstGeom>
          <a:solidFill>
            <a:srgbClr val="25B5D8"/>
          </a:solidFill>
          <a:ln w="12700">
            <a:solidFill>
              <a:srgbClr val="FFFFFF"/>
            </a:solidFill>
            <a:prstDash val="solid"/>
          </a:ln>
        </p:spPr>
        <p:txBody>
          <a:bodyPr/>
          <a:lstStyle/>
          <a:p>
            <a:endParaRPr lang="en-IN" sz="2000"/>
          </a:p>
        </p:txBody>
      </p:sp>
      <p:sp>
        <p:nvSpPr>
          <p:cNvPr id="54" name="Text 23">
            <a:extLst>
              <a:ext uri="{FF2B5EF4-FFF2-40B4-BE49-F238E27FC236}">
                <a16:creationId xmlns:a16="http://schemas.microsoft.com/office/drawing/2014/main" id="{26885656-A455-621D-952D-846C5DF2C2ED}"/>
              </a:ext>
            </a:extLst>
          </p:cNvPr>
          <p:cNvSpPr/>
          <p:nvPr/>
        </p:nvSpPr>
        <p:spPr>
          <a:xfrm>
            <a:off x="3410712" y="2237625"/>
            <a:ext cx="822960" cy="118872"/>
          </a:xfrm>
          <a:prstGeom prst="rect">
            <a:avLst/>
          </a:prstGeom>
          <a:noFill/>
          <a:ln/>
        </p:spPr>
        <p:txBody>
          <a:bodyPr wrap="square" lIns="0" tIns="0" rIns="0" bIns="0" rtlCol="0" anchor="ctr"/>
          <a:lstStyle/>
          <a:p>
            <a:pPr marL="0" indent="0" algn="ctr">
              <a:buNone/>
            </a:pPr>
            <a:r>
              <a:rPr lang="en-US" sz="900" b="1" dirty="0">
                <a:solidFill>
                  <a:srgbClr val="43B02A"/>
                </a:solidFill>
              </a:rPr>
              <a:t>DATA + CONTEXT</a:t>
            </a:r>
            <a:endParaRPr lang="en-US" sz="900" dirty="0"/>
          </a:p>
        </p:txBody>
      </p:sp>
      <p:sp>
        <p:nvSpPr>
          <p:cNvPr id="56" name="Text 24">
            <a:extLst>
              <a:ext uri="{FF2B5EF4-FFF2-40B4-BE49-F238E27FC236}">
                <a16:creationId xmlns:a16="http://schemas.microsoft.com/office/drawing/2014/main" id="{CB4BF09C-905F-1A88-9E5B-95163F98D3BD}"/>
              </a:ext>
            </a:extLst>
          </p:cNvPr>
          <p:cNvSpPr/>
          <p:nvPr/>
        </p:nvSpPr>
        <p:spPr>
          <a:xfrm>
            <a:off x="7626096" y="2237625"/>
            <a:ext cx="896112" cy="118872"/>
          </a:xfrm>
          <a:prstGeom prst="rect">
            <a:avLst/>
          </a:prstGeom>
          <a:noFill/>
          <a:ln/>
        </p:spPr>
        <p:txBody>
          <a:bodyPr wrap="square" lIns="0" tIns="0" rIns="0" bIns="0" rtlCol="0" anchor="ctr"/>
          <a:lstStyle/>
          <a:p>
            <a:pPr marL="0" indent="0" algn="ctr">
              <a:buNone/>
            </a:pPr>
            <a:r>
              <a:rPr lang="en-US" sz="900" b="1" dirty="0">
                <a:solidFill>
                  <a:srgbClr val="007CB0"/>
                </a:solidFill>
              </a:rPr>
              <a:t>EVIDENCE + OPTIONS</a:t>
            </a:r>
            <a:endParaRPr lang="en-US" sz="900" dirty="0"/>
          </a:p>
        </p:txBody>
      </p:sp>
      <p:sp>
        <p:nvSpPr>
          <p:cNvPr id="58" name="Shape 25">
            <a:extLst>
              <a:ext uri="{FF2B5EF4-FFF2-40B4-BE49-F238E27FC236}">
                <a16:creationId xmlns:a16="http://schemas.microsoft.com/office/drawing/2014/main" id="{EF3DEC90-6E38-5623-1A85-758397EAF1F2}"/>
              </a:ext>
            </a:extLst>
          </p:cNvPr>
          <p:cNvSpPr/>
          <p:nvPr/>
        </p:nvSpPr>
        <p:spPr>
          <a:xfrm>
            <a:off x="1874520" y="3251039"/>
            <a:ext cx="8430768" cy="530352"/>
          </a:xfrm>
          <a:prstGeom prst="roundRect">
            <a:avLst>
              <a:gd name="adj" fmla="val 13793"/>
            </a:avLst>
          </a:prstGeom>
          <a:solidFill>
            <a:srgbClr val="0B2739"/>
          </a:solidFill>
          <a:ln w="12700">
            <a:solidFill>
              <a:srgbClr val="0B2739"/>
            </a:solidFill>
            <a:prstDash val="solid"/>
          </a:ln>
        </p:spPr>
        <p:txBody>
          <a:bodyPr/>
          <a:lstStyle/>
          <a:p>
            <a:endParaRPr lang="en-IN" sz="2000"/>
          </a:p>
        </p:txBody>
      </p:sp>
      <p:pic>
        <p:nvPicPr>
          <p:cNvPr id="60" name="Image 3" descr="preencoded.png">
            <a:extLst>
              <a:ext uri="{FF2B5EF4-FFF2-40B4-BE49-F238E27FC236}">
                <a16:creationId xmlns:a16="http://schemas.microsoft.com/office/drawing/2014/main" id="{238FB49A-44F6-AFE3-E93A-DF96A9B1D0B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176272" y="3406487"/>
            <a:ext cx="219456" cy="219456"/>
          </a:xfrm>
          <a:prstGeom prst="rect">
            <a:avLst/>
          </a:prstGeom>
        </p:spPr>
      </p:pic>
      <p:sp>
        <p:nvSpPr>
          <p:cNvPr id="62" name="Text 26">
            <a:extLst>
              <a:ext uri="{FF2B5EF4-FFF2-40B4-BE49-F238E27FC236}">
                <a16:creationId xmlns:a16="http://schemas.microsoft.com/office/drawing/2014/main" id="{855208E9-8AF3-DDC4-41A6-B75B9A160F6E}"/>
              </a:ext>
            </a:extLst>
          </p:cNvPr>
          <p:cNvSpPr/>
          <p:nvPr/>
        </p:nvSpPr>
        <p:spPr>
          <a:xfrm>
            <a:off x="2542032" y="3351623"/>
            <a:ext cx="1508760" cy="155448"/>
          </a:xfrm>
          <a:prstGeom prst="rect">
            <a:avLst/>
          </a:prstGeom>
          <a:noFill/>
          <a:ln/>
        </p:spPr>
        <p:txBody>
          <a:bodyPr wrap="square" lIns="0" tIns="0" rIns="0" bIns="0" rtlCol="0" anchor="ctr"/>
          <a:lstStyle/>
          <a:p>
            <a:pPr marL="0" indent="0">
              <a:buNone/>
            </a:pPr>
            <a:r>
              <a:rPr lang="en-US" sz="800" b="1" dirty="0">
                <a:solidFill>
                  <a:srgbClr val="86BC25"/>
                </a:solidFill>
              </a:rPr>
              <a:t>HUMAN-IN-THE-LOOP CONTROL</a:t>
            </a:r>
            <a:endParaRPr lang="en-US" sz="800" dirty="0"/>
          </a:p>
        </p:txBody>
      </p:sp>
      <p:sp>
        <p:nvSpPr>
          <p:cNvPr id="64" name="Text 27">
            <a:extLst>
              <a:ext uri="{FF2B5EF4-FFF2-40B4-BE49-F238E27FC236}">
                <a16:creationId xmlns:a16="http://schemas.microsoft.com/office/drawing/2014/main" id="{28A8333F-D471-C2BD-C030-C2BCFA52E909}"/>
              </a:ext>
            </a:extLst>
          </p:cNvPr>
          <p:cNvSpPr/>
          <p:nvPr/>
        </p:nvSpPr>
        <p:spPr>
          <a:xfrm>
            <a:off x="4160520" y="3333335"/>
            <a:ext cx="5715000" cy="201168"/>
          </a:xfrm>
          <a:prstGeom prst="rect">
            <a:avLst/>
          </a:prstGeom>
          <a:noFill/>
          <a:ln/>
        </p:spPr>
        <p:txBody>
          <a:bodyPr wrap="square" lIns="0" tIns="0" rIns="0" bIns="0" rtlCol="0" anchor="ctr">
            <a:noAutofit/>
          </a:bodyPr>
          <a:lstStyle/>
          <a:p>
            <a:pPr marL="0" indent="0" algn="ctr">
              <a:buNone/>
            </a:pPr>
            <a:r>
              <a:rPr lang="en-US" sz="900" b="1" dirty="0">
                <a:solidFill>
                  <a:srgbClr val="FFFFFF"/>
                </a:solidFill>
              </a:rPr>
              <a:t>Officer validation → approved alerts and work orders → field action → outcome capture → post-event analysis and model recalibration</a:t>
            </a:r>
            <a:endParaRPr lang="en-US" sz="900" dirty="0"/>
          </a:p>
        </p:txBody>
      </p:sp>
      <p:sp>
        <p:nvSpPr>
          <p:cNvPr id="66" name="Text 28">
            <a:extLst>
              <a:ext uri="{FF2B5EF4-FFF2-40B4-BE49-F238E27FC236}">
                <a16:creationId xmlns:a16="http://schemas.microsoft.com/office/drawing/2014/main" id="{245FA477-C0F3-1215-9F92-B7AF1408AB97}"/>
              </a:ext>
            </a:extLst>
          </p:cNvPr>
          <p:cNvSpPr/>
          <p:nvPr/>
        </p:nvSpPr>
        <p:spPr>
          <a:xfrm>
            <a:off x="566928" y="4156586"/>
            <a:ext cx="4937760" cy="210312"/>
          </a:xfrm>
          <a:prstGeom prst="rect">
            <a:avLst/>
          </a:prstGeom>
          <a:noFill/>
          <a:ln/>
        </p:spPr>
        <p:txBody>
          <a:bodyPr wrap="square" lIns="0" tIns="0" rIns="0" bIns="0" rtlCol="0" anchor="ctr"/>
          <a:lstStyle/>
          <a:p>
            <a:pPr marL="0" indent="0">
              <a:buNone/>
            </a:pPr>
            <a:r>
              <a:rPr lang="en-US" sz="1100" b="1" dirty="0">
                <a:solidFill>
                  <a:srgbClr val="0B2739"/>
                </a:solidFill>
              </a:rPr>
              <a:t>Priority public-value outcomes enabled by the same intelligence loop</a:t>
            </a:r>
            <a:endParaRPr lang="en-US" sz="1100" dirty="0"/>
          </a:p>
        </p:txBody>
      </p:sp>
      <p:sp>
        <p:nvSpPr>
          <p:cNvPr id="68" name="Shape 29">
            <a:extLst>
              <a:ext uri="{FF2B5EF4-FFF2-40B4-BE49-F238E27FC236}">
                <a16:creationId xmlns:a16="http://schemas.microsoft.com/office/drawing/2014/main" id="{E7AE719A-6ED0-104C-94C9-CD0E4A3A9CBC}"/>
              </a:ext>
            </a:extLst>
          </p:cNvPr>
          <p:cNvSpPr/>
          <p:nvPr/>
        </p:nvSpPr>
        <p:spPr>
          <a:xfrm>
            <a:off x="566928" y="4458338"/>
            <a:ext cx="1664208" cy="1042416"/>
          </a:xfrm>
          <a:prstGeom prst="roundRect">
            <a:avLst>
              <a:gd name="adj" fmla="val 7018"/>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000"/>
          </a:p>
        </p:txBody>
      </p:sp>
      <p:sp>
        <p:nvSpPr>
          <p:cNvPr id="70" name="Shape 30">
            <a:extLst>
              <a:ext uri="{FF2B5EF4-FFF2-40B4-BE49-F238E27FC236}">
                <a16:creationId xmlns:a16="http://schemas.microsoft.com/office/drawing/2014/main" id="{1BDE5225-CAE3-2050-A032-E03EB244BA9C}"/>
              </a:ext>
            </a:extLst>
          </p:cNvPr>
          <p:cNvSpPr/>
          <p:nvPr/>
        </p:nvSpPr>
        <p:spPr>
          <a:xfrm>
            <a:off x="566928" y="4458338"/>
            <a:ext cx="1664208" cy="82296"/>
          </a:xfrm>
          <a:prstGeom prst="rect">
            <a:avLst/>
          </a:prstGeom>
          <a:solidFill>
            <a:srgbClr val="86BC25"/>
          </a:solidFill>
          <a:ln w="12700">
            <a:solidFill>
              <a:srgbClr val="86BC25"/>
            </a:solidFill>
            <a:prstDash val="solid"/>
          </a:ln>
        </p:spPr>
        <p:txBody>
          <a:bodyPr/>
          <a:lstStyle/>
          <a:p>
            <a:endParaRPr lang="en-IN" sz="2000"/>
          </a:p>
        </p:txBody>
      </p:sp>
      <p:sp>
        <p:nvSpPr>
          <p:cNvPr id="72" name="Shape 31">
            <a:extLst>
              <a:ext uri="{FF2B5EF4-FFF2-40B4-BE49-F238E27FC236}">
                <a16:creationId xmlns:a16="http://schemas.microsoft.com/office/drawing/2014/main" id="{8F3900E6-C538-BFC4-CBE8-6240E4DCA854}"/>
              </a:ext>
            </a:extLst>
          </p:cNvPr>
          <p:cNvSpPr/>
          <p:nvPr/>
        </p:nvSpPr>
        <p:spPr>
          <a:xfrm>
            <a:off x="1115568" y="4659506"/>
            <a:ext cx="566928" cy="566928"/>
          </a:xfrm>
          <a:prstGeom prst="ellipse">
            <a:avLst/>
          </a:prstGeom>
          <a:solidFill>
            <a:srgbClr val="86BC25"/>
          </a:solidFill>
          <a:ln w="12700">
            <a:solidFill>
              <a:srgbClr val="86BC25"/>
            </a:solidFill>
            <a:prstDash val="solid"/>
          </a:ln>
        </p:spPr>
        <p:txBody>
          <a:bodyPr/>
          <a:lstStyle/>
          <a:p>
            <a:endParaRPr lang="en-IN" sz="2000"/>
          </a:p>
        </p:txBody>
      </p:sp>
      <p:pic>
        <p:nvPicPr>
          <p:cNvPr id="74" name="Image 4" descr="preencoded.png">
            <a:extLst>
              <a:ext uri="{FF2B5EF4-FFF2-40B4-BE49-F238E27FC236}">
                <a16:creationId xmlns:a16="http://schemas.microsoft.com/office/drawing/2014/main" id="{A22BD40F-830F-1B5E-1F97-6E3519B28CD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89304" y="4833242"/>
            <a:ext cx="219456" cy="219456"/>
          </a:xfrm>
          <a:prstGeom prst="rect">
            <a:avLst/>
          </a:prstGeom>
        </p:spPr>
      </p:pic>
      <p:sp>
        <p:nvSpPr>
          <p:cNvPr id="76" name="Text 32">
            <a:extLst>
              <a:ext uri="{FF2B5EF4-FFF2-40B4-BE49-F238E27FC236}">
                <a16:creationId xmlns:a16="http://schemas.microsoft.com/office/drawing/2014/main" id="{0220065B-EA12-1769-2855-90EC23CD2CCA}"/>
              </a:ext>
            </a:extLst>
          </p:cNvPr>
          <p:cNvSpPr/>
          <p:nvPr/>
        </p:nvSpPr>
        <p:spPr>
          <a:xfrm>
            <a:off x="685800" y="5263010"/>
            <a:ext cx="1426464" cy="182880"/>
          </a:xfrm>
          <a:prstGeom prst="rect">
            <a:avLst/>
          </a:prstGeom>
          <a:noFill/>
          <a:ln/>
        </p:spPr>
        <p:txBody>
          <a:bodyPr wrap="square" lIns="0" tIns="0" rIns="0" bIns="0" rtlCol="0" anchor="ctr">
            <a:noAutofit/>
          </a:bodyPr>
          <a:lstStyle/>
          <a:p>
            <a:pPr marL="0" indent="0" algn="ctr">
              <a:buNone/>
            </a:pPr>
            <a:r>
              <a:rPr lang="en-US" sz="900" b="1" dirty="0">
                <a:solidFill>
                  <a:srgbClr val="0B2739"/>
                </a:solidFill>
              </a:rPr>
              <a:t>Protect lives &amp; connectivity</a:t>
            </a:r>
            <a:endParaRPr lang="en-US" sz="900" dirty="0"/>
          </a:p>
        </p:txBody>
      </p:sp>
      <p:sp>
        <p:nvSpPr>
          <p:cNvPr id="78" name="Text 33">
            <a:extLst>
              <a:ext uri="{FF2B5EF4-FFF2-40B4-BE49-F238E27FC236}">
                <a16:creationId xmlns:a16="http://schemas.microsoft.com/office/drawing/2014/main" id="{40B242E5-1989-497F-10A7-22E2655D6E86}"/>
              </a:ext>
            </a:extLst>
          </p:cNvPr>
          <p:cNvSpPr/>
          <p:nvPr/>
        </p:nvSpPr>
        <p:spPr>
          <a:xfrm>
            <a:off x="685800" y="5611662"/>
            <a:ext cx="1426464" cy="155448"/>
          </a:xfrm>
          <a:prstGeom prst="rect">
            <a:avLst/>
          </a:prstGeom>
          <a:noFill/>
          <a:ln/>
        </p:spPr>
        <p:txBody>
          <a:bodyPr wrap="square" lIns="0" tIns="0" rIns="0" bIns="0" rtlCol="0" anchor="ctr">
            <a:noAutofit/>
          </a:bodyPr>
          <a:lstStyle/>
          <a:p>
            <a:pPr marL="0" indent="0" algn="ctr">
              <a:buNone/>
            </a:pPr>
            <a:r>
              <a:rPr lang="en-US" sz="1000" dirty="0">
                <a:solidFill>
                  <a:srgbClr val="596875"/>
                </a:solidFill>
              </a:rPr>
              <a:t>Earlier warning and faster response</a:t>
            </a:r>
            <a:endParaRPr lang="en-US" sz="1000" dirty="0"/>
          </a:p>
        </p:txBody>
      </p:sp>
      <p:sp>
        <p:nvSpPr>
          <p:cNvPr id="80" name="Shape 34">
            <a:extLst>
              <a:ext uri="{FF2B5EF4-FFF2-40B4-BE49-F238E27FC236}">
                <a16:creationId xmlns:a16="http://schemas.microsoft.com/office/drawing/2014/main" id="{432A3A35-D1F4-BD5B-1EAF-C765BBD46FE1}"/>
              </a:ext>
            </a:extLst>
          </p:cNvPr>
          <p:cNvSpPr/>
          <p:nvPr/>
        </p:nvSpPr>
        <p:spPr>
          <a:xfrm>
            <a:off x="2459736" y="4458338"/>
            <a:ext cx="1664208" cy="1042416"/>
          </a:xfrm>
          <a:prstGeom prst="roundRect">
            <a:avLst>
              <a:gd name="adj" fmla="val 7018"/>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000"/>
          </a:p>
        </p:txBody>
      </p:sp>
      <p:sp>
        <p:nvSpPr>
          <p:cNvPr id="82" name="Shape 35">
            <a:extLst>
              <a:ext uri="{FF2B5EF4-FFF2-40B4-BE49-F238E27FC236}">
                <a16:creationId xmlns:a16="http://schemas.microsoft.com/office/drawing/2014/main" id="{2B99F066-6F49-DC59-578C-1D7C72A84EE2}"/>
              </a:ext>
            </a:extLst>
          </p:cNvPr>
          <p:cNvSpPr/>
          <p:nvPr/>
        </p:nvSpPr>
        <p:spPr>
          <a:xfrm>
            <a:off x="2459736" y="4458338"/>
            <a:ext cx="1664208" cy="82296"/>
          </a:xfrm>
          <a:prstGeom prst="rect">
            <a:avLst/>
          </a:prstGeom>
          <a:solidFill>
            <a:srgbClr val="43B02A"/>
          </a:solidFill>
          <a:ln w="12700">
            <a:solidFill>
              <a:srgbClr val="43B02A"/>
            </a:solidFill>
            <a:prstDash val="solid"/>
          </a:ln>
        </p:spPr>
        <p:txBody>
          <a:bodyPr/>
          <a:lstStyle/>
          <a:p>
            <a:endParaRPr lang="en-IN" sz="2000"/>
          </a:p>
        </p:txBody>
      </p:sp>
      <p:sp>
        <p:nvSpPr>
          <p:cNvPr id="84" name="Shape 36">
            <a:extLst>
              <a:ext uri="{FF2B5EF4-FFF2-40B4-BE49-F238E27FC236}">
                <a16:creationId xmlns:a16="http://schemas.microsoft.com/office/drawing/2014/main" id="{A6812F36-3AF5-C749-CDCC-70BABB5CEF85}"/>
              </a:ext>
            </a:extLst>
          </p:cNvPr>
          <p:cNvSpPr/>
          <p:nvPr/>
        </p:nvSpPr>
        <p:spPr>
          <a:xfrm>
            <a:off x="3008376" y="4659506"/>
            <a:ext cx="566928" cy="566928"/>
          </a:xfrm>
          <a:prstGeom prst="ellipse">
            <a:avLst/>
          </a:prstGeom>
          <a:solidFill>
            <a:srgbClr val="43B02A"/>
          </a:solidFill>
          <a:ln w="12700">
            <a:solidFill>
              <a:srgbClr val="43B02A"/>
            </a:solidFill>
            <a:prstDash val="solid"/>
          </a:ln>
        </p:spPr>
        <p:txBody>
          <a:bodyPr/>
          <a:lstStyle/>
          <a:p>
            <a:endParaRPr lang="en-IN" sz="2000"/>
          </a:p>
        </p:txBody>
      </p:sp>
      <p:pic>
        <p:nvPicPr>
          <p:cNvPr id="86" name="Image 5" descr="preencoded.png">
            <a:extLst>
              <a:ext uri="{FF2B5EF4-FFF2-40B4-BE49-F238E27FC236}">
                <a16:creationId xmlns:a16="http://schemas.microsoft.com/office/drawing/2014/main" id="{C9F0F590-428B-9756-8CD4-17046A3CCBC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182112" y="4833242"/>
            <a:ext cx="219456" cy="219456"/>
          </a:xfrm>
          <a:prstGeom prst="rect">
            <a:avLst/>
          </a:prstGeom>
        </p:spPr>
      </p:pic>
      <p:sp>
        <p:nvSpPr>
          <p:cNvPr id="88" name="Text 37">
            <a:extLst>
              <a:ext uri="{FF2B5EF4-FFF2-40B4-BE49-F238E27FC236}">
                <a16:creationId xmlns:a16="http://schemas.microsoft.com/office/drawing/2014/main" id="{611957C8-EB8C-A473-9F86-53EB3DE81DE5}"/>
              </a:ext>
            </a:extLst>
          </p:cNvPr>
          <p:cNvSpPr/>
          <p:nvPr/>
        </p:nvSpPr>
        <p:spPr>
          <a:xfrm>
            <a:off x="2578608" y="5263010"/>
            <a:ext cx="1426464" cy="182880"/>
          </a:xfrm>
          <a:prstGeom prst="rect">
            <a:avLst/>
          </a:prstGeom>
          <a:noFill/>
          <a:ln/>
        </p:spPr>
        <p:txBody>
          <a:bodyPr wrap="square" lIns="0" tIns="0" rIns="0" bIns="0" rtlCol="0" anchor="ctr">
            <a:noAutofit/>
          </a:bodyPr>
          <a:lstStyle/>
          <a:p>
            <a:pPr marL="0" indent="0" algn="ctr">
              <a:buNone/>
            </a:pPr>
            <a:r>
              <a:rPr lang="en-US" sz="900" b="1" dirty="0">
                <a:solidFill>
                  <a:srgbClr val="0B2739"/>
                </a:solidFill>
              </a:rPr>
              <a:t>Grow the organic economy</a:t>
            </a:r>
            <a:endParaRPr lang="en-US" sz="900" dirty="0"/>
          </a:p>
        </p:txBody>
      </p:sp>
      <p:sp>
        <p:nvSpPr>
          <p:cNvPr id="90" name="Text 38">
            <a:extLst>
              <a:ext uri="{FF2B5EF4-FFF2-40B4-BE49-F238E27FC236}">
                <a16:creationId xmlns:a16="http://schemas.microsoft.com/office/drawing/2014/main" id="{7DC9A5C2-05DA-A6C6-3636-6248C5367414}"/>
              </a:ext>
            </a:extLst>
          </p:cNvPr>
          <p:cNvSpPr/>
          <p:nvPr/>
        </p:nvSpPr>
        <p:spPr>
          <a:xfrm>
            <a:off x="2578608" y="5611662"/>
            <a:ext cx="1426464" cy="155448"/>
          </a:xfrm>
          <a:prstGeom prst="rect">
            <a:avLst/>
          </a:prstGeom>
          <a:noFill/>
          <a:ln/>
        </p:spPr>
        <p:txBody>
          <a:bodyPr wrap="square" lIns="0" tIns="0" rIns="0" bIns="0" rtlCol="0" anchor="ctr">
            <a:noAutofit/>
          </a:bodyPr>
          <a:lstStyle/>
          <a:p>
            <a:pPr marL="0" indent="0" algn="ctr">
              <a:buNone/>
            </a:pPr>
            <a:r>
              <a:rPr lang="en-US" sz="1000" dirty="0">
                <a:solidFill>
                  <a:srgbClr val="596875"/>
                </a:solidFill>
              </a:rPr>
              <a:t>Better farm advice and productivity</a:t>
            </a:r>
            <a:endParaRPr lang="en-US" sz="1000" dirty="0"/>
          </a:p>
        </p:txBody>
      </p:sp>
      <p:sp>
        <p:nvSpPr>
          <p:cNvPr id="92" name="Shape 39">
            <a:extLst>
              <a:ext uri="{FF2B5EF4-FFF2-40B4-BE49-F238E27FC236}">
                <a16:creationId xmlns:a16="http://schemas.microsoft.com/office/drawing/2014/main" id="{FC0B3CE4-E485-6F0A-E451-772764F95074}"/>
              </a:ext>
            </a:extLst>
          </p:cNvPr>
          <p:cNvSpPr/>
          <p:nvPr/>
        </p:nvSpPr>
        <p:spPr>
          <a:xfrm>
            <a:off x="4352544" y="4458338"/>
            <a:ext cx="1664208" cy="1042416"/>
          </a:xfrm>
          <a:prstGeom prst="roundRect">
            <a:avLst>
              <a:gd name="adj" fmla="val 7018"/>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000"/>
          </a:p>
        </p:txBody>
      </p:sp>
      <p:sp>
        <p:nvSpPr>
          <p:cNvPr id="94" name="Shape 40">
            <a:extLst>
              <a:ext uri="{FF2B5EF4-FFF2-40B4-BE49-F238E27FC236}">
                <a16:creationId xmlns:a16="http://schemas.microsoft.com/office/drawing/2014/main" id="{1885EFBE-2194-48C6-19CF-17EF8317E3D0}"/>
              </a:ext>
            </a:extLst>
          </p:cNvPr>
          <p:cNvSpPr/>
          <p:nvPr/>
        </p:nvSpPr>
        <p:spPr>
          <a:xfrm>
            <a:off x="4352544" y="4458338"/>
            <a:ext cx="1664208" cy="82296"/>
          </a:xfrm>
          <a:prstGeom prst="rect">
            <a:avLst/>
          </a:prstGeom>
          <a:solidFill>
            <a:srgbClr val="11969B"/>
          </a:solidFill>
          <a:ln w="12700">
            <a:solidFill>
              <a:srgbClr val="11969B"/>
            </a:solidFill>
            <a:prstDash val="solid"/>
          </a:ln>
        </p:spPr>
        <p:txBody>
          <a:bodyPr/>
          <a:lstStyle/>
          <a:p>
            <a:endParaRPr lang="en-IN" sz="2000"/>
          </a:p>
        </p:txBody>
      </p:sp>
      <p:sp>
        <p:nvSpPr>
          <p:cNvPr id="96" name="Shape 41">
            <a:extLst>
              <a:ext uri="{FF2B5EF4-FFF2-40B4-BE49-F238E27FC236}">
                <a16:creationId xmlns:a16="http://schemas.microsoft.com/office/drawing/2014/main" id="{241FC9F3-A6C7-DF06-C2EB-E12576C1C8E7}"/>
              </a:ext>
            </a:extLst>
          </p:cNvPr>
          <p:cNvSpPr/>
          <p:nvPr/>
        </p:nvSpPr>
        <p:spPr>
          <a:xfrm>
            <a:off x="4901184" y="4659506"/>
            <a:ext cx="566928" cy="566928"/>
          </a:xfrm>
          <a:prstGeom prst="ellipse">
            <a:avLst/>
          </a:prstGeom>
          <a:solidFill>
            <a:srgbClr val="11969B"/>
          </a:solidFill>
          <a:ln w="12700">
            <a:solidFill>
              <a:srgbClr val="11969B"/>
            </a:solidFill>
            <a:prstDash val="solid"/>
          </a:ln>
        </p:spPr>
        <p:txBody>
          <a:bodyPr/>
          <a:lstStyle/>
          <a:p>
            <a:endParaRPr lang="en-IN" sz="2000"/>
          </a:p>
        </p:txBody>
      </p:sp>
      <p:pic>
        <p:nvPicPr>
          <p:cNvPr id="98" name="Image 6" descr="preencoded.png">
            <a:extLst>
              <a:ext uri="{FF2B5EF4-FFF2-40B4-BE49-F238E27FC236}">
                <a16:creationId xmlns:a16="http://schemas.microsoft.com/office/drawing/2014/main" id="{7FE5F576-32D7-01DE-3DBE-4787A6362E6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74920" y="4833242"/>
            <a:ext cx="219456" cy="219456"/>
          </a:xfrm>
          <a:prstGeom prst="rect">
            <a:avLst/>
          </a:prstGeom>
        </p:spPr>
      </p:pic>
      <p:sp>
        <p:nvSpPr>
          <p:cNvPr id="100" name="Text 42">
            <a:extLst>
              <a:ext uri="{FF2B5EF4-FFF2-40B4-BE49-F238E27FC236}">
                <a16:creationId xmlns:a16="http://schemas.microsoft.com/office/drawing/2014/main" id="{0FD5CD22-B04D-5C00-899A-FCEA50EC5B91}"/>
              </a:ext>
            </a:extLst>
          </p:cNvPr>
          <p:cNvSpPr/>
          <p:nvPr/>
        </p:nvSpPr>
        <p:spPr>
          <a:xfrm>
            <a:off x="4471416" y="5263010"/>
            <a:ext cx="1426464" cy="182880"/>
          </a:xfrm>
          <a:prstGeom prst="rect">
            <a:avLst/>
          </a:prstGeom>
          <a:noFill/>
          <a:ln/>
        </p:spPr>
        <p:txBody>
          <a:bodyPr wrap="square" lIns="0" tIns="0" rIns="0" bIns="0" rtlCol="0" anchor="ctr">
            <a:noAutofit/>
          </a:bodyPr>
          <a:lstStyle/>
          <a:p>
            <a:pPr marL="0" indent="0" algn="ctr">
              <a:buNone/>
            </a:pPr>
            <a:r>
              <a:rPr lang="en-US" sz="900" b="1" dirty="0">
                <a:solidFill>
                  <a:srgbClr val="0B2739"/>
                </a:solidFill>
              </a:rPr>
              <a:t>Scale responsible tourism</a:t>
            </a:r>
            <a:endParaRPr lang="en-US" sz="900" dirty="0"/>
          </a:p>
        </p:txBody>
      </p:sp>
      <p:sp>
        <p:nvSpPr>
          <p:cNvPr id="102" name="Text 43">
            <a:extLst>
              <a:ext uri="{FF2B5EF4-FFF2-40B4-BE49-F238E27FC236}">
                <a16:creationId xmlns:a16="http://schemas.microsoft.com/office/drawing/2014/main" id="{53F84CE0-B83A-DF2F-55A3-BF9D9E721A48}"/>
              </a:ext>
            </a:extLst>
          </p:cNvPr>
          <p:cNvSpPr/>
          <p:nvPr/>
        </p:nvSpPr>
        <p:spPr>
          <a:xfrm>
            <a:off x="4471416" y="5611662"/>
            <a:ext cx="1426464" cy="155448"/>
          </a:xfrm>
          <a:prstGeom prst="rect">
            <a:avLst/>
          </a:prstGeom>
          <a:noFill/>
          <a:ln/>
        </p:spPr>
        <p:txBody>
          <a:bodyPr wrap="square" lIns="0" tIns="0" rIns="0" bIns="0" rtlCol="0" anchor="ctr">
            <a:noAutofit/>
          </a:bodyPr>
          <a:lstStyle/>
          <a:p>
            <a:pPr marL="0" indent="0" algn="ctr">
              <a:buNone/>
            </a:pPr>
            <a:r>
              <a:rPr lang="en-US" sz="1000" dirty="0">
                <a:solidFill>
                  <a:srgbClr val="596875"/>
                </a:solidFill>
              </a:rPr>
              <a:t>Safer flows and destination planning</a:t>
            </a:r>
            <a:endParaRPr lang="en-US" sz="1000" dirty="0"/>
          </a:p>
        </p:txBody>
      </p:sp>
      <p:sp>
        <p:nvSpPr>
          <p:cNvPr id="104" name="Shape 44">
            <a:extLst>
              <a:ext uri="{FF2B5EF4-FFF2-40B4-BE49-F238E27FC236}">
                <a16:creationId xmlns:a16="http://schemas.microsoft.com/office/drawing/2014/main" id="{F66194DF-160D-A81F-4E4F-1DBBC71DD50B}"/>
              </a:ext>
            </a:extLst>
          </p:cNvPr>
          <p:cNvSpPr/>
          <p:nvPr/>
        </p:nvSpPr>
        <p:spPr>
          <a:xfrm>
            <a:off x="6245352" y="4458338"/>
            <a:ext cx="1664208" cy="1042416"/>
          </a:xfrm>
          <a:prstGeom prst="roundRect">
            <a:avLst>
              <a:gd name="adj" fmla="val 7018"/>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000"/>
          </a:p>
        </p:txBody>
      </p:sp>
      <p:sp>
        <p:nvSpPr>
          <p:cNvPr id="106" name="Shape 45">
            <a:extLst>
              <a:ext uri="{FF2B5EF4-FFF2-40B4-BE49-F238E27FC236}">
                <a16:creationId xmlns:a16="http://schemas.microsoft.com/office/drawing/2014/main" id="{60154D1F-3465-9C44-F2E5-067892A7EA23}"/>
              </a:ext>
            </a:extLst>
          </p:cNvPr>
          <p:cNvSpPr/>
          <p:nvPr/>
        </p:nvSpPr>
        <p:spPr>
          <a:xfrm>
            <a:off x="6245352" y="4458338"/>
            <a:ext cx="1664208" cy="82296"/>
          </a:xfrm>
          <a:prstGeom prst="rect">
            <a:avLst/>
          </a:prstGeom>
          <a:solidFill>
            <a:srgbClr val="86BC25"/>
          </a:solidFill>
          <a:ln w="12700">
            <a:solidFill>
              <a:srgbClr val="86BC25"/>
            </a:solidFill>
            <a:prstDash val="solid"/>
          </a:ln>
        </p:spPr>
        <p:txBody>
          <a:bodyPr/>
          <a:lstStyle/>
          <a:p>
            <a:endParaRPr lang="en-IN" sz="2000"/>
          </a:p>
        </p:txBody>
      </p:sp>
      <p:sp>
        <p:nvSpPr>
          <p:cNvPr id="108" name="Shape 46">
            <a:extLst>
              <a:ext uri="{FF2B5EF4-FFF2-40B4-BE49-F238E27FC236}">
                <a16:creationId xmlns:a16="http://schemas.microsoft.com/office/drawing/2014/main" id="{19750194-A058-BCF0-5500-545712463076}"/>
              </a:ext>
            </a:extLst>
          </p:cNvPr>
          <p:cNvSpPr/>
          <p:nvPr/>
        </p:nvSpPr>
        <p:spPr>
          <a:xfrm>
            <a:off x="6793992" y="4659506"/>
            <a:ext cx="566928" cy="566928"/>
          </a:xfrm>
          <a:prstGeom prst="ellipse">
            <a:avLst/>
          </a:prstGeom>
          <a:solidFill>
            <a:srgbClr val="86BC25"/>
          </a:solidFill>
          <a:ln w="12700">
            <a:solidFill>
              <a:srgbClr val="86BC25"/>
            </a:solidFill>
            <a:prstDash val="solid"/>
          </a:ln>
        </p:spPr>
        <p:txBody>
          <a:bodyPr/>
          <a:lstStyle/>
          <a:p>
            <a:endParaRPr lang="en-IN" sz="2000"/>
          </a:p>
        </p:txBody>
      </p:sp>
      <p:pic>
        <p:nvPicPr>
          <p:cNvPr id="110" name="Image 7" descr="preencoded.png">
            <a:extLst>
              <a:ext uri="{FF2B5EF4-FFF2-40B4-BE49-F238E27FC236}">
                <a16:creationId xmlns:a16="http://schemas.microsoft.com/office/drawing/2014/main" id="{F25E3559-939E-AB7E-6A47-C760B9597CB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967728" y="4833242"/>
            <a:ext cx="219456" cy="219456"/>
          </a:xfrm>
          <a:prstGeom prst="rect">
            <a:avLst/>
          </a:prstGeom>
        </p:spPr>
      </p:pic>
      <p:sp>
        <p:nvSpPr>
          <p:cNvPr id="112" name="Text 47">
            <a:extLst>
              <a:ext uri="{FF2B5EF4-FFF2-40B4-BE49-F238E27FC236}">
                <a16:creationId xmlns:a16="http://schemas.microsoft.com/office/drawing/2014/main" id="{23002490-1996-735D-1311-749A78B2A4FC}"/>
              </a:ext>
            </a:extLst>
          </p:cNvPr>
          <p:cNvSpPr/>
          <p:nvPr/>
        </p:nvSpPr>
        <p:spPr>
          <a:xfrm>
            <a:off x="6364224" y="5263010"/>
            <a:ext cx="1426464" cy="182880"/>
          </a:xfrm>
          <a:prstGeom prst="rect">
            <a:avLst/>
          </a:prstGeom>
          <a:noFill/>
          <a:ln/>
        </p:spPr>
        <p:txBody>
          <a:bodyPr wrap="square" lIns="0" tIns="0" rIns="0" bIns="0" rtlCol="0" anchor="ctr">
            <a:noAutofit/>
          </a:bodyPr>
          <a:lstStyle/>
          <a:p>
            <a:pPr marL="0" indent="0" algn="ctr">
              <a:buNone/>
            </a:pPr>
            <a:r>
              <a:rPr lang="en-US" sz="900" b="1" dirty="0">
                <a:solidFill>
                  <a:srgbClr val="0B2739"/>
                </a:solidFill>
              </a:rPr>
              <a:t>Build eco-hubs &amp; green districts</a:t>
            </a:r>
            <a:endParaRPr lang="en-US" sz="900" dirty="0"/>
          </a:p>
        </p:txBody>
      </p:sp>
      <p:sp>
        <p:nvSpPr>
          <p:cNvPr id="114" name="Text 48">
            <a:extLst>
              <a:ext uri="{FF2B5EF4-FFF2-40B4-BE49-F238E27FC236}">
                <a16:creationId xmlns:a16="http://schemas.microsoft.com/office/drawing/2014/main" id="{1B3F21E4-948B-BC45-424E-7FD0FA89698A}"/>
              </a:ext>
            </a:extLst>
          </p:cNvPr>
          <p:cNvSpPr/>
          <p:nvPr/>
        </p:nvSpPr>
        <p:spPr>
          <a:xfrm>
            <a:off x="6364224" y="5611662"/>
            <a:ext cx="1426464" cy="155448"/>
          </a:xfrm>
          <a:prstGeom prst="rect">
            <a:avLst/>
          </a:prstGeom>
          <a:noFill/>
          <a:ln/>
        </p:spPr>
        <p:txBody>
          <a:bodyPr wrap="square" lIns="0" tIns="0" rIns="0" bIns="0" rtlCol="0" anchor="ctr">
            <a:noAutofit/>
          </a:bodyPr>
          <a:lstStyle/>
          <a:p>
            <a:pPr marL="0" indent="0" algn="ctr">
              <a:buNone/>
            </a:pPr>
            <a:r>
              <a:rPr lang="en-US" sz="1000" dirty="0">
                <a:solidFill>
                  <a:srgbClr val="596875"/>
                </a:solidFill>
              </a:rPr>
              <a:t>Stronger environmental stewardship</a:t>
            </a:r>
            <a:endParaRPr lang="en-US" sz="1000" dirty="0"/>
          </a:p>
        </p:txBody>
      </p:sp>
      <p:sp>
        <p:nvSpPr>
          <p:cNvPr id="116" name="Shape 49">
            <a:extLst>
              <a:ext uri="{FF2B5EF4-FFF2-40B4-BE49-F238E27FC236}">
                <a16:creationId xmlns:a16="http://schemas.microsoft.com/office/drawing/2014/main" id="{9491D7B9-BF4B-F6FC-1E30-761CD157819F}"/>
              </a:ext>
            </a:extLst>
          </p:cNvPr>
          <p:cNvSpPr/>
          <p:nvPr/>
        </p:nvSpPr>
        <p:spPr>
          <a:xfrm>
            <a:off x="8138160" y="4458338"/>
            <a:ext cx="1664208" cy="1042416"/>
          </a:xfrm>
          <a:prstGeom prst="roundRect">
            <a:avLst>
              <a:gd name="adj" fmla="val 7018"/>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000"/>
          </a:p>
        </p:txBody>
      </p:sp>
      <p:sp>
        <p:nvSpPr>
          <p:cNvPr id="118" name="Shape 50">
            <a:extLst>
              <a:ext uri="{FF2B5EF4-FFF2-40B4-BE49-F238E27FC236}">
                <a16:creationId xmlns:a16="http://schemas.microsoft.com/office/drawing/2014/main" id="{F8F1FFD6-3E6F-8849-DCFE-D9ACA8FF5AB9}"/>
              </a:ext>
            </a:extLst>
          </p:cNvPr>
          <p:cNvSpPr/>
          <p:nvPr/>
        </p:nvSpPr>
        <p:spPr>
          <a:xfrm>
            <a:off x="8138160" y="4458338"/>
            <a:ext cx="1664208" cy="82296"/>
          </a:xfrm>
          <a:prstGeom prst="rect">
            <a:avLst/>
          </a:prstGeom>
          <a:solidFill>
            <a:srgbClr val="25B5D8"/>
          </a:solidFill>
          <a:ln w="12700">
            <a:solidFill>
              <a:srgbClr val="25B5D8"/>
            </a:solidFill>
            <a:prstDash val="solid"/>
          </a:ln>
        </p:spPr>
        <p:txBody>
          <a:bodyPr/>
          <a:lstStyle/>
          <a:p>
            <a:endParaRPr lang="en-IN" sz="2000"/>
          </a:p>
        </p:txBody>
      </p:sp>
      <p:sp>
        <p:nvSpPr>
          <p:cNvPr id="120" name="Shape 51">
            <a:extLst>
              <a:ext uri="{FF2B5EF4-FFF2-40B4-BE49-F238E27FC236}">
                <a16:creationId xmlns:a16="http://schemas.microsoft.com/office/drawing/2014/main" id="{199A373D-1477-FA42-6DE9-20565EEB3A44}"/>
              </a:ext>
            </a:extLst>
          </p:cNvPr>
          <p:cNvSpPr/>
          <p:nvPr/>
        </p:nvSpPr>
        <p:spPr>
          <a:xfrm>
            <a:off x="8686800" y="4659506"/>
            <a:ext cx="566928" cy="566928"/>
          </a:xfrm>
          <a:prstGeom prst="ellipse">
            <a:avLst/>
          </a:prstGeom>
          <a:solidFill>
            <a:srgbClr val="25B5D8"/>
          </a:solidFill>
          <a:ln w="12700">
            <a:solidFill>
              <a:srgbClr val="25B5D8"/>
            </a:solidFill>
            <a:prstDash val="solid"/>
          </a:ln>
        </p:spPr>
        <p:txBody>
          <a:bodyPr/>
          <a:lstStyle/>
          <a:p>
            <a:endParaRPr lang="en-IN" sz="2000"/>
          </a:p>
        </p:txBody>
      </p:sp>
      <p:pic>
        <p:nvPicPr>
          <p:cNvPr id="122" name="Image 8" descr="preencoded.png">
            <a:extLst>
              <a:ext uri="{FF2B5EF4-FFF2-40B4-BE49-F238E27FC236}">
                <a16:creationId xmlns:a16="http://schemas.microsoft.com/office/drawing/2014/main" id="{1D1C195D-4E6F-6E2A-DF47-0F4ECCAD060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860536" y="4833242"/>
            <a:ext cx="219456" cy="219456"/>
          </a:xfrm>
          <a:prstGeom prst="rect">
            <a:avLst/>
          </a:prstGeom>
        </p:spPr>
      </p:pic>
      <p:sp>
        <p:nvSpPr>
          <p:cNvPr id="124" name="Text 52">
            <a:extLst>
              <a:ext uri="{FF2B5EF4-FFF2-40B4-BE49-F238E27FC236}">
                <a16:creationId xmlns:a16="http://schemas.microsoft.com/office/drawing/2014/main" id="{37F3664C-C12D-CDDC-F49A-F41B44D9BC1B}"/>
              </a:ext>
            </a:extLst>
          </p:cNvPr>
          <p:cNvSpPr/>
          <p:nvPr/>
        </p:nvSpPr>
        <p:spPr>
          <a:xfrm>
            <a:off x="8257032" y="5263010"/>
            <a:ext cx="1426464" cy="182880"/>
          </a:xfrm>
          <a:prstGeom prst="rect">
            <a:avLst/>
          </a:prstGeom>
          <a:noFill/>
          <a:ln/>
        </p:spPr>
        <p:txBody>
          <a:bodyPr wrap="square" lIns="0" tIns="0" rIns="0" bIns="0" rtlCol="0" anchor="ctr">
            <a:noAutofit/>
          </a:bodyPr>
          <a:lstStyle/>
          <a:p>
            <a:pPr marL="0" indent="0" algn="ctr">
              <a:buNone/>
            </a:pPr>
            <a:r>
              <a:rPr lang="en-US" sz="900" b="1" dirty="0">
                <a:solidFill>
                  <a:srgbClr val="0B2739"/>
                </a:solidFill>
              </a:rPr>
              <a:t>Improve governance &amp; access</a:t>
            </a:r>
            <a:endParaRPr lang="en-US" sz="900" dirty="0"/>
          </a:p>
        </p:txBody>
      </p:sp>
      <p:sp>
        <p:nvSpPr>
          <p:cNvPr id="126" name="Text 53">
            <a:extLst>
              <a:ext uri="{FF2B5EF4-FFF2-40B4-BE49-F238E27FC236}">
                <a16:creationId xmlns:a16="http://schemas.microsoft.com/office/drawing/2014/main" id="{4A9F9873-E5BB-9EF1-3773-A3CC3ADD2798}"/>
              </a:ext>
            </a:extLst>
          </p:cNvPr>
          <p:cNvSpPr/>
          <p:nvPr/>
        </p:nvSpPr>
        <p:spPr>
          <a:xfrm>
            <a:off x="8257032" y="5611662"/>
            <a:ext cx="1426464" cy="155448"/>
          </a:xfrm>
          <a:prstGeom prst="rect">
            <a:avLst/>
          </a:prstGeom>
          <a:noFill/>
          <a:ln/>
        </p:spPr>
        <p:txBody>
          <a:bodyPr wrap="square" lIns="0" tIns="0" rIns="0" bIns="0" rtlCol="0" anchor="ctr">
            <a:noAutofit/>
          </a:bodyPr>
          <a:lstStyle/>
          <a:p>
            <a:pPr marL="0" indent="0" algn="ctr">
              <a:buNone/>
            </a:pPr>
            <a:r>
              <a:rPr lang="en-US" sz="1000" dirty="0">
                <a:solidFill>
                  <a:srgbClr val="596875"/>
                </a:solidFill>
              </a:rPr>
              <a:t>Faster, multilingual public services</a:t>
            </a:r>
            <a:endParaRPr lang="en-US" sz="1000" dirty="0"/>
          </a:p>
        </p:txBody>
      </p:sp>
      <p:sp>
        <p:nvSpPr>
          <p:cNvPr id="182" name="Shape 54">
            <a:extLst>
              <a:ext uri="{FF2B5EF4-FFF2-40B4-BE49-F238E27FC236}">
                <a16:creationId xmlns:a16="http://schemas.microsoft.com/office/drawing/2014/main" id="{D793A462-94D2-5BBE-11E9-E0BEAD6ED34A}"/>
              </a:ext>
            </a:extLst>
          </p:cNvPr>
          <p:cNvSpPr/>
          <p:nvPr/>
        </p:nvSpPr>
        <p:spPr>
          <a:xfrm>
            <a:off x="10030968" y="4458338"/>
            <a:ext cx="1664208" cy="1042416"/>
          </a:xfrm>
          <a:prstGeom prst="roundRect">
            <a:avLst>
              <a:gd name="adj" fmla="val 7018"/>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000"/>
          </a:p>
        </p:txBody>
      </p:sp>
      <p:sp>
        <p:nvSpPr>
          <p:cNvPr id="184" name="Shape 55">
            <a:extLst>
              <a:ext uri="{FF2B5EF4-FFF2-40B4-BE49-F238E27FC236}">
                <a16:creationId xmlns:a16="http://schemas.microsoft.com/office/drawing/2014/main" id="{155C718C-E24C-122C-F417-41311CB0C234}"/>
              </a:ext>
            </a:extLst>
          </p:cNvPr>
          <p:cNvSpPr/>
          <p:nvPr/>
        </p:nvSpPr>
        <p:spPr>
          <a:xfrm>
            <a:off x="10030968" y="4458338"/>
            <a:ext cx="1664208" cy="82296"/>
          </a:xfrm>
          <a:prstGeom prst="rect">
            <a:avLst/>
          </a:prstGeom>
          <a:solidFill>
            <a:srgbClr val="007CB0"/>
          </a:solidFill>
          <a:ln w="12700">
            <a:solidFill>
              <a:srgbClr val="007CB0"/>
            </a:solidFill>
            <a:prstDash val="solid"/>
          </a:ln>
        </p:spPr>
        <p:txBody>
          <a:bodyPr/>
          <a:lstStyle/>
          <a:p>
            <a:endParaRPr lang="en-IN" sz="2000"/>
          </a:p>
        </p:txBody>
      </p:sp>
      <p:sp>
        <p:nvSpPr>
          <p:cNvPr id="186" name="Shape 56">
            <a:extLst>
              <a:ext uri="{FF2B5EF4-FFF2-40B4-BE49-F238E27FC236}">
                <a16:creationId xmlns:a16="http://schemas.microsoft.com/office/drawing/2014/main" id="{403E1B59-BE26-600C-FF2E-0DD1B64803C0}"/>
              </a:ext>
            </a:extLst>
          </p:cNvPr>
          <p:cNvSpPr/>
          <p:nvPr/>
        </p:nvSpPr>
        <p:spPr>
          <a:xfrm>
            <a:off x="10579608" y="4659506"/>
            <a:ext cx="566928" cy="566928"/>
          </a:xfrm>
          <a:prstGeom prst="ellipse">
            <a:avLst/>
          </a:prstGeom>
          <a:solidFill>
            <a:srgbClr val="007CB0"/>
          </a:solidFill>
          <a:ln w="12700">
            <a:solidFill>
              <a:srgbClr val="007CB0"/>
            </a:solidFill>
            <a:prstDash val="solid"/>
          </a:ln>
        </p:spPr>
        <p:txBody>
          <a:bodyPr/>
          <a:lstStyle/>
          <a:p>
            <a:endParaRPr lang="en-IN" sz="2000"/>
          </a:p>
        </p:txBody>
      </p:sp>
      <p:pic>
        <p:nvPicPr>
          <p:cNvPr id="188" name="Image 9" descr="preencoded.png">
            <a:extLst>
              <a:ext uri="{FF2B5EF4-FFF2-40B4-BE49-F238E27FC236}">
                <a16:creationId xmlns:a16="http://schemas.microsoft.com/office/drawing/2014/main" id="{9A5C9682-CD65-EFAB-4300-F1ADECDED8B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753344" y="4833242"/>
            <a:ext cx="219456" cy="219456"/>
          </a:xfrm>
          <a:prstGeom prst="rect">
            <a:avLst/>
          </a:prstGeom>
        </p:spPr>
      </p:pic>
      <p:sp>
        <p:nvSpPr>
          <p:cNvPr id="190" name="Text 57">
            <a:extLst>
              <a:ext uri="{FF2B5EF4-FFF2-40B4-BE49-F238E27FC236}">
                <a16:creationId xmlns:a16="http://schemas.microsoft.com/office/drawing/2014/main" id="{7CD5164A-1FA7-7C53-C740-5BFE3933923B}"/>
              </a:ext>
            </a:extLst>
          </p:cNvPr>
          <p:cNvSpPr/>
          <p:nvPr/>
        </p:nvSpPr>
        <p:spPr>
          <a:xfrm>
            <a:off x="10149840" y="5263010"/>
            <a:ext cx="1426464" cy="182880"/>
          </a:xfrm>
          <a:prstGeom prst="rect">
            <a:avLst/>
          </a:prstGeom>
          <a:noFill/>
          <a:ln/>
        </p:spPr>
        <p:txBody>
          <a:bodyPr wrap="square" lIns="0" tIns="0" rIns="0" bIns="0" rtlCol="0" anchor="ctr">
            <a:noAutofit/>
          </a:bodyPr>
          <a:lstStyle/>
          <a:p>
            <a:pPr marL="0" indent="0" algn="ctr">
              <a:buNone/>
            </a:pPr>
            <a:r>
              <a:rPr lang="en-US" sz="900" b="1" dirty="0">
                <a:solidFill>
                  <a:srgbClr val="0B2739"/>
                </a:solidFill>
              </a:rPr>
              <a:t>Strengthen health &amp; human capital</a:t>
            </a:r>
            <a:endParaRPr lang="en-US" sz="900" dirty="0"/>
          </a:p>
        </p:txBody>
      </p:sp>
      <p:sp>
        <p:nvSpPr>
          <p:cNvPr id="192" name="Text 58">
            <a:extLst>
              <a:ext uri="{FF2B5EF4-FFF2-40B4-BE49-F238E27FC236}">
                <a16:creationId xmlns:a16="http://schemas.microsoft.com/office/drawing/2014/main" id="{6B246E98-4ACD-0596-C04B-2406FF86076F}"/>
              </a:ext>
            </a:extLst>
          </p:cNvPr>
          <p:cNvSpPr/>
          <p:nvPr/>
        </p:nvSpPr>
        <p:spPr>
          <a:xfrm>
            <a:off x="10149840" y="5611662"/>
            <a:ext cx="1426464" cy="155448"/>
          </a:xfrm>
          <a:prstGeom prst="rect">
            <a:avLst/>
          </a:prstGeom>
          <a:noFill/>
          <a:ln/>
        </p:spPr>
        <p:txBody>
          <a:bodyPr wrap="square" lIns="0" tIns="0" rIns="0" bIns="0" rtlCol="0" anchor="ctr">
            <a:noAutofit/>
          </a:bodyPr>
          <a:lstStyle/>
          <a:p>
            <a:pPr marL="0" indent="0" algn="ctr">
              <a:buNone/>
            </a:pPr>
            <a:r>
              <a:rPr lang="en-US" sz="1000" dirty="0">
                <a:solidFill>
                  <a:srgbClr val="596875"/>
                </a:solidFill>
              </a:rPr>
              <a:t>Better access, skills and resilience</a:t>
            </a:r>
            <a:endParaRPr lang="en-US" sz="1000" dirty="0"/>
          </a:p>
        </p:txBody>
      </p:sp>
      <p:sp>
        <p:nvSpPr>
          <p:cNvPr id="194" name="Shape 59">
            <a:extLst>
              <a:ext uri="{FF2B5EF4-FFF2-40B4-BE49-F238E27FC236}">
                <a16:creationId xmlns:a16="http://schemas.microsoft.com/office/drawing/2014/main" id="{E4BC2375-A27E-07EF-F935-AD4A6E9B1596}"/>
              </a:ext>
            </a:extLst>
          </p:cNvPr>
          <p:cNvSpPr/>
          <p:nvPr/>
        </p:nvSpPr>
        <p:spPr>
          <a:xfrm>
            <a:off x="566928" y="5976242"/>
            <a:ext cx="11045952" cy="310896"/>
          </a:xfrm>
          <a:prstGeom prst="roundRect">
            <a:avLst>
              <a:gd name="adj" fmla="val 14706"/>
            </a:avLst>
          </a:prstGeom>
          <a:solidFill>
            <a:srgbClr val="EFF6DF"/>
          </a:solidFill>
          <a:ln w="12700">
            <a:solidFill>
              <a:srgbClr val="D0E1B0"/>
            </a:solidFill>
            <a:prstDash val="solid"/>
          </a:ln>
        </p:spPr>
        <p:txBody>
          <a:bodyPr/>
          <a:lstStyle/>
          <a:p>
            <a:endParaRPr lang="en-IN" sz="2000"/>
          </a:p>
        </p:txBody>
      </p:sp>
      <p:pic>
        <p:nvPicPr>
          <p:cNvPr id="196" name="Image 10" descr="preencoded.png">
            <a:extLst>
              <a:ext uri="{FF2B5EF4-FFF2-40B4-BE49-F238E27FC236}">
                <a16:creationId xmlns:a16="http://schemas.microsoft.com/office/drawing/2014/main" id="{675C437B-D8AF-2B3B-C311-1E551A499F7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68096" y="6058538"/>
            <a:ext cx="146304" cy="146304"/>
          </a:xfrm>
          <a:prstGeom prst="rect">
            <a:avLst/>
          </a:prstGeom>
        </p:spPr>
      </p:pic>
      <p:sp>
        <p:nvSpPr>
          <p:cNvPr id="198" name="Text 60">
            <a:extLst>
              <a:ext uri="{FF2B5EF4-FFF2-40B4-BE49-F238E27FC236}">
                <a16:creationId xmlns:a16="http://schemas.microsoft.com/office/drawing/2014/main" id="{87DB7111-77E8-5DEB-494A-32A4CED9803D}"/>
              </a:ext>
            </a:extLst>
          </p:cNvPr>
          <p:cNvSpPr/>
          <p:nvPr/>
        </p:nvSpPr>
        <p:spPr>
          <a:xfrm>
            <a:off x="1046988" y="6095114"/>
            <a:ext cx="10104120" cy="128016"/>
          </a:xfrm>
          <a:prstGeom prst="rect">
            <a:avLst/>
          </a:prstGeom>
          <a:noFill/>
          <a:ln/>
        </p:spPr>
        <p:txBody>
          <a:bodyPr wrap="square" lIns="0" tIns="0" rIns="0" bIns="0" rtlCol="0" anchor="ctr">
            <a:normAutofit fontScale="92500" lnSpcReduction="10000"/>
          </a:bodyPr>
          <a:lstStyle/>
          <a:p>
            <a:pPr marL="0" indent="0" algn="ctr">
              <a:buNone/>
            </a:pPr>
            <a:r>
              <a:rPr lang="en-US" sz="1000" b="1" dirty="0">
                <a:solidFill>
                  <a:srgbClr val="0B2739"/>
                </a:solidFill>
              </a:rPr>
              <a:t>One reusable intelligence and governance model supports multiple departments while preserving human authority and measurable outcome ownership.</a:t>
            </a:r>
            <a:endParaRPr lang="en-US" sz="1000" dirty="0"/>
          </a:p>
        </p:txBody>
      </p:sp>
    </p:spTree>
    <p:extLst>
      <p:ext uri="{BB962C8B-B14F-4D97-AF65-F5344CB8AC3E}">
        <p14:creationId xmlns:p14="http://schemas.microsoft.com/office/powerpoint/2010/main" val="9104090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6B1A5-78FA-504E-610E-6EE757800D92}"/>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A6FEF111-993D-0928-2BDD-AC0C6CD7F3F6}"/>
              </a:ext>
            </a:extLst>
          </p:cNvPr>
          <p:cNvGrpSpPr/>
          <p:nvPr/>
        </p:nvGrpSpPr>
        <p:grpSpPr>
          <a:xfrm>
            <a:off x="0" y="414357"/>
            <a:ext cx="5752976" cy="151621"/>
            <a:chOff x="0" y="786578"/>
            <a:chExt cx="5752976" cy="151621"/>
          </a:xfrm>
        </p:grpSpPr>
        <p:cxnSp>
          <p:nvCxnSpPr>
            <p:cNvPr id="4" name="Straight Connector 3">
              <a:extLst>
                <a:ext uri="{FF2B5EF4-FFF2-40B4-BE49-F238E27FC236}">
                  <a16:creationId xmlns:a16="http://schemas.microsoft.com/office/drawing/2014/main" id="{325B37DE-09D5-DCE5-301F-783473F592C4}"/>
                </a:ext>
              </a:extLst>
            </p:cNvPr>
            <p:cNvCxnSpPr>
              <a:cxnSpLocks/>
            </p:cNvCxnSpPr>
            <p:nvPr/>
          </p:nvCxnSpPr>
          <p:spPr>
            <a:xfrm>
              <a:off x="0" y="862388"/>
              <a:ext cx="5673213" cy="0"/>
            </a:xfrm>
            <a:prstGeom prst="line">
              <a:avLst/>
            </a:prstGeom>
            <a:ln>
              <a:solidFill>
                <a:srgbClr val="92D050"/>
              </a:solidFill>
            </a:ln>
          </p:spPr>
          <p:style>
            <a:lnRef idx="2">
              <a:schemeClr val="accent1"/>
            </a:lnRef>
            <a:fillRef idx="0">
              <a:schemeClr val="accent1"/>
            </a:fillRef>
            <a:effectRef idx="1">
              <a:schemeClr val="accent1"/>
            </a:effectRef>
            <a:fontRef idx="minor">
              <a:schemeClr val="tx1"/>
            </a:fontRef>
          </p:style>
        </p:cxnSp>
        <p:sp>
          <p:nvSpPr>
            <p:cNvPr id="6" name="Diamond 5">
              <a:extLst>
                <a:ext uri="{FF2B5EF4-FFF2-40B4-BE49-F238E27FC236}">
                  <a16:creationId xmlns:a16="http://schemas.microsoft.com/office/drawing/2014/main" id="{F861347D-C462-394D-E40E-A71342363244}"/>
                </a:ext>
              </a:extLst>
            </p:cNvPr>
            <p:cNvSpPr/>
            <p:nvPr/>
          </p:nvSpPr>
          <p:spPr>
            <a:xfrm>
              <a:off x="5661536" y="786578"/>
              <a:ext cx="91440" cy="151621"/>
            </a:xfrm>
            <a:prstGeom prst="diamond">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extBox 1">
            <a:extLst>
              <a:ext uri="{FF2B5EF4-FFF2-40B4-BE49-F238E27FC236}">
                <a16:creationId xmlns:a16="http://schemas.microsoft.com/office/drawing/2014/main" id="{63672939-07FD-477F-94A3-A933D3433038}"/>
              </a:ext>
            </a:extLst>
          </p:cNvPr>
          <p:cNvSpPr txBox="1"/>
          <p:nvPr/>
        </p:nvSpPr>
        <p:spPr>
          <a:xfrm>
            <a:off x="190499" y="19735"/>
            <a:ext cx="8562975" cy="400110"/>
          </a:xfrm>
          <a:prstGeom prst="rect">
            <a:avLst/>
          </a:prstGeom>
          <a:noFill/>
        </p:spPr>
        <p:txBody>
          <a:bodyPr wrap="square">
            <a:spAutoFit/>
          </a:bodyPr>
          <a:lstStyle/>
          <a:p>
            <a:r>
              <a:rPr lang="en-US" sz="2000" b="1" dirty="0">
                <a:solidFill>
                  <a:srgbClr val="0B2739"/>
                </a:solidFill>
              </a:rPr>
              <a:t>Priority AI use-case portfolio across resilience, environment and tourism</a:t>
            </a:r>
            <a:endParaRPr lang="en-US" sz="2000" dirty="0"/>
          </a:p>
        </p:txBody>
      </p:sp>
      <p:sp>
        <p:nvSpPr>
          <p:cNvPr id="7" name="Text 2">
            <a:extLst>
              <a:ext uri="{FF2B5EF4-FFF2-40B4-BE49-F238E27FC236}">
                <a16:creationId xmlns:a16="http://schemas.microsoft.com/office/drawing/2014/main" id="{9054125F-4BF2-073F-81A9-5FEDBA22B492}"/>
              </a:ext>
            </a:extLst>
          </p:cNvPr>
          <p:cNvSpPr/>
          <p:nvPr/>
        </p:nvSpPr>
        <p:spPr>
          <a:xfrm>
            <a:off x="502920" y="713232"/>
            <a:ext cx="10789920" cy="256032"/>
          </a:xfrm>
          <a:prstGeom prst="rect">
            <a:avLst/>
          </a:prstGeom>
          <a:noFill/>
          <a:ln/>
        </p:spPr>
        <p:txBody>
          <a:bodyPr wrap="square" lIns="0" tIns="0" rIns="0" bIns="0" rtlCol="0" anchor="ctr"/>
          <a:lstStyle/>
          <a:p>
            <a:pPr marL="0" indent="0">
              <a:buNone/>
            </a:pPr>
            <a:r>
              <a:rPr lang="en-US" sz="1050" dirty="0">
                <a:solidFill>
                  <a:srgbClr val="596875"/>
                </a:solidFill>
              </a:rPr>
              <a:t>Eleven complementary use cases create a shared foundation for prediction, monitoring, citizen engagement and operational response</a:t>
            </a:r>
            <a:endParaRPr lang="en-US" sz="1050" dirty="0"/>
          </a:p>
        </p:txBody>
      </p:sp>
      <p:sp>
        <p:nvSpPr>
          <p:cNvPr id="11" name="Shape 3">
            <a:extLst>
              <a:ext uri="{FF2B5EF4-FFF2-40B4-BE49-F238E27FC236}">
                <a16:creationId xmlns:a16="http://schemas.microsoft.com/office/drawing/2014/main" id="{AE93AC7D-35F9-7C9C-1189-CF4B7907BEAD}"/>
              </a:ext>
            </a:extLst>
          </p:cNvPr>
          <p:cNvSpPr/>
          <p:nvPr/>
        </p:nvSpPr>
        <p:spPr>
          <a:xfrm>
            <a:off x="502920" y="1133856"/>
            <a:ext cx="1847088" cy="1115568"/>
          </a:xfrm>
          <a:prstGeom prst="roundRect">
            <a:avLst>
              <a:gd name="adj" fmla="val 6557"/>
            </a:avLst>
          </a:prstGeom>
          <a:solidFill>
            <a:srgbClr val="123B5D"/>
          </a:solidFill>
          <a:ln w="12700">
            <a:solidFill>
              <a:srgbClr val="123B5D"/>
            </a:solidFill>
            <a:prstDash val="solid"/>
          </a:ln>
        </p:spPr>
        <p:txBody>
          <a:bodyPr/>
          <a:lstStyle/>
          <a:p>
            <a:endParaRPr lang="en-IN" sz="2000"/>
          </a:p>
        </p:txBody>
      </p:sp>
      <p:pic>
        <p:nvPicPr>
          <p:cNvPr id="15" name="Image 0" descr="preencoded.png">
            <a:extLst>
              <a:ext uri="{FF2B5EF4-FFF2-40B4-BE49-F238E27FC236}">
                <a16:creationId xmlns:a16="http://schemas.microsoft.com/office/drawing/2014/main" id="{F7B3EFE2-C2E9-5CE4-8529-4F2F4E2CDA4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13232" y="1316736"/>
            <a:ext cx="365760" cy="365760"/>
          </a:xfrm>
          <a:prstGeom prst="rect">
            <a:avLst/>
          </a:prstGeom>
        </p:spPr>
      </p:pic>
      <p:sp>
        <p:nvSpPr>
          <p:cNvPr id="19" name="Text 4">
            <a:extLst>
              <a:ext uri="{FF2B5EF4-FFF2-40B4-BE49-F238E27FC236}">
                <a16:creationId xmlns:a16="http://schemas.microsoft.com/office/drawing/2014/main" id="{617BF521-D4DC-3226-491A-DE3C64FE3335}"/>
              </a:ext>
            </a:extLst>
          </p:cNvPr>
          <p:cNvSpPr/>
          <p:nvPr/>
        </p:nvSpPr>
        <p:spPr>
          <a:xfrm>
            <a:off x="1188720" y="1280160"/>
            <a:ext cx="932688" cy="283464"/>
          </a:xfrm>
          <a:prstGeom prst="rect">
            <a:avLst/>
          </a:prstGeom>
          <a:noFill/>
          <a:ln/>
        </p:spPr>
        <p:txBody>
          <a:bodyPr wrap="square" lIns="0" tIns="0" rIns="0" bIns="0" rtlCol="0" anchor="ctr">
            <a:noAutofit/>
          </a:bodyPr>
          <a:lstStyle/>
          <a:p>
            <a:pPr marL="0" indent="0">
              <a:buNone/>
            </a:pPr>
            <a:r>
              <a:rPr lang="en-US" sz="1100" b="1" dirty="0">
                <a:solidFill>
                  <a:srgbClr val="FFFFFF"/>
                </a:solidFill>
              </a:rPr>
              <a:t>Disaster management</a:t>
            </a:r>
            <a:endParaRPr lang="en-US" sz="1100" dirty="0"/>
          </a:p>
        </p:txBody>
      </p:sp>
      <p:sp>
        <p:nvSpPr>
          <p:cNvPr id="23" name="Text 5">
            <a:extLst>
              <a:ext uri="{FF2B5EF4-FFF2-40B4-BE49-F238E27FC236}">
                <a16:creationId xmlns:a16="http://schemas.microsoft.com/office/drawing/2014/main" id="{965D0491-6692-2EE5-4966-F4812003623C}"/>
              </a:ext>
            </a:extLst>
          </p:cNvPr>
          <p:cNvSpPr/>
          <p:nvPr/>
        </p:nvSpPr>
        <p:spPr>
          <a:xfrm>
            <a:off x="713232" y="1737360"/>
            <a:ext cx="1371600" cy="182880"/>
          </a:xfrm>
          <a:prstGeom prst="rect">
            <a:avLst/>
          </a:prstGeom>
          <a:noFill/>
          <a:ln/>
        </p:spPr>
        <p:txBody>
          <a:bodyPr wrap="square" lIns="0" tIns="0" rIns="0" bIns="0" rtlCol="0" anchor="ctr">
            <a:noAutofit/>
          </a:bodyPr>
          <a:lstStyle/>
          <a:p>
            <a:pPr marL="0" indent="0">
              <a:buNone/>
            </a:pPr>
            <a:r>
              <a:rPr lang="en-US" sz="800" dirty="0">
                <a:solidFill>
                  <a:srgbClr val="E6F0F3"/>
                </a:solidFill>
              </a:rPr>
              <a:t>Anticipate risk, alert communities and optimize response</a:t>
            </a:r>
            <a:endParaRPr lang="en-US" sz="800" dirty="0"/>
          </a:p>
        </p:txBody>
      </p:sp>
      <p:sp>
        <p:nvSpPr>
          <p:cNvPr id="27" name="Text 6">
            <a:extLst>
              <a:ext uri="{FF2B5EF4-FFF2-40B4-BE49-F238E27FC236}">
                <a16:creationId xmlns:a16="http://schemas.microsoft.com/office/drawing/2014/main" id="{113DABA9-A84A-9D3D-6ECA-87317441B2A4}"/>
              </a:ext>
            </a:extLst>
          </p:cNvPr>
          <p:cNvSpPr/>
          <p:nvPr/>
        </p:nvSpPr>
        <p:spPr>
          <a:xfrm>
            <a:off x="713232" y="2002536"/>
            <a:ext cx="1371600" cy="100584"/>
          </a:xfrm>
          <a:prstGeom prst="rect">
            <a:avLst/>
          </a:prstGeom>
          <a:noFill/>
          <a:ln/>
        </p:spPr>
        <p:txBody>
          <a:bodyPr wrap="square" lIns="0" tIns="0" rIns="0" bIns="0" rtlCol="0" anchor="ctr"/>
          <a:lstStyle/>
          <a:p>
            <a:pPr marL="0" indent="0">
              <a:buNone/>
            </a:pPr>
            <a:r>
              <a:rPr lang="en-US" sz="700" b="1" dirty="0">
                <a:solidFill>
                  <a:srgbClr val="FFFFFF"/>
                </a:solidFill>
              </a:rPr>
              <a:t>3 USE CASES  |  4–9 MONTHS</a:t>
            </a:r>
            <a:endParaRPr lang="en-US" sz="700" dirty="0"/>
          </a:p>
        </p:txBody>
      </p:sp>
      <p:sp>
        <p:nvSpPr>
          <p:cNvPr id="31" name="Shape 7">
            <a:extLst>
              <a:ext uri="{FF2B5EF4-FFF2-40B4-BE49-F238E27FC236}">
                <a16:creationId xmlns:a16="http://schemas.microsoft.com/office/drawing/2014/main" id="{53979756-C5D3-6A09-1365-2DC81A3EE804}"/>
              </a:ext>
            </a:extLst>
          </p:cNvPr>
          <p:cNvSpPr/>
          <p:nvPr/>
        </p:nvSpPr>
        <p:spPr>
          <a:xfrm>
            <a:off x="2523744" y="1133856"/>
            <a:ext cx="2907792" cy="1115568"/>
          </a:xfrm>
          <a:prstGeom prst="roundRect">
            <a:avLst>
              <a:gd name="adj" fmla="val 5738"/>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000"/>
          </a:p>
        </p:txBody>
      </p:sp>
      <p:sp>
        <p:nvSpPr>
          <p:cNvPr id="35" name="Shape 8">
            <a:extLst>
              <a:ext uri="{FF2B5EF4-FFF2-40B4-BE49-F238E27FC236}">
                <a16:creationId xmlns:a16="http://schemas.microsoft.com/office/drawing/2014/main" id="{CFDEA739-59B1-91A0-D786-5BA3DBE46471}"/>
              </a:ext>
            </a:extLst>
          </p:cNvPr>
          <p:cNvSpPr/>
          <p:nvPr/>
        </p:nvSpPr>
        <p:spPr>
          <a:xfrm>
            <a:off x="2523744" y="1133856"/>
            <a:ext cx="64008" cy="1115568"/>
          </a:xfrm>
          <a:prstGeom prst="rect">
            <a:avLst/>
          </a:prstGeom>
          <a:solidFill>
            <a:srgbClr val="43B02A"/>
          </a:solidFill>
          <a:ln w="12700">
            <a:solidFill>
              <a:srgbClr val="43B02A"/>
            </a:solidFill>
            <a:prstDash val="solid"/>
          </a:ln>
        </p:spPr>
        <p:txBody>
          <a:bodyPr/>
          <a:lstStyle/>
          <a:p>
            <a:endParaRPr lang="en-IN" sz="2000"/>
          </a:p>
        </p:txBody>
      </p:sp>
      <p:sp>
        <p:nvSpPr>
          <p:cNvPr id="39" name="Shape 9">
            <a:extLst>
              <a:ext uri="{FF2B5EF4-FFF2-40B4-BE49-F238E27FC236}">
                <a16:creationId xmlns:a16="http://schemas.microsoft.com/office/drawing/2014/main" id="{428BE70E-BCE0-09BE-624A-93A160487EF6}"/>
              </a:ext>
            </a:extLst>
          </p:cNvPr>
          <p:cNvSpPr/>
          <p:nvPr/>
        </p:nvSpPr>
        <p:spPr>
          <a:xfrm>
            <a:off x="2679192" y="1289304"/>
            <a:ext cx="384048" cy="384048"/>
          </a:xfrm>
          <a:prstGeom prst="ellipse">
            <a:avLst/>
          </a:prstGeom>
          <a:solidFill>
            <a:srgbClr val="43B02A"/>
          </a:solidFill>
          <a:ln w="12700">
            <a:solidFill>
              <a:srgbClr val="43B02A"/>
            </a:solidFill>
            <a:prstDash val="solid"/>
          </a:ln>
        </p:spPr>
        <p:txBody>
          <a:bodyPr/>
          <a:lstStyle/>
          <a:p>
            <a:endParaRPr lang="en-IN" sz="2000"/>
          </a:p>
        </p:txBody>
      </p:sp>
      <p:pic>
        <p:nvPicPr>
          <p:cNvPr id="43" name="Image 1" descr="preencoded.png">
            <a:extLst>
              <a:ext uri="{FF2B5EF4-FFF2-40B4-BE49-F238E27FC236}">
                <a16:creationId xmlns:a16="http://schemas.microsoft.com/office/drawing/2014/main" id="{C318810A-D7AA-458F-264F-29749D2ECA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88920" y="1399032"/>
            <a:ext cx="164592" cy="164592"/>
          </a:xfrm>
          <a:prstGeom prst="rect">
            <a:avLst/>
          </a:prstGeom>
        </p:spPr>
      </p:pic>
      <p:sp>
        <p:nvSpPr>
          <p:cNvPr id="47" name="Text 10">
            <a:extLst>
              <a:ext uri="{FF2B5EF4-FFF2-40B4-BE49-F238E27FC236}">
                <a16:creationId xmlns:a16="http://schemas.microsoft.com/office/drawing/2014/main" id="{44817C5F-A8F7-48D5-7E65-D89B6A81C95E}"/>
              </a:ext>
            </a:extLst>
          </p:cNvPr>
          <p:cNvSpPr/>
          <p:nvPr/>
        </p:nvSpPr>
        <p:spPr>
          <a:xfrm>
            <a:off x="3291840" y="1252728"/>
            <a:ext cx="1984248" cy="256032"/>
          </a:xfrm>
          <a:prstGeom prst="rect">
            <a:avLst/>
          </a:prstGeom>
          <a:noFill/>
          <a:ln/>
        </p:spPr>
        <p:txBody>
          <a:bodyPr wrap="square" lIns="0" tIns="0" rIns="0" bIns="0" rtlCol="0" anchor="ctr">
            <a:normAutofit/>
          </a:bodyPr>
          <a:lstStyle/>
          <a:p>
            <a:pPr marL="0" indent="0">
              <a:buNone/>
            </a:pPr>
            <a:r>
              <a:rPr lang="en-US" sz="1000" b="1" dirty="0">
                <a:solidFill>
                  <a:srgbClr val="0B2739"/>
                </a:solidFill>
              </a:rPr>
              <a:t>Landslide risk prediction</a:t>
            </a:r>
            <a:endParaRPr lang="en-US" sz="1000" dirty="0"/>
          </a:p>
        </p:txBody>
      </p:sp>
      <p:sp>
        <p:nvSpPr>
          <p:cNvPr id="51" name="Text 11">
            <a:extLst>
              <a:ext uri="{FF2B5EF4-FFF2-40B4-BE49-F238E27FC236}">
                <a16:creationId xmlns:a16="http://schemas.microsoft.com/office/drawing/2014/main" id="{7D641872-FBF0-B2E7-661D-DB20756D7644}"/>
              </a:ext>
            </a:extLst>
          </p:cNvPr>
          <p:cNvSpPr/>
          <p:nvPr/>
        </p:nvSpPr>
        <p:spPr>
          <a:xfrm>
            <a:off x="3216950" y="1636776"/>
            <a:ext cx="2049993" cy="192024"/>
          </a:xfrm>
          <a:prstGeom prst="rect">
            <a:avLst/>
          </a:prstGeom>
          <a:noFill/>
          <a:ln/>
        </p:spPr>
        <p:txBody>
          <a:bodyPr wrap="square" lIns="0" tIns="0" rIns="0" bIns="0" rtlCol="0" anchor="ctr">
            <a:noAutofit/>
          </a:bodyPr>
          <a:lstStyle/>
          <a:p>
            <a:pPr marL="0" indent="0">
              <a:buNone/>
            </a:pPr>
            <a:r>
              <a:rPr lang="en-US" sz="800" dirty="0">
                <a:solidFill>
                  <a:srgbClr val="596875"/>
                </a:solidFill>
              </a:rPr>
              <a:t>Earlier warning, safer roads and reduced loss of life and infrastructure.</a:t>
            </a:r>
            <a:endParaRPr lang="en-US" sz="800" dirty="0"/>
          </a:p>
        </p:txBody>
      </p:sp>
      <p:sp>
        <p:nvSpPr>
          <p:cNvPr id="55" name="Shape 12">
            <a:extLst>
              <a:ext uri="{FF2B5EF4-FFF2-40B4-BE49-F238E27FC236}">
                <a16:creationId xmlns:a16="http://schemas.microsoft.com/office/drawing/2014/main" id="{088A82CD-B9D1-07D4-744C-B5DB3ED1976F}"/>
              </a:ext>
            </a:extLst>
          </p:cNvPr>
          <p:cNvSpPr/>
          <p:nvPr/>
        </p:nvSpPr>
        <p:spPr>
          <a:xfrm>
            <a:off x="2679192" y="1938528"/>
            <a:ext cx="2596896" cy="201168"/>
          </a:xfrm>
          <a:prstGeom prst="roundRect">
            <a:avLst>
              <a:gd name="adj" fmla="val 45455"/>
            </a:avLst>
          </a:prstGeom>
          <a:solidFill>
            <a:srgbClr val="EFF6DF"/>
          </a:solidFill>
          <a:ln w="12700">
            <a:solidFill>
              <a:srgbClr val="D3E4B5"/>
            </a:solidFill>
            <a:prstDash val="solid"/>
          </a:ln>
        </p:spPr>
        <p:txBody>
          <a:bodyPr/>
          <a:lstStyle/>
          <a:p>
            <a:endParaRPr lang="en-IN" sz="2000"/>
          </a:p>
        </p:txBody>
      </p:sp>
      <p:sp>
        <p:nvSpPr>
          <p:cNvPr id="59" name="Text 13">
            <a:extLst>
              <a:ext uri="{FF2B5EF4-FFF2-40B4-BE49-F238E27FC236}">
                <a16:creationId xmlns:a16="http://schemas.microsoft.com/office/drawing/2014/main" id="{A15C9AA7-B264-3E15-B6A9-7A7E1EBF84D7}"/>
              </a:ext>
            </a:extLst>
          </p:cNvPr>
          <p:cNvSpPr/>
          <p:nvPr/>
        </p:nvSpPr>
        <p:spPr>
          <a:xfrm>
            <a:off x="2752344" y="1993392"/>
            <a:ext cx="1947672" cy="82296"/>
          </a:xfrm>
          <a:prstGeom prst="rect">
            <a:avLst/>
          </a:prstGeom>
          <a:noFill/>
          <a:ln/>
        </p:spPr>
        <p:txBody>
          <a:bodyPr wrap="square" lIns="0" tIns="0" rIns="0" bIns="0" rtlCol="0" anchor="ctr">
            <a:noAutofit/>
          </a:bodyPr>
          <a:lstStyle/>
          <a:p>
            <a:pPr marL="0" indent="0">
              <a:buNone/>
            </a:pPr>
            <a:r>
              <a:rPr lang="en-US" sz="600" b="1" dirty="0">
                <a:solidFill>
                  <a:srgbClr val="123B5D"/>
                </a:solidFill>
              </a:rPr>
              <a:t>Predictive analytics • GIS • ML</a:t>
            </a:r>
            <a:endParaRPr lang="en-US" sz="600" dirty="0"/>
          </a:p>
        </p:txBody>
      </p:sp>
      <p:sp>
        <p:nvSpPr>
          <p:cNvPr id="63" name="Text 14">
            <a:extLst>
              <a:ext uri="{FF2B5EF4-FFF2-40B4-BE49-F238E27FC236}">
                <a16:creationId xmlns:a16="http://schemas.microsoft.com/office/drawing/2014/main" id="{00D51880-A39D-408D-635B-08ACC8A752FC}"/>
              </a:ext>
            </a:extLst>
          </p:cNvPr>
          <p:cNvSpPr/>
          <p:nvPr/>
        </p:nvSpPr>
        <p:spPr>
          <a:xfrm>
            <a:off x="4718304" y="1984248"/>
            <a:ext cx="475488" cy="91440"/>
          </a:xfrm>
          <a:prstGeom prst="rect">
            <a:avLst/>
          </a:prstGeom>
          <a:noFill/>
          <a:ln/>
        </p:spPr>
        <p:txBody>
          <a:bodyPr wrap="square" lIns="0" tIns="0" rIns="0" bIns="0" rtlCol="0" anchor="ctr"/>
          <a:lstStyle/>
          <a:p>
            <a:pPr marL="0" indent="0" algn="r">
              <a:buNone/>
            </a:pPr>
            <a:r>
              <a:rPr lang="en-US" sz="700" b="1" dirty="0">
                <a:solidFill>
                  <a:srgbClr val="43B02A"/>
                </a:solidFill>
              </a:rPr>
              <a:t>6–9 mo</a:t>
            </a:r>
            <a:endParaRPr lang="en-US" sz="700" dirty="0"/>
          </a:p>
        </p:txBody>
      </p:sp>
      <p:sp>
        <p:nvSpPr>
          <p:cNvPr id="67" name="Shape 15">
            <a:extLst>
              <a:ext uri="{FF2B5EF4-FFF2-40B4-BE49-F238E27FC236}">
                <a16:creationId xmlns:a16="http://schemas.microsoft.com/office/drawing/2014/main" id="{5735FF0C-3194-C107-D541-7EA019A3F98D}"/>
              </a:ext>
            </a:extLst>
          </p:cNvPr>
          <p:cNvSpPr/>
          <p:nvPr/>
        </p:nvSpPr>
        <p:spPr>
          <a:xfrm>
            <a:off x="5541264" y="1133856"/>
            <a:ext cx="2907792" cy="1115568"/>
          </a:xfrm>
          <a:prstGeom prst="roundRect">
            <a:avLst>
              <a:gd name="adj" fmla="val 5738"/>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000"/>
          </a:p>
        </p:txBody>
      </p:sp>
      <p:sp>
        <p:nvSpPr>
          <p:cNvPr id="71" name="Shape 16">
            <a:extLst>
              <a:ext uri="{FF2B5EF4-FFF2-40B4-BE49-F238E27FC236}">
                <a16:creationId xmlns:a16="http://schemas.microsoft.com/office/drawing/2014/main" id="{8AE3D919-E069-B91E-0810-DBA0569D2B15}"/>
              </a:ext>
            </a:extLst>
          </p:cNvPr>
          <p:cNvSpPr/>
          <p:nvPr/>
        </p:nvSpPr>
        <p:spPr>
          <a:xfrm>
            <a:off x="5541264" y="1133856"/>
            <a:ext cx="64008" cy="1115568"/>
          </a:xfrm>
          <a:prstGeom prst="rect">
            <a:avLst/>
          </a:prstGeom>
          <a:solidFill>
            <a:srgbClr val="20B5D5"/>
          </a:solidFill>
          <a:ln w="12700">
            <a:solidFill>
              <a:srgbClr val="20B5D5"/>
            </a:solidFill>
            <a:prstDash val="solid"/>
          </a:ln>
        </p:spPr>
        <p:txBody>
          <a:bodyPr/>
          <a:lstStyle/>
          <a:p>
            <a:endParaRPr lang="en-IN" sz="2000"/>
          </a:p>
        </p:txBody>
      </p:sp>
      <p:sp>
        <p:nvSpPr>
          <p:cNvPr id="75" name="Shape 17">
            <a:extLst>
              <a:ext uri="{FF2B5EF4-FFF2-40B4-BE49-F238E27FC236}">
                <a16:creationId xmlns:a16="http://schemas.microsoft.com/office/drawing/2014/main" id="{AC18CC99-24B0-8DE5-062B-D952BE51DB70}"/>
              </a:ext>
            </a:extLst>
          </p:cNvPr>
          <p:cNvSpPr/>
          <p:nvPr/>
        </p:nvSpPr>
        <p:spPr>
          <a:xfrm>
            <a:off x="5696712" y="1289304"/>
            <a:ext cx="384048" cy="384048"/>
          </a:xfrm>
          <a:prstGeom prst="ellipse">
            <a:avLst/>
          </a:prstGeom>
          <a:solidFill>
            <a:srgbClr val="20B5D5"/>
          </a:solidFill>
          <a:ln w="12700">
            <a:solidFill>
              <a:srgbClr val="20B5D5"/>
            </a:solidFill>
            <a:prstDash val="solid"/>
          </a:ln>
        </p:spPr>
        <p:txBody>
          <a:bodyPr/>
          <a:lstStyle/>
          <a:p>
            <a:endParaRPr lang="en-IN" sz="2000"/>
          </a:p>
        </p:txBody>
      </p:sp>
      <p:pic>
        <p:nvPicPr>
          <p:cNvPr id="79" name="Image 2" descr="preencoded.png">
            <a:extLst>
              <a:ext uri="{FF2B5EF4-FFF2-40B4-BE49-F238E27FC236}">
                <a16:creationId xmlns:a16="http://schemas.microsoft.com/office/drawing/2014/main" id="{DC0F81BC-691D-F0AC-67E8-E22352DCA5D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06440" y="1399032"/>
            <a:ext cx="164592" cy="164592"/>
          </a:xfrm>
          <a:prstGeom prst="rect">
            <a:avLst/>
          </a:prstGeom>
        </p:spPr>
      </p:pic>
      <p:sp>
        <p:nvSpPr>
          <p:cNvPr id="83" name="Text 18">
            <a:extLst>
              <a:ext uri="{FF2B5EF4-FFF2-40B4-BE49-F238E27FC236}">
                <a16:creationId xmlns:a16="http://schemas.microsoft.com/office/drawing/2014/main" id="{77EA794C-AA6C-DED1-24AE-A1AD36A0B91D}"/>
              </a:ext>
            </a:extLst>
          </p:cNvPr>
          <p:cNvSpPr/>
          <p:nvPr/>
        </p:nvSpPr>
        <p:spPr>
          <a:xfrm>
            <a:off x="6309360" y="1252728"/>
            <a:ext cx="1984248" cy="256032"/>
          </a:xfrm>
          <a:prstGeom prst="rect">
            <a:avLst/>
          </a:prstGeom>
          <a:noFill/>
          <a:ln/>
        </p:spPr>
        <p:txBody>
          <a:bodyPr wrap="square" lIns="0" tIns="0" rIns="0" bIns="0" rtlCol="0" anchor="ctr">
            <a:normAutofit/>
          </a:bodyPr>
          <a:lstStyle/>
          <a:p>
            <a:pPr marL="0" indent="0">
              <a:buNone/>
            </a:pPr>
            <a:r>
              <a:rPr lang="en-US" sz="1000" b="1" dirty="0">
                <a:solidFill>
                  <a:srgbClr val="0B2739"/>
                </a:solidFill>
              </a:rPr>
              <a:t>Hyper-local flood risk &amp; alerts</a:t>
            </a:r>
            <a:endParaRPr lang="en-US" sz="1000" dirty="0"/>
          </a:p>
        </p:txBody>
      </p:sp>
      <p:sp>
        <p:nvSpPr>
          <p:cNvPr id="87" name="Text 19">
            <a:extLst>
              <a:ext uri="{FF2B5EF4-FFF2-40B4-BE49-F238E27FC236}">
                <a16:creationId xmlns:a16="http://schemas.microsoft.com/office/drawing/2014/main" id="{3A3A4EC1-D798-A837-4EB0-2217765DED32}"/>
              </a:ext>
            </a:extLst>
          </p:cNvPr>
          <p:cNvSpPr/>
          <p:nvPr/>
        </p:nvSpPr>
        <p:spPr>
          <a:xfrm>
            <a:off x="6234470" y="1636776"/>
            <a:ext cx="2049993" cy="192024"/>
          </a:xfrm>
          <a:prstGeom prst="rect">
            <a:avLst/>
          </a:prstGeom>
          <a:noFill/>
          <a:ln/>
        </p:spPr>
        <p:txBody>
          <a:bodyPr wrap="square" lIns="0" tIns="0" rIns="0" bIns="0" rtlCol="0" anchor="ctr">
            <a:noAutofit/>
          </a:bodyPr>
          <a:lstStyle/>
          <a:p>
            <a:pPr marL="0" indent="0">
              <a:buNone/>
            </a:pPr>
            <a:r>
              <a:rPr lang="en-US" sz="800" dirty="0">
                <a:solidFill>
                  <a:srgbClr val="596875"/>
                </a:solidFill>
              </a:rPr>
              <a:t>Localized risk maps, thresholds and evacuation support for communities.</a:t>
            </a:r>
            <a:endParaRPr lang="en-US" sz="800" dirty="0"/>
          </a:p>
        </p:txBody>
      </p:sp>
      <p:sp>
        <p:nvSpPr>
          <p:cNvPr id="91" name="Shape 20">
            <a:extLst>
              <a:ext uri="{FF2B5EF4-FFF2-40B4-BE49-F238E27FC236}">
                <a16:creationId xmlns:a16="http://schemas.microsoft.com/office/drawing/2014/main" id="{D8B82FBF-C74B-3FFF-DECD-0ED0728CFF34}"/>
              </a:ext>
            </a:extLst>
          </p:cNvPr>
          <p:cNvSpPr/>
          <p:nvPr/>
        </p:nvSpPr>
        <p:spPr>
          <a:xfrm>
            <a:off x="5696712" y="1938528"/>
            <a:ext cx="2596896" cy="201168"/>
          </a:xfrm>
          <a:prstGeom prst="roundRect">
            <a:avLst>
              <a:gd name="adj" fmla="val 45455"/>
            </a:avLst>
          </a:prstGeom>
          <a:solidFill>
            <a:srgbClr val="EBF5F8"/>
          </a:solidFill>
          <a:ln w="12700">
            <a:solidFill>
              <a:srgbClr val="C8DEE8"/>
            </a:solidFill>
            <a:prstDash val="solid"/>
          </a:ln>
        </p:spPr>
        <p:txBody>
          <a:bodyPr/>
          <a:lstStyle/>
          <a:p>
            <a:endParaRPr lang="en-IN" sz="2000"/>
          </a:p>
        </p:txBody>
      </p:sp>
      <p:sp>
        <p:nvSpPr>
          <p:cNvPr id="95" name="Text 21">
            <a:extLst>
              <a:ext uri="{FF2B5EF4-FFF2-40B4-BE49-F238E27FC236}">
                <a16:creationId xmlns:a16="http://schemas.microsoft.com/office/drawing/2014/main" id="{E1B22DC5-D9F5-B203-EB2A-0FD82C63DCF5}"/>
              </a:ext>
            </a:extLst>
          </p:cNvPr>
          <p:cNvSpPr/>
          <p:nvPr/>
        </p:nvSpPr>
        <p:spPr>
          <a:xfrm>
            <a:off x="5769864" y="1993392"/>
            <a:ext cx="1947672" cy="82296"/>
          </a:xfrm>
          <a:prstGeom prst="rect">
            <a:avLst/>
          </a:prstGeom>
          <a:noFill/>
          <a:ln/>
        </p:spPr>
        <p:txBody>
          <a:bodyPr wrap="square" lIns="0" tIns="0" rIns="0" bIns="0" rtlCol="0" anchor="ctr">
            <a:noAutofit/>
          </a:bodyPr>
          <a:lstStyle/>
          <a:p>
            <a:pPr marL="0" indent="0">
              <a:buNone/>
            </a:pPr>
            <a:r>
              <a:rPr lang="en-US" sz="600" b="1" dirty="0">
                <a:solidFill>
                  <a:srgbClr val="123B5D"/>
                </a:solidFill>
              </a:rPr>
              <a:t>GIS • forecasting • mobile alerts</a:t>
            </a:r>
            <a:endParaRPr lang="en-US" sz="600" dirty="0"/>
          </a:p>
        </p:txBody>
      </p:sp>
      <p:sp>
        <p:nvSpPr>
          <p:cNvPr id="99" name="Text 22">
            <a:extLst>
              <a:ext uri="{FF2B5EF4-FFF2-40B4-BE49-F238E27FC236}">
                <a16:creationId xmlns:a16="http://schemas.microsoft.com/office/drawing/2014/main" id="{1F380274-E9C7-1B0D-FFE9-5E0DAFDEBF11}"/>
              </a:ext>
            </a:extLst>
          </p:cNvPr>
          <p:cNvSpPr/>
          <p:nvPr/>
        </p:nvSpPr>
        <p:spPr>
          <a:xfrm>
            <a:off x="7735824" y="1984248"/>
            <a:ext cx="475488" cy="91440"/>
          </a:xfrm>
          <a:prstGeom prst="rect">
            <a:avLst/>
          </a:prstGeom>
          <a:noFill/>
          <a:ln/>
        </p:spPr>
        <p:txBody>
          <a:bodyPr wrap="square" lIns="0" tIns="0" rIns="0" bIns="0" rtlCol="0" anchor="ctr"/>
          <a:lstStyle/>
          <a:p>
            <a:pPr marL="0" indent="0" algn="r">
              <a:buNone/>
            </a:pPr>
            <a:r>
              <a:rPr lang="en-US" sz="700" b="1" dirty="0">
                <a:solidFill>
                  <a:srgbClr val="20B5D5"/>
                </a:solidFill>
              </a:rPr>
              <a:t>4–6 mo</a:t>
            </a:r>
            <a:endParaRPr lang="en-US" sz="700" dirty="0"/>
          </a:p>
        </p:txBody>
      </p:sp>
      <p:sp>
        <p:nvSpPr>
          <p:cNvPr id="103" name="Shape 23">
            <a:extLst>
              <a:ext uri="{FF2B5EF4-FFF2-40B4-BE49-F238E27FC236}">
                <a16:creationId xmlns:a16="http://schemas.microsoft.com/office/drawing/2014/main" id="{E2B18C70-9DAD-9193-1127-EAE5DC3E61BA}"/>
              </a:ext>
            </a:extLst>
          </p:cNvPr>
          <p:cNvSpPr/>
          <p:nvPr/>
        </p:nvSpPr>
        <p:spPr>
          <a:xfrm>
            <a:off x="8558784" y="1133856"/>
            <a:ext cx="2907792" cy="1115568"/>
          </a:xfrm>
          <a:prstGeom prst="roundRect">
            <a:avLst>
              <a:gd name="adj" fmla="val 5738"/>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000"/>
          </a:p>
        </p:txBody>
      </p:sp>
      <p:sp>
        <p:nvSpPr>
          <p:cNvPr id="107" name="Shape 24">
            <a:extLst>
              <a:ext uri="{FF2B5EF4-FFF2-40B4-BE49-F238E27FC236}">
                <a16:creationId xmlns:a16="http://schemas.microsoft.com/office/drawing/2014/main" id="{86A11EDE-BEE4-561F-3A4D-B9E522BFBB5A}"/>
              </a:ext>
            </a:extLst>
          </p:cNvPr>
          <p:cNvSpPr/>
          <p:nvPr/>
        </p:nvSpPr>
        <p:spPr>
          <a:xfrm>
            <a:off x="8558784" y="1133856"/>
            <a:ext cx="64008" cy="1115568"/>
          </a:xfrm>
          <a:prstGeom prst="rect">
            <a:avLst/>
          </a:prstGeom>
          <a:solidFill>
            <a:srgbClr val="007CB0"/>
          </a:solidFill>
          <a:ln w="12700">
            <a:solidFill>
              <a:srgbClr val="007CB0"/>
            </a:solidFill>
            <a:prstDash val="solid"/>
          </a:ln>
        </p:spPr>
        <p:txBody>
          <a:bodyPr/>
          <a:lstStyle/>
          <a:p>
            <a:endParaRPr lang="en-IN" sz="2000"/>
          </a:p>
        </p:txBody>
      </p:sp>
      <p:sp>
        <p:nvSpPr>
          <p:cNvPr id="111" name="Shape 25">
            <a:extLst>
              <a:ext uri="{FF2B5EF4-FFF2-40B4-BE49-F238E27FC236}">
                <a16:creationId xmlns:a16="http://schemas.microsoft.com/office/drawing/2014/main" id="{E0921DB9-066F-2745-A549-BC0FA4B8A340}"/>
              </a:ext>
            </a:extLst>
          </p:cNvPr>
          <p:cNvSpPr/>
          <p:nvPr/>
        </p:nvSpPr>
        <p:spPr>
          <a:xfrm>
            <a:off x="8714232" y="1289304"/>
            <a:ext cx="384048" cy="384048"/>
          </a:xfrm>
          <a:prstGeom prst="ellipse">
            <a:avLst/>
          </a:prstGeom>
          <a:solidFill>
            <a:srgbClr val="007CB0"/>
          </a:solidFill>
          <a:ln w="12700">
            <a:solidFill>
              <a:srgbClr val="007CB0"/>
            </a:solidFill>
            <a:prstDash val="solid"/>
          </a:ln>
        </p:spPr>
        <p:txBody>
          <a:bodyPr/>
          <a:lstStyle/>
          <a:p>
            <a:endParaRPr lang="en-IN" sz="2000"/>
          </a:p>
        </p:txBody>
      </p:sp>
      <p:pic>
        <p:nvPicPr>
          <p:cNvPr id="115" name="Image 3" descr="preencoded.png">
            <a:extLst>
              <a:ext uri="{FF2B5EF4-FFF2-40B4-BE49-F238E27FC236}">
                <a16:creationId xmlns:a16="http://schemas.microsoft.com/office/drawing/2014/main" id="{61CFE5F8-475C-FCE0-6A0B-B17FB69A0F7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23960" y="1399032"/>
            <a:ext cx="164592" cy="164592"/>
          </a:xfrm>
          <a:prstGeom prst="rect">
            <a:avLst/>
          </a:prstGeom>
        </p:spPr>
      </p:pic>
      <p:sp>
        <p:nvSpPr>
          <p:cNvPr id="119" name="Text 26">
            <a:extLst>
              <a:ext uri="{FF2B5EF4-FFF2-40B4-BE49-F238E27FC236}">
                <a16:creationId xmlns:a16="http://schemas.microsoft.com/office/drawing/2014/main" id="{5ECF0A9E-D5E3-251D-4C29-F5909F2A39DF}"/>
              </a:ext>
            </a:extLst>
          </p:cNvPr>
          <p:cNvSpPr/>
          <p:nvPr/>
        </p:nvSpPr>
        <p:spPr>
          <a:xfrm>
            <a:off x="9326880" y="1252728"/>
            <a:ext cx="1984248" cy="256032"/>
          </a:xfrm>
          <a:prstGeom prst="rect">
            <a:avLst/>
          </a:prstGeom>
          <a:noFill/>
          <a:ln/>
        </p:spPr>
        <p:txBody>
          <a:bodyPr wrap="square" lIns="0" tIns="0" rIns="0" bIns="0" rtlCol="0" anchor="ctr">
            <a:normAutofit/>
          </a:bodyPr>
          <a:lstStyle/>
          <a:p>
            <a:pPr marL="0" indent="0">
              <a:buNone/>
            </a:pPr>
            <a:r>
              <a:rPr lang="en-US" sz="1000" b="1" dirty="0">
                <a:solidFill>
                  <a:srgbClr val="0B2739"/>
                </a:solidFill>
              </a:rPr>
              <a:t>Emergency response intelligence</a:t>
            </a:r>
            <a:endParaRPr lang="en-US" sz="1000" dirty="0"/>
          </a:p>
        </p:txBody>
      </p:sp>
      <p:sp>
        <p:nvSpPr>
          <p:cNvPr id="123" name="Text 27">
            <a:extLst>
              <a:ext uri="{FF2B5EF4-FFF2-40B4-BE49-F238E27FC236}">
                <a16:creationId xmlns:a16="http://schemas.microsoft.com/office/drawing/2014/main" id="{4E1AC460-CDA1-C64F-1FB4-B27AA47367CC}"/>
              </a:ext>
            </a:extLst>
          </p:cNvPr>
          <p:cNvSpPr/>
          <p:nvPr/>
        </p:nvSpPr>
        <p:spPr>
          <a:xfrm>
            <a:off x="9251990" y="1636776"/>
            <a:ext cx="2049993" cy="192024"/>
          </a:xfrm>
          <a:prstGeom prst="rect">
            <a:avLst/>
          </a:prstGeom>
          <a:noFill/>
          <a:ln/>
        </p:spPr>
        <p:txBody>
          <a:bodyPr wrap="square" lIns="0" tIns="0" rIns="0" bIns="0" rtlCol="0" anchor="ctr">
            <a:noAutofit/>
          </a:bodyPr>
          <a:lstStyle/>
          <a:p>
            <a:pPr marL="0" indent="0">
              <a:buNone/>
            </a:pPr>
            <a:r>
              <a:rPr lang="en-US" sz="800" dirty="0">
                <a:solidFill>
                  <a:srgbClr val="596875"/>
                </a:solidFill>
              </a:rPr>
              <a:t>Faster resource allocation, route planning and coordinated response.</a:t>
            </a:r>
            <a:endParaRPr lang="en-US" sz="800" dirty="0"/>
          </a:p>
        </p:txBody>
      </p:sp>
      <p:sp>
        <p:nvSpPr>
          <p:cNvPr id="127" name="Shape 28">
            <a:extLst>
              <a:ext uri="{FF2B5EF4-FFF2-40B4-BE49-F238E27FC236}">
                <a16:creationId xmlns:a16="http://schemas.microsoft.com/office/drawing/2014/main" id="{64FB6721-72F1-22ED-CB72-21EEF90B44A2}"/>
              </a:ext>
            </a:extLst>
          </p:cNvPr>
          <p:cNvSpPr/>
          <p:nvPr/>
        </p:nvSpPr>
        <p:spPr>
          <a:xfrm>
            <a:off x="8714232" y="1938528"/>
            <a:ext cx="2596896" cy="201168"/>
          </a:xfrm>
          <a:prstGeom prst="roundRect">
            <a:avLst>
              <a:gd name="adj" fmla="val 45455"/>
            </a:avLst>
          </a:prstGeom>
          <a:solidFill>
            <a:srgbClr val="EBF5F8"/>
          </a:solidFill>
          <a:ln w="12700">
            <a:solidFill>
              <a:srgbClr val="C8DEE8"/>
            </a:solidFill>
            <a:prstDash val="solid"/>
          </a:ln>
        </p:spPr>
        <p:txBody>
          <a:bodyPr/>
          <a:lstStyle/>
          <a:p>
            <a:endParaRPr lang="en-IN" sz="2000"/>
          </a:p>
        </p:txBody>
      </p:sp>
      <p:sp>
        <p:nvSpPr>
          <p:cNvPr id="129" name="Text 29">
            <a:extLst>
              <a:ext uri="{FF2B5EF4-FFF2-40B4-BE49-F238E27FC236}">
                <a16:creationId xmlns:a16="http://schemas.microsoft.com/office/drawing/2014/main" id="{A280632F-CAF4-56A0-D77A-142B729124E6}"/>
              </a:ext>
            </a:extLst>
          </p:cNvPr>
          <p:cNvSpPr/>
          <p:nvPr/>
        </p:nvSpPr>
        <p:spPr>
          <a:xfrm>
            <a:off x="8787384" y="1993392"/>
            <a:ext cx="1947672" cy="82296"/>
          </a:xfrm>
          <a:prstGeom prst="rect">
            <a:avLst/>
          </a:prstGeom>
          <a:noFill/>
          <a:ln/>
        </p:spPr>
        <p:txBody>
          <a:bodyPr wrap="square" lIns="0" tIns="0" rIns="0" bIns="0" rtlCol="0" anchor="ctr">
            <a:noAutofit/>
          </a:bodyPr>
          <a:lstStyle/>
          <a:p>
            <a:pPr marL="0" indent="0">
              <a:buNone/>
            </a:pPr>
            <a:r>
              <a:rPr lang="en-US" sz="600" b="1" dirty="0">
                <a:solidFill>
                  <a:srgbClr val="123B5D"/>
                </a:solidFill>
              </a:rPr>
              <a:t>Optimization AI • GIS</a:t>
            </a:r>
            <a:endParaRPr lang="en-US" sz="600" dirty="0"/>
          </a:p>
        </p:txBody>
      </p:sp>
      <p:sp>
        <p:nvSpPr>
          <p:cNvPr id="131" name="Text 30">
            <a:extLst>
              <a:ext uri="{FF2B5EF4-FFF2-40B4-BE49-F238E27FC236}">
                <a16:creationId xmlns:a16="http://schemas.microsoft.com/office/drawing/2014/main" id="{A87F3527-E783-E2B0-0E7B-E59E7438B37F}"/>
              </a:ext>
            </a:extLst>
          </p:cNvPr>
          <p:cNvSpPr/>
          <p:nvPr/>
        </p:nvSpPr>
        <p:spPr>
          <a:xfrm>
            <a:off x="10753344" y="1984248"/>
            <a:ext cx="475488" cy="91440"/>
          </a:xfrm>
          <a:prstGeom prst="rect">
            <a:avLst/>
          </a:prstGeom>
          <a:noFill/>
          <a:ln/>
        </p:spPr>
        <p:txBody>
          <a:bodyPr wrap="square" lIns="0" tIns="0" rIns="0" bIns="0" rtlCol="0" anchor="ctr"/>
          <a:lstStyle/>
          <a:p>
            <a:pPr marL="0" indent="0" algn="r">
              <a:buNone/>
            </a:pPr>
            <a:r>
              <a:rPr lang="en-US" sz="700" b="1" dirty="0">
                <a:solidFill>
                  <a:srgbClr val="007CB0"/>
                </a:solidFill>
              </a:rPr>
              <a:t>6–9 mo</a:t>
            </a:r>
            <a:endParaRPr lang="en-US" sz="700" dirty="0"/>
          </a:p>
        </p:txBody>
      </p:sp>
      <p:sp>
        <p:nvSpPr>
          <p:cNvPr id="133" name="Shape 31">
            <a:extLst>
              <a:ext uri="{FF2B5EF4-FFF2-40B4-BE49-F238E27FC236}">
                <a16:creationId xmlns:a16="http://schemas.microsoft.com/office/drawing/2014/main" id="{EF76265D-16EA-DCCA-C992-728F4D483575}"/>
              </a:ext>
            </a:extLst>
          </p:cNvPr>
          <p:cNvSpPr/>
          <p:nvPr/>
        </p:nvSpPr>
        <p:spPr>
          <a:xfrm>
            <a:off x="502920" y="2468880"/>
            <a:ext cx="1847088" cy="1115568"/>
          </a:xfrm>
          <a:prstGeom prst="roundRect">
            <a:avLst>
              <a:gd name="adj" fmla="val 6557"/>
            </a:avLst>
          </a:prstGeom>
          <a:solidFill>
            <a:srgbClr val="26734D"/>
          </a:solidFill>
          <a:ln w="12700">
            <a:solidFill>
              <a:srgbClr val="26734D"/>
            </a:solidFill>
            <a:prstDash val="solid"/>
          </a:ln>
        </p:spPr>
        <p:txBody>
          <a:bodyPr/>
          <a:lstStyle/>
          <a:p>
            <a:endParaRPr lang="en-IN" sz="2000"/>
          </a:p>
        </p:txBody>
      </p:sp>
      <p:pic>
        <p:nvPicPr>
          <p:cNvPr id="135" name="Image 4" descr="preencoded.png">
            <a:extLst>
              <a:ext uri="{FF2B5EF4-FFF2-40B4-BE49-F238E27FC236}">
                <a16:creationId xmlns:a16="http://schemas.microsoft.com/office/drawing/2014/main" id="{81C0CCA1-C51D-2A55-125A-6D04055F7F1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13232" y="2651760"/>
            <a:ext cx="365760" cy="365760"/>
          </a:xfrm>
          <a:prstGeom prst="rect">
            <a:avLst/>
          </a:prstGeom>
        </p:spPr>
      </p:pic>
      <p:sp>
        <p:nvSpPr>
          <p:cNvPr id="137" name="Text 32">
            <a:extLst>
              <a:ext uri="{FF2B5EF4-FFF2-40B4-BE49-F238E27FC236}">
                <a16:creationId xmlns:a16="http://schemas.microsoft.com/office/drawing/2014/main" id="{D150605C-07F8-1375-F3CD-D146F1461081}"/>
              </a:ext>
            </a:extLst>
          </p:cNvPr>
          <p:cNvSpPr/>
          <p:nvPr/>
        </p:nvSpPr>
        <p:spPr>
          <a:xfrm>
            <a:off x="1188720" y="2615184"/>
            <a:ext cx="932688" cy="283464"/>
          </a:xfrm>
          <a:prstGeom prst="rect">
            <a:avLst/>
          </a:prstGeom>
          <a:noFill/>
          <a:ln/>
        </p:spPr>
        <p:txBody>
          <a:bodyPr wrap="square" lIns="0" tIns="0" rIns="0" bIns="0" rtlCol="0" anchor="ctr">
            <a:noAutofit/>
          </a:bodyPr>
          <a:lstStyle/>
          <a:p>
            <a:pPr marL="0" indent="0">
              <a:buNone/>
            </a:pPr>
            <a:r>
              <a:rPr lang="en-US" sz="1100" b="1" dirty="0">
                <a:solidFill>
                  <a:srgbClr val="FFFFFF"/>
                </a:solidFill>
              </a:rPr>
              <a:t>Environment &amp; forest</a:t>
            </a:r>
            <a:endParaRPr lang="en-US" sz="1100" dirty="0"/>
          </a:p>
        </p:txBody>
      </p:sp>
      <p:sp>
        <p:nvSpPr>
          <p:cNvPr id="139" name="Text 33">
            <a:extLst>
              <a:ext uri="{FF2B5EF4-FFF2-40B4-BE49-F238E27FC236}">
                <a16:creationId xmlns:a16="http://schemas.microsoft.com/office/drawing/2014/main" id="{F31B61EF-FD78-FCD2-1EC9-04BB27ADA298}"/>
              </a:ext>
            </a:extLst>
          </p:cNvPr>
          <p:cNvSpPr/>
          <p:nvPr/>
        </p:nvSpPr>
        <p:spPr>
          <a:xfrm>
            <a:off x="713232" y="3072384"/>
            <a:ext cx="1371600" cy="182880"/>
          </a:xfrm>
          <a:prstGeom prst="rect">
            <a:avLst/>
          </a:prstGeom>
          <a:noFill/>
          <a:ln/>
        </p:spPr>
        <p:txBody>
          <a:bodyPr wrap="square" lIns="0" tIns="0" rIns="0" bIns="0" rtlCol="0" anchor="ctr">
            <a:noAutofit/>
          </a:bodyPr>
          <a:lstStyle/>
          <a:p>
            <a:pPr marL="0" indent="0">
              <a:buNone/>
            </a:pPr>
            <a:r>
              <a:rPr lang="en-US" sz="800" dirty="0">
                <a:solidFill>
                  <a:srgbClr val="E6F0F3"/>
                </a:solidFill>
              </a:rPr>
              <a:t>Monitor ecosystems and improve climate resilience</a:t>
            </a:r>
            <a:endParaRPr lang="en-US" sz="800" dirty="0"/>
          </a:p>
        </p:txBody>
      </p:sp>
      <p:sp>
        <p:nvSpPr>
          <p:cNvPr id="141" name="Text 34">
            <a:extLst>
              <a:ext uri="{FF2B5EF4-FFF2-40B4-BE49-F238E27FC236}">
                <a16:creationId xmlns:a16="http://schemas.microsoft.com/office/drawing/2014/main" id="{309CA229-67BE-E68E-461A-3A5843B74572}"/>
              </a:ext>
            </a:extLst>
          </p:cNvPr>
          <p:cNvSpPr/>
          <p:nvPr/>
        </p:nvSpPr>
        <p:spPr>
          <a:xfrm>
            <a:off x="713232" y="3337560"/>
            <a:ext cx="1371600" cy="100584"/>
          </a:xfrm>
          <a:prstGeom prst="rect">
            <a:avLst/>
          </a:prstGeom>
          <a:noFill/>
          <a:ln/>
        </p:spPr>
        <p:txBody>
          <a:bodyPr wrap="square" lIns="0" tIns="0" rIns="0" bIns="0" rtlCol="0" anchor="ctr"/>
          <a:lstStyle/>
          <a:p>
            <a:pPr marL="0" indent="0">
              <a:buNone/>
            </a:pPr>
            <a:r>
              <a:rPr lang="en-US" sz="700" b="1" dirty="0">
                <a:solidFill>
                  <a:srgbClr val="FFFFFF"/>
                </a:solidFill>
              </a:rPr>
              <a:t>4 USE CASES  |  6–12 MONTHS</a:t>
            </a:r>
            <a:endParaRPr lang="en-US" sz="700" dirty="0"/>
          </a:p>
        </p:txBody>
      </p:sp>
      <p:sp>
        <p:nvSpPr>
          <p:cNvPr id="143" name="Shape 35">
            <a:extLst>
              <a:ext uri="{FF2B5EF4-FFF2-40B4-BE49-F238E27FC236}">
                <a16:creationId xmlns:a16="http://schemas.microsoft.com/office/drawing/2014/main" id="{933BE5B8-C1E8-5273-8CA4-E44FB4F526F9}"/>
              </a:ext>
            </a:extLst>
          </p:cNvPr>
          <p:cNvSpPr/>
          <p:nvPr/>
        </p:nvSpPr>
        <p:spPr>
          <a:xfrm>
            <a:off x="2523744" y="2468880"/>
            <a:ext cx="2157984" cy="1115568"/>
          </a:xfrm>
          <a:prstGeom prst="roundRect">
            <a:avLst>
              <a:gd name="adj" fmla="val 5738"/>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000"/>
          </a:p>
        </p:txBody>
      </p:sp>
      <p:sp>
        <p:nvSpPr>
          <p:cNvPr id="145" name="Shape 36">
            <a:extLst>
              <a:ext uri="{FF2B5EF4-FFF2-40B4-BE49-F238E27FC236}">
                <a16:creationId xmlns:a16="http://schemas.microsoft.com/office/drawing/2014/main" id="{82501A38-927E-B55B-2C5F-E57388362A5E}"/>
              </a:ext>
            </a:extLst>
          </p:cNvPr>
          <p:cNvSpPr/>
          <p:nvPr/>
        </p:nvSpPr>
        <p:spPr>
          <a:xfrm>
            <a:off x="2523744" y="2468880"/>
            <a:ext cx="64008" cy="1115568"/>
          </a:xfrm>
          <a:prstGeom prst="rect">
            <a:avLst/>
          </a:prstGeom>
          <a:solidFill>
            <a:srgbClr val="26734D"/>
          </a:solidFill>
          <a:ln w="12700">
            <a:solidFill>
              <a:srgbClr val="26734D"/>
            </a:solidFill>
            <a:prstDash val="solid"/>
          </a:ln>
        </p:spPr>
        <p:txBody>
          <a:bodyPr/>
          <a:lstStyle/>
          <a:p>
            <a:endParaRPr lang="en-IN" sz="2000"/>
          </a:p>
        </p:txBody>
      </p:sp>
      <p:sp>
        <p:nvSpPr>
          <p:cNvPr id="147" name="Shape 37">
            <a:extLst>
              <a:ext uri="{FF2B5EF4-FFF2-40B4-BE49-F238E27FC236}">
                <a16:creationId xmlns:a16="http://schemas.microsoft.com/office/drawing/2014/main" id="{01408233-0767-15A7-8D93-8A75DB46F2A8}"/>
              </a:ext>
            </a:extLst>
          </p:cNvPr>
          <p:cNvSpPr/>
          <p:nvPr/>
        </p:nvSpPr>
        <p:spPr>
          <a:xfrm>
            <a:off x="2679192" y="2624328"/>
            <a:ext cx="384048" cy="384048"/>
          </a:xfrm>
          <a:prstGeom prst="ellipse">
            <a:avLst/>
          </a:prstGeom>
          <a:solidFill>
            <a:srgbClr val="26734D"/>
          </a:solidFill>
          <a:ln w="12700">
            <a:solidFill>
              <a:srgbClr val="26734D"/>
            </a:solidFill>
            <a:prstDash val="solid"/>
          </a:ln>
        </p:spPr>
        <p:txBody>
          <a:bodyPr/>
          <a:lstStyle/>
          <a:p>
            <a:endParaRPr lang="en-IN" sz="2000"/>
          </a:p>
        </p:txBody>
      </p:sp>
      <p:pic>
        <p:nvPicPr>
          <p:cNvPr id="149" name="Image 5" descr="preencoded.png">
            <a:extLst>
              <a:ext uri="{FF2B5EF4-FFF2-40B4-BE49-F238E27FC236}">
                <a16:creationId xmlns:a16="http://schemas.microsoft.com/office/drawing/2014/main" id="{79C4C585-25F8-D389-A4F5-C3C52EA9960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788920" y="2734056"/>
            <a:ext cx="164592" cy="164592"/>
          </a:xfrm>
          <a:prstGeom prst="rect">
            <a:avLst/>
          </a:prstGeom>
        </p:spPr>
      </p:pic>
      <p:sp>
        <p:nvSpPr>
          <p:cNvPr id="151" name="Text 38">
            <a:extLst>
              <a:ext uri="{FF2B5EF4-FFF2-40B4-BE49-F238E27FC236}">
                <a16:creationId xmlns:a16="http://schemas.microsoft.com/office/drawing/2014/main" id="{439960EA-6DC4-F255-B63F-2AC38074F323}"/>
              </a:ext>
            </a:extLst>
          </p:cNvPr>
          <p:cNvSpPr/>
          <p:nvPr/>
        </p:nvSpPr>
        <p:spPr>
          <a:xfrm>
            <a:off x="3291840" y="2587752"/>
            <a:ext cx="1234440" cy="256032"/>
          </a:xfrm>
          <a:prstGeom prst="rect">
            <a:avLst/>
          </a:prstGeom>
          <a:noFill/>
          <a:ln/>
        </p:spPr>
        <p:txBody>
          <a:bodyPr wrap="square" lIns="0" tIns="0" rIns="0" bIns="0" rtlCol="0" anchor="ctr">
            <a:normAutofit/>
          </a:bodyPr>
          <a:lstStyle/>
          <a:p>
            <a:pPr marL="0" indent="0">
              <a:buNone/>
            </a:pPr>
            <a:r>
              <a:rPr lang="en-US" sz="1000" b="1" dirty="0">
                <a:solidFill>
                  <a:srgbClr val="0B2739"/>
                </a:solidFill>
              </a:rPr>
              <a:t>Forest monitoring</a:t>
            </a:r>
            <a:endParaRPr lang="en-US" sz="1000" dirty="0"/>
          </a:p>
        </p:txBody>
      </p:sp>
      <p:sp>
        <p:nvSpPr>
          <p:cNvPr id="153" name="Text 39">
            <a:extLst>
              <a:ext uri="{FF2B5EF4-FFF2-40B4-BE49-F238E27FC236}">
                <a16:creationId xmlns:a16="http://schemas.microsoft.com/office/drawing/2014/main" id="{3E028933-5681-C57C-C7C0-667776AAD022}"/>
              </a:ext>
            </a:extLst>
          </p:cNvPr>
          <p:cNvSpPr/>
          <p:nvPr/>
        </p:nvSpPr>
        <p:spPr>
          <a:xfrm>
            <a:off x="3063240" y="2971800"/>
            <a:ext cx="1453896" cy="192024"/>
          </a:xfrm>
          <a:prstGeom prst="rect">
            <a:avLst/>
          </a:prstGeom>
          <a:noFill/>
          <a:ln/>
        </p:spPr>
        <p:txBody>
          <a:bodyPr wrap="square" lIns="0" tIns="0" rIns="0" bIns="0" rtlCol="0" anchor="ctr">
            <a:noAutofit/>
          </a:bodyPr>
          <a:lstStyle/>
          <a:p>
            <a:pPr marL="0" indent="0">
              <a:buNone/>
            </a:pPr>
            <a:r>
              <a:rPr lang="en-US" sz="800" dirty="0">
                <a:solidFill>
                  <a:srgbClr val="596875"/>
                </a:solidFill>
              </a:rPr>
              <a:t>Continuous forest-cover and encroachment intelligence.</a:t>
            </a:r>
            <a:endParaRPr lang="en-US" sz="800" dirty="0"/>
          </a:p>
        </p:txBody>
      </p:sp>
      <p:sp>
        <p:nvSpPr>
          <p:cNvPr id="155" name="Shape 40">
            <a:extLst>
              <a:ext uri="{FF2B5EF4-FFF2-40B4-BE49-F238E27FC236}">
                <a16:creationId xmlns:a16="http://schemas.microsoft.com/office/drawing/2014/main" id="{34514A0C-804B-5F40-9CA9-78D072FD105A}"/>
              </a:ext>
            </a:extLst>
          </p:cNvPr>
          <p:cNvSpPr/>
          <p:nvPr/>
        </p:nvSpPr>
        <p:spPr>
          <a:xfrm>
            <a:off x="2679192" y="3273552"/>
            <a:ext cx="1847088" cy="201168"/>
          </a:xfrm>
          <a:prstGeom prst="roundRect">
            <a:avLst>
              <a:gd name="adj" fmla="val 45455"/>
            </a:avLst>
          </a:prstGeom>
          <a:solidFill>
            <a:srgbClr val="E7F4F1"/>
          </a:solidFill>
          <a:ln w="12700">
            <a:solidFill>
              <a:srgbClr val="BCDCCE"/>
            </a:solidFill>
            <a:prstDash val="solid"/>
          </a:ln>
        </p:spPr>
        <p:txBody>
          <a:bodyPr/>
          <a:lstStyle/>
          <a:p>
            <a:endParaRPr lang="en-IN" sz="2000"/>
          </a:p>
        </p:txBody>
      </p:sp>
      <p:sp>
        <p:nvSpPr>
          <p:cNvPr id="157" name="Text 41">
            <a:extLst>
              <a:ext uri="{FF2B5EF4-FFF2-40B4-BE49-F238E27FC236}">
                <a16:creationId xmlns:a16="http://schemas.microsoft.com/office/drawing/2014/main" id="{DD47AE78-9DCD-316F-E09E-574AF74A1E62}"/>
              </a:ext>
            </a:extLst>
          </p:cNvPr>
          <p:cNvSpPr/>
          <p:nvPr/>
        </p:nvSpPr>
        <p:spPr>
          <a:xfrm>
            <a:off x="2752344" y="3328416"/>
            <a:ext cx="1197864" cy="82296"/>
          </a:xfrm>
          <a:prstGeom prst="rect">
            <a:avLst/>
          </a:prstGeom>
          <a:noFill/>
          <a:ln/>
        </p:spPr>
        <p:txBody>
          <a:bodyPr wrap="square" lIns="0" tIns="0" rIns="0" bIns="0" rtlCol="0" anchor="ctr">
            <a:noAutofit/>
          </a:bodyPr>
          <a:lstStyle/>
          <a:p>
            <a:pPr marL="0" indent="0">
              <a:buNone/>
            </a:pPr>
            <a:r>
              <a:rPr lang="en-US" sz="600" b="1" dirty="0">
                <a:solidFill>
                  <a:srgbClr val="123B5D"/>
                </a:solidFill>
              </a:rPr>
              <a:t>Vision • satellite</a:t>
            </a:r>
            <a:endParaRPr lang="en-US" sz="600" dirty="0"/>
          </a:p>
        </p:txBody>
      </p:sp>
      <p:sp>
        <p:nvSpPr>
          <p:cNvPr id="159" name="Text 42">
            <a:extLst>
              <a:ext uri="{FF2B5EF4-FFF2-40B4-BE49-F238E27FC236}">
                <a16:creationId xmlns:a16="http://schemas.microsoft.com/office/drawing/2014/main" id="{A6C21C01-A806-5D28-D614-8A951ADA9EF4}"/>
              </a:ext>
            </a:extLst>
          </p:cNvPr>
          <p:cNvSpPr/>
          <p:nvPr/>
        </p:nvSpPr>
        <p:spPr>
          <a:xfrm>
            <a:off x="3968496" y="3319272"/>
            <a:ext cx="475488" cy="91440"/>
          </a:xfrm>
          <a:prstGeom prst="rect">
            <a:avLst/>
          </a:prstGeom>
          <a:noFill/>
          <a:ln/>
        </p:spPr>
        <p:txBody>
          <a:bodyPr wrap="square" lIns="0" tIns="0" rIns="0" bIns="0" rtlCol="0" anchor="ctr"/>
          <a:lstStyle/>
          <a:p>
            <a:pPr marL="0" indent="0" algn="r">
              <a:buNone/>
            </a:pPr>
            <a:r>
              <a:rPr lang="en-US" sz="700" b="1" dirty="0">
                <a:solidFill>
                  <a:srgbClr val="26734D"/>
                </a:solidFill>
              </a:rPr>
              <a:t>6–9 mo</a:t>
            </a:r>
            <a:endParaRPr lang="en-US" sz="700" dirty="0"/>
          </a:p>
        </p:txBody>
      </p:sp>
      <p:sp>
        <p:nvSpPr>
          <p:cNvPr id="161" name="Shape 43">
            <a:extLst>
              <a:ext uri="{FF2B5EF4-FFF2-40B4-BE49-F238E27FC236}">
                <a16:creationId xmlns:a16="http://schemas.microsoft.com/office/drawing/2014/main" id="{D9F37E20-1C80-C52B-A560-A0271ED432D3}"/>
              </a:ext>
            </a:extLst>
          </p:cNvPr>
          <p:cNvSpPr/>
          <p:nvPr/>
        </p:nvSpPr>
        <p:spPr>
          <a:xfrm>
            <a:off x="4809744" y="2468880"/>
            <a:ext cx="2157984" cy="1115568"/>
          </a:xfrm>
          <a:prstGeom prst="roundRect">
            <a:avLst>
              <a:gd name="adj" fmla="val 5738"/>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000"/>
          </a:p>
        </p:txBody>
      </p:sp>
      <p:sp>
        <p:nvSpPr>
          <p:cNvPr id="163" name="Shape 44">
            <a:extLst>
              <a:ext uri="{FF2B5EF4-FFF2-40B4-BE49-F238E27FC236}">
                <a16:creationId xmlns:a16="http://schemas.microsoft.com/office/drawing/2014/main" id="{6B90F8C7-D11B-1171-1B72-4686B70614E7}"/>
              </a:ext>
            </a:extLst>
          </p:cNvPr>
          <p:cNvSpPr/>
          <p:nvPr/>
        </p:nvSpPr>
        <p:spPr>
          <a:xfrm>
            <a:off x="4809744" y="2468880"/>
            <a:ext cx="64008" cy="1115568"/>
          </a:xfrm>
          <a:prstGeom prst="rect">
            <a:avLst/>
          </a:prstGeom>
          <a:solidFill>
            <a:srgbClr val="43B02A"/>
          </a:solidFill>
          <a:ln w="12700">
            <a:solidFill>
              <a:srgbClr val="43B02A"/>
            </a:solidFill>
            <a:prstDash val="solid"/>
          </a:ln>
        </p:spPr>
        <p:txBody>
          <a:bodyPr/>
          <a:lstStyle/>
          <a:p>
            <a:endParaRPr lang="en-IN" sz="2000"/>
          </a:p>
        </p:txBody>
      </p:sp>
      <p:sp>
        <p:nvSpPr>
          <p:cNvPr id="165" name="Shape 45">
            <a:extLst>
              <a:ext uri="{FF2B5EF4-FFF2-40B4-BE49-F238E27FC236}">
                <a16:creationId xmlns:a16="http://schemas.microsoft.com/office/drawing/2014/main" id="{02AF3020-D338-5474-385E-0BA86EE17377}"/>
              </a:ext>
            </a:extLst>
          </p:cNvPr>
          <p:cNvSpPr/>
          <p:nvPr/>
        </p:nvSpPr>
        <p:spPr>
          <a:xfrm>
            <a:off x="4965192" y="2624328"/>
            <a:ext cx="384048" cy="384048"/>
          </a:xfrm>
          <a:prstGeom prst="ellipse">
            <a:avLst/>
          </a:prstGeom>
          <a:solidFill>
            <a:srgbClr val="43B02A"/>
          </a:solidFill>
          <a:ln w="12700">
            <a:solidFill>
              <a:srgbClr val="43B02A"/>
            </a:solidFill>
            <a:prstDash val="solid"/>
          </a:ln>
        </p:spPr>
        <p:txBody>
          <a:bodyPr/>
          <a:lstStyle/>
          <a:p>
            <a:endParaRPr lang="en-IN" sz="2000"/>
          </a:p>
        </p:txBody>
      </p:sp>
      <p:pic>
        <p:nvPicPr>
          <p:cNvPr id="167" name="Image 6" descr="preencoded.png">
            <a:extLst>
              <a:ext uri="{FF2B5EF4-FFF2-40B4-BE49-F238E27FC236}">
                <a16:creationId xmlns:a16="http://schemas.microsoft.com/office/drawing/2014/main" id="{38E9C217-8D67-3004-A6CC-133CE9E1EC7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074920" y="2734056"/>
            <a:ext cx="164592" cy="164592"/>
          </a:xfrm>
          <a:prstGeom prst="rect">
            <a:avLst/>
          </a:prstGeom>
        </p:spPr>
      </p:pic>
      <p:sp>
        <p:nvSpPr>
          <p:cNvPr id="169" name="Text 46">
            <a:extLst>
              <a:ext uri="{FF2B5EF4-FFF2-40B4-BE49-F238E27FC236}">
                <a16:creationId xmlns:a16="http://schemas.microsoft.com/office/drawing/2014/main" id="{934657CB-F9D0-7818-231A-4A91456B664E}"/>
              </a:ext>
            </a:extLst>
          </p:cNvPr>
          <p:cNvSpPr/>
          <p:nvPr/>
        </p:nvSpPr>
        <p:spPr>
          <a:xfrm>
            <a:off x="5577840" y="2587752"/>
            <a:ext cx="1234440" cy="256032"/>
          </a:xfrm>
          <a:prstGeom prst="rect">
            <a:avLst/>
          </a:prstGeom>
          <a:noFill/>
          <a:ln/>
        </p:spPr>
        <p:txBody>
          <a:bodyPr wrap="square" lIns="0" tIns="0" rIns="0" bIns="0" rtlCol="0" anchor="ctr">
            <a:normAutofit/>
          </a:bodyPr>
          <a:lstStyle/>
          <a:p>
            <a:pPr marL="0" indent="0">
              <a:buNone/>
            </a:pPr>
            <a:r>
              <a:rPr lang="en-US" sz="1000" b="1" dirty="0">
                <a:solidFill>
                  <a:srgbClr val="0B2739"/>
                </a:solidFill>
              </a:rPr>
              <a:t>Wildlife movement</a:t>
            </a:r>
            <a:endParaRPr lang="en-US" sz="1000" dirty="0"/>
          </a:p>
        </p:txBody>
      </p:sp>
      <p:sp>
        <p:nvSpPr>
          <p:cNvPr id="171" name="Text 47">
            <a:extLst>
              <a:ext uri="{FF2B5EF4-FFF2-40B4-BE49-F238E27FC236}">
                <a16:creationId xmlns:a16="http://schemas.microsoft.com/office/drawing/2014/main" id="{5FC35E47-A289-3A6C-898D-AD6655A1E4AF}"/>
              </a:ext>
            </a:extLst>
          </p:cNvPr>
          <p:cNvSpPr/>
          <p:nvPr/>
        </p:nvSpPr>
        <p:spPr>
          <a:xfrm>
            <a:off x="5349240" y="2971800"/>
            <a:ext cx="1453896" cy="192024"/>
          </a:xfrm>
          <a:prstGeom prst="rect">
            <a:avLst/>
          </a:prstGeom>
          <a:noFill/>
          <a:ln/>
        </p:spPr>
        <p:txBody>
          <a:bodyPr wrap="square" lIns="0" tIns="0" rIns="0" bIns="0" rtlCol="0" anchor="ctr">
            <a:noAutofit/>
          </a:bodyPr>
          <a:lstStyle/>
          <a:p>
            <a:pPr marL="0" indent="0">
              <a:buNone/>
            </a:pPr>
            <a:r>
              <a:rPr lang="en-US" sz="800" dirty="0">
                <a:solidFill>
                  <a:srgbClr val="596875"/>
                </a:solidFill>
              </a:rPr>
              <a:t>Corridor monitoring and reduced human-wildlife conflict.</a:t>
            </a:r>
            <a:endParaRPr lang="en-US" sz="800" dirty="0"/>
          </a:p>
        </p:txBody>
      </p:sp>
      <p:sp>
        <p:nvSpPr>
          <p:cNvPr id="173" name="Shape 48">
            <a:extLst>
              <a:ext uri="{FF2B5EF4-FFF2-40B4-BE49-F238E27FC236}">
                <a16:creationId xmlns:a16="http://schemas.microsoft.com/office/drawing/2014/main" id="{8B034951-F2A9-20F0-58AB-FBAB32968685}"/>
              </a:ext>
            </a:extLst>
          </p:cNvPr>
          <p:cNvSpPr/>
          <p:nvPr/>
        </p:nvSpPr>
        <p:spPr>
          <a:xfrm>
            <a:off x="4965192" y="3273552"/>
            <a:ext cx="1847088" cy="201168"/>
          </a:xfrm>
          <a:prstGeom prst="roundRect">
            <a:avLst>
              <a:gd name="adj" fmla="val 45455"/>
            </a:avLst>
          </a:prstGeom>
          <a:solidFill>
            <a:srgbClr val="EFF6DF"/>
          </a:solidFill>
          <a:ln w="12700">
            <a:solidFill>
              <a:srgbClr val="D3E4B5"/>
            </a:solidFill>
            <a:prstDash val="solid"/>
          </a:ln>
        </p:spPr>
        <p:txBody>
          <a:bodyPr/>
          <a:lstStyle/>
          <a:p>
            <a:endParaRPr lang="en-IN" sz="2000"/>
          </a:p>
        </p:txBody>
      </p:sp>
      <p:sp>
        <p:nvSpPr>
          <p:cNvPr id="175" name="Text 49">
            <a:extLst>
              <a:ext uri="{FF2B5EF4-FFF2-40B4-BE49-F238E27FC236}">
                <a16:creationId xmlns:a16="http://schemas.microsoft.com/office/drawing/2014/main" id="{388958D7-84ED-B7A8-83B1-48B814C215D0}"/>
              </a:ext>
            </a:extLst>
          </p:cNvPr>
          <p:cNvSpPr/>
          <p:nvPr/>
        </p:nvSpPr>
        <p:spPr>
          <a:xfrm>
            <a:off x="5038344" y="3328416"/>
            <a:ext cx="1197864" cy="82296"/>
          </a:xfrm>
          <a:prstGeom prst="rect">
            <a:avLst/>
          </a:prstGeom>
          <a:noFill/>
          <a:ln/>
        </p:spPr>
        <p:txBody>
          <a:bodyPr wrap="square" lIns="0" tIns="0" rIns="0" bIns="0" rtlCol="0" anchor="ctr">
            <a:normAutofit fontScale="92500" lnSpcReduction="20000"/>
          </a:bodyPr>
          <a:lstStyle/>
          <a:p>
            <a:pPr marL="0" indent="0">
              <a:buNone/>
            </a:pPr>
            <a:r>
              <a:rPr lang="en-US" sz="600" b="1" dirty="0">
                <a:solidFill>
                  <a:srgbClr val="123B5D"/>
                </a:solidFill>
              </a:rPr>
              <a:t>Vision • GIS</a:t>
            </a:r>
            <a:endParaRPr lang="en-US" sz="600" dirty="0"/>
          </a:p>
        </p:txBody>
      </p:sp>
      <p:sp>
        <p:nvSpPr>
          <p:cNvPr id="177" name="Text 50">
            <a:extLst>
              <a:ext uri="{FF2B5EF4-FFF2-40B4-BE49-F238E27FC236}">
                <a16:creationId xmlns:a16="http://schemas.microsoft.com/office/drawing/2014/main" id="{83A86610-828D-B710-79F7-3143F88A01A3}"/>
              </a:ext>
            </a:extLst>
          </p:cNvPr>
          <p:cNvSpPr/>
          <p:nvPr/>
        </p:nvSpPr>
        <p:spPr>
          <a:xfrm>
            <a:off x="6254496" y="3319272"/>
            <a:ext cx="475488" cy="91440"/>
          </a:xfrm>
          <a:prstGeom prst="rect">
            <a:avLst/>
          </a:prstGeom>
          <a:noFill/>
          <a:ln/>
        </p:spPr>
        <p:txBody>
          <a:bodyPr wrap="square" lIns="0" tIns="0" rIns="0" bIns="0" rtlCol="0" anchor="ctr"/>
          <a:lstStyle/>
          <a:p>
            <a:pPr marL="0" indent="0" algn="r">
              <a:buNone/>
            </a:pPr>
            <a:r>
              <a:rPr lang="en-US" sz="700" b="1" dirty="0">
                <a:solidFill>
                  <a:srgbClr val="43B02A"/>
                </a:solidFill>
              </a:rPr>
              <a:t>6 mo</a:t>
            </a:r>
            <a:endParaRPr lang="en-US" sz="700" dirty="0"/>
          </a:p>
        </p:txBody>
      </p:sp>
      <p:sp>
        <p:nvSpPr>
          <p:cNvPr id="179" name="Shape 51">
            <a:extLst>
              <a:ext uri="{FF2B5EF4-FFF2-40B4-BE49-F238E27FC236}">
                <a16:creationId xmlns:a16="http://schemas.microsoft.com/office/drawing/2014/main" id="{E442B75C-0AE5-819C-5869-25BB5CB23EBB}"/>
              </a:ext>
            </a:extLst>
          </p:cNvPr>
          <p:cNvSpPr/>
          <p:nvPr/>
        </p:nvSpPr>
        <p:spPr>
          <a:xfrm>
            <a:off x="7095744" y="2468880"/>
            <a:ext cx="2157984" cy="1115568"/>
          </a:xfrm>
          <a:prstGeom prst="roundRect">
            <a:avLst>
              <a:gd name="adj" fmla="val 5738"/>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000"/>
          </a:p>
        </p:txBody>
      </p:sp>
      <p:sp>
        <p:nvSpPr>
          <p:cNvPr id="181" name="Shape 52">
            <a:extLst>
              <a:ext uri="{FF2B5EF4-FFF2-40B4-BE49-F238E27FC236}">
                <a16:creationId xmlns:a16="http://schemas.microsoft.com/office/drawing/2014/main" id="{BDD7D32B-800F-E642-4472-9C746E61EB8F}"/>
              </a:ext>
            </a:extLst>
          </p:cNvPr>
          <p:cNvSpPr/>
          <p:nvPr/>
        </p:nvSpPr>
        <p:spPr>
          <a:xfrm>
            <a:off x="7095744" y="2468880"/>
            <a:ext cx="64008" cy="1115568"/>
          </a:xfrm>
          <a:prstGeom prst="rect">
            <a:avLst/>
          </a:prstGeom>
          <a:solidFill>
            <a:srgbClr val="20B5D5"/>
          </a:solidFill>
          <a:ln w="12700">
            <a:solidFill>
              <a:srgbClr val="20B5D5"/>
            </a:solidFill>
            <a:prstDash val="solid"/>
          </a:ln>
        </p:spPr>
        <p:txBody>
          <a:bodyPr/>
          <a:lstStyle/>
          <a:p>
            <a:endParaRPr lang="en-IN" sz="2000"/>
          </a:p>
        </p:txBody>
      </p:sp>
      <p:sp>
        <p:nvSpPr>
          <p:cNvPr id="185" name="Shape 53">
            <a:extLst>
              <a:ext uri="{FF2B5EF4-FFF2-40B4-BE49-F238E27FC236}">
                <a16:creationId xmlns:a16="http://schemas.microsoft.com/office/drawing/2014/main" id="{AEF5BB9C-01E2-AEAA-A613-C67D74DD9B43}"/>
              </a:ext>
            </a:extLst>
          </p:cNvPr>
          <p:cNvSpPr/>
          <p:nvPr/>
        </p:nvSpPr>
        <p:spPr>
          <a:xfrm>
            <a:off x="7251192" y="2624328"/>
            <a:ext cx="384048" cy="384048"/>
          </a:xfrm>
          <a:prstGeom prst="ellipse">
            <a:avLst/>
          </a:prstGeom>
          <a:solidFill>
            <a:srgbClr val="20B5D5"/>
          </a:solidFill>
          <a:ln w="12700">
            <a:solidFill>
              <a:srgbClr val="20B5D5"/>
            </a:solidFill>
            <a:prstDash val="solid"/>
          </a:ln>
        </p:spPr>
        <p:txBody>
          <a:bodyPr/>
          <a:lstStyle/>
          <a:p>
            <a:endParaRPr lang="en-IN" sz="2000"/>
          </a:p>
        </p:txBody>
      </p:sp>
      <p:pic>
        <p:nvPicPr>
          <p:cNvPr id="189" name="Image 7" descr="preencoded.png">
            <a:extLst>
              <a:ext uri="{FF2B5EF4-FFF2-40B4-BE49-F238E27FC236}">
                <a16:creationId xmlns:a16="http://schemas.microsoft.com/office/drawing/2014/main" id="{1073AF22-7E26-DFAA-D6FD-526031A8C72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360920" y="2734056"/>
            <a:ext cx="164592" cy="164592"/>
          </a:xfrm>
          <a:prstGeom prst="rect">
            <a:avLst/>
          </a:prstGeom>
        </p:spPr>
      </p:pic>
      <p:sp>
        <p:nvSpPr>
          <p:cNvPr id="193" name="Text 54">
            <a:extLst>
              <a:ext uri="{FF2B5EF4-FFF2-40B4-BE49-F238E27FC236}">
                <a16:creationId xmlns:a16="http://schemas.microsoft.com/office/drawing/2014/main" id="{84DF24E5-9B30-6CE8-E328-BB791D0A6A2E}"/>
              </a:ext>
            </a:extLst>
          </p:cNvPr>
          <p:cNvSpPr/>
          <p:nvPr/>
        </p:nvSpPr>
        <p:spPr>
          <a:xfrm>
            <a:off x="7863840" y="2587752"/>
            <a:ext cx="1234440" cy="256032"/>
          </a:xfrm>
          <a:prstGeom prst="rect">
            <a:avLst/>
          </a:prstGeom>
          <a:noFill/>
          <a:ln/>
        </p:spPr>
        <p:txBody>
          <a:bodyPr wrap="square" lIns="0" tIns="0" rIns="0" bIns="0" rtlCol="0" anchor="ctr">
            <a:noAutofit/>
          </a:bodyPr>
          <a:lstStyle/>
          <a:p>
            <a:pPr marL="0" indent="0">
              <a:buNone/>
            </a:pPr>
            <a:r>
              <a:rPr lang="en-US" sz="1000" b="1" dirty="0">
                <a:solidFill>
                  <a:srgbClr val="0B2739"/>
                </a:solidFill>
              </a:rPr>
              <a:t>Climate risk analytics</a:t>
            </a:r>
            <a:endParaRPr lang="en-US" sz="1000" dirty="0"/>
          </a:p>
        </p:txBody>
      </p:sp>
      <p:sp>
        <p:nvSpPr>
          <p:cNvPr id="197" name="Text 55">
            <a:extLst>
              <a:ext uri="{FF2B5EF4-FFF2-40B4-BE49-F238E27FC236}">
                <a16:creationId xmlns:a16="http://schemas.microsoft.com/office/drawing/2014/main" id="{8EF2F73A-AF6A-EA33-AF4A-E2A5A7F5772C}"/>
              </a:ext>
            </a:extLst>
          </p:cNvPr>
          <p:cNvSpPr/>
          <p:nvPr/>
        </p:nvSpPr>
        <p:spPr>
          <a:xfrm>
            <a:off x="7635240" y="2971800"/>
            <a:ext cx="1453896" cy="192024"/>
          </a:xfrm>
          <a:prstGeom prst="rect">
            <a:avLst/>
          </a:prstGeom>
          <a:noFill/>
          <a:ln/>
        </p:spPr>
        <p:txBody>
          <a:bodyPr wrap="square" lIns="0" tIns="0" rIns="0" bIns="0" rtlCol="0" anchor="ctr">
            <a:noAutofit/>
          </a:bodyPr>
          <a:lstStyle/>
          <a:p>
            <a:pPr marL="0" indent="0">
              <a:buNone/>
            </a:pPr>
            <a:r>
              <a:rPr lang="en-US" sz="800" dirty="0">
                <a:solidFill>
                  <a:srgbClr val="596875"/>
                </a:solidFill>
              </a:rPr>
              <a:t>Vulnerability assessment to improve policy and preparedness.</a:t>
            </a:r>
            <a:endParaRPr lang="en-US" sz="800" dirty="0"/>
          </a:p>
        </p:txBody>
      </p:sp>
      <p:sp>
        <p:nvSpPr>
          <p:cNvPr id="200" name="Shape 56">
            <a:extLst>
              <a:ext uri="{FF2B5EF4-FFF2-40B4-BE49-F238E27FC236}">
                <a16:creationId xmlns:a16="http://schemas.microsoft.com/office/drawing/2014/main" id="{2BD8579D-82C5-B8B3-1EC7-8DC99DF3F9A8}"/>
              </a:ext>
            </a:extLst>
          </p:cNvPr>
          <p:cNvSpPr/>
          <p:nvPr/>
        </p:nvSpPr>
        <p:spPr>
          <a:xfrm>
            <a:off x="7251192" y="3273552"/>
            <a:ext cx="1847088" cy="201168"/>
          </a:xfrm>
          <a:prstGeom prst="roundRect">
            <a:avLst>
              <a:gd name="adj" fmla="val 45455"/>
            </a:avLst>
          </a:prstGeom>
          <a:solidFill>
            <a:srgbClr val="EBF5F8"/>
          </a:solidFill>
          <a:ln w="12700">
            <a:solidFill>
              <a:srgbClr val="C8DEE8"/>
            </a:solidFill>
            <a:prstDash val="solid"/>
          </a:ln>
        </p:spPr>
        <p:txBody>
          <a:bodyPr/>
          <a:lstStyle/>
          <a:p>
            <a:endParaRPr lang="en-IN" sz="2000"/>
          </a:p>
        </p:txBody>
      </p:sp>
      <p:sp>
        <p:nvSpPr>
          <p:cNvPr id="202" name="Text 57">
            <a:extLst>
              <a:ext uri="{FF2B5EF4-FFF2-40B4-BE49-F238E27FC236}">
                <a16:creationId xmlns:a16="http://schemas.microsoft.com/office/drawing/2014/main" id="{A894351B-FF3F-0F2E-A653-236968CF1B2C}"/>
              </a:ext>
            </a:extLst>
          </p:cNvPr>
          <p:cNvSpPr/>
          <p:nvPr/>
        </p:nvSpPr>
        <p:spPr>
          <a:xfrm>
            <a:off x="7324344" y="3328416"/>
            <a:ext cx="1197864" cy="82296"/>
          </a:xfrm>
          <a:prstGeom prst="rect">
            <a:avLst/>
          </a:prstGeom>
          <a:noFill/>
          <a:ln/>
        </p:spPr>
        <p:txBody>
          <a:bodyPr wrap="square" lIns="0" tIns="0" rIns="0" bIns="0" rtlCol="0" anchor="ctr">
            <a:noAutofit/>
          </a:bodyPr>
          <a:lstStyle/>
          <a:p>
            <a:pPr marL="0" indent="0">
              <a:buNone/>
            </a:pPr>
            <a:r>
              <a:rPr lang="en-US" sz="600" b="1" dirty="0">
                <a:solidFill>
                  <a:srgbClr val="123B5D"/>
                </a:solidFill>
              </a:rPr>
              <a:t>Analytics • GIS</a:t>
            </a:r>
            <a:endParaRPr lang="en-US" sz="600" dirty="0"/>
          </a:p>
        </p:txBody>
      </p:sp>
      <p:sp>
        <p:nvSpPr>
          <p:cNvPr id="204" name="Text 58">
            <a:extLst>
              <a:ext uri="{FF2B5EF4-FFF2-40B4-BE49-F238E27FC236}">
                <a16:creationId xmlns:a16="http://schemas.microsoft.com/office/drawing/2014/main" id="{2EE6BF3B-5DDB-F101-E6A3-1A538A386C41}"/>
              </a:ext>
            </a:extLst>
          </p:cNvPr>
          <p:cNvSpPr/>
          <p:nvPr/>
        </p:nvSpPr>
        <p:spPr>
          <a:xfrm>
            <a:off x="8540496" y="3319272"/>
            <a:ext cx="475488" cy="91440"/>
          </a:xfrm>
          <a:prstGeom prst="rect">
            <a:avLst/>
          </a:prstGeom>
          <a:noFill/>
          <a:ln/>
        </p:spPr>
        <p:txBody>
          <a:bodyPr wrap="square" lIns="0" tIns="0" rIns="0" bIns="0" rtlCol="0" anchor="ctr"/>
          <a:lstStyle/>
          <a:p>
            <a:pPr marL="0" indent="0" algn="r">
              <a:buNone/>
            </a:pPr>
            <a:r>
              <a:rPr lang="en-US" sz="700" b="1" dirty="0">
                <a:solidFill>
                  <a:srgbClr val="20B5D5"/>
                </a:solidFill>
              </a:rPr>
              <a:t>6–9 mo</a:t>
            </a:r>
            <a:endParaRPr lang="en-US" sz="700" dirty="0"/>
          </a:p>
        </p:txBody>
      </p:sp>
      <p:sp>
        <p:nvSpPr>
          <p:cNvPr id="206" name="Shape 59">
            <a:extLst>
              <a:ext uri="{FF2B5EF4-FFF2-40B4-BE49-F238E27FC236}">
                <a16:creationId xmlns:a16="http://schemas.microsoft.com/office/drawing/2014/main" id="{AF17BE61-8EC2-1D2D-B4F3-C084DA8F04D3}"/>
              </a:ext>
            </a:extLst>
          </p:cNvPr>
          <p:cNvSpPr/>
          <p:nvPr/>
        </p:nvSpPr>
        <p:spPr>
          <a:xfrm>
            <a:off x="9381744" y="2468880"/>
            <a:ext cx="2157984" cy="1115568"/>
          </a:xfrm>
          <a:prstGeom prst="roundRect">
            <a:avLst>
              <a:gd name="adj" fmla="val 5738"/>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000"/>
          </a:p>
        </p:txBody>
      </p:sp>
      <p:sp>
        <p:nvSpPr>
          <p:cNvPr id="208" name="Shape 60">
            <a:extLst>
              <a:ext uri="{FF2B5EF4-FFF2-40B4-BE49-F238E27FC236}">
                <a16:creationId xmlns:a16="http://schemas.microsoft.com/office/drawing/2014/main" id="{87B69C4E-F0EE-2FF0-1442-877A902B641E}"/>
              </a:ext>
            </a:extLst>
          </p:cNvPr>
          <p:cNvSpPr/>
          <p:nvPr/>
        </p:nvSpPr>
        <p:spPr>
          <a:xfrm>
            <a:off x="9381744" y="2468880"/>
            <a:ext cx="64008" cy="1115568"/>
          </a:xfrm>
          <a:prstGeom prst="rect">
            <a:avLst/>
          </a:prstGeom>
          <a:solidFill>
            <a:srgbClr val="007CB0"/>
          </a:solidFill>
          <a:ln w="12700">
            <a:solidFill>
              <a:srgbClr val="007CB0"/>
            </a:solidFill>
            <a:prstDash val="solid"/>
          </a:ln>
        </p:spPr>
        <p:txBody>
          <a:bodyPr/>
          <a:lstStyle/>
          <a:p>
            <a:endParaRPr lang="en-IN" sz="2000"/>
          </a:p>
        </p:txBody>
      </p:sp>
      <p:sp>
        <p:nvSpPr>
          <p:cNvPr id="210" name="Shape 61">
            <a:extLst>
              <a:ext uri="{FF2B5EF4-FFF2-40B4-BE49-F238E27FC236}">
                <a16:creationId xmlns:a16="http://schemas.microsoft.com/office/drawing/2014/main" id="{51B9B3B8-B318-F633-2239-DD98DE9E5857}"/>
              </a:ext>
            </a:extLst>
          </p:cNvPr>
          <p:cNvSpPr/>
          <p:nvPr/>
        </p:nvSpPr>
        <p:spPr>
          <a:xfrm>
            <a:off x="9537192" y="2624328"/>
            <a:ext cx="384048" cy="384048"/>
          </a:xfrm>
          <a:prstGeom prst="ellipse">
            <a:avLst/>
          </a:prstGeom>
          <a:solidFill>
            <a:srgbClr val="007CB0"/>
          </a:solidFill>
          <a:ln w="12700">
            <a:solidFill>
              <a:srgbClr val="007CB0"/>
            </a:solidFill>
            <a:prstDash val="solid"/>
          </a:ln>
        </p:spPr>
        <p:txBody>
          <a:bodyPr/>
          <a:lstStyle/>
          <a:p>
            <a:endParaRPr lang="en-IN" sz="2000"/>
          </a:p>
        </p:txBody>
      </p:sp>
      <p:pic>
        <p:nvPicPr>
          <p:cNvPr id="212" name="Image 8" descr="preencoded.png">
            <a:extLst>
              <a:ext uri="{FF2B5EF4-FFF2-40B4-BE49-F238E27FC236}">
                <a16:creationId xmlns:a16="http://schemas.microsoft.com/office/drawing/2014/main" id="{2DB70A5C-14EF-AADB-3937-6AA1C9B8EBC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646920" y="2734056"/>
            <a:ext cx="164592" cy="164592"/>
          </a:xfrm>
          <a:prstGeom prst="rect">
            <a:avLst/>
          </a:prstGeom>
        </p:spPr>
      </p:pic>
      <p:sp>
        <p:nvSpPr>
          <p:cNvPr id="214" name="Text 62">
            <a:extLst>
              <a:ext uri="{FF2B5EF4-FFF2-40B4-BE49-F238E27FC236}">
                <a16:creationId xmlns:a16="http://schemas.microsoft.com/office/drawing/2014/main" id="{12D2C3D4-FE23-FA61-132C-1076FCAEED80}"/>
              </a:ext>
            </a:extLst>
          </p:cNvPr>
          <p:cNvSpPr/>
          <p:nvPr/>
        </p:nvSpPr>
        <p:spPr>
          <a:xfrm>
            <a:off x="10149840" y="2587752"/>
            <a:ext cx="1234440" cy="256032"/>
          </a:xfrm>
          <a:prstGeom prst="rect">
            <a:avLst/>
          </a:prstGeom>
          <a:noFill/>
          <a:ln/>
        </p:spPr>
        <p:txBody>
          <a:bodyPr wrap="square" lIns="0" tIns="0" rIns="0" bIns="0" rtlCol="0" anchor="ctr">
            <a:normAutofit/>
          </a:bodyPr>
          <a:lstStyle/>
          <a:p>
            <a:pPr marL="0" indent="0">
              <a:buNone/>
            </a:pPr>
            <a:r>
              <a:rPr lang="en-US" sz="1000" b="1" dirty="0">
                <a:solidFill>
                  <a:srgbClr val="0B2739"/>
                </a:solidFill>
              </a:rPr>
              <a:t>Glacier monitoring</a:t>
            </a:r>
            <a:endParaRPr lang="en-US" sz="1000" dirty="0"/>
          </a:p>
        </p:txBody>
      </p:sp>
      <p:sp>
        <p:nvSpPr>
          <p:cNvPr id="216" name="Text 63">
            <a:extLst>
              <a:ext uri="{FF2B5EF4-FFF2-40B4-BE49-F238E27FC236}">
                <a16:creationId xmlns:a16="http://schemas.microsoft.com/office/drawing/2014/main" id="{33365A24-F464-A26E-2BBF-737553462E08}"/>
              </a:ext>
            </a:extLst>
          </p:cNvPr>
          <p:cNvSpPr/>
          <p:nvPr/>
        </p:nvSpPr>
        <p:spPr>
          <a:xfrm>
            <a:off x="9921240" y="2971800"/>
            <a:ext cx="1453896" cy="192024"/>
          </a:xfrm>
          <a:prstGeom prst="rect">
            <a:avLst/>
          </a:prstGeom>
          <a:noFill/>
          <a:ln/>
        </p:spPr>
        <p:txBody>
          <a:bodyPr wrap="square" lIns="0" tIns="0" rIns="0" bIns="0" rtlCol="0" anchor="ctr">
            <a:noAutofit/>
          </a:bodyPr>
          <a:lstStyle/>
          <a:p>
            <a:pPr marL="0" indent="0">
              <a:buNone/>
            </a:pPr>
            <a:r>
              <a:rPr lang="en-US" sz="800" dirty="0">
                <a:solidFill>
                  <a:srgbClr val="596875"/>
                </a:solidFill>
              </a:rPr>
              <a:t>Scientific tracking of glaciers and environmental indicators.</a:t>
            </a:r>
            <a:endParaRPr lang="en-US" sz="800" dirty="0"/>
          </a:p>
        </p:txBody>
      </p:sp>
      <p:sp>
        <p:nvSpPr>
          <p:cNvPr id="218" name="Shape 64">
            <a:extLst>
              <a:ext uri="{FF2B5EF4-FFF2-40B4-BE49-F238E27FC236}">
                <a16:creationId xmlns:a16="http://schemas.microsoft.com/office/drawing/2014/main" id="{F5CED938-B94B-2A47-CCD5-F02203F55427}"/>
              </a:ext>
            </a:extLst>
          </p:cNvPr>
          <p:cNvSpPr/>
          <p:nvPr/>
        </p:nvSpPr>
        <p:spPr>
          <a:xfrm>
            <a:off x="9537192" y="3273552"/>
            <a:ext cx="1847088" cy="201168"/>
          </a:xfrm>
          <a:prstGeom prst="roundRect">
            <a:avLst>
              <a:gd name="adj" fmla="val 45455"/>
            </a:avLst>
          </a:prstGeom>
          <a:solidFill>
            <a:srgbClr val="EBF5F8"/>
          </a:solidFill>
          <a:ln w="12700">
            <a:solidFill>
              <a:srgbClr val="C8DEE8"/>
            </a:solidFill>
            <a:prstDash val="solid"/>
          </a:ln>
        </p:spPr>
        <p:txBody>
          <a:bodyPr/>
          <a:lstStyle/>
          <a:p>
            <a:endParaRPr lang="en-IN" sz="2000"/>
          </a:p>
        </p:txBody>
      </p:sp>
      <p:sp>
        <p:nvSpPr>
          <p:cNvPr id="220" name="Text 65">
            <a:extLst>
              <a:ext uri="{FF2B5EF4-FFF2-40B4-BE49-F238E27FC236}">
                <a16:creationId xmlns:a16="http://schemas.microsoft.com/office/drawing/2014/main" id="{9DE8D957-6039-C278-1A4E-E3FA9D5BE658}"/>
              </a:ext>
            </a:extLst>
          </p:cNvPr>
          <p:cNvSpPr/>
          <p:nvPr/>
        </p:nvSpPr>
        <p:spPr>
          <a:xfrm>
            <a:off x="9610344" y="3328416"/>
            <a:ext cx="1197864" cy="82296"/>
          </a:xfrm>
          <a:prstGeom prst="rect">
            <a:avLst/>
          </a:prstGeom>
          <a:noFill/>
          <a:ln/>
        </p:spPr>
        <p:txBody>
          <a:bodyPr wrap="square" lIns="0" tIns="0" rIns="0" bIns="0" rtlCol="0" anchor="ctr">
            <a:noAutofit/>
          </a:bodyPr>
          <a:lstStyle/>
          <a:p>
            <a:pPr marL="0" indent="0">
              <a:buNone/>
            </a:pPr>
            <a:r>
              <a:rPr lang="en-US" sz="600" b="1" dirty="0">
                <a:solidFill>
                  <a:srgbClr val="123B5D"/>
                </a:solidFill>
              </a:rPr>
              <a:t>Remote sensing • AI</a:t>
            </a:r>
            <a:endParaRPr lang="en-US" sz="600" dirty="0"/>
          </a:p>
        </p:txBody>
      </p:sp>
      <p:sp>
        <p:nvSpPr>
          <p:cNvPr id="222" name="Text 66">
            <a:extLst>
              <a:ext uri="{FF2B5EF4-FFF2-40B4-BE49-F238E27FC236}">
                <a16:creationId xmlns:a16="http://schemas.microsoft.com/office/drawing/2014/main" id="{CC5F2139-D5E9-2BC8-0567-5CA949DDBE2C}"/>
              </a:ext>
            </a:extLst>
          </p:cNvPr>
          <p:cNvSpPr/>
          <p:nvPr/>
        </p:nvSpPr>
        <p:spPr>
          <a:xfrm>
            <a:off x="10826496" y="3319272"/>
            <a:ext cx="475488" cy="91440"/>
          </a:xfrm>
          <a:prstGeom prst="rect">
            <a:avLst/>
          </a:prstGeom>
          <a:noFill/>
          <a:ln/>
        </p:spPr>
        <p:txBody>
          <a:bodyPr wrap="square" lIns="0" tIns="0" rIns="0" bIns="0" rtlCol="0" anchor="ctr"/>
          <a:lstStyle/>
          <a:p>
            <a:pPr marL="0" indent="0" algn="r">
              <a:buNone/>
            </a:pPr>
            <a:r>
              <a:rPr lang="en-US" sz="700" b="1" dirty="0">
                <a:solidFill>
                  <a:srgbClr val="007CB0"/>
                </a:solidFill>
              </a:rPr>
              <a:t>9–12 mo</a:t>
            </a:r>
            <a:endParaRPr lang="en-US" sz="700" dirty="0"/>
          </a:p>
        </p:txBody>
      </p:sp>
      <p:sp>
        <p:nvSpPr>
          <p:cNvPr id="224" name="Shape 67">
            <a:extLst>
              <a:ext uri="{FF2B5EF4-FFF2-40B4-BE49-F238E27FC236}">
                <a16:creationId xmlns:a16="http://schemas.microsoft.com/office/drawing/2014/main" id="{FE5581CA-9CAF-8367-B8FD-8D1A727C5BFB}"/>
              </a:ext>
            </a:extLst>
          </p:cNvPr>
          <p:cNvSpPr/>
          <p:nvPr/>
        </p:nvSpPr>
        <p:spPr>
          <a:xfrm>
            <a:off x="502920" y="3803904"/>
            <a:ext cx="1847088" cy="1115568"/>
          </a:xfrm>
          <a:prstGeom prst="roundRect">
            <a:avLst>
              <a:gd name="adj" fmla="val 6557"/>
            </a:avLst>
          </a:prstGeom>
          <a:solidFill>
            <a:srgbClr val="007CB0"/>
          </a:solidFill>
          <a:ln w="12700">
            <a:solidFill>
              <a:srgbClr val="007CB0"/>
            </a:solidFill>
            <a:prstDash val="solid"/>
          </a:ln>
        </p:spPr>
        <p:txBody>
          <a:bodyPr/>
          <a:lstStyle/>
          <a:p>
            <a:endParaRPr lang="en-IN" sz="2000"/>
          </a:p>
        </p:txBody>
      </p:sp>
      <p:pic>
        <p:nvPicPr>
          <p:cNvPr id="226" name="Image 9" descr="preencoded.png">
            <a:extLst>
              <a:ext uri="{FF2B5EF4-FFF2-40B4-BE49-F238E27FC236}">
                <a16:creationId xmlns:a16="http://schemas.microsoft.com/office/drawing/2014/main" id="{762E4773-D691-70A6-6C93-6B8450C836D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13232" y="3986784"/>
            <a:ext cx="365760" cy="365760"/>
          </a:xfrm>
          <a:prstGeom prst="rect">
            <a:avLst/>
          </a:prstGeom>
        </p:spPr>
      </p:pic>
      <p:sp>
        <p:nvSpPr>
          <p:cNvPr id="228" name="Text 68">
            <a:extLst>
              <a:ext uri="{FF2B5EF4-FFF2-40B4-BE49-F238E27FC236}">
                <a16:creationId xmlns:a16="http://schemas.microsoft.com/office/drawing/2014/main" id="{E1545454-EFE1-BE4A-310B-066B366669C1}"/>
              </a:ext>
            </a:extLst>
          </p:cNvPr>
          <p:cNvSpPr/>
          <p:nvPr/>
        </p:nvSpPr>
        <p:spPr>
          <a:xfrm>
            <a:off x="1188720" y="3950208"/>
            <a:ext cx="932688" cy="283464"/>
          </a:xfrm>
          <a:prstGeom prst="rect">
            <a:avLst/>
          </a:prstGeom>
          <a:noFill/>
          <a:ln/>
        </p:spPr>
        <p:txBody>
          <a:bodyPr wrap="square" lIns="0" tIns="0" rIns="0" bIns="0" rtlCol="0" anchor="ctr">
            <a:normAutofit/>
          </a:bodyPr>
          <a:lstStyle/>
          <a:p>
            <a:pPr marL="0" indent="0">
              <a:buNone/>
            </a:pPr>
            <a:r>
              <a:rPr lang="en-US" sz="1200" b="1" dirty="0">
                <a:solidFill>
                  <a:srgbClr val="FFFFFF"/>
                </a:solidFill>
              </a:rPr>
              <a:t>Tourism</a:t>
            </a:r>
            <a:endParaRPr lang="en-US" sz="1200" dirty="0"/>
          </a:p>
        </p:txBody>
      </p:sp>
      <p:sp>
        <p:nvSpPr>
          <p:cNvPr id="230" name="Text 69">
            <a:extLst>
              <a:ext uri="{FF2B5EF4-FFF2-40B4-BE49-F238E27FC236}">
                <a16:creationId xmlns:a16="http://schemas.microsoft.com/office/drawing/2014/main" id="{B7F0A3F1-DA25-1C6C-E157-193C02B60990}"/>
              </a:ext>
            </a:extLst>
          </p:cNvPr>
          <p:cNvSpPr/>
          <p:nvPr/>
        </p:nvSpPr>
        <p:spPr>
          <a:xfrm>
            <a:off x="713232" y="4407408"/>
            <a:ext cx="1371600" cy="182880"/>
          </a:xfrm>
          <a:prstGeom prst="rect">
            <a:avLst/>
          </a:prstGeom>
          <a:noFill/>
          <a:ln/>
        </p:spPr>
        <p:txBody>
          <a:bodyPr wrap="square" lIns="0" tIns="0" rIns="0" bIns="0" rtlCol="0" anchor="ctr">
            <a:noAutofit/>
          </a:bodyPr>
          <a:lstStyle/>
          <a:p>
            <a:pPr marL="0" indent="0">
              <a:buNone/>
            </a:pPr>
            <a:r>
              <a:rPr lang="en-US" sz="800" dirty="0">
                <a:solidFill>
                  <a:srgbClr val="E6F0F3"/>
                </a:solidFill>
              </a:rPr>
              <a:t>Improve planning, visitor experience and responsible growth</a:t>
            </a:r>
            <a:endParaRPr lang="en-US" sz="800" dirty="0"/>
          </a:p>
        </p:txBody>
      </p:sp>
      <p:sp>
        <p:nvSpPr>
          <p:cNvPr id="232" name="Text 70">
            <a:extLst>
              <a:ext uri="{FF2B5EF4-FFF2-40B4-BE49-F238E27FC236}">
                <a16:creationId xmlns:a16="http://schemas.microsoft.com/office/drawing/2014/main" id="{3E3ECFEE-1453-B5E2-3928-568B328721D9}"/>
              </a:ext>
            </a:extLst>
          </p:cNvPr>
          <p:cNvSpPr/>
          <p:nvPr/>
        </p:nvSpPr>
        <p:spPr>
          <a:xfrm>
            <a:off x="713232" y="4672584"/>
            <a:ext cx="1371600" cy="100584"/>
          </a:xfrm>
          <a:prstGeom prst="rect">
            <a:avLst/>
          </a:prstGeom>
          <a:noFill/>
          <a:ln/>
        </p:spPr>
        <p:txBody>
          <a:bodyPr wrap="square" lIns="0" tIns="0" rIns="0" bIns="0" rtlCol="0" anchor="ctr"/>
          <a:lstStyle/>
          <a:p>
            <a:pPr marL="0" indent="0">
              <a:buNone/>
            </a:pPr>
            <a:r>
              <a:rPr lang="en-US" sz="700" b="1" dirty="0">
                <a:solidFill>
                  <a:srgbClr val="FFFFFF"/>
                </a:solidFill>
              </a:rPr>
              <a:t>4 USE CASES  |  4–8 MONTHS</a:t>
            </a:r>
            <a:endParaRPr lang="en-US" sz="700" dirty="0"/>
          </a:p>
        </p:txBody>
      </p:sp>
      <p:sp>
        <p:nvSpPr>
          <p:cNvPr id="234" name="Shape 71">
            <a:extLst>
              <a:ext uri="{FF2B5EF4-FFF2-40B4-BE49-F238E27FC236}">
                <a16:creationId xmlns:a16="http://schemas.microsoft.com/office/drawing/2014/main" id="{C5A3CDF1-D4C6-9F6B-5BDF-17D5DCBB9698}"/>
              </a:ext>
            </a:extLst>
          </p:cNvPr>
          <p:cNvSpPr/>
          <p:nvPr/>
        </p:nvSpPr>
        <p:spPr>
          <a:xfrm>
            <a:off x="2523744" y="3803904"/>
            <a:ext cx="2157984" cy="1115568"/>
          </a:xfrm>
          <a:prstGeom prst="roundRect">
            <a:avLst>
              <a:gd name="adj" fmla="val 5738"/>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000"/>
          </a:p>
        </p:txBody>
      </p:sp>
      <p:sp>
        <p:nvSpPr>
          <p:cNvPr id="236" name="Shape 72">
            <a:extLst>
              <a:ext uri="{FF2B5EF4-FFF2-40B4-BE49-F238E27FC236}">
                <a16:creationId xmlns:a16="http://schemas.microsoft.com/office/drawing/2014/main" id="{EDC92CDA-8600-CD4E-1113-F28792632769}"/>
              </a:ext>
            </a:extLst>
          </p:cNvPr>
          <p:cNvSpPr/>
          <p:nvPr/>
        </p:nvSpPr>
        <p:spPr>
          <a:xfrm>
            <a:off x="2523744" y="3803904"/>
            <a:ext cx="64008" cy="1115568"/>
          </a:xfrm>
          <a:prstGeom prst="rect">
            <a:avLst/>
          </a:prstGeom>
          <a:solidFill>
            <a:srgbClr val="007CB0"/>
          </a:solidFill>
          <a:ln w="12700">
            <a:solidFill>
              <a:srgbClr val="007CB0"/>
            </a:solidFill>
            <a:prstDash val="solid"/>
          </a:ln>
        </p:spPr>
        <p:txBody>
          <a:bodyPr/>
          <a:lstStyle/>
          <a:p>
            <a:endParaRPr lang="en-IN" sz="2000"/>
          </a:p>
        </p:txBody>
      </p:sp>
      <p:sp>
        <p:nvSpPr>
          <p:cNvPr id="238" name="Shape 73">
            <a:extLst>
              <a:ext uri="{FF2B5EF4-FFF2-40B4-BE49-F238E27FC236}">
                <a16:creationId xmlns:a16="http://schemas.microsoft.com/office/drawing/2014/main" id="{EA3013D0-4F0F-4D5A-0E3F-F3FC2053A117}"/>
              </a:ext>
            </a:extLst>
          </p:cNvPr>
          <p:cNvSpPr/>
          <p:nvPr/>
        </p:nvSpPr>
        <p:spPr>
          <a:xfrm>
            <a:off x="2679192" y="3959352"/>
            <a:ext cx="384048" cy="384048"/>
          </a:xfrm>
          <a:prstGeom prst="ellipse">
            <a:avLst/>
          </a:prstGeom>
          <a:solidFill>
            <a:srgbClr val="007CB0"/>
          </a:solidFill>
          <a:ln w="12700">
            <a:solidFill>
              <a:srgbClr val="007CB0"/>
            </a:solidFill>
            <a:prstDash val="solid"/>
          </a:ln>
        </p:spPr>
        <p:txBody>
          <a:bodyPr/>
          <a:lstStyle/>
          <a:p>
            <a:endParaRPr lang="en-IN" sz="2000"/>
          </a:p>
        </p:txBody>
      </p:sp>
      <p:pic>
        <p:nvPicPr>
          <p:cNvPr id="240" name="Image 10" descr="preencoded.png">
            <a:extLst>
              <a:ext uri="{FF2B5EF4-FFF2-40B4-BE49-F238E27FC236}">
                <a16:creationId xmlns:a16="http://schemas.microsoft.com/office/drawing/2014/main" id="{94BDE556-3CF0-9D34-84B7-424BE4485EAF}"/>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788920" y="4069080"/>
            <a:ext cx="164592" cy="164592"/>
          </a:xfrm>
          <a:prstGeom prst="rect">
            <a:avLst/>
          </a:prstGeom>
        </p:spPr>
      </p:pic>
      <p:sp>
        <p:nvSpPr>
          <p:cNvPr id="242" name="Text 74">
            <a:extLst>
              <a:ext uri="{FF2B5EF4-FFF2-40B4-BE49-F238E27FC236}">
                <a16:creationId xmlns:a16="http://schemas.microsoft.com/office/drawing/2014/main" id="{AF507CBA-8875-4828-B96C-5FFF1EEA844E}"/>
              </a:ext>
            </a:extLst>
          </p:cNvPr>
          <p:cNvSpPr/>
          <p:nvPr/>
        </p:nvSpPr>
        <p:spPr>
          <a:xfrm>
            <a:off x="3291840" y="3922776"/>
            <a:ext cx="1234440" cy="256032"/>
          </a:xfrm>
          <a:prstGeom prst="rect">
            <a:avLst/>
          </a:prstGeom>
          <a:noFill/>
          <a:ln/>
        </p:spPr>
        <p:txBody>
          <a:bodyPr wrap="square" lIns="0" tIns="0" rIns="0" bIns="0" rtlCol="0" anchor="ctr">
            <a:normAutofit/>
          </a:bodyPr>
          <a:lstStyle/>
          <a:p>
            <a:pPr marL="0" indent="0">
              <a:buNone/>
            </a:pPr>
            <a:r>
              <a:rPr lang="en-US" sz="1000" b="1" dirty="0">
                <a:solidFill>
                  <a:srgbClr val="0B2739"/>
                </a:solidFill>
              </a:rPr>
              <a:t>Tourism intelligence</a:t>
            </a:r>
            <a:endParaRPr lang="en-US" sz="1000" dirty="0"/>
          </a:p>
        </p:txBody>
      </p:sp>
      <p:sp>
        <p:nvSpPr>
          <p:cNvPr id="244" name="Text 75">
            <a:extLst>
              <a:ext uri="{FF2B5EF4-FFF2-40B4-BE49-F238E27FC236}">
                <a16:creationId xmlns:a16="http://schemas.microsoft.com/office/drawing/2014/main" id="{C59D2D4F-FBE2-68F1-E02F-06744FA312AC}"/>
              </a:ext>
            </a:extLst>
          </p:cNvPr>
          <p:cNvSpPr/>
          <p:nvPr/>
        </p:nvSpPr>
        <p:spPr>
          <a:xfrm>
            <a:off x="3063240" y="4306824"/>
            <a:ext cx="1453896" cy="192024"/>
          </a:xfrm>
          <a:prstGeom prst="rect">
            <a:avLst/>
          </a:prstGeom>
          <a:noFill/>
          <a:ln/>
        </p:spPr>
        <p:txBody>
          <a:bodyPr wrap="square" lIns="0" tIns="0" rIns="0" bIns="0" rtlCol="0" anchor="ctr">
            <a:noAutofit/>
          </a:bodyPr>
          <a:lstStyle/>
          <a:p>
            <a:pPr marL="0" indent="0">
              <a:buNone/>
            </a:pPr>
            <a:r>
              <a:rPr lang="en-US" sz="800" dirty="0">
                <a:solidFill>
                  <a:srgbClr val="596875"/>
                </a:solidFill>
              </a:rPr>
              <a:t>Unified analytics for visitor flows, trends and destination load.</a:t>
            </a:r>
            <a:endParaRPr lang="en-US" sz="800" dirty="0"/>
          </a:p>
        </p:txBody>
      </p:sp>
      <p:sp>
        <p:nvSpPr>
          <p:cNvPr id="246" name="Shape 76">
            <a:extLst>
              <a:ext uri="{FF2B5EF4-FFF2-40B4-BE49-F238E27FC236}">
                <a16:creationId xmlns:a16="http://schemas.microsoft.com/office/drawing/2014/main" id="{0FA6F178-37B5-79CA-5EE6-1440349B4C97}"/>
              </a:ext>
            </a:extLst>
          </p:cNvPr>
          <p:cNvSpPr/>
          <p:nvPr/>
        </p:nvSpPr>
        <p:spPr>
          <a:xfrm>
            <a:off x="2679192" y="4608576"/>
            <a:ext cx="1847088" cy="201168"/>
          </a:xfrm>
          <a:prstGeom prst="roundRect">
            <a:avLst>
              <a:gd name="adj" fmla="val 45455"/>
            </a:avLst>
          </a:prstGeom>
          <a:solidFill>
            <a:srgbClr val="EBF5F8"/>
          </a:solidFill>
          <a:ln w="12700">
            <a:solidFill>
              <a:srgbClr val="C8DEE8"/>
            </a:solidFill>
            <a:prstDash val="solid"/>
          </a:ln>
        </p:spPr>
        <p:txBody>
          <a:bodyPr/>
          <a:lstStyle/>
          <a:p>
            <a:endParaRPr lang="en-IN" sz="2000"/>
          </a:p>
        </p:txBody>
      </p:sp>
      <p:sp>
        <p:nvSpPr>
          <p:cNvPr id="248" name="Text 77">
            <a:extLst>
              <a:ext uri="{FF2B5EF4-FFF2-40B4-BE49-F238E27FC236}">
                <a16:creationId xmlns:a16="http://schemas.microsoft.com/office/drawing/2014/main" id="{B1AE4D69-FBB2-F4A9-EEED-8AF80895EB5E}"/>
              </a:ext>
            </a:extLst>
          </p:cNvPr>
          <p:cNvSpPr/>
          <p:nvPr/>
        </p:nvSpPr>
        <p:spPr>
          <a:xfrm>
            <a:off x="2752344" y="4663440"/>
            <a:ext cx="1197864" cy="82296"/>
          </a:xfrm>
          <a:prstGeom prst="rect">
            <a:avLst/>
          </a:prstGeom>
          <a:noFill/>
          <a:ln/>
        </p:spPr>
        <p:txBody>
          <a:bodyPr wrap="square" lIns="0" tIns="0" rIns="0" bIns="0" rtlCol="0" anchor="ctr">
            <a:noAutofit/>
          </a:bodyPr>
          <a:lstStyle/>
          <a:p>
            <a:pPr marL="0" indent="0">
              <a:buNone/>
            </a:pPr>
            <a:r>
              <a:rPr lang="en-US" sz="600" b="1" dirty="0">
                <a:solidFill>
                  <a:srgbClr val="123B5D"/>
                </a:solidFill>
              </a:rPr>
              <a:t>BI • AI analytics</a:t>
            </a:r>
            <a:endParaRPr lang="en-US" sz="600" dirty="0"/>
          </a:p>
        </p:txBody>
      </p:sp>
      <p:sp>
        <p:nvSpPr>
          <p:cNvPr id="250" name="Text 78">
            <a:extLst>
              <a:ext uri="{FF2B5EF4-FFF2-40B4-BE49-F238E27FC236}">
                <a16:creationId xmlns:a16="http://schemas.microsoft.com/office/drawing/2014/main" id="{9947DD9B-3C71-6947-6941-5002D5BD9CDC}"/>
              </a:ext>
            </a:extLst>
          </p:cNvPr>
          <p:cNvSpPr/>
          <p:nvPr/>
        </p:nvSpPr>
        <p:spPr>
          <a:xfrm>
            <a:off x="3968496" y="4654296"/>
            <a:ext cx="475488" cy="91440"/>
          </a:xfrm>
          <a:prstGeom prst="rect">
            <a:avLst/>
          </a:prstGeom>
          <a:noFill/>
          <a:ln/>
        </p:spPr>
        <p:txBody>
          <a:bodyPr wrap="square" lIns="0" tIns="0" rIns="0" bIns="0" rtlCol="0" anchor="ctr"/>
          <a:lstStyle/>
          <a:p>
            <a:pPr marL="0" indent="0" algn="r">
              <a:buNone/>
            </a:pPr>
            <a:r>
              <a:rPr lang="en-US" sz="700" b="1" dirty="0">
                <a:solidFill>
                  <a:srgbClr val="007CB0"/>
                </a:solidFill>
              </a:rPr>
              <a:t>6–8 mo</a:t>
            </a:r>
            <a:endParaRPr lang="en-US" sz="700" dirty="0"/>
          </a:p>
        </p:txBody>
      </p:sp>
      <p:sp>
        <p:nvSpPr>
          <p:cNvPr id="252" name="Shape 79">
            <a:extLst>
              <a:ext uri="{FF2B5EF4-FFF2-40B4-BE49-F238E27FC236}">
                <a16:creationId xmlns:a16="http://schemas.microsoft.com/office/drawing/2014/main" id="{B997BB99-9E1C-6205-2755-9D96AF7F68B5}"/>
              </a:ext>
            </a:extLst>
          </p:cNvPr>
          <p:cNvSpPr/>
          <p:nvPr/>
        </p:nvSpPr>
        <p:spPr>
          <a:xfrm>
            <a:off x="4809744" y="3803904"/>
            <a:ext cx="2157984" cy="1115568"/>
          </a:xfrm>
          <a:prstGeom prst="roundRect">
            <a:avLst>
              <a:gd name="adj" fmla="val 5738"/>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000"/>
          </a:p>
        </p:txBody>
      </p:sp>
      <p:sp>
        <p:nvSpPr>
          <p:cNvPr id="254" name="Shape 80">
            <a:extLst>
              <a:ext uri="{FF2B5EF4-FFF2-40B4-BE49-F238E27FC236}">
                <a16:creationId xmlns:a16="http://schemas.microsoft.com/office/drawing/2014/main" id="{3CFE2B78-98C8-EAD8-9156-D2DADE93B052}"/>
              </a:ext>
            </a:extLst>
          </p:cNvPr>
          <p:cNvSpPr/>
          <p:nvPr/>
        </p:nvSpPr>
        <p:spPr>
          <a:xfrm>
            <a:off x="4809744" y="3803904"/>
            <a:ext cx="64008" cy="1115568"/>
          </a:xfrm>
          <a:prstGeom prst="rect">
            <a:avLst/>
          </a:prstGeom>
          <a:solidFill>
            <a:srgbClr val="43B02A"/>
          </a:solidFill>
          <a:ln w="12700">
            <a:solidFill>
              <a:srgbClr val="43B02A"/>
            </a:solidFill>
            <a:prstDash val="solid"/>
          </a:ln>
        </p:spPr>
        <p:txBody>
          <a:bodyPr/>
          <a:lstStyle/>
          <a:p>
            <a:endParaRPr lang="en-IN" sz="2000"/>
          </a:p>
        </p:txBody>
      </p:sp>
      <p:sp>
        <p:nvSpPr>
          <p:cNvPr id="256" name="Shape 81">
            <a:extLst>
              <a:ext uri="{FF2B5EF4-FFF2-40B4-BE49-F238E27FC236}">
                <a16:creationId xmlns:a16="http://schemas.microsoft.com/office/drawing/2014/main" id="{EE744064-2943-861F-DEA6-0199BD2EAE25}"/>
              </a:ext>
            </a:extLst>
          </p:cNvPr>
          <p:cNvSpPr/>
          <p:nvPr/>
        </p:nvSpPr>
        <p:spPr>
          <a:xfrm>
            <a:off x="4965192" y="3959352"/>
            <a:ext cx="384048" cy="384048"/>
          </a:xfrm>
          <a:prstGeom prst="ellipse">
            <a:avLst/>
          </a:prstGeom>
          <a:solidFill>
            <a:srgbClr val="43B02A"/>
          </a:solidFill>
          <a:ln w="12700">
            <a:solidFill>
              <a:srgbClr val="43B02A"/>
            </a:solidFill>
            <a:prstDash val="solid"/>
          </a:ln>
        </p:spPr>
        <p:txBody>
          <a:bodyPr/>
          <a:lstStyle/>
          <a:p>
            <a:endParaRPr lang="en-IN" sz="2000"/>
          </a:p>
        </p:txBody>
      </p:sp>
      <p:pic>
        <p:nvPicPr>
          <p:cNvPr id="258" name="Image 11" descr="preencoded.png">
            <a:extLst>
              <a:ext uri="{FF2B5EF4-FFF2-40B4-BE49-F238E27FC236}">
                <a16:creationId xmlns:a16="http://schemas.microsoft.com/office/drawing/2014/main" id="{F51A4F00-E914-13F5-16FF-16B27C5A677B}"/>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074920" y="4069080"/>
            <a:ext cx="164592" cy="164592"/>
          </a:xfrm>
          <a:prstGeom prst="rect">
            <a:avLst/>
          </a:prstGeom>
        </p:spPr>
      </p:pic>
      <p:sp>
        <p:nvSpPr>
          <p:cNvPr id="260" name="Text 82">
            <a:extLst>
              <a:ext uri="{FF2B5EF4-FFF2-40B4-BE49-F238E27FC236}">
                <a16:creationId xmlns:a16="http://schemas.microsoft.com/office/drawing/2014/main" id="{DD7A3218-284C-8579-3736-EE290107F4E9}"/>
              </a:ext>
            </a:extLst>
          </p:cNvPr>
          <p:cNvSpPr/>
          <p:nvPr/>
        </p:nvSpPr>
        <p:spPr>
          <a:xfrm>
            <a:off x="5577840" y="3922776"/>
            <a:ext cx="1234440" cy="256032"/>
          </a:xfrm>
          <a:prstGeom prst="rect">
            <a:avLst/>
          </a:prstGeom>
          <a:noFill/>
          <a:ln/>
        </p:spPr>
        <p:txBody>
          <a:bodyPr wrap="square" lIns="0" tIns="0" rIns="0" bIns="0" rtlCol="0" anchor="ctr">
            <a:noAutofit/>
          </a:bodyPr>
          <a:lstStyle/>
          <a:p>
            <a:pPr marL="0" indent="0">
              <a:buNone/>
            </a:pPr>
            <a:r>
              <a:rPr lang="en-US" sz="1000" b="1" dirty="0">
                <a:solidFill>
                  <a:srgbClr val="0B2739"/>
                </a:solidFill>
              </a:rPr>
              <a:t>Recommendation engine</a:t>
            </a:r>
            <a:endParaRPr lang="en-US" sz="1000" dirty="0"/>
          </a:p>
        </p:txBody>
      </p:sp>
      <p:sp>
        <p:nvSpPr>
          <p:cNvPr id="262" name="Text 83">
            <a:extLst>
              <a:ext uri="{FF2B5EF4-FFF2-40B4-BE49-F238E27FC236}">
                <a16:creationId xmlns:a16="http://schemas.microsoft.com/office/drawing/2014/main" id="{43ECBE13-F39A-6771-396D-67F3430BB486}"/>
              </a:ext>
            </a:extLst>
          </p:cNvPr>
          <p:cNvSpPr/>
          <p:nvPr/>
        </p:nvSpPr>
        <p:spPr>
          <a:xfrm>
            <a:off x="5349240" y="4306824"/>
            <a:ext cx="1453896" cy="192024"/>
          </a:xfrm>
          <a:prstGeom prst="rect">
            <a:avLst/>
          </a:prstGeom>
          <a:noFill/>
          <a:ln/>
        </p:spPr>
        <p:txBody>
          <a:bodyPr wrap="square" lIns="0" tIns="0" rIns="0" bIns="0" rtlCol="0" anchor="ctr">
            <a:noAutofit/>
          </a:bodyPr>
          <a:lstStyle/>
          <a:p>
            <a:pPr marL="0" indent="0">
              <a:buNone/>
            </a:pPr>
            <a:r>
              <a:rPr lang="en-US" sz="800" dirty="0">
                <a:solidFill>
                  <a:srgbClr val="596875"/>
                </a:solidFill>
              </a:rPr>
              <a:t>Personalized destination discovery and better visitor experience.</a:t>
            </a:r>
            <a:endParaRPr lang="en-US" sz="800" dirty="0"/>
          </a:p>
        </p:txBody>
      </p:sp>
      <p:sp>
        <p:nvSpPr>
          <p:cNvPr id="264" name="Shape 84">
            <a:extLst>
              <a:ext uri="{FF2B5EF4-FFF2-40B4-BE49-F238E27FC236}">
                <a16:creationId xmlns:a16="http://schemas.microsoft.com/office/drawing/2014/main" id="{743C3F14-9D18-0FCA-0070-D3E9144D621A}"/>
              </a:ext>
            </a:extLst>
          </p:cNvPr>
          <p:cNvSpPr/>
          <p:nvPr/>
        </p:nvSpPr>
        <p:spPr>
          <a:xfrm>
            <a:off x="4965192" y="4608576"/>
            <a:ext cx="1847088" cy="201168"/>
          </a:xfrm>
          <a:prstGeom prst="roundRect">
            <a:avLst>
              <a:gd name="adj" fmla="val 45455"/>
            </a:avLst>
          </a:prstGeom>
          <a:solidFill>
            <a:srgbClr val="EFF6DF"/>
          </a:solidFill>
          <a:ln w="12700">
            <a:solidFill>
              <a:srgbClr val="D3E4B5"/>
            </a:solidFill>
            <a:prstDash val="solid"/>
          </a:ln>
        </p:spPr>
        <p:txBody>
          <a:bodyPr/>
          <a:lstStyle/>
          <a:p>
            <a:endParaRPr lang="en-IN" sz="2000"/>
          </a:p>
        </p:txBody>
      </p:sp>
      <p:sp>
        <p:nvSpPr>
          <p:cNvPr id="266" name="Text 85">
            <a:extLst>
              <a:ext uri="{FF2B5EF4-FFF2-40B4-BE49-F238E27FC236}">
                <a16:creationId xmlns:a16="http://schemas.microsoft.com/office/drawing/2014/main" id="{6E90E28E-918C-C6E2-98D2-555C495708EF}"/>
              </a:ext>
            </a:extLst>
          </p:cNvPr>
          <p:cNvSpPr/>
          <p:nvPr/>
        </p:nvSpPr>
        <p:spPr>
          <a:xfrm>
            <a:off x="5038344" y="4663440"/>
            <a:ext cx="1197864" cy="82296"/>
          </a:xfrm>
          <a:prstGeom prst="rect">
            <a:avLst/>
          </a:prstGeom>
          <a:noFill/>
          <a:ln/>
        </p:spPr>
        <p:txBody>
          <a:bodyPr wrap="square" lIns="0" tIns="0" rIns="0" bIns="0" rtlCol="0" anchor="ctr">
            <a:noAutofit/>
          </a:bodyPr>
          <a:lstStyle/>
          <a:p>
            <a:pPr marL="0" indent="0">
              <a:buNone/>
            </a:pPr>
            <a:r>
              <a:rPr lang="en-US" sz="600" b="1" dirty="0">
                <a:solidFill>
                  <a:srgbClr val="123B5D"/>
                </a:solidFill>
              </a:rPr>
              <a:t>Recommendation AI</a:t>
            </a:r>
            <a:endParaRPr lang="en-US" sz="600" dirty="0"/>
          </a:p>
        </p:txBody>
      </p:sp>
      <p:sp>
        <p:nvSpPr>
          <p:cNvPr id="268" name="Text 86">
            <a:extLst>
              <a:ext uri="{FF2B5EF4-FFF2-40B4-BE49-F238E27FC236}">
                <a16:creationId xmlns:a16="http://schemas.microsoft.com/office/drawing/2014/main" id="{F0719A3C-9F99-E6A2-C1FB-D6425AB45F02}"/>
              </a:ext>
            </a:extLst>
          </p:cNvPr>
          <p:cNvSpPr/>
          <p:nvPr/>
        </p:nvSpPr>
        <p:spPr>
          <a:xfrm>
            <a:off x="6254496" y="4654296"/>
            <a:ext cx="475488" cy="91440"/>
          </a:xfrm>
          <a:prstGeom prst="rect">
            <a:avLst/>
          </a:prstGeom>
          <a:noFill/>
          <a:ln/>
        </p:spPr>
        <p:txBody>
          <a:bodyPr wrap="square" lIns="0" tIns="0" rIns="0" bIns="0" rtlCol="0" anchor="ctr"/>
          <a:lstStyle/>
          <a:p>
            <a:pPr marL="0" indent="0" algn="r">
              <a:buNone/>
            </a:pPr>
            <a:r>
              <a:rPr lang="en-US" sz="700" b="1" dirty="0">
                <a:solidFill>
                  <a:srgbClr val="43B02A"/>
                </a:solidFill>
              </a:rPr>
              <a:t>4–5 mo</a:t>
            </a:r>
            <a:endParaRPr lang="en-US" sz="700" dirty="0"/>
          </a:p>
        </p:txBody>
      </p:sp>
      <p:sp>
        <p:nvSpPr>
          <p:cNvPr id="270" name="Shape 87">
            <a:extLst>
              <a:ext uri="{FF2B5EF4-FFF2-40B4-BE49-F238E27FC236}">
                <a16:creationId xmlns:a16="http://schemas.microsoft.com/office/drawing/2014/main" id="{BBD134BB-E3A4-E964-92FF-9668B1E8F1E3}"/>
              </a:ext>
            </a:extLst>
          </p:cNvPr>
          <p:cNvSpPr/>
          <p:nvPr/>
        </p:nvSpPr>
        <p:spPr>
          <a:xfrm>
            <a:off x="7095744" y="3803904"/>
            <a:ext cx="2157984" cy="1115568"/>
          </a:xfrm>
          <a:prstGeom prst="roundRect">
            <a:avLst>
              <a:gd name="adj" fmla="val 5738"/>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000"/>
          </a:p>
        </p:txBody>
      </p:sp>
      <p:sp>
        <p:nvSpPr>
          <p:cNvPr id="272" name="Shape 88">
            <a:extLst>
              <a:ext uri="{FF2B5EF4-FFF2-40B4-BE49-F238E27FC236}">
                <a16:creationId xmlns:a16="http://schemas.microsoft.com/office/drawing/2014/main" id="{661F0A4F-59BC-B982-76D7-4EE122B872B0}"/>
              </a:ext>
            </a:extLst>
          </p:cNvPr>
          <p:cNvSpPr/>
          <p:nvPr/>
        </p:nvSpPr>
        <p:spPr>
          <a:xfrm>
            <a:off x="7095744" y="3803904"/>
            <a:ext cx="64008" cy="1115568"/>
          </a:xfrm>
          <a:prstGeom prst="rect">
            <a:avLst/>
          </a:prstGeom>
          <a:solidFill>
            <a:srgbClr val="20B5D5"/>
          </a:solidFill>
          <a:ln w="12700">
            <a:solidFill>
              <a:srgbClr val="20B5D5"/>
            </a:solidFill>
            <a:prstDash val="solid"/>
          </a:ln>
        </p:spPr>
        <p:txBody>
          <a:bodyPr/>
          <a:lstStyle/>
          <a:p>
            <a:endParaRPr lang="en-IN" sz="2000"/>
          </a:p>
        </p:txBody>
      </p:sp>
      <p:sp>
        <p:nvSpPr>
          <p:cNvPr id="274" name="Shape 89">
            <a:extLst>
              <a:ext uri="{FF2B5EF4-FFF2-40B4-BE49-F238E27FC236}">
                <a16:creationId xmlns:a16="http://schemas.microsoft.com/office/drawing/2014/main" id="{8C305ACD-26D6-96F8-6C4F-C3A3059C3EAE}"/>
              </a:ext>
            </a:extLst>
          </p:cNvPr>
          <p:cNvSpPr/>
          <p:nvPr/>
        </p:nvSpPr>
        <p:spPr>
          <a:xfrm>
            <a:off x="7251192" y="3959352"/>
            <a:ext cx="384048" cy="384048"/>
          </a:xfrm>
          <a:prstGeom prst="ellipse">
            <a:avLst/>
          </a:prstGeom>
          <a:solidFill>
            <a:srgbClr val="20B5D5"/>
          </a:solidFill>
          <a:ln w="12700">
            <a:solidFill>
              <a:srgbClr val="20B5D5"/>
            </a:solidFill>
            <a:prstDash val="solid"/>
          </a:ln>
        </p:spPr>
        <p:txBody>
          <a:bodyPr/>
          <a:lstStyle/>
          <a:p>
            <a:endParaRPr lang="en-IN" sz="2000"/>
          </a:p>
        </p:txBody>
      </p:sp>
      <p:pic>
        <p:nvPicPr>
          <p:cNvPr id="276" name="Image 12" descr="preencoded.png">
            <a:extLst>
              <a:ext uri="{FF2B5EF4-FFF2-40B4-BE49-F238E27FC236}">
                <a16:creationId xmlns:a16="http://schemas.microsoft.com/office/drawing/2014/main" id="{2D7AC6A9-D30C-0E2F-5E97-4324B1775D28}"/>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360920" y="4069080"/>
            <a:ext cx="164592" cy="164592"/>
          </a:xfrm>
          <a:prstGeom prst="rect">
            <a:avLst/>
          </a:prstGeom>
        </p:spPr>
      </p:pic>
      <p:sp>
        <p:nvSpPr>
          <p:cNvPr id="278" name="Text 90">
            <a:extLst>
              <a:ext uri="{FF2B5EF4-FFF2-40B4-BE49-F238E27FC236}">
                <a16:creationId xmlns:a16="http://schemas.microsoft.com/office/drawing/2014/main" id="{F8DE2100-0DE1-BC9F-313D-BDACEE4617AA}"/>
              </a:ext>
            </a:extLst>
          </p:cNvPr>
          <p:cNvSpPr/>
          <p:nvPr/>
        </p:nvSpPr>
        <p:spPr>
          <a:xfrm>
            <a:off x="7863840" y="3922776"/>
            <a:ext cx="1234440" cy="256032"/>
          </a:xfrm>
          <a:prstGeom prst="rect">
            <a:avLst/>
          </a:prstGeom>
          <a:noFill/>
          <a:ln/>
        </p:spPr>
        <p:txBody>
          <a:bodyPr wrap="square" lIns="0" tIns="0" rIns="0" bIns="0" rtlCol="0" anchor="ctr">
            <a:noAutofit/>
          </a:bodyPr>
          <a:lstStyle/>
          <a:p>
            <a:pPr marL="0" indent="0">
              <a:buNone/>
            </a:pPr>
            <a:r>
              <a:rPr lang="en-US" sz="1000" b="1" dirty="0">
                <a:solidFill>
                  <a:srgbClr val="0B2739"/>
                </a:solidFill>
              </a:rPr>
              <a:t>Smart tourist assistant</a:t>
            </a:r>
            <a:endParaRPr lang="en-US" sz="1000" dirty="0"/>
          </a:p>
        </p:txBody>
      </p:sp>
      <p:sp>
        <p:nvSpPr>
          <p:cNvPr id="280" name="Text 91">
            <a:extLst>
              <a:ext uri="{FF2B5EF4-FFF2-40B4-BE49-F238E27FC236}">
                <a16:creationId xmlns:a16="http://schemas.microsoft.com/office/drawing/2014/main" id="{D84A65A7-44AE-541C-EDAE-1C8C79C7FAB5}"/>
              </a:ext>
            </a:extLst>
          </p:cNvPr>
          <p:cNvSpPr/>
          <p:nvPr/>
        </p:nvSpPr>
        <p:spPr>
          <a:xfrm>
            <a:off x="7635240" y="4306824"/>
            <a:ext cx="1453896" cy="192024"/>
          </a:xfrm>
          <a:prstGeom prst="rect">
            <a:avLst/>
          </a:prstGeom>
          <a:noFill/>
          <a:ln/>
        </p:spPr>
        <p:txBody>
          <a:bodyPr wrap="square" lIns="0" tIns="0" rIns="0" bIns="0" rtlCol="0" anchor="ctr">
            <a:noAutofit/>
          </a:bodyPr>
          <a:lstStyle/>
          <a:p>
            <a:pPr marL="0" indent="0">
              <a:buNone/>
            </a:pPr>
            <a:r>
              <a:rPr lang="en-US" sz="800" dirty="0">
                <a:solidFill>
                  <a:srgbClr val="596875"/>
                </a:solidFill>
              </a:rPr>
              <a:t>Multilingual conversational access to tourist information and services.</a:t>
            </a:r>
            <a:endParaRPr lang="en-US" sz="800" dirty="0"/>
          </a:p>
        </p:txBody>
      </p:sp>
      <p:sp>
        <p:nvSpPr>
          <p:cNvPr id="282" name="Shape 92">
            <a:extLst>
              <a:ext uri="{FF2B5EF4-FFF2-40B4-BE49-F238E27FC236}">
                <a16:creationId xmlns:a16="http://schemas.microsoft.com/office/drawing/2014/main" id="{B1D73A5C-EA5E-0C7D-57A6-020BB413C7D0}"/>
              </a:ext>
            </a:extLst>
          </p:cNvPr>
          <p:cNvSpPr/>
          <p:nvPr/>
        </p:nvSpPr>
        <p:spPr>
          <a:xfrm>
            <a:off x="7251192" y="4608576"/>
            <a:ext cx="1847088" cy="201168"/>
          </a:xfrm>
          <a:prstGeom prst="roundRect">
            <a:avLst>
              <a:gd name="adj" fmla="val 45455"/>
            </a:avLst>
          </a:prstGeom>
          <a:solidFill>
            <a:srgbClr val="EBF5F8"/>
          </a:solidFill>
          <a:ln w="12700">
            <a:solidFill>
              <a:srgbClr val="C8DEE8"/>
            </a:solidFill>
            <a:prstDash val="solid"/>
          </a:ln>
        </p:spPr>
        <p:txBody>
          <a:bodyPr/>
          <a:lstStyle/>
          <a:p>
            <a:endParaRPr lang="en-IN" sz="2000"/>
          </a:p>
        </p:txBody>
      </p:sp>
      <p:sp>
        <p:nvSpPr>
          <p:cNvPr id="284" name="Text 93">
            <a:extLst>
              <a:ext uri="{FF2B5EF4-FFF2-40B4-BE49-F238E27FC236}">
                <a16:creationId xmlns:a16="http://schemas.microsoft.com/office/drawing/2014/main" id="{C2C9354D-838E-09C1-754A-BEDAF4872BAA}"/>
              </a:ext>
            </a:extLst>
          </p:cNvPr>
          <p:cNvSpPr/>
          <p:nvPr/>
        </p:nvSpPr>
        <p:spPr>
          <a:xfrm>
            <a:off x="7324344" y="4663440"/>
            <a:ext cx="1197864" cy="82296"/>
          </a:xfrm>
          <a:prstGeom prst="rect">
            <a:avLst/>
          </a:prstGeom>
          <a:noFill/>
          <a:ln/>
        </p:spPr>
        <p:txBody>
          <a:bodyPr wrap="square" lIns="0" tIns="0" rIns="0" bIns="0" rtlCol="0" anchor="ctr">
            <a:noAutofit/>
          </a:bodyPr>
          <a:lstStyle/>
          <a:p>
            <a:pPr marL="0" indent="0">
              <a:buNone/>
            </a:pPr>
            <a:r>
              <a:rPr lang="en-US" sz="600" b="1" dirty="0">
                <a:solidFill>
                  <a:srgbClr val="123B5D"/>
                </a:solidFill>
              </a:rPr>
              <a:t>GenAI • NLP • BHASHINI</a:t>
            </a:r>
            <a:endParaRPr lang="en-US" sz="600" dirty="0"/>
          </a:p>
        </p:txBody>
      </p:sp>
      <p:sp>
        <p:nvSpPr>
          <p:cNvPr id="286" name="Text 94">
            <a:extLst>
              <a:ext uri="{FF2B5EF4-FFF2-40B4-BE49-F238E27FC236}">
                <a16:creationId xmlns:a16="http://schemas.microsoft.com/office/drawing/2014/main" id="{81299C06-0452-9671-5DCF-0083B2ECF424}"/>
              </a:ext>
            </a:extLst>
          </p:cNvPr>
          <p:cNvSpPr/>
          <p:nvPr/>
        </p:nvSpPr>
        <p:spPr>
          <a:xfrm>
            <a:off x="8540496" y="4654296"/>
            <a:ext cx="475488" cy="91440"/>
          </a:xfrm>
          <a:prstGeom prst="rect">
            <a:avLst/>
          </a:prstGeom>
          <a:noFill/>
          <a:ln/>
        </p:spPr>
        <p:txBody>
          <a:bodyPr wrap="square" lIns="0" tIns="0" rIns="0" bIns="0" rtlCol="0" anchor="ctr"/>
          <a:lstStyle/>
          <a:p>
            <a:pPr marL="0" indent="0" algn="r">
              <a:buNone/>
            </a:pPr>
            <a:r>
              <a:rPr lang="en-US" sz="700" b="1" dirty="0">
                <a:solidFill>
                  <a:srgbClr val="20B5D5"/>
                </a:solidFill>
              </a:rPr>
              <a:t>4–5 mo</a:t>
            </a:r>
            <a:endParaRPr lang="en-US" sz="700" dirty="0"/>
          </a:p>
        </p:txBody>
      </p:sp>
      <p:sp>
        <p:nvSpPr>
          <p:cNvPr id="288" name="Shape 95">
            <a:extLst>
              <a:ext uri="{FF2B5EF4-FFF2-40B4-BE49-F238E27FC236}">
                <a16:creationId xmlns:a16="http://schemas.microsoft.com/office/drawing/2014/main" id="{8F3B5733-0942-07F7-8FA5-AB6F7B0ED3D4}"/>
              </a:ext>
            </a:extLst>
          </p:cNvPr>
          <p:cNvSpPr/>
          <p:nvPr/>
        </p:nvSpPr>
        <p:spPr>
          <a:xfrm>
            <a:off x="9381744" y="3803904"/>
            <a:ext cx="2157984" cy="1115568"/>
          </a:xfrm>
          <a:prstGeom prst="roundRect">
            <a:avLst>
              <a:gd name="adj" fmla="val 5738"/>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000"/>
          </a:p>
        </p:txBody>
      </p:sp>
      <p:sp>
        <p:nvSpPr>
          <p:cNvPr id="290" name="Shape 96">
            <a:extLst>
              <a:ext uri="{FF2B5EF4-FFF2-40B4-BE49-F238E27FC236}">
                <a16:creationId xmlns:a16="http://schemas.microsoft.com/office/drawing/2014/main" id="{61D06781-7C49-53E5-DB25-B385F28B9D82}"/>
              </a:ext>
            </a:extLst>
          </p:cNvPr>
          <p:cNvSpPr/>
          <p:nvPr/>
        </p:nvSpPr>
        <p:spPr>
          <a:xfrm>
            <a:off x="9381744" y="3803904"/>
            <a:ext cx="64008" cy="1115568"/>
          </a:xfrm>
          <a:prstGeom prst="rect">
            <a:avLst/>
          </a:prstGeom>
          <a:solidFill>
            <a:srgbClr val="007CB0"/>
          </a:solidFill>
          <a:ln w="12700">
            <a:solidFill>
              <a:srgbClr val="007CB0"/>
            </a:solidFill>
            <a:prstDash val="solid"/>
          </a:ln>
        </p:spPr>
        <p:txBody>
          <a:bodyPr/>
          <a:lstStyle/>
          <a:p>
            <a:endParaRPr lang="en-IN" sz="2000"/>
          </a:p>
        </p:txBody>
      </p:sp>
      <p:sp>
        <p:nvSpPr>
          <p:cNvPr id="292" name="Shape 97">
            <a:extLst>
              <a:ext uri="{FF2B5EF4-FFF2-40B4-BE49-F238E27FC236}">
                <a16:creationId xmlns:a16="http://schemas.microsoft.com/office/drawing/2014/main" id="{E8101C72-DC68-D160-538C-FF43D8951CF5}"/>
              </a:ext>
            </a:extLst>
          </p:cNvPr>
          <p:cNvSpPr/>
          <p:nvPr/>
        </p:nvSpPr>
        <p:spPr>
          <a:xfrm>
            <a:off x="9537192" y="3959352"/>
            <a:ext cx="384048" cy="384048"/>
          </a:xfrm>
          <a:prstGeom prst="ellipse">
            <a:avLst/>
          </a:prstGeom>
          <a:solidFill>
            <a:srgbClr val="007CB0"/>
          </a:solidFill>
          <a:ln w="12700">
            <a:solidFill>
              <a:srgbClr val="007CB0"/>
            </a:solidFill>
            <a:prstDash val="solid"/>
          </a:ln>
        </p:spPr>
        <p:txBody>
          <a:bodyPr/>
          <a:lstStyle/>
          <a:p>
            <a:endParaRPr lang="en-IN" sz="2000"/>
          </a:p>
        </p:txBody>
      </p:sp>
      <p:pic>
        <p:nvPicPr>
          <p:cNvPr id="294" name="Image 13" descr="preencoded.png">
            <a:extLst>
              <a:ext uri="{FF2B5EF4-FFF2-40B4-BE49-F238E27FC236}">
                <a16:creationId xmlns:a16="http://schemas.microsoft.com/office/drawing/2014/main" id="{46ACECA0-BDAB-5264-053B-C66AE0752CB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9646920" y="4069080"/>
            <a:ext cx="164592" cy="164592"/>
          </a:xfrm>
          <a:prstGeom prst="rect">
            <a:avLst/>
          </a:prstGeom>
        </p:spPr>
      </p:pic>
      <p:sp>
        <p:nvSpPr>
          <p:cNvPr id="296" name="Text 98">
            <a:extLst>
              <a:ext uri="{FF2B5EF4-FFF2-40B4-BE49-F238E27FC236}">
                <a16:creationId xmlns:a16="http://schemas.microsoft.com/office/drawing/2014/main" id="{A2582746-A5D7-DD5C-7D72-4149998B376B}"/>
              </a:ext>
            </a:extLst>
          </p:cNvPr>
          <p:cNvSpPr/>
          <p:nvPr/>
        </p:nvSpPr>
        <p:spPr>
          <a:xfrm>
            <a:off x="10149840" y="3922776"/>
            <a:ext cx="1234440" cy="256032"/>
          </a:xfrm>
          <a:prstGeom prst="rect">
            <a:avLst/>
          </a:prstGeom>
          <a:noFill/>
          <a:ln/>
        </p:spPr>
        <p:txBody>
          <a:bodyPr wrap="square" lIns="0" tIns="0" rIns="0" bIns="0" rtlCol="0" anchor="ctr">
            <a:normAutofit/>
          </a:bodyPr>
          <a:lstStyle/>
          <a:p>
            <a:pPr marL="0" indent="0">
              <a:buNone/>
            </a:pPr>
            <a:r>
              <a:rPr lang="en-US" sz="1000" b="1" dirty="0">
                <a:solidFill>
                  <a:srgbClr val="0B2739"/>
                </a:solidFill>
              </a:rPr>
              <a:t>Demand forecasting</a:t>
            </a:r>
            <a:endParaRPr lang="en-US" sz="1000" dirty="0"/>
          </a:p>
        </p:txBody>
      </p:sp>
      <p:sp>
        <p:nvSpPr>
          <p:cNvPr id="298" name="Text 99">
            <a:extLst>
              <a:ext uri="{FF2B5EF4-FFF2-40B4-BE49-F238E27FC236}">
                <a16:creationId xmlns:a16="http://schemas.microsoft.com/office/drawing/2014/main" id="{DF3AD47D-311A-43E1-8CB4-03E747C901C7}"/>
              </a:ext>
            </a:extLst>
          </p:cNvPr>
          <p:cNvSpPr/>
          <p:nvPr/>
        </p:nvSpPr>
        <p:spPr>
          <a:xfrm>
            <a:off x="9921240" y="4306824"/>
            <a:ext cx="1453896" cy="192024"/>
          </a:xfrm>
          <a:prstGeom prst="rect">
            <a:avLst/>
          </a:prstGeom>
          <a:noFill/>
          <a:ln/>
        </p:spPr>
        <p:txBody>
          <a:bodyPr wrap="square" lIns="0" tIns="0" rIns="0" bIns="0" rtlCol="0" anchor="ctr">
            <a:noAutofit/>
          </a:bodyPr>
          <a:lstStyle/>
          <a:p>
            <a:pPr marL="0" indent="0">
              <a:buNone/>
            </a:pPr>
            <a:r>
              <a:rPr lang="en-US" sz="800" dirty="0">
                <a:solidFill>
                  <a:srgbClr val="596875"/>
                </a:solidFill>
              </a:rPr>
              <a:t>Forecast arrivals and preferences for infrastructure planning.</a:t>
            </a:r>
            <a:endParaRPr lang="en-US" sz="800" dirty="0"/>
          </a:p>
        </p:txBody>
      </p:sp>
      <p:sp>
        <p:nvSpPr>
          <p:cNvPr id="300" name="Shape 100">
            <a:extLst>
              <a:ext uri="{FF2B5EF4-FFF2-40B4-BE49-F238E27FC236}">
                <a16:creationId xmlns:a16="http://schemas.microsoft.com/office/drawing/2014/main" id="{C0BBE527-5730-8A8B-5D03-9B7FF4140848}"/>
              </a:ext>
            </a:extLst>
          </p:cNvPr>
          <p:cNvSpPr/>
          <p:nvPr/>
        </p:nvSpPr>
        <p:spPr>
          <a:xfrm>
            <a:off x="9537192" y="4608576"/>
            <a:ext cx="1847088" cy="201168"/>
          </a:xfrm>
          <a:prstGeom prst="roundRect">
            <a:avLst>
              <a:gd name="adj" fmla="val 45455"/>
            </a:avLst>
          </a:prstGeom>
          <a:solidFill>
            <a:srgbClr val="EBF5F8"/>
          </a:solidFill>
          <a:ln w="12700">
            <a:solidFill>
              <a:srgbClr val="C8DEE8"/>
            </a:solidFill>
            <a:prstDash val="solid"/>
          </a:ln>
        </p:spPr>
        <p:txBody>
          <a:bodyPr/>
          <a:lstStyle/>
          <a:p>
            <a:endParaRPr lang="en-IN" sz="2000"/>
          </a:p>
        </p:txBody>
      </p:sp>
      <p:sp>
        <p:nvSpPr>
          <p:cNvPr id="302" name="Text 101">
            <a:extLst>
              <a:ext uri="{FF2B5EF4-FFF2-40B4-BE49-F238E27FC236}">
                <a16:creationId xmlns:a16="http://schemas.microsoft.com/office/drawing/2014/main" id="{EE3F36F5-3BDC-8B0D-8FF3-CACAD03CFC6E}"/>
              </a:ext>
            </a:extLst>
          </p:cNvPr>
          <p:cNvSpPr/>
          <p:nvPr/>
        </p:nvSpPr>
        <p:spPr>
          <a:xfrm>
            <a:off x="9610344" y="4663440"/>
            <a:ext cx="1197864" cy="82296"/>
          </a:xfrm>
          <a:prstGeom prst="rect">
            <a:avLst/>
          </a:prstGeom>
          <a:noFill/>
          <a:ln/>
        </p:spPr>
        <p:txBody>
          <a:bodyPr wrap="square" lIns="0" tIns="0" rIns="0" bIns="0" rtlCol="0" anchor="ctr">
            <a:noAutofit/>
          </a:bodyPr>
          <a:lstStyle/>
          <a:p>
            <a:pPr marL="0" indent="0">
              <a:buNone/>
            </a:pPr>
            <a:r>
              <a:rPr lang="en-US" sz="600" b="1" dirty="0">
                <a:solidFill>
                  <a:srgbClr val="123B5D"/>
                </a:solidFill>
              </a:rPr>
              <a:t>Forecasting models</a:t>
            </a:r>
            <a:endParaRPr lang="en-US" sz="600" dirty="0"/>
          </a:p>
        </p:txBody>
      </p:sp>
      <p:sp>
        <p:nvSpPr>
          <p:cNvPr id="304" name="Text 102">
            <a:extLst>
              <a:ext uri="{FF2B5EF4-FFF2-40B4-BE49-F238E27FC236}">
                <a16:creationId xmlns:a16="http://schemas.microsoft.com/office/drawing/2014/main" id="{D5DBF110-67EE-975F-AB2B-9123C9C5C044}"/>
              </a:ext>
            </a:extLst>
          </p:cNvPr>
          <p:cNvSpPr/>
          <p:nvPr/>
        </p:nvSpPr>
        <p:spPr>
          <a:xfrm>
            <a:off x="10826496" y="4654296"/>
            <a:ext cx="475488" cy="91440"/>
          </a:xfrm>
          <a:prstGeom prst="rect">
            <a:avLst/>
          </a:prstGeom>
          <a:noFill/>
          <a:ln/>
        </p:spPr>
        <p:txBody>
          <a:bodyPr wrap="square" lIns="0" tIns="0" rIns="0" bIns="0" rtlCol="0" anchor="ctr"/>
          <a:lstStyle/>
          <a:p>
            <a:pPr marL="0" indent="0" algn="r">
              <a:buNone/>
            </a:pPr>
            <a:r>
              <a:rPr lang="en-US" sz="700" b="1" dirty="0">
                <a:solidFill>
                  <a:srgbClr val="007CB0"/>
                </a:solidFill>
              </a:rPr>
              <a:t>4–6 mo</a:t>
            </a:r>
            <a:endParaRPr lang="en-US" sz="700" dirty="0"/>
          </a:p>
        </p:txBody>
      </p:sp>
      <p:sp>
        <p:nvSpPr>
          <p:cNvPr id="306" name="Shape 103">
            <a:extLst>
              <a:ext uri="{FF2B5EF4-FFF2-40B4-BE49-F238E27FC236}">
                <a16:creationId xmlns:a16="http://schemas.microsoft.com/office/drawing/2014/main" id="{29832ED5-4430-F98F-67E5-02BB86E623B5}"/>
              </a:ext>
            </a:extLst>
          </p:cNvPr>
          <p:cNvSpPr/>
          <p:nvPr/>
        </p:nvSpPr>
        <p:spPr>
          <a:xfrm>
            <a:off x="502920" y="5230368"/>
            <a:ext cx="11036808" cy="566928"/>
          </a:xfrm>
          <a:prstGeom prst="roundRect">
            <a:avLst>
              <a:gd name="adj" fmla="val 11290"/>
            </a:avLst>
          </a:prstGeom>
          <a:solidFill>
            <a:srgbClr val="0B2739"/>
          </a:solidFill>
          <a:ln w="12700">
            <a:solidFill>
              <a:srgbClr val="0B2739"/>
            </a:solidFill>
            <a:prstDash val="solid"/>
          </a:ln>
        </p:spPr>
        <p:txBody>
          <a:bodyPr/>
          <a:lstStyle/>
          <a:p>
            <a:endParaRPr lang="en-IN" sz="2000"/>
          </a:p>
        </p:txBody>
      </p:sp>
      <p:sp>
        <p:nvSpPr>
          <p:cNvPr id="308" name="Text 104">
            <a:extLst>
              <a:ext uri="{FF2B5EF4-FFF2-40B4-BE49-F238E27FC236}">
                <a16:creationId xmlns:a16="http://schemas.microsoft.com/office/drawing/2014/main" id="{EFD74932-F2B5-51E6-1145-C87BCD8F9456}"/>
              </a:ext>
            </a:extLst>
          </p:cNvPr>
          <p:cNvSpPr/>
          <p:nvPr/>
        </p:nvSpPr>
        <p:spPr>
          <a:xfrm>
            <a:off x="749808" y="5413248"/>
            <a:ext cx="1700784" cy="146304"/>
          </a:xfrm>
          <a:prstGeom prst="rect">
            <a:avLst/>
          </a:prstGeom>
          <a:noFill/>
          <a:ln/>
        </p:spPr>
        <p:txBody>
          <a:bodyPr wrap="square" lIns="0" tIns="0" rIns="0" bIns="0" rtlCol="0" anchor="ctr"/>
          <a:lstStyle/>
          <a:p>
            <a:pPr marL="0" indent="0">
              <a:buNone/>
            </a:pPr>
            <a:r>
              <a:rPr lang="en-US" sz="800" b="1" dirty="0">
                <a:solidFill>
                  <a:srgbClr val="86BC25"/>
                </a:solidFill>
              </a:rPr>
              <a:t>SHARED AI-COE FOUNDATION</a:t>
            </a:r>
            <a:endParaRPr lang="en-US" sz="800" dirty="0"/>
          </a:p>
        </p:txBody>
      </p:sp>
      <p:pic>
        <p:nvPicPr>
          <p:cNvPr id="310" name="Image 14" descr="preencoded.png">
            <a:extLst>
              <a:ext uri="{FF2B5EF4-FFF2-40B4-BE49-F238E27FC236}">
                <a16:creationId xmlns:a16="http://schemas.microsoft.com/office/drawing/2014/main" id="{00CABB2F-620C-AB76-C778-C6540A60AAA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2578608" y="5376672"/>
            <a:ext cx="182880" cy="182880"/>
          </a:xfrm>
          <a:prstGeom prst="rect">
            <a:avLst/>
          </a:prstGeom>
        </p:spPr>
      </p:pic>
      <p:sp>
        <p:nvSpPr>
          <p:cNvPr id="312" name="Text 105">
            <a:extLst>
              <a:ext uri="{FF2B5EF4-FFF2-40B4-BE49-F238E27FC236}">
                <a16:creationId xmlns:a16="http://schemas.microsoft.com/office/drawing/2014/main" id="{154B62C5-FC7F-7063-7248-58E661EAF629}"/>
              </a:ext>
            </a:extLst>
          </p:cNvPr>
          <p:cNvSpPr/>
          <p:nvPr/>
        </p:nvSpPr>
        <p:spPr>
          <a:xfrm>
            <a:off x="2834640" y="5376672"/>
            <a:ext cx="1261872" cy="146304"/>
          </a:xfrm>
          <a:prstGeom prst="rect">
            <a:avLst/>
          </a:prstGeom>
          <a:noFill/>
          <a:ln/>
        </p:spPr>
        <p:txBody>
          <a:bodyPr wrap="square" lIns="0" tIns="0" rIns="0" bIns="0" rtlCol="0" anchor="ctr">
            <a:normAutofit/>
          </a:bodyPr>
          <a:lstStyle/>
          <a:p>
            <a:pPr marL="0" indent="0" algn="ctr">
              <a:buNone/>
            </a:pPr>
            <a:r>
              <a:rPr lang="en-US" sz="700" b="1" dirty="0">
                <a:solidFill>
                  <a:srgbClr val="FFFFFF"/>
                </a:solidFill>
              </a:rPr>
              <a:t>Geospatial data</a:t>
            </a:r>
            <a:endParaRPr lang="en-US" sz="700" dirty="0"/>
          </a:p>
        </p:txBody>
      </p:sp>
      <p:pic>
        <p:nvPicPr>
          <p:cNvPr id="314" name="Image 15" descr="preencoded.png">
            <a:extLst>
              <a:ext uri="{FF2B5EF4-FFF2-40B4-BE49-F238E27FC236}">
                <a16:creationId xmlns:a16="http://schemas.microsoft.com/office/drawing/2014/main" id="{A57CE55B-D1AD-40C7-8A80-0DF01469DBD8}"/>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4279392" y="5376672"/>
            <a:ext cx="182880" cy="182880"/>
          </a:xfrm>
          <a:prstGeom prst="rect">
            <a:avLst/>
          </a:prstGeom>
        </p:spPr>
      </p:pic>
      <p:sp>
        <p:nvSpPr>
          <p:cNvPr id="316" name="Text 106">
            <a:extLst>
              <a:ext uri="{FF2B5EF4-FFF2-40B4-BE49-F238E27FC236}">
                <a16:creationId xmlns:a16="http://schemas.microsoft.com/office/drawing/2014/main" id="{4A5A777A-93F3-A7F1-ABCF-3A2E205B6700}"/>
              </a:ext>
            </a:extLst>
          </p:cNvPr>
          <p:cNvSpPr/>
          <p:nvPr/>
        </p:nvSpPr>
        <p:spPr>
          <a:xfrm>
            <a:off x="4535424" y="5376672"/>
            <a:ext cx="1261872" cy="146304"/>
          </a:xfrm>
          <a:prstGeom prst="rect">
            <a:avLst/>
          </a:prstGeom>
          <a:noFill/>
          <a:ln/>
        </p:spPr>
        <p:txBody>
          <a:bodyPr wrap="square" lIns="0" tIns="0" rIns="0" bIns="0" rtlCol="0" anchor="ctr">
            <a:normAutofit/>
          </a:bodyPr>
          <a:lstStyle/>
          <a:p>
            <a:pPr marL="0" indent="0" algn="ctr">
              <a:buNone/>
            </a:pPr>
            <a:r>
              <a:rPr lang="en-US" sz="700" b="1" dirty="0">
                <a:solidFill>
                  <a:srgbClr val="FFFFFF"/>
                </a:solidFill>
              </a:rPr>
              <a:t>Satellite &amp; sensor feeds</a:t>
            </a:r>
            <a:endParaRPr lang="en-US" sz="700" dirty="0"/>
          </a:p>
        </p:txBody>
      </p:sp>
      <p:pic>
        <p:nvPicPr>
          <p:cNvPr id="318" name="Image 16" descr="preencoded.png">
            <a:extLst>
              <a:ext uri="{FF2B5EF4-FFF2-40B4-BE49-F238E27FC236}">
                <a16:creationId xmlns:a16="http://schemas.microsoft.com/office/drawing/2014/main" id="{D505B8D5-4A5F-BFA0-F0B1-1F50EC8D6652}"/>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980176" y="5376672"/>
            <a:ext cx="182880" cy="182880"/>
          </a:xfrm>
          <a:prstGeom prst="rect">
            <a:avLst/>
          </a:prstGeom>
        </p:spPr>
      </p:pic>
      <p:sp>
        <p:nvSpPr>
          <p:cNvPr id="320" name="Text 107">
            <a:extLst>
              <a:ext uri="{FF2B5EF4-FFF2-40B4-BE49-F238E27FC236}">
                <a16:creationId xmlns:a16="http://schemas.microsoft.com/office/drawing/2014/main" id="{EC17DB2C-C26D-4BB5-7D36-9DDCBF1DC8E5}"/>
              </a:ext>
            </a:extLst>
          </p:cNvPr>
          <p:cNvSpPr/>
          <p:nvPr/>
        </p:nvSpPr>
        <p:spPr>
          <a:xfrm>
            <a:off x="6236208" y="5376672"/>
            <a:ext cx="1261872" cy="146304"/>
          </a:xfrm>
          <a:prstGeom prst="rect">
            <a:avLst/>
          </a:prstGeom>
          <a:noFill/>
          <a:ln/>
        </p:spPr>
        <p:txBody>
          <a:bodyPr wrap="square" lIns="0" tIns="0" rIns="0" bIns="0" rtlCol="0" anchor="ctr">
            <a:normAutofit/>
          </a:bodyPr>
          <a:lstStyle/>
          <a:p>
            <a:pPr marL="0" indent="0" algn="ctr">
              <a:buNone/>
            </a:pPr>
            <a:r>
              <a:rPr lang="en-US" sz="700" b="1" dirty="0">
                <a:solidFill>
                  <a:srgbClr val="FFFFFF"/>
                </a:solidFill>
              </a:rPr>
              <a:t>Forecasting &amp; computer vision</a:t>
            </a:r>
            <a:endParaRPr lang="en-US" sz="700" dirty="0"/>
          </a:p>
        </p:txBody>
      </p:sp>
      <p:pic>
        <p:nvPicPr>
          <p:cNvPr id="322" name="Image 17" descr="preencoded.png">
            <a:extLst>
              <a:ext uri="{FF2B5EF4-FFF2-40B4-BE49-F238E27FC236}">
                <a16:creationId xmlns:a16="http://schemas.microsoft.com/office/drawing/2014/main" id="{86E95B05-7CC5-243F-09CD-4295FE561E9E}"/>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7680960" y="5376672"/>
            <a:ext cx="182880" cy="182880"/>
          </a:xfrm>
          <a:prstGeom prst="rect">
            <a:avLst/>
          </a:prstGeom>
        </p:spPr>
      </p:pic>
      <p:sp>
        <p:nvSpPr>
          <p:cNvPr id="324" name="Text 108">
            <a:extLst>
              <a:ext uri="{FF2B5EF4-FFF2-40B4-BE49-F238E27FC236}">
                <a16:creationId xmlns:a16="http://schemas.microsoft.com/office/drawing/2014/main" id="{D8A8436A-A03C-2EEA-EF01-5357671D6E17}"/>
              </a:ext>
            </a:extLst>
          </p:cNvPr>
          <p:cNvSpPr/>
          <p:nvPr/>
        </p:nvSpPr>
        <p:spPr>
          <a:xfrm>
            <a:off x="7936992" y="5376672"/>
            <a:ext cx="1261872" cy="146304"/>
          </a:xfrm>
          <a:prstGeom prst="rect">
            <a:avLst/>
          </a:prstGeom>
          <a:noFill/>
          <a:ln/>
        </p:spPr>
        <p:txBody>
          <a:bodyPr wrap="square" lIns="0" tIns="0" rIns="0" bIns="0" rtlCol="0" anchor="ctr">
            <a:normAutofit/>
          </a:bodyPr>
          <a:lstStyle/>
          <a:p>
            <a:pPr marL="0" indent="0" algn="ctr">
              <a:buNone/>
            </a:pPr>
            <a:r>
              <a:rPr lang="en-US" sz="700" b="1" dirty="0">
                <a:solidFill>
                  <a:srgbClr val="FFFFFF"/>
                </a:solidFill>
              </a:rPr>
              <a:t>Alerts &amp; multilingual channels</a:t>
            </a:r>
            <a:endParaRPr lang="en-US" sz="700" dirty="0"/>
          </a:p>
        </p:txBody>
      </p:sp>
      <p:pic>
        <p:nvPicPr>
          <p:cNvPr id="326" name="Image 18" descr="preencoded.png">
            <a:extLst>
              <a:ext uri="{FF2B5EF4-FFF2-40B4-BE49-F238E27FC236}">
                <a16:creationId xmlns:a16="http://schemas.microsoft.com/office/drawing/2014/main" id="{5BA1652E-D522-B29E-E493-498DA2E45C15}"/>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9381744" y="5376672"/>
            <a:ext cx="182880" cy="182880"/>
          </a:xfrm>
          <a:prstGeom prst="rect">
            <a:avLst/>
          </a:prstGeom>
        </p:spPr>
      </p:pic>
      <p:sp>
        <p:nvSpPr>
          <p:cNvPr id="328" name="Text 109">
            <a:extLst>
              <a:ext uri="{FF2B5EF4-FFF2-40B4-BE49-F238E27FC236}">
                <a16:creationId xmlns:a16="http://schemas.microsoft.com/office/drawing/2014/main" id="{7A0F41E0-D249-62A0-C214-9D69665D4EC6}"/>
              </a:ext>
            </a:extLst>
          </p:cNvPr>
          <p:cNvSpPr/>
          <p:nvPr/>
        </p:nvSpPr>
        <p:spPr>
          <a:xfrm>
            <a:off x="9637776" y="5376672"/>
            <a:ext cx="1261872" cy="146304"/>
          </a:xfrm>
          <a:prstGeom prst="rect">
            <a:avLst/>
          </a:prstGeom>
          <a:noFill/>
          <a:ln/>
        </p:spPr>
        <p:txBody>
          <a:bodyPr wrap="square" lIns="0" tIns="0" rIns="0" bIns="0" rtlCol="0" anchor="ctr">
            <a:normAutofit/>
          </a:bodyPr>
          <a:lstStyle/>
          <a:p>
            <a:pPr marL="0" indent="0" algn="ctr">
              <a:buNone/>
            </a:pPr>
            <a:r>
              <a:rPr lang="en-US" sz="700" b="1" dirty="0">
                <a:solidFill>
                  <a:srgbClr val="FFFFFF"/>
                </a:solidFill>
              </a:rPr>
              <a:t>Human review &amp; audit</a:t>
            </a:r>
            <a:endParaRPr lang="en-US" sz="700" dirty="0"/>
          </a:p>
        </p:txBody>
      </p:sp>
      <p:sp>
        <p:nvSpPr>
          <p:cNvPr id="330" name="Shape 110">
            <a:extLst>
              <a:ext uri="{FF2B5EF4-FFF2-40B4-BE49-F238E27FC236}">
                <a16:creationId xmlns:a16="http://schemas.microsoft.com/office/drawing/2014/main" id="{B9E24FBD-3936-DFA0-2E78-C90630128492}"/>
              </a:ext>
            </a:extLst>
          </p:cNvPr>
          <p:cNvSpPr/>
          <p:nvPr/>
        </p:nvSpPr>
        <p:spPr>
          <a:xfrm>
            <a:off x="502920" y="5961888"/>
            <a:ext cx="11036808" cy="438912"/>
          </a:xfrm>
          <a:prstGeom prst="roundRect">
            <a:avLst>
              <a:gd name="adj" fmla="val 12500"/>
            </a:avLst>
          </a:prstGeom>
          <a:solidFill>
            <a:srgbClr val="EFF6DF"/>
          </a:solidFill>
          <a:ln w="12700">
            <a:solidFill>
              <a:srgbClr val="D0E1B0"/>
            </a:solidFill>
            <a:prstDash val="solid"/>
          </a:ln>
        </p:spPr>
        <p:txBody>
          <a:bodyPr/>
          <a:lstStyle/>
          <a:p>
            <a:endParaRPr lang="en-IN" sz="2000"/>
          </a:p>
        </p:txBody>
      </p:sp>
      <p:pic>
        <p:nvPicPr>
          <p:cNvPr id="332" name="Image 19" descr="preencoded.png">
            <a:extLst>
              <a:ext uri="{FF2B5EF4-FFF2-40B4-BE49-F238E27FC236}">
                <a16:creationId xmlns:a16="http://schemas.microsoft.com/office/drawing/2014/main" id="{B7D0D48A-88AF-9A69-68BF-81EF9259C813}"/>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722376" y="6089904"/>
            <a:ext cx="173736" cy="173736"/>
          </a:xfrm>
          <a:prstGeom prst="rect">
            <a:avLst/>
          </a:prstGeom>
        </p:spPr>
      </p:pic>
      <p:sp>
        <p:nvSpPr>
          <p:cNvPr id="334" name="Text 111">
            <a:extLst>
              <a:ext uri="{FF2B5EF4-FFF2-40B4-BE49-F238E27FC236}">
                <a16:creationId xmlns:a16="http://schemas.microsoft.com/office/drawing/2014/main" id="{8E0BAB50-2CBE-1FC1-1B14-1FAAB492D45B}"/>
              </a:ext>
            </a:extLst>
          </p:cNvPr>
          <p:cNvSpPr/>
          <p:nvPr/>
        </p:nvSpPr>
        <p:spPr>
          <a:xfrm>
            <a:off x="896112" y="6071616"/>
            <a:ext cx="1005840" cy="128016"/>
          </a:xfrm>
          <a:prstGeom prst="rect">
            <a:avLst/>
          </a:prstGeom>
          <a:noFill/>
          <a:ln/>
        </p:spPr>
        <p:txBody>
          <a:bodyPr wrap="square" lIns="0" tIns="0" rIns="0" bIns="0" rtlCol="0" anchor="ctr"/>
          <a:lstStyle/>
          <a:p>
            <a:pPr marL="0" indent="0">
              <a:buNone/>
            </a:pPr>
            <a:r>
              <a:rPr lang="en-US" sz="800" b="1" dirty="0">
                <a:solidFill>
                  <a:srgbClr val="43B02A"/>
                </a:solidFill>
              </a:rPr>
              <a:t>PORTFOLIO LOGIC</a:t>
            </a:r>
            <a:endParaRPr lang="en-US" sz="800" dirty="0"/>
          </a:p>
        </p:txBody>
      </p:sp>
      <p:sp>
        <p:nvSpPr>
          <p:cNvPr id="336" name="Text 112">
            <a:extLst>
              <a:ext uri="{FF2B5EF4-FFF2-40B4-BE49-F238E27FC236}">
                <a16:creationId xmlns:a16="http://schemas.microsoft.com/office/drawing/2014/main" id="{62B25690-01AA-8D2F-5429-62BCDBB4C374}"/>
              </a:ext>
            </a:extLst>
          </p:cNvPr>
          <p:cNvSpPr/>
          <p:nvPr/>
        </p:nvSpPr>
        <p:spPr>
          <a:xfrm>
            <a:off x="2011680" y="6053328"/>
            <a:ext cx="9098280" cy="164592"/>
          </a:xfrm>
          <a:prstGeom prst="rect">
            <a:avLst/>
          </a:prstGeom>
          <a:noFill/>
          <a:ln/>
        </p:spPr>
        <p:txBody>
          <a:bodyPr wrap="square" lIns="0" tIns="0" rIns="0" bIns="0" rtlCol="0" anchor="ctr">
            <a:normAutofit/>
          </a:bodyPr>
          <a:lstStyle/>
          <a:p>
            <a:pPr marL="0" indent="0" algn="ctr">
              <a:buNone/>
            </a:pPr>
            <a:r>
              <a:rPr lang="en-US" sz="900" b="1" dirty="0">
                <a:solidFill>
                  <a:srgbClr val="0B2739"/>
                </a:solidFill>
              </a:rPr>
              <a:t>Start with high-value, data-ready pilots; reuse common services across sectors; scale after field validation and measurable benefit realization.</a:t>
            </a:r>
            <a:endParaRPr lang="en-US" sz="900" dirty="0"/>
          </a:p>
        </p:txBody>
      </p:sp>
    </p:spTree>
    <p:extLst>
      <p:ext uri="{BB962C8B-B14F-4D97-AF65-F5344CB8AC3E}">
        <p14:creationId xmlns:p14="http://schemas.microsoft.com/office/powerpoint/2010/main" val="29618633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A3E33-DA8D-AF8B-9EAA-14D4991EC373}"/>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F70BEAA8-D7D4-D7BF-ACE7-9B000771390E}"/>
              </a:ext>
            </a:extLst>
          </p:cNvPr>
          <p:cNvGrpSpPr/>
          <p:nvPr/>
        </p:nvGrpSpPr>
        <p:grpSpPr>
          <a:xfrm>
            <a:off x="0" y="414357"/>
            <a:ext cx="5752976" cy="151621"/>
            <a:chOff x="0" y="786578"/>
            <a:chExt cx="5752976" cy="151621"/>
          </a:xfrm>
        </p:grpSpPr>
        <p:cxnSp>
          <p:nvCxnSpPr>
            <p:cNvPr id="4" name="Straight Connector 3">
              <a:extLst>
                <a:ext uri="{FF2B5EF4-FFF2-40B4-BE49-F238E27FC236}">
                  <a16:creationId xmlns:a16="http://schemas.microsoft.com/office/drawing/2014/main" id="{29F2A465-EF6E-E569-E16E-DE27C46B7F3E}"/>
                </a:ext>
              </a:extLst>
            </p:cNvPr>
            <p:cNvCxnSpPr>
              <a:cxnSpLocks/>
            </p:cNvCxnSpPr>
            <p:nvPr/>
          </p:nvCxnSpPr>
          <p:spPr>
            <a:xfrm>
              <a:off x="0" y="862388"/>
              <a:ext cx="5673213" cy="0"/>
            </a:xfrm>
            <a:prstGeom prst="line">
              <a:avLst/>
            </a:prstGeom>
            <a:ln>
              <a:solidFill>
                <a:srgbClr val="92D050"/>
              </a:solidFill>
            </a:ln>
          </p:spPr>
          <p:style>
            <a:lnRef idx="2">
              <a:schemeClr val="accent1"/>
            </a:lnRef>
            <a:fillRef idx="0">
              <a:schemeClr val="accent1"/>
            </a:fillRef>
            <a:effectRef idx="1">
              <a:schemeClr val="accent1"/>
            </a:effectRef>
            <a:fontRef idx="minor">
              <a:schemeClr val="tx1"/>
            </a:fontRef>
          </p:style>
        </p:cxnSp>
        <p:sp>
          <p:nvSpPr>
            <p:cNvPr id="6" name="Diamond 5">
              <a:extLst>
                <a:ext uri="{FF2B5EF4-FFF2-40B4-BE49-F238E27FC236}">
                  <a16:creationId xmlns:a16="http://schemas.microsoft.com/office/drawing/2014/main" id="{07859926-E9BA-6862-9010-A3DE1C151E62}"/>
                </a:ext>
              </a:extLst>
            </p:cNvPr>
            <p:cNvSpPr/>
            <p:nvPr/>
          </p:nvSpPr>
          <p:spPr>
            <a:xfrm>
              <a:off x="5661536" y="786578"/>
              <a:ext cx="91440" cy="151621"/>
            </a:xfrm>
            <a:prstGeom prst="diamond">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TextBox 1">
            <a:extLst>
              <a:ext uri="{FF2B5EF4-FFF2-40B4-BE49-F238E27FC236}">
                <a16:creationId xmlns:a16="http://schemas.microsoft.com/office/drawing/2014/main" id="{12D3AD88-24C4-89BC-64AA-1AB3BDB1FDA0}"/>
              </a:ext>
            </a:extLst>
          </p:cNvPr>
          <p:cNvSpPr txBox="1"/>
          <p:nvPr/>
        </p:nvSpPr>
        <p:spPr>
          <a:xfrm>
            <a:off x="190499" y="19735"/>
            <a:ext cx="8562975" cy="400110"/>
          </a:xfrm>
          <a:prstGeom prst="rect">
            <a:avLst/>
          </a:prstGeom>
          <a:noFill/>
        </p:spPr>
        <p:txBody>
          <a:bodyPr wrap="square">
            <a:spAutoFit/>
          </a:bodyPr>
          <a:lstStyle/>
          <a:p>
            <a:r>
              <a:rPr lang="en-US" sz="2000" b="1" dirty="0">
                <a:solidFill>
                  <a:srgbClr val="0B2739"/>
                </a:solidFill>
              </a:rPr>
              <a:t>Priority AI use cases for agriculture, health and essential services</a:t>
            </a:r>
            <a:endParaRPr lang="en-US" sz="2000" dirty="0"/>
          </a:p>
        </p:txBody>
      </p:sp>
      <p:sp>
        <p:nvSpPr>
          <p:cNvPr id="8" name="Text 2">
            <a:extLst>
              <a:ext uri="{FF2B5EF4-FFF2-40B4-BE49-F238E27FC236}">
                <a16:creationId xmlns:a16="http://schemas.microsoft.com/office/drawing/2014/main" id="{B92BF305-F449-B7D6-14EC-B8EF14522D68}"/>
              </a:ext>
            </a:extLst>
          </p:cNvPr>
          <p:cNvSpPr/>
          <p:nvPr/>
        </p:nvSpPr>
        <p:spPr>
          <a:xfrm>
            <a:off x="502920" y="713232"/>
            <a:ext cx="10789920" cy="256032"/>
          </a:xfrm>
          <a:prstGeom prst="rect">
            <a:avLst/>
          </a:prstGeom>
          <a:noFill/>
          <a:ln/>
        </p:spPr>
        <p:txBody>
          <a:bodyPr wrap="square" lIns="0" tIns="0" rIns="0" bIns="0" rtlCol="0" anchor="ctr"/>
          <a:lstStyle/>
          <a:p>
            <a:pPr marL="0" indent="0">
              <a:buNone/>
            </a:pPr>
            <a:r>
              <a:rPr lang="en-US" sz="1050" dirty="0">
                <a:solidFill>
                  <a:srgbClr val="596875"/>
                </a:solidFill>
              </a:rPr>
              <a:t>Ten use cases improve farm productivity, service access, resource utilization and preventive public-service delivery</a:t>
            </a:r>
            <a:endParaRPr lang="en-US" sz="1050" dirty="0"/>
          </a:p>
        </p:txBody>
      </p:sp>
      <p:sp>
        <p:nvSpPr>
          <p:cNvPr id="10" name="Shape 3">
            <a:extLst>
              <a:ext uri="{FF2B5EF4-FFF2-40B4-BE49-F238E27FC236}">
                <a16:creationId xmlns:a16="http://schemas.microsoft.com/office/drawing/2014/main" id="{60799A32-248E-BADF-5E5D-BE2BDC892CCA}"/>
              </a:ext>
            </a:extLst>
          </p:cNvPr>
          <p:cNvSpPr/>
          <p:nvPr/>
        </p:nvSpPr>
        <p:spPr>
          <a:xfrm>
            <a:off x="502920" y="1115568"/>
            <a:ext cx="1847088" cy="1143000"/>
          </a:xfrm>
          <a:prstGeom prst="roundRect">
            <a:avLst>
              <a:gd name="adj" fmla="val 6400"/>
            </a:avLst>
          </a:prstGeom>
          <a:solidFill>
            <a:srgbClr val="26734D"/>
          </a:solidFill>
          <a:ln w="12700">
            <a:solidFill>
              <a:srgbClr val="26734D"/>
            </a:solidFill>
            <a:prstDash val="solid"/>
          </a:ln>
        </p:spPr>
        <p:txBody>
          <a:bodyPr/>
          <a:lstStyle/>
          <a:p>
            <a:endParaRPr lang="en-IN" sz="2000"/>
          </a:p>
        </p:txBody>
      </p:sp>
      <p:pic>
        <p:nvPicPr>
          <p:cNvPr id="13" name="Image 0" descr="preencoded.png">
            <a:extLst>
              <a:ext uri="{FF2B5EF4-FFF2-40B4-BE49-F238E27FC236}">
                <a16:creationId xmlns:a16="http://schemas.microsoft.com/office/drawing/2014/main" id="{70A4B8BC-5114-82E4-BE63-84FE3E63350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94944" y="1298448"/>
            <a:ext cx="347472" cy="347472"/>
          </a:xfrm>
          <a:prstGeom prst="rect">
            <a:avLst/>
          </a:prstGeom>
        </p:spPr>
      </p:pic>
      <p:sp>
        <p:nvSpPr>
          <p:cNvPr id="16" name="Text 4">
            <a:extLst>
              <a:ext uri="{FF2B5EF4-FFF2-40B4-BE49-F238E27FC236}">
                <a16:creationId xmlns:a16="http://schemas.microsoft.com/office/drawing/2014/main" id="{8CBA9E5D-89EB-8C14-0297-49EDFA80849A}"/>
              </a:ext>
            </a:extLst>
          </p:cNvPr>
          <p:cNvSpPr/>
          <p:nvPr/>
        </p:nvSpPr>
        <p:spPr>
          <a:xfrm>
            <a:off x="1143000" y="1252728"/>
            <a:ext cx="960120" cy="310896"/>
          </a:xfrm>
          <a:prstGeom prst="rect">
            <a:avLst/>
          </a:prstGeom>
          <a:noFill/>
          <a:ln/>
        </p:spPr>
        <p:txBody>
          <a:bodyPr wrap="square" lIns="0" tIns="0" rIns="0" bIns="0" rtlCol="0" anchor="ctr">
            <a:noAutofit/>
          </a:bodyPr>
          <a:lstStyle/>
          <a:p>
            <a:pPr marL="0" indent="0">
              <a:buNone/>
            </a:pPr>
            <a:r>
              <a:rPr lang="en-US" sz="1100" b="1" dirty="0">
                <a:solidFill>
                  <a:srgbClr val="FFFFFF"/>
                </a:solidFill>
              </a:rPr>
              <a:t>Agriculture &amp; horticulture</a:t>
            </a:r>
            <a:endParaRPr lang="en-US" sz="1100" dirty="0"/>
          </a:p>
        </p:txBody>
      </p:sp>
      <p:sp>
        <p:nvSpPr>
          <p:cNvPr id="18" name="Text 5">
            <a:extLst>
              <a:ext uri="{FF2B5EF4-FFF2-40B4-BE49-F238E27FC236}">
                <a16:creationId xmlns:a16="http://schemas.microsoft.com/office/drawing/2014/main" id="{D9E00C17-CD00-5C76-E9CD-29AC620554A6}"/>
              </a:ext>
            </a:extLst>
          </p:cNvPr>
          <p:cNvSpPr/>
          <p:nvPr/>
        </p:nvSpPr>
        <p:spPr>
          <a:xfrm>
            <a:off x="694944" y="1682496"/>
            <a:ext cx="1389888" cy="256032"/>
          </a:xfrm>
          <a:prstGeom prst="rect">
            <a:avLst/>
          </a:prstGeom>
          <a:noFill/>
          <a:ln/>
        </p:spPr>
        <p:txBody>
          <a:bodyPr wrap="square" lIns="0" tIns="0" rIns="0" bIns="0" rtlCol="0" anchor="ctr">
            <a:normAutofit/>
          </a:bodyPr>
          <a:lstStyle/>
          <a:p>
            <a:pPr marL="0" indent="0">
              <a:buNone/>
            </a:pPr>
            <a:r>
              <a:rPr lang="en-US" sz="700" dirty="0">
                <a:solidFill>
                  <a:srgbClr val="E6F0F3"/>
                </a:solidFill>
              </a:rPr>
              <a:t>Improve diagnosis, advisory, forecasting and farmer access</a:t>
            </a:r>
            <a:endParaRPr lang="en-US" sz="700" dirty="0"/>
          </a:p>
        </p:txBody>
      </p:sp>
      <p:sp>
        <p:nvSpPr>
          <p:cNvPr id="21" name="Text 6">
            <a:extLst>
              <a:ext uri="{FF2B5EF4-FFF2-40B4-BE49-F238E27FC236}">
                <a16:creationId xmlns:a16="http://schemas.microsoft.com/office/drawing/2014/main" id="{E41048F1-B33A-0B73-85CB-8597B0E14C5F}"/>
              </a:ext>
            </a:extLst>
          </p:cNvPr>
          <p:cNvSpPr/>
          <p:nvPr/>
        </p:nvSpPr>
        <p:spPr>
          <a:xfrm>
            <a:off x="694944" y="2048256"/>
            <a:ext cx="1325880" cy="91440"/>
          </a:xfrm>
          <a:prstGeom prst="rect">
            <a:avLst/>
          </a:prstGeom>
          <a:noFill/>
          <a:ln/>
        </p:spPr>
        <p:txBody>
          <a:bodyPr wrap="square" lIns="0" tIns="0" rIns="0" bIns="0" rtlCol="0" anchor="ctr"/>
          <a:lstStyle/>
          <a:p>
            <a:pPr marL="0" indent="0">
              <a:buNone/>
            </a:pPr>
            <a:r>
              <a:rPr lang="en-US" sz="700" b="1" dirty="0">
                <a:solidFill>
                  <a:srgbClr val="FFFFFF"/>
                </a:solidFill>
              </a:rPr>
              <a:t>6 USE CASES  |  3–7 MONTHS</a:t>
            </a:r>
            <a:endParaRPr lang="en-US" sz="700" dirty="0"/>
          </a:p>
        </p:txBody>
      </p:sp>
      <p:sp>
        <p:nvSpPr>
          <p:cNvPr id="24" name="Shape 7">
            <a:extLst>
              <a:ext uri="{FF2B5EF4-FFF2-40B4-BE49-F238E27FC236}">
                <a16:creationId xmlns:a16="http://schemas.microsoft.com/office/drawing/2014/main" id="{0EB8C481-0807-E642-F981-4C065E69B840}"/>
              </a:ext>
            </a:extLst>
          </p:cNvPr>
          <p:cNvSpPr/>
          <p:nvPr/>
        </p:nvSpPr>
        <p:spPr>
          <a:xfrm>
            <a:off x="2523744" y="1115568"/>
            <a:ext cx="2907792" cy="1143000"/>
          </a:xfrm>
          <a:prstGeom prst="roundRect">
            <a:avLst>
              <a:gd name="adj" fmla="val 5600"/>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000"/>
          </a:p>
        </p:txBody>
      </p:sp>
      <p:sp>
        <p:nvSpPr>
          <p:cNvPr id="26" name="Shape 8">
            <a:extLst>
              <a:ext uri="{FF2B5EF4-FFF2-40B4-BE49-F238E27FC236}">
                <a16:creationId xmlns:a16="http://schemas.microsoft.com/office/drawing/2014/main" id="{FEA090D6-D9DE-FE6C-99BB-29F2D1501F51}"/>
              </a:ext>
            </a:extLst>
          </p:cNvPr>
          <p:cNvSpPr/>
          <p:nvPr/>
        </p:nvSpPr>
        <p:spPr>
          <a:xfrm>
            <a:off x="2523744" y="1115568"/>
            <a:ext cx="64008" cy="1143000"/>
          </a:xfrm>
          <a:prstGeom prst="rect">
            <a:avLst/>
          </a:prstGeom>
          <a:solidFill>
            <a:srgbClr val="43B02A"/>
          </a:solidFill>
          <a:ln w="12700">
            <a:solidFill>
              <a:srgbClr val="43B02A"/>
            </a:solidFill>
            <a:prstDash val="solid"/>
          </a:ln>
        </p:spPr>
        <p:txBody>
          <a:bodyPr/>
          <a:lstStyle/>
          <a:p>
            <a:endParaRPr lang="en-IN" sz="2000"/>
          </a:p>
        </p:txBody>
      </p:sp>
      <p:sp>
        <p:nvSpPr>
          <p:cNvPr id="29" name="Shape 9">
            <a:extLst>
              <a:ext uri="{FF2B5EF4-FFF2-40B4-BE49-F238E27FC236}">
                <a16:creationId xmlns:a16="http://schemas.microsoft.com/office/drawing/2014/main" id="{98B20C58-FFE9-D9A5-2851-B6D6DC15C11B}"/>
              </a:ext>
            </a:extLst>
          </p:cNvPr>
          <p:cNvSpPr/>
          <p:nvPr/>
        </p:nvSpPr>
        <p:spPr>
          <a:xfrm>
            <a:off x="2670048" y="1243584"/>
            <a:ext cx="347472" cy="347472"/>
          </a:xfrm>
          <a:prstGeom prst="ellipse">
            <a:avLst/>
          </a:prstGeom>
          <a:solidFill>
            <a:srgbClr val="43B02A"/>
          </a:solidFill>
          <a:ln w="12700">
            <a:solidFill>
              <a:srgbClr val="43B02A"/>
            </a:solidFill>
            <a:prstDash val="solid"/>
          </a:ln>
        </p:spPr>
        <p:txBody>
          <a:bodyPr/>
          <a:lstStyle/>
          <a:p>
            <a:endParaRPr lang="en-IN" sz="2000"/>
          </a:p>
        </p:txBody>
      </p:sp>
      <p:pic>
        <p:nvPicPr>
          <p:cNvPr id="32" name="Image 1" descr="preencoded.png">
            <a:extLst>
              <a:ext uri="{FF2B5EF4-FFF2-40B4-BE49-F238E27FC236}">
                <a16:creationId xmlns:a16="http://schemas.microsoft.com/office/drawing/2014/main" id="{29DB2473-56D8-E670-F5FE-899C73BA38A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0632" y="1344168"/>
            <a:ext cx="146304" cy="146304"/>
          </a:xfrm>
          <a:prstGeom prst="rect">
            <a:avLst/>
          </a:prstGeom>
        </p:spPr>
      </p:pic>
      <p:sp>
        <p:nvSpPr>
          <p:cNvPr id="34" name="Text 10">
            <a:extLst>
              <a:ext uri="{FF2B5EF4-FFF2-40B4-BE49-F238E27FC236}">
                <a16:creationId xmlns:a16="http://schemas.microsoft.com/office/drawing/2014/main" id="{2D55D747-4DFF-EA04-B916-E0C36B850A8F}"/>
              </a:ext>
            </a:extLst>
          </p:cNvPr>
          <p:cNvSpPr/>
          <p:nvPr/>
        </p:nvSpPr>
        <p:spPr>
          <a:xfrm>
            <a:off x="3127248" y="1225296"/>
            <a:ext cx="2148840" cy="228600"/>
          </a:xfrm>
          <a:prstGeom prst="rect">
            <a:avLst/>
          </a:prstGeom>
          <a:noFill/>
          <a:ln/>
        </p:spPr>
        <p:txBody>
          <a:bodyPr wrap="square" lIns="0" tIns="0" rIns="0" bIns="0" rtlCol="0" anchor="ctr">
            <a:normAutofit/>
          </a:bodyPr>
          <a:lstStyle/>
          <a:p>
            <a:pPr marL="0" indent="0">
              <a:buNone/>
            </a:pPr>
            <a:r>
              <a:rPr lang="en-US" sz="900" b="1" dirty="0">
                <a:solidFill>
                  <a:srgbClr val="0B2739"/>
                </a:solidFill>
              </a:rPr>
              <a:t>Crop disease detection</a:t>
            </a:r>
            <a:endParaRPr lang="en-US" sz="900" dirty="0"/>
          </a:p>
        </p:txBody>
      </p:sp>
      <p:sp>
        <p:nvSpPr>
          <p:cNvPr id="37" name="Text 11">
            <a:extLst>
              <a:ext uri="{FF2B5EF4-FFF2-40B4-BE49-F238E27FC236}">
                <a16:creationId xmlns:a16="http://schemas.microsoft.com/office/drawing/2014/main" id="{F9E4C1DC-9F1F-E3B8-BCBC-D4F59CC32FD0}"/>
              </a:ext>
            </a:extLst>
          </p:cNvPr>
          <p:cNvSpPr/>
          <p:nvPr/>
        </p:nvSpPr>
        <p:spPr>
          <a:xfrm>
            <a:off x="2679192" y="1600200"/>
            <a:ext cx="2596896" cy="228600"/>
          </a:xfrm>
          <a:prstGeom prst="rect">
            <a:avLst/>
          </a:prstGeom>
          <a:noFill/>
          <a:ln/>
        </p:spPr>
        <p:txBody>
          <a:bodyPr wrap="square" lIns="0" tIns="0" rIns="0" bIns="0" rtlCol="0" anchor="ctr">
            <a:noAutofit/>
          </a:bodyPr>
          <a:lstStyle/>
          <a:p>
            <a:pPr marL="0" indent="0">
              <a:buNone/>
            </a:pPr>
            <a:r>
              <a:rPr lang="en-US" sz="800" dirty="0">
                <a:solidFill>
                  <a:srgbClr val="596875"/>
                </a:solidFill>
              </a:rPr>
              <a:t>Earlier image-based diagnosis to reduce crop loss and improve field response.</a:t>
            </a:r>
            <a:endParaRPr lang="en-US" sz="800" dirty="0"/>
          </a:p>
        </p:txBody>
      </p:sp>
      <p:sp>
        <p:nvSpPr>
          <p:cNvPr id="40" name="Shape 12">
            <a:extLst>
              <a:ext uri="{FF2B5EF4-FFF2-40B4-BE49-F238E27FC236}">
                <a16:creationId xmlns:a16="http://schemas.microsoft.com/office/drawing/2014/main" id="{A4841F5D-DFF2-F81E-374F-1EA53899D424}"/>
              </a:ext>
            </a:extLst>
          </p:cNvPr>
          <p:cNvSpPr/>
          <p:nvPr/>
        </p:nvSpPr>
        <p:spPr>
          <a:xfrm>
            <a:off x="2670048" y="1947672"/>
            <a:ext cx="2615184" cy="192024"/>
          </a:xfrm>
          <a:prstGeom prst="roundRect">
            <a:avLst>
              <a:gd name="adj" fmla="val 47619"/>
            </a:avLst>
          </a:prstGeom>
          <a:solidFill>
            <a:srgbClr val="EFF6DF"/>
          </a:solidFill>
          <a:ln w="12700">
            <a:solidFill>
              <a:srgbClr val="EFF6DF"/>
            </a:solidFill>
            <a:prstDash val="solid"/>
          </a:ln>
        </p:spPr>
        <p:txBody>
          <a:bodyPr/>
          <a:lstStyle/>
          <a:p>
            <a:endParaRPr lang="en-IN" sz="2000"/>
          </a:p>
        </p:txBody>
      </p:sp>
      <p:sp>
        <p:nvSpPr>
          <p:cNvPr id="42" name="Text 13">
            <a:extLst>
              <a:ext uri="{FF2B5EF4-FFF2-40B4-BE49-F238E27FC236}">
                <a16:creationId xmlns:a16="http://schemas.microsoft.com/office/drawing/2014/main" id="{A7EB44D0-5370-2725-0415-CB10D6DD68C2}"/>
              </a:ext>
            </a:extLst>
          </p:cNvPr>
          <p:cNvSpPr/>
          <p:nvPr/>
        </p:nvSpPr>
        <p:spPr>
          <a:xfrm>
            <a:off x="2743200" y="2002536"/>
            <a:ext cx="2011680" cy="73152"/>
          </a:xfrm>
          <a:prstGeom prst="rect">
            <a:avLst/>
          </a:prstGeom>
          <a:noFill/>
          <a:ln/>
        </p:spPr>
        <p:txBody>
          <a:bodyPr wrap="square" lIns="0" tIns="0" rIns="0" bIns="0" rtlCol="0" anchor="ctr">
            <a:noAutofit/>
          </a:bodyPr>
          <a:lstStyle/>
          <a:p>
            <a:pPr marL="0" indent="0">
              <a:buNone/>
            </a:pPr>
            <a:r>
              <a:rPr lang="en-US" sz="600" b="1" dirty="0">
                <a:solidFill>
                  <a:srgbClr val="123B5D"/>
                </a:solidFill>
              </a:rPr>
              <a:t>Computer vision</a:t>
            </a:r>
            <a:endParaRPr lang="en-US" sz="600" dirty="0"/>
          </a:p>
        </p:txBody>
      </p:sp>
      <p:sp>
        <p:nvSpPr>
          <p:cNvPr id="45" name="Text 14">
            <a:extLst>
              <a:ext uri="{FF2B5EF4-FFF2-40B4-BE49-F238E27FC236}">
                <a16:creationId xmlns:a16="http://schemas.microsoft.com/office/drawing/2014/main" id="{6ACFDE19-B2BF-F48A-64F3-DC342528FFA6}"/>
              </a:ext>
            </a:extLst>
          </p:cNvPr>
          <p:cNvSpPr/>
          <p:nvPr/>
        </p:nvSpPr>
        <p:spPr>
          <a:xfrm>
            <a:off x="4773168" y="1993392"/>
            <a:ext cx="438912" cy="82296"/>
          </a:xfrm>
          <a:prstGeom prst="rect">
            <a:avLst/>
          </a:prstGeom>
          <a:noFill/>
          <a:ln/>
        </p:spPr>
        <p:txBody>
          <a:bodyPr wrap="square" lIns="0" tIns="0" rIns="0" bIns="0" rtlCol="0" anchor="ctr"/>
          <a:lstStyle/>
          <a:p>
            <a:pPr marL="0" indent="0" algn="r">
              <a:buNone/>
            </a:pPr>
            <a:r>
              <a:rPr lang="en-US" sz="700" b="1" dirty="0">
                <a:solidFill>
                  <a:srgbClr val="43B02A"/>
                </a:solidFill>
              </a:rPr>
              <a:t>5–7 mo</a:t>
            </a:r>
            <a:endParaRPr lang="en-US" sz="700" dirty="0"/>
          </a:p>
        </p:txBody>
      </p:sp>
      <p:sp>
        <p:nvSpPr>
          <p:cNvPr id="48" name="Shape 15">
            <a:extLst>
              <a:ext uri="{FF2B5EF4-FFF2-40B4-BE49-F238E27FC236}">
                <a16:creationId xmlns:a16="http://schemas.microsoft.com/office/drawing/2014/main" id="{AF3FCDCF-F735-474C-B625-140D3913BA67}"/>
              </a:ext>
            </a:extLst>
          </p:cNvPr>
          <p:cNvSpPr/>
          <p:nvPr/>
        </p:nvSpPr>
        <p:spPr>
          <a:xfrm>
            <a:off x="5541264" y="1115568"/>
            <a:ext cx="2907792" cy="1143000"/>
          </a:xfrm>
          <a:prstGeom prst="roundRect">
            <a:avLst>
              <a:gd name="adj" fmla="val 5600"/>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000"/>
          </a:p>
        </p:txBody>
      </p:sp>
      <p:sp>
        <p:nvSpPr>
          <p:cNvPr id="50" name="Shape 16">
            <a:extLst>
              <a:ext uri="{FF2B5EF4-FFF2-40B4-BE49-F238E27FC236}">
                <a16:creationId xmlns:a16="http://schemas.microsoft.com/office/drawing/2014/main" id="{E4B76D33-E473-566D-90A7-84A703E02D2B}"/>
              </a:ext>
            </a:extLst>
          </p:cNvPr>
          <p:cNvSpPr/>
          <p:nvPr/>
        </p:nvSpPr>
        <p:spPr>
          <a:xfrm>
            <a:off x="5541264" y="1115568"/>
            <a:ext cx="64008" cy="1143000"/>
          </a:xfrm>
          <a:prstGeom prst="rect">
            <a:avLst/>
          </a:prstGeom>
          <a:solidFill>
            <a:srgbClr val="86BC25"/>
          </a:solidFill>
          <a:ln w="12700">
            <a:solidFill>
              <a:srgbClr val="86BC25"/>
            </a:solidFill>
            <a:prstDash val="solid"/>
          </a:ln>
        </p:spPr>
        <p:txBody>
          <a:bodyPr/>
          <a:lstStyle/>
          <a:p>
            <a:endParaRPr lang="en-IN" sz="2000"/>
          </a:p>
        </p:txBody>
      </p:sp>
      <p:sp>
        <p:nvSpPr>
          <p:cNvPr id="53" name="Shape 17">
            <a:extLst>
              <a:ext uri="{FF2B5EF4-FFF2-40B4-BE49-F238E27FC236}">
                <a16:creationId xmlns:a16="http://schemas.microsoft.com/office/drawing/2014/main" id="{5AE37729-ABF7-04D5-3511-5C50FF806832}"/>
              </a:ext>
            </a:extLst>
          </p:cNvPr>
          <p:cNvSpPr/>
          <p:nvPr/>
        </p:nvSpPr>
        <p:spPr>
          <a:xfrm>
            <a:off x="5687568" y="1243584"/>
            <a:ext cx="347472" cy="347472"/>
          </a:xfrm>
          <a:prstGeom prst="ellipse">
            <a:avLst/>
          </a:prstGeom>
          <a:solidFill>
            <a:srgbClr val="86BC25"/>
          </a:solidFill>
          <a:ln w="12700">
            <a:solidFill>
              <a:srgbClr val="86BC25"/>
            </a:solidFill>
            <a:prstDash val="solid"/>
          </a:ln>
        </p:spPr>
        <p:txBody>
          <a:bodyPr/>
          <a:lstStyle/>
          <a:p>
            <a:endParaRPr lang="en-IN" sz="2000"/>
          </a:p>
        </p:txBody>
      </p:sp>
      <p:pic>
        <p:nvPicPr>
          <p:cNvPr id="56" name="Image 2" descr="preencoded.png">
            <a:extLst>
              <a:ext uri="{FF2B5EF4-FFF2-40B4-BE49-F238E27FC236}">
                <a16:creationId xmlns:a16="http://schemas.microsoft.com/office/drawing/2014/main" id="{D7985495-D2C7-983F-BC7E-A90B87A107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88152" y="1344168"/>
            <a:ext cx="146304" cy="146304"/>
          </a:xfrm>
          <a:prstGeom prst="rect">
            <a:avLst/>
          </a:prstGeom>
        </p:spPr>
      </p:pic>
      <p:sp>
        <p:nvSpPr>
          <p:cNvPr id="58" name="Text 18">
            <a:extLst>
              <a:ext uri="{FF2B5EF4-FFF2-40B4-BE49-F238E27FC236}">
                <a16:creationId xmlns:a16="http://schemas.microsoft.com/office/drawing/2014/main" id="{A3252355-13A8-BE89-9542-944598C1C1CA}"/>
              </a:ext>
            </a:extLst>
          </p:cNvPr>
          <p:cNvSpPr/>
          <p:nvPr/>
        </p:nvSpPr>
        <p:spPr>
          <a:xfrm>
            <a:off x="6144768" y="1225296"/>
            <a:ext cx="2148840" cy="228600"/>
          </a:xfrm>
          <a:prstGeom prst="rect">
            <a:avLst/>
          </a:prstGeom>
          <a:noFill/>
          <a:ln/>
        </p:spPr>
        <p:txBody>
          <a:bodyPr wrap="square" lIns="0" tIns="0" rIns="0" bIns="0" rtlCol="0" anchor="ctr">
            <a:normAutofit/>
          </a:bodyPr>
          <a:lstStyle/>
          <a:p>
            <a:pPr marL="0" indent="0">
              <a:buNone/>
            </a:pPr>
            <a:r>
              <a:rPr lang="en-US" sz="900" b="1" dirty="0">
                <a:solidFill>
                  <a:srgbClr val="0B2739"/>
                </a:solidFill>
              </a:rPr>
              <a:t>Organic agriculture advisory</a:t>
            </a:r>
            <a:endParaRPr lang="en-US" sz="900" dirty="0"/>
          </a:p>
        </p:txBody>
      </p:sp>
      <p:sp>
        <p:nvSpPr>
          <p:cNvPr id="61" name="Text 19">
            <a:extLst>
              <a:ext uri="{FF2B5EF4-FFF2-40B4-BE49-F238E27FC236}">
                <a16:creationId xmlns:a16="http://schemas.microsoft.com/office/drawing/2014/main" id="{42FD166B-1FF6-6C68-037F-0A952ABB1ED7}"/>
              </a:ext>
            </a:extLst>
          </p:cNvPr>
          <p:cNvSpPr/>
          <p:nvPr/>
        </p:nvSpPr>
        <p:spPr>
          <a:xfrm>
            <a:off x="5696712" y="1600200"/>
            <a:ext cx="2596896" cy="228600"/>
          </a:xfrm>
          <a:prstGeom prst="rect">
            <a:avLst/>
          </a:prstGeom>
          <a:noFill/>
          <a:ln/>
        </p:spPr>
        <p:txBody>
          <a:bodyPr wrap="square" lIns="0" tIns="0" rIns="0" bIns="0" rtlCol="0" anchor="ctr">
            <a:noAutofit/>
          </a:bodyPr>
          <a:lstStyle/>
          <a:p>
            <a:pPr marL="0" indent="0">
              <a:buNone/>
            </a:pPr>
            <a:r>
              <a:rPr lang="en-US" sz="800" dirty="0">
                <a:solidFill>
                  <a:srgbClr val="596875"/>
                </a:solidFill>
              </a:rPr>
              <a:t>Localized cultivation guidance grounded in approved organic-farming knowledge.</a:t>
            </a:r>
            <a:endParaRPr lang="en-US" sz="800" dirty="0"/>
          </a:p>
        </p:txBody>
      </p:sp>
      <p:sp>
        <p:nvSpPr>
          <p:cNvPr id="64" name="Shape 20">
            <a:extLst>
              <a:ext uri="{FF2B5EF4-FFF2-40B4-BE49-F238E27FC236}">
                <a16:creationId xmlns:a16="http://schemas.microsoft.com/office/drawing/2014/main" id="{883BCB16-C540-A2CB-70E2-A4C94DC7E4E6}"/>
              </a:ext>
            </a:extLst>
          </p:cNvPr>
          <p:cNvSpPr/>
          <p:nvPr/>
        </p:nvSpPr>
        <p:spPr>
          <a:xfrm>
            <a:off x="5687568" y="1947672"/>
            <a:ext cx="2615184" cy="192024"/>
          </a:xfrm>
          <a:prstGeom prst="roundRect">
            <a:avLst>
              <a:gd name="adj" fmla="val 47619"/>
            </a:avLst>
          </a:prstGeom>
          <a:solidFill>
            <a:srgbClr val="EFF6DF"/>
          </a:solidFill>
          <a:ln w="12700">
            <a:solidFill>
              <a:srgbClr val="EFF6DF"/>
            </a:solidFill>
            <a:prstDash val="solid"/>
          </a:ln>
        </p:spPr>
        <p:txBody>
          <a:bodyPr/>
          <a:lstStyle/>
          <a:p>
            <a:endParaRPr lang="en-IN" sz="2000"/>
          </a:p>
        </p:txBody>
      </p:sp>
      <p:sp>
        <p:nvSpPr>
          <p:cNvPr id="66" name="Text 21">
            <a:extLst>
              <a:ext uri="{FF2B5EF4-FFF2-40B4-BE49-F238E27FC236}">
                <a16:creationId xmlns:a16="http://schemas.microsoft.com/office/drawing/2014/main" id="{12997C50-CD28-A013-B636-019CEBEF140D}"/>
              </a:ext>
            </a:extLst>
          </p:cNvPr>
          <p:cNvSpPr/>
          <p:nvPr/>
        </p:nvSpPr>
        <p:spPr>
          <a:xfrm>
            <a:off x="5760720" y="2002536"/>
            <a:ext cx="2011680" cy="73152"/>
          </a:xfrm>
          <a:prstGeom prst="rect">
            <a:avLst/>
          </a:prstGeom>
          <a:noFill/>
          <a:ln/>
        </p:spPr>
        <p:txBody>
          <a:bodyPr wrap="square" lIns="0" tIns="0" rIns="0" bIns="0" rtlCol="0" anchor="ctr">
            <a:noAutofit/>
          </a:bodyPr>
          <a:lstStyle/>
          <a:p>
            <a:pPr marL="0" indent="0">
              <a:buNone/>
            </a:pPr>
            <a:r>
              <a:rPr lang="en-US" sz="600" b="1" dirty="0">
                <a:solidFill>
                  <a:srgbClr val="123B5D"/>
                </a:solidFill>
              </a:rPr>
              <a:t>GenAI • ML</a:t>
            </a:r>
            <a:endParaRPr lang="en-US" sz="600" dirty="0"/>
          </a:p>
        </p:txBody>
      </p:sp>
      <p:sp>
        <p:nvSpPr>
          <p:cNvPr id="69" name="Text 22">
            <a:extLst>
              <a:ext uri="{FF2B5EF4-FFF2-40B4-BE49-F238E27FC236}">
                <a16:creationId xmlns:a16="http://schemas.microsoft.com/office/drawing/2014/main" id="{8F193ADA-35F2-BF15-0311-6D12AD7019A7}"/>
              </a:ext>
            </a:extLst>
          </p:cNvPr>
          <p:cNvSpPr/>
          <p:nvPr/>
        </p:nvSpPr>
        <p:spPr>
          <a:xfrm>
            <a:off x="7790688" y="1993392"/>
            <a:ext cx="438912" cy="82296"/>
          </a:xfrm>
          <a:prstGeom prst="rect">
            <a:avLst/>
          </a:prstGeom>
          <a:noFill/>
          <a:ln/>
        </p:spPr>
        <p:txBody>
          <a:bodyPr wrap="square" lIns="0" tIns="0" rIns="0" bIns="0" rtlCol="0" anchor="ctr"/>
          <a:lstStyle/>
          <a:p>
            <a:pPr marL="0" indent="0" algn="r">
              <a:buNone/>
            </a:pPr>
            <a:r>
              <a:rPr lang="en-US" sz="700" b="1" dirty="0">
                <a:solidFill>
                  <a:srgbClr val="86BC25"/>
                </a:solidFill>
              </a:rPr>
              <a:t>3–4 mo</a:t>
            </a:r>
            <a:endParaRPr lang="en-US" sz="700" dirty="0"/>
          </a:p>
        </p:txBody>
      </p:sp>
      <p:sp>
        <p:nvSpPr>
          <p:cNvPr id="72" name="Shape 23">
            <a:extLst>
              <a:ext uri="{FF2B5EF4-FFF2-40B4-BE49-F238E27FC236}">
                <a16:creationId xmlns:a16="http://schemas.microsoft.com/office/drawing/2014/main" id="{105B82D9-583E-70E5-8208-0D53B7DBA48A}"/>
              </a:ext>
            </a:extLst>
          </p:cNvPr>
          <p:cNvSpPr/>
          <p:nvPr/>
        </p:nvSpPr>
        <p:spPr>
          <a:xfrm>
            <a:off x="8558784" y="1115568"/>
            <a:ext cx="2907792" cy="1143000"/>
          </a:xfrm>
          <a:prstGeom prst="roundRect">
            <a:avLst>
              <a:gd name="adj" fmla="val 5600"/>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000"/>
          </a:p>
        </p:txBody>
      </p:sp>
      <p:sp>
        <p:nvSpPr>
          <p:cNvPr id="74" name="Shape 24">
            <a:extLst>
              <a:ext uri="{FF2B5EF4-FFF2-40B4-BE49-F238E27FC236}">
                <a16:creationId xmlns:a16="http://schemas.microsoft.com/office/drawing/2014/main" id="{EFB1C6F7-C52B-D0BA-6B92-E73BB0BD402E}"/>
              </a:ext>
            </a:extLst>
          </p:cNvPr>
          <p:cNvSpPr/>
          <p:nvPr/>
        </p:nvSpPr>
        <p:spPr>
          <a:xfrm>
            <a:off x="8558784" y="1115568"/>
            <a:ext cx="64008" cy="1143000"/>
          </a:xfrm>
          <a:prstGeom prst="rect">
            <a:avLst/>
          </a:prstGeom>
          <a:solidFill>
            <a:srgbClr val="007CB0"/>
          </a:solidFill>
          <a:ln w="12700">
            <a:solidFill>
              <a:srgbClr val="007CB0"/>
            </a:solidFill>
            <a:prstDash val="solid"/>
          </a:ln>
        </p:spPr>
        <p:txBody>
          <a:bodyPr/>
          <a:lstStyle/>
          <a:p>
            <a:endParaRPr lang="en-IN" sz="2000"/>
          </a:p>
        </p:txBody>
      </p:sp>
      <p:sp>
        <p:nvSpPr>
          <p:cNvPr id="77" name="Shape 25">
            <a:extLst>
              <a:ext uri="{FF2B5EF4-FFF2-40B4-BE49-F238E27FC236}">
                <a16:creationId xmlns:a16="http://schemas.microsoft.com/office/drawing/2014/main" id="{0A705386-AEB2-C9DF-6D78-E89894065764}"/>
              </a:ext>
            </a:extLst>
          </p:cNvPr>
          <p:cNvSpPr/>
          <p:nvPr/>
        </p:nvSpPr>
        <p:spPr>
          <a:xfrm>
            <a:off x="8705088" y="1243584"/>
            <a:ext cx="347472" cy="347472"/>
          </a:xfrm>
          <a:prstGeom prst="ellipse">
            <a:avLst/>
          </a:prstGeom>
          <a:solidFill>
            <a:srgbClr val="007CB0"/>
          </a:solidFill>
          <a:ln w="12700">
            <a:solidFill>
              <a:srgbClr val="007CB0"/>
            </a:solidFill>
            <a:prstDash val="solid"/>
          </a:ln>
        </p:spPr>
        <p:txBody>
          <a:bodyPr/>
          <a:lstStyle/>
          <a:p>
            <a:endParaRPr lang="en-IN" sz="2000"/>
          </a:p>
        </p:txBody>
      </p:sp>
      <p:pic>
        <p:nvPicPr>
          <p:cNvPr id="80" name="Image 3" descr="preencoded.png">
            <a:extLst>
              <a:ext uri="{FF2B5EF4-FFF2-40B4-BE49-F238E27FC236}">
                <a16:creationId xmlns:a16="http://schemas.microsoft.com/office/drawing/2014/main" id="{746F8FBE-9083-0D4E-0BAD-86F91DC0547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05672" y="1344168"/>
            <a:ext cx="146304" cy="146304"/>
          </a:xfrm>
          <a:prstGeom prst="rect">
            <a:avLst/>
          </a:prstGeom>
        </p:spPr>
      </p:pic>
      <p:sp>
        <p:nvSpPr>
          <p:cNvPr id="82" name="Text 26">
            <a:extLst>
              <a:ext uri="{FF2B5EF4-FFF2-40B4-BE49-F238E27FC236}">
                <a16:creationId xmlns:a16="http://schemas.microsoft.com/office/drawing/2014/main" id="{F69ECDD0-9A82-EB0D-F7F8-2A5D5D20F4EC}"/>
              </a:ext>
            </a:extLst>
          </p:cNvPr>
          <p:cNvSpPr/>
          <p:nvPr/>
        </p:nvSpPr>
        <p:spPr>
          <a:xfrm>
            <a:off x="9162288" y="1225296"/>
            <a:ext cx="2148840" cy="228600"/>
          </a:xfrm>
          <a:prstGeom prst="rect">
            <a:avLst/>
          </a:prstGeom>
          <a:noFill/>
          <a:ln/>
        </p:spPr>
        <p:txBody>
          <a:bodyPr wrap="square" lIns="0" tIns="0" rIns="0" bIns="0" rtlCol="0" anchor="ctr">
            <a:normAutofit/>
          </a:bodyPr>
          <a:lstStyle/>
          <a:p>
            <a:pPr marL="0" indent="0">
              <a:buNone/>
            </a:pPr>
            <a:r>
              <a:rPr lang="en-US" sz="900" b="1" dirty="0">
                <a:solidFill>
                  <a:srgbClr val="0B2739"/>
                </a:solidFill>
              </a:rPr>
              <a:t>Yield prediction</a:t>
            </a:r>
            <a:endParaRPr lang="en-US" sz="900" dirty="0"/>
          </a:p>
        </p:txBody>
      </p:sp>
      <p:sp>
        <p:nvSpPr>
          <p:cNvPr id="85" name="Text 27">
            <a:extLst>
              <a:ext uri="{FF2B5EF4-FFF2-40B4-BE49-F238E27FC236}">
                <a16:creationId xmlns:a16="http://schemas.microsoft.com/office/drawing/2014/main" id="{8AD7826E-B8E4-B108-24B3-B66F2946C1EA}"/>
              </a:ext>
            </a:extLst>
          </p:cNvPr>
          <p:cNvSpPr/>
          <p:nvPr/>
        </p:nvSpPr>
        <p:spPr>
          <a:xfrm>
            <a:off x="8714232" y="1600200"/>
            <a:ext cx="2596896" cy="228600"/>
          </a:xfrm>
          <a:prstGeom prst="rect">
            <a:avLst/>
          </a:prstGeom>
          <a:noFill/>
          <a:ln/>
        </p:spPr>
        <p:txBody>
          <a:bodyPr wrap="square" lIns="0" tIns="0" rIns="0" bIns="0" rtlCol="0" anchor="ctr">
            <a:noAutofit/>
          </a:bodyPr>
          <a:lstStyle/>
          <a:p>
            <a:pPr marL="0" indent="0">
              <a:buNone/>
            </a:pPr>
            <a:r>
              <a:rPr lang="en-US" sz="800" dirty="0">
                <a:solidFill>
                  <a:srgbClr val="596875"/>
                </a:solidFill>
              </a:rPr>
              <a:t>Crop-yield forecasts support harvest planning and market linkage.</a:t>
            </a:r>
            <a:endParaRPr lang="en-US" sz="800" dirty="0"/>
          </a:p>
        </p:txBody>
      </p:sp>
      <p:sp>
        <p:nvSpPr>
          <p:cNvPr id="88" name="Shape 28">
            <a:extLst>
              <a:ext uri="{FF2B5EF4-FFF2-40B4-BE49-F238E27FC236}">
                <a16:creationId xmlns:a16="http://schemas.microsoft.com/office/drawing/2014/main" id="{320C3337-951B-BACA-16E6-752DC0A52C25}"/>
              </a:ext>
            </a:extLst>
          </p:cNvPr>
          <p:cNvSpPr/>
          <p:nvPr/>
        </p:nvSpPr>
        <p:spPr>
          <a:xfrm>
            <a:off x="8705088" y="1947672"/>
            <a:ext cx="2615184" cy="192024"/>
          </a:xfrm>
          <a:prstGeom prst="roundRect">
            <a:avLst>
              <a:gd name="adj" fmla="val 47619"/>
            </a:avLst>
          </a:prstGeom>
          <a:solidFill>
            <a:srgbClr val="EBF5F8"/>
          </a:solidFill>
          <a:ln w="12700">
            <a:solidFill>
              <a:srgbClr val="EBF5F8"/>
            </a:solidFill>
            <a:prstDash val="solid"/>
          </a:ln>
        </p:spPr>
        <p:txBody>
          <a:bodyPr/>
          <a:lstStyle/>
          <a:p>
            <a:endParaRPr lang="en-IN" sz="2000"/>
          </a:p>
        </p:txBody>
      </p:sp>
      <p:sp>
        <p:nvSpPr>
          <p:cNvPr id="90" name="Text 29">
            <a:extLst>
              <a:ext uri="{FF2B5EF4-FFF2-40B4-BE49-F238E27FC236}">
                <a16:creationId xmlns:a16="http://schemas.microsoft.com/office/drawing/2014/main" id="{B7431E3A-8464-0C0B-85E0-1E647F1C89A5}"/>
              </a:ext>
            </a:extLst>
          </p:cNvPr>
          <p:cNvSpPr/>
          <p:nvPr/>
        </p:nvSpPr>
        <p:spPr>
          <a:xfrm>
            <a:off x="8778240" y="2002536"/>
            <a:ext cx="2011680" cy="73152"/>
          </a:xfrm>
          <a:prstGeom prst="rect">
            <a:avLst/>
          </a:prstGeom>
          <a:noFill/>
          <a:ln/>
        </p:spPr>
        <p:txBody>
          <a:bodyPr wrap="square" lIns="0" tIns="0" rIns="0" bIns="0" rtlCol="0" anchor="ctr">
            <a:noAutofit/>
          </a:bodyPr>
          <a:lstStyle/>
          <a:p>
            <a:pPr marL="0" indent="0">
              <a:buNone/>
            </a:pPr>
            <a:r>
              <a:rPr lang="en-US" sz="600" b="1" dirty="0">
                <a:solidFill>
                  <a:srgbClr val="123B5D"/>
                </a:solidFill>
              </a:rPr>
              <a:t>Predictive analytics</a:t>
            </a:r>
            <a:endParaRPr lang="en-US" sz="600" dirty="0"/>
          </a:p>
        </p:txBody>
      </p:sp>
      <p:sp>
        <p:nvSpPr>
          <p:cNvPr id="93" name="Text 30">
            <a:extLst>
              <a:ext uri="{FF2B5EF4-FFF2-40B4-BE49-F238E27FC236}">
                <a16:creationId xmlns:a16="http://schemas.microsoft.com/office/drawing/2014/main" id="{76C58B87-C16B-6B65-3797-278E8D330ED2}"/>
              </a:ext>
            </a:extLst>
          </p:cNvPr>
          <p:cNvSpPr/>
          <p:nvPr/>
        </p:nvSpPr>
        <p:spPr>
          <a:xfrm>
            <a:off x="10808208" y="1993392"/>
            <a:ext cx="438912" cy="82296"/>
          </a:xfrm>
          <a:prstGeom prst="rect">
            <a:avLst/>
          </a:prstGeom>
          <a:noFill/>
          <a:ln/>
        </p:spPr>
        <p:txBody>
          <a:bodyPr wrap="square" lIns="0" tIns="0" rIns="0" bIns="0" rtlCol="0" anchor="ctr"/>
          <a:lstStyle/>
          <a:p>
            <a:pPr marL="0" indent="0" algn="r">
              <a:buNone/>
            </a:pPr>
            <a:r>
              <a:rPr lang="en-US" sz="700" b="1" dirty="0">
                <a:solidFill>
                  <a:srgbClr val="007CB0"/>
                </a:solidFill>
              </a:rPr>
              <a:t>6–7 mo</a:t>
            </a:r>
            <a:endParaRPr lang="en-US" sz="700" dirty="0"/>
          </a:p>
        </p:txBody>
      </p:sp>
      <p:sp>
        <p:nvSpPr>
          <p:cNvPr id="96" name="Shape 31">
            <a:extLst>
              <a:ext uri="{FF2B5EF4-FFF2-40B4-BE49-F238E27FC236}">
                <a16:creationId xmlns:a16="http://schemas.microsoft.com/office/drawing/2014/main" id="{0F7F7C97-0376-2931-2155-2FB8F792FF93}"/>
              </a:ext>
            </a:extLst>
          </p:cNvPr>
          <p:cNvSpPr/>
          <p:nvPr/>
        </p:nvSpPr>
        <p:spPr>
          <a:xfrm>
            <a:off x="2523744" y="2423160"/>
            <a:ext cx="2907792" cy="1143000"/>
          </a:xfrm>
          <a:prstGeom prst="roundRect">
            <a:avLst>
              <a:gd name="adj" fmla="val 5600"/>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000"/>
          </a:p>
        </p:txBody>
      </p:sp>
      <p:sp>
        <p:nvSpPr>
          <p:cNvPr id="98" name="Shape 32">
            <a:extLst>
              <a:ext uri="{FF2B5EF4-FFF2-40B4-BE49-F238E27FC236}">
                <a16:creationId xmlns:a16="http://schemas.microsoft.com/office/drawing/2014/main" id="{FBEE4B1B-414B-B806-96AC-D4EEB1076B27}"/>
              </a:ext>
            </a:extLst>
          </p:cNvPr>
          <p:cNvSpPr/>
          <p:nvPr/>
        </p:nvSpPr>
        <p:spPr>
          <a:xfrm>
            <a:off x="2523744" y="2423160"/>
            <a:ext cx="64008" cy="1143000"/>
          </a:xfrm>
          <a:prstGeom prst="rect">
            <a:avLst/>
          </a:prstGeom>
          <a:solidFill>
            <a:srgbClr val="26734D"/>
          </a:solidFill>
          <a:ln w="12700">
            <a:solidFill>
              <a:srgbClr val="26734D"/>
            </a:solidFill>
            <a:prstDash val="solid"/>
          </a:ln>
        </p:spPr>
        <p:txBody>
          <a:bodyPr/>
          <a:lstStyle/>
          <a:p>
            <a:endParaRPr lang="en-IN" sz="2000"/>
          </a:p>
        </p:txBody>
      </p:sp>
      <p:sp>
        <p:nvSpPr>
          <p:cNvPr id="101" name="Shape 33">
            <a:extLst>
              <a:ext uri="{FF2B5EF4-FFF2-40B4-BE49-F238E27FC236}">
                <a16:creationId xmlns:a16="http://schemas.microsoft.com/office/drawing/2014/main" id="{3338608B-8784-43C7-7A7A-D21D47A1B248}"/>
              </a:ext>
            </a:extLst>
          </p:cNvPr>
          <p:cNvSpPr/>
          <p:nvPr/>
        </p:nvSpPr>
        <p:spPr>
          <a:xfrm>
            <a:off x="2670048" y="2551176"/>
            <a:ext cx="347472" cy="347472"/>
          </a:xfrm>
          <a:prstGeom prst="ellipse">
            <a:avLst/>
          </a:prstGeom>
          <a:solidFill>
            <a:srgbClr val="26734D"/>
          </a:solidFill>
          <a:ln w="12700">
            <a:solidFill>
              <a:srgbClr val="26734D"/>
            </a:solidFill>
            <a:prstDash val="solid"/>
          </a:ln>
        </p:spPr>
        <p:txBody>
          <a:bodyPr/>
          <a:lstStyle/>
          <a:p>
            <a:endParaRPr lang="en-IN" sz="2000"/>
          </a:p>
        </p:txBody>
      </p:sp>
      <p:pic>
        <p:nvPicPr>
          <p:cNvPr id="104" name="Image 4" descr="preencoded.png">
            <a:extLst>
              <a:ext uri="{FF2B5EF4-FFF2-40B4-BE49-F238E27FC236}">
                <a16:creationId xmlns:a16="http://schemas.microsoft.com/office/drawing/2014/main" id="{E78E69E6-3E0A-4F80-0D38-93A2272277A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770632" y="2651760"/>
            <a:ext cx="146304" cy="146304"/>
          </a:xfrm>
          <a:prstGeom prst="rect">
            <a:avLst/>
          </a:prstGeom>
        </p:spPr>
      </p:pic>
      <p:sp>
        <p:nvSpPr>
          <p:cNvPr id="106" name="Text 34">
            <a:extLst>
              <a:ext uri="{FF2B5EF4-FFF2-40B4-BE49-F238E27FC236}">
                <a16:creationId xmlns:a16="http://schemas.microsoft.com/office/drawing/2014/main" id="{8BD6F307-AE6A-23C2-A54B-FB76AA6F6ECC}"/>
              </a:ext>
            </a:extLst>
          </p:cNvPr>
          <p:cNvSpPr/>
          <p:nvPr/>
        </p:nvSpPr>
        <p:spPr>
          <a:xfrm>
            <a:off x="3127248" y="2532888"/>
            <a:ext cx="2148840" cy="228600"/>
          </a:xfrm>
          <a:prstGeom prst="rect">
            <a:avLst/>
          </a:prstGeom>
          <a:noFill/>
          <a:ln/>
        </p:spPr>
        <p:txBody>
          <a:bodyPr wrap="square" lIns="0" tIns="0" rIns="0" bIns="0" rtlCol="0" anchor="ctr">
            <a:normAutofit/>
          </a:bodyPr>
          <a:lstStyle/>
          <a:p>
            <a:pPr marL="0" indent="0">
              <a:buNone/>
            </a:pPr>
            <a:r>
              <a:rPr lang="en-US" sz="900" b="1" dirty="0">
                <a:solidFill>
                  <a:srgbClr val="0B2739"/>
                </a:solidFill>
              </a:rPr>
              <a:t>Soil-health analytics</a:t>
            </a:r>
            <a:endParaRPr lang="en-US" sz="900" dirty="0"/>
          </a:p>
        </p:txBody>
      </p:sp>
      <p:sp>
        <p:nvSpPr>
          <p:cNvPr id="109" name="Text 35">
            <a:extLst>
              <a:ext uri="{FF2B5EF4-FFF2-40B4-BE49-F238E27FC236}">
                <a16:creationId xmlns:a16="http://schemas.microsoft.com/office/drawing/2014/main" id="{E2C3197F-6E88-9315-186C-30633C0B1C19}"/>
              </a:ext>
            </a:extLst>
          </p:cNvPr>
          <p:cNvSpPr/>
          <p:nvPr/>
        </p:nvSpPr>
        <p:spPr>
          <a:xfrm>
            <a:off x="2679192" y="2907792"/>
            <a:ext cx="2596896" cy="228600"/>
          </a:xfrm>
          <a:prstGeom prst="rect">
            <a:avLst/>
          </a:prstGeom>
          <a:noFill/>
          <a:ln/>
        </p:spPr>
        <p:txBody>
          <a:bodyPr wrap="square" lIns="0" tIns="0" rIns="0" bIns="0" rtlCol="0" anchor="ctr">
            <a:noAutofit/>
          </a:bodyPr>
          <a:lstStyle/>
          <a:p>
            <a:pPr marL="0" indent="0">
              <a:buNone/>
            </a:pPr>
            <a:r>
              <a:rPr lang="en-US" sz="800" dirty="0">
                <a:solidFill>
                  <a:srgbClr val="596875"/>
                </a:solidFill>
              </a:rPr>
              <a:t>Timely analysis of soil parameters with actionable recommendations.</a:t>
            </a:r>
            <a:endParaRPr lang="en-US" sz="800" dirty="0"/>
          </a:p>
        </p:txBody>
      </p:sp>
      <p:sp>
        <p:nvSpPr>
          <p:cNvPr id="112" name="Shape 36">
            <a:extLst>
              <a:ext uri="{FF2B5EF4-FFF2-40B4-BE49-F238E27FC236}">
                <a16:creationId xmlns:a16="http://schemas.microsoft.com/office/drawing/2014/main" id="{2AB9D6DA-4B52-8636-E900-6A30E4CBB106}"/>
              </a:ext>
            </a:extLst>
          </p:cNvPr>
          <p:cNvSpPr/>
          <p:nvPr/>
        </p:nvSpPr>
        <p:spPr>
          <a:xfrm>
            <a:off x="2670048" y="3255264"/>
            <a:ext cx="2615184" cy="192024"/>
          </a:xfrm>
          <a:prstGeom prst="roundRect">
            <a:avLst>
              <a:gd name="adj" fmla="val 47619"/>
            </a:avLst>
          </a:prstGeom>
          <a:solidFill>
            <a:srgbClr val="E7F4F1"/>
          </a:solidFill>
          <a:ln w="12700">
            <a:solidFill>
              <a:srgbClr val="E7F4F1"/>
            </a:solidFill>
            <a:prstDash val="solid"/>
          </a:ln>
        </p:spPr>
        <p:txBody>
          <a:bodyPr/>
          <a:lstStyle/>
          <a:p>
            <a:endParaRPr lang="en-IN" sz="2000"/>
          </a:p>
        </p:txBody>
      </p:sp>
      <p:sp>
        <p:nvSpPr>
          <p:cNvPr id="114" name="Text 37">
            <a:extLst>
              <a:ext uri="{FF2B5EF4-FFF2-40B4-BE49-F238E27FC236}">
                <a16:creationId xmlns:a16="http://schemas.microsoft.com/office/drawing/2014/main" id="{795C5184-CBC7-CFD5-E887-42068225FC08}"/>
              </a:ext>
            </a:extLst>
          </p:cNvPr>
          <p:cNvSpPr/>
          <p:nvPr/>
        </p:nvSpPr>
        <p:spPr>
          <a:xfrm>
            <a:off x="2743200" y="3310128"/>
            <a:ext cx="2011680" cy="73152"/>
          </a:xfrm>
          <a:prstGeom prst="rect">
            <a:avLst/>
          </a:prstGeom>
          <a:noFill/>
          <a:ln/>
        </p:spPr>
        <p:txBody>
          <a:bodyPr wrap="square" lIns="0" tIns="0" rIns="0" bIns="0" rtlCol="0" anchor="ctr">
            <a:noAutofit/>
          </a:bodyPr>
          <a:lstStyle/>
          <a:p>
            <a:pPr marL="0" indent="0">
              <a:buNone/>
            </a:pPr>
            <a:r>
              <a:rPr lang="en-US" sz="600" b="1" dirty="0">
                <a:solidFill>
                  <a:srgbClr val="123B5D"/>
                </a:solidFill>
              </a:rPr>
              <a:t>ML analytics</a:t>
            </a:r>
            <a:endParaRPr lang="en-US" sz="600" dirty="0"/>
          </a:p>
        </p:txBody>
      </p:sp>
      <p:sp>
        <p:nvSpPr>
          <p:cNvPr id="117" name="Text 38">
            <a:extLst>
              <a:ext uri="{FF2B5EF4-FFF2-40B4-BE49-F238E27FC236}">
                <a16:creationId xmlns:a16="http://schemas.microsoft.com/office/drawing/2014/main" id="{5E01FFCB-DE50-5A08-B08F-6603BFD3C9CB}"/>
              </a:ext>
            </a:extLst>
          </p:cNvPr>
          <p:cNvSpPr/>
          <p:nvPr/>
        </p:nvSpPr>
        <p:spPr>
          <a:xfrm>
            <a:off x="4773168" y="3300984"/>
            <a:ext cx="438912" cy="82296"/>
          </a:xfrm>
          <a:prstGeom prst="rect">
            <a:avLst/>
          </a:prstGeom>
          <a:noFill/>
          <a:ln/>
        </p:spPr>
        <p:txBody>
          <a:bodyPr wrap="square" lIns="0" tIns="0" rIns="0" bIns="0" rtlCol="0" anchor="ctr"/>
          <a:lstStyle/>
          <a:p>
            <a:pPr marL="0" indent="0" algn="r">
              <a:buNone/>
            </a:pPr>
            <a:r>
              <a:rPr lang="en-US" sz="700" b="1" dirty="0">
                <a:solidFill>
                  <a:srgbClr val="26734D"/>
                </a:solidFill>
              </a:rPr>
              <a:t>5–6 mo</a:t>
            </a:r>
            <a:endParaRPr lang="en-US" sz="700" dirty="0"/>
          </a:p>
        </p:txBody>
      </p:sp>
      <p:sp>
        <p:nvSpPr>
          <p:cNvPr id="120" name="Shape 39">
            <a:extLst>
              <a:ext uri="{FF2B5EF4-FFF2-40B4-BE49-F238E27FC236}">
                <a16:creationId xmlns:a16="http://schemas.microsoft.com/office/drawing/2014/main" id="{AA9BD6C5-F6DB-1750-7225-E23B5BC1D74A}"/>
              </a:ext>
            </a:extLst>
          </p:cNvPr>
          <p:cNvSpPr/>
          <p:nvPr/>
        </p:nvSpPr>
        <p:spPr>
          <a:xfrm>
            <a:off x="5541264" y="2423160"/>
            <a:ext cx="2907792" cy="1143000"/>
          </a:xfrm>
          <a:prstGeom prst="roundRect">
            <a:avLst>
              <a:gd name="adj" fmla="val 5600"/>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000"/>
          </a:p>
        </p:txBody>
      </p:sp>
      <p:sp>
        <p:nvSpPr>
          <p:cNvPr id="122" name="Shape 40">
            <a:extLst>
              <a:ext uri="{FF2B5EF4-FFF2-40B4-BE49-F238E27FC236}">
                <a16:creationId xmlns:a16="http://schemas.microsoft.com/office/drawing/2014/main" id="{18DEDBE1-EE3F-8057-3CE0-0921461A549D}"/>
              </a:ext>
            </a:extLst>
          </p:cNvPr>
          <p:cNvSpPr/>
          <p:nvPr/>
        </p:nvSpPr>
        <p:spPr>
          <a:xfrm>
            <a:off x="5541264" y="2423160"/>
            <a:ext cx="64008" cy="1143000"/>
          </a:xfrm>
          <a:prstGeom prst="rect">
            <a:avLst/>
          </a:prstGeom>
          <a:solidFill>
            <a:srgbClr val="20B5D5"/>
          </a:solidFill>
          <a:ln w="12700">
            <a:solidFill>
              <a:srgbClr val="20B5D5"/>
            </a:solidFill>
            <a:prstDash val="solid"/>
          </a:ln>
        </p:spPr>
        <p:txBody>
          <a:bodyPr/>
          <a:lstStyle/>
          <a:p>
            <a:endParaRPr lang="en-IN" sz="2000"/>
          </a:p>
        </p:txBody>
      </p:sp>
      <p:sp>
        <p:nvSpPr>
          <p:cNvPr id="125" name="Shape 41">
            <a:extLst>
              <a:ext uri="{FF2B5EF4-FFF2-40B4-BE49-F238E27FC236}">
                <a16:creationId xmlns:a16="http://schemas.microsoft.com/office/drawing/2014/main" id="{442CADE2-2919-C7DB-A116-0807554377D8}"/>
              </a:ext>
            </a:extLst>
          </p:cNvPr>
          <p:cNvSpPr/>
          <p:nvPr/>
        </p:nvSpPr>
        <p:spPr>
          <a:xfrm>
            <a:off x="5687568" y="2551176"/>
            <a:ext cx="347472" cy="347472"/>
          </a:xfrm>
          <a:prstGeom prst="ellipse">
            <a:avLst/>
          </a:prstGeom>
          <a:solidFill>
            <a:srgbClr val="20B5D5"/>
          </a:solidFill>
          <a:ln w="12700">
            <a:solidFill>
              <a:srgbClr val="20B5D5"/>
            </a:solidFill>
            <a:prstDash val="solid"/>
          </a:ln>
        </p:spPr>
        <p:txBody>
          <a:bodyPr/>
          <a:lstStyle/>
          <a:p>
            <a:endParaRPr lang="en-IN" sz="2000"/>
          </a:p>
        </p:txBody>
      </p:sp>
      <p:pic>
        <p:nvPicPr>
          <p:cNvPr id="128" name="Image 5" descr="preencoded.png">
            <a:extLst>
              <a:ext uri="{FF2B5EF4-FFF2-40B4-BE49-F238E27FC236}">
                <a16:creationId xmlns:a16="http://schemas.microsoft.com/office/drawing/2014/main" id="{88E8767C-62FF-D08C-23F9-026956CBFFD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788152" y="2651760"/>
            <a:ext cx="146304" cy="146304"/>
          </a:xfrm>
          <a:prstGeom prst="rect">
            <a:avLst/>
          </a:prstGeom>
        </p:spPr>
      </p:pic>
      <p:sp>
        <p:nvSpPr>
          <p:cNvPr id="132" name="Text 42">
            <a:extLst>
              <a:ext uri="{FF2B5EF4-FFF2-40B4-BE49-F238E27FC236}">
                <a16:creationId xmlns:a16="http://schemas.microsoft.com/office/drawing/2014/main" id="{A576E577-3D4D-E4CF-B851-EDF1DC0AA673}"/>
              </a:ext>
            </a:extLst>
          </p:cNvPr>
          <p:cNvSpPr/>
          <p:nvPr/>
        </p:nvSpPr>
        <p:spPr>
          <a:xfrm>
            <a:off x="6144768" y="2532888"/>
            <a:ext cx="2148840" cy="228600"/>
          </a:xfrm>
          <a:prstGeom prst="rect">
            <a:avLst/>
          </a:prstGeom>
          <a:noFill/>
          <a:ln/>
        </p:spPr>
        <p:txBody>
          <a:bodyPr wrap="square" lIns="0" tIns="0" rIns="0" bIns="0" rtlCol="0" anchor="ctr">
            <a:normAutofit/>
          </a:bodyPr>
          <a:lstStyle/>
          <a:p>
            <a:pPr marL="0" indent="0">
              <a:buNone/>
            </a:pPr>
            <a:r>
              <a:rPr lang="en-US" sz="900" b="1" dirty="0">
                <a:solidFill>
                  <a:srgbClr val="0B2739"/>
                </a:solidFill>
              </a:rPr>
              <a:t>Precision-farming advisory</a:t>
            </a:r>
            <a:endParaRPr lang="en-US" sz="900" dirty="0"/>
          </a:p>
        </p:txBody>
      </p:sp>
      <p:sp>
        <p:nvSpPr>
          <p:cNvPr id="136" name="Text 43">
            <a:extLst>
              <a:ext uri="{FF2B5EF4-FFF2-40B4-BE49-F238E27FC236}">
                <a16:creationId xmlns:a16="http://schemas.microsoft.com/office/drawing/2014/main" id="{6914A7DA-3BFC-1CFE-5779-EDA40017D4E1}"/>
              </a:ext>
            </a:extLst>
          </p:cNvPr>
          <p:cNvSpPr/>
          <p:nvPr/>
        </p:nvSpPr>
        <p:spPr>
          <a:xfrm>
            <a:off x="5696712" y="2907792"/>
            <a:ext cx="2596896" cy="228600"/>
          </a:xfrm>
          <a:prstGeom prst="rect">
            <a:avLst/>
          </a:prstGeom>
          <a:noFill/>
          <a:ln/>
        </p:spPr>
        <p:txBody>
          <a:bodyPr wrap="square" lIns="0" tIns="0" rIns="0" bIns="0" rtlCol="0" anchor="ctr">
            <a:noAutofit/>
          </a:bodyPr>
          <a:lstStyle/>
          <a:p>
            <a:pPr marL="0" indent="0">
              <a:buNone/>
            </a:pPr>
            <a:r>
              <a:rPr lang="en-US" sz="800" dirty="0">
                <a:solidFill>
                  <a:srgbClr val="596875"/>
                </a:solidFill>
              </a:rPr>
              <a:t>Data-led irrigation and resource-management recommendations.</a:t>
            </a:r>
            <a:endParaRPr lang="en-US" sz="800" dirty="0"/>
          </a:p>
        </p:txBody>
      </p:sp>
      <p:sp>
        <p:nvSpPr>
          <p:cNvPr id="140" name="Shape 44">
            <a:extLst>
              <a:ext uri="{FF2B5EF4-FFF2-40B4-BE49-F238E27FC236}">
                <a16:creationId xmlns:a16="http://schemas.microsoft.com/office/drawing/2014/main" id="{D01F1C06-5813-B573-C112-87AF395A9E02}"/>
              </a:ext>
            </a:extLst>
          </p:cNvPr>
          <p:cNvSpPr/>
          <p:nvPr/>
        </p:nvSpPr>
        <p:spPr>
          <a:xfrm>
            <a:off x="5687568" y="3255264"/>
            <a:ext cx="2615184" cy="192024"/>
          </a:xfrm>
          <a:prstGeom prst="roundRect">
            <a:avLst>
              <a:gd name="adj" fmla="val 47619"/>
            </a:avLst>
          </a:prstGeom>
          <a:solidFill>
            <a:srgbClr val="EBF5F8"/>
          </a:solidFill>
          <a:ln w="12700">
            <a:solidFill>
              <a:srgbClr val="EBF5F8"/>
            </a:solidFill>
            <a:prstDash val="solid"/>
          </a:ln>
        </p:spPr>
        <p:txBody>
          <a:bodyPr/>
          <a:lstStyle/>
          <a:p>
            <a:endParaRPr lang="en-IN" sz="2000"/>
          </a:p>
        </p:txBody>
      </p:sp>
      <p:sp>
        <p:nvSpPr>
          <p:cNvPr id="144" name="Text 45">
            <a:extLst>
              <a:ext uri="{FF2B5EF4-FFF2-40B4-BE49-F238E27FC236}">
                <a16:creationId xmlns:a16="http://schemas.microsoft.com/office/drawing/2014/main" id="{0910B3DC-3C10-D1FC-B6FC-48233EDEDCDC}"/>
              </a:ext>
            </a:extLst>
          </p:cNvPr>
          <p:cNvSpPr/>
          <p:nvPr/>
        </p:nvSpPr>
        <p:spPr>
          <a:xfrm>
            <a:off x="5760720" y="3310128"/>
            <a:ext cx="2011680" cy="73152"/>
          </a:xfrm>
          <a:prstGeom prst="rect">
            <a:avLst/>
          </a:prstGeom>
          <a:noFill/>
          <a:ln/>
        </p:spPr>
        <p:txBody>
          <a:bodyPr wrap="square" lIns="0" tIns="0" rIns="0" bIns="0" rtlCol="0" anchor="ctr">
            <a:noAutofit/>
          </a:bodyPr>
          <a:lstStyle/>
          <a:p>
            <a:pPr marL="0" indent="0">
              <a:buNone/>
            </a:pPr>
            <a:r>
              <a:rPr lang="en-US" sz="600" b="1" dirty="0">
                <a:solidFill>
                  <a:srgbClr val="123B5D"/>
                </a:solidFill>
              </a:rPr>
              <a:t>AI • IoT analytics</a:t>
            </a:r>
            <a:endParaRPr lang="en-US" sz="600" dirty="0"/>
          </a:p>
        </p:txBody>
      </p:sp>
      <p:sp>
        <p:nvSpPr>
          <p:cNvPr id="148" name="Text 46">
            <a:extLst>
              <a:ext uri="{FF2B5EF4-FFF2-40B4-BE49-F238E27FC236}">
                <a16:creationId xmlns:a16="http://schemas.microsoft.com/office/drawing/2014/main" id="{D3572CCB-0DBD-0225-C33E-61CFB0ABE7DD}"/>
              </a:ext>
            </a:extLst>
          </p:cNvPr>
          <p:cNvSpPr/>
          <p:nvPr/>
        </p:nvSpPr>
        <p:spPr>
          <a:xfrm>
            <a:off x="7790688" y="3300984"/>
            <a:ext cx="438912" cy="82296"/>
          </a:xfrm>
          <a:prstGeom prst="rect">
            <a:avLst/>
          </a:prstGeom>
          <a:noFill/>
          <a:ln/>
        </p:spPr>
        <p:txBody>
          <a:bodyPr wrap="square" lIns="0" tIns="0" rIns="0" bIns="0" rtlCol="0" anchor="ctr"/>
          <a:lstStyle/>
          <a:p>
            <a:pPr marL="0" indent="0" algn="r">
              <a:buNone/>
            </a:pPr>
            <a:r>
              <a:rPr lang="en-US" sz="700" b="1" dirty="0">
                <a:solidFill>
                  <a:srgbClr val="20B5D5"/>
                </a:solidFill>
              </a:rPr>
              <a:t>3–4 mo</a:t>
            </a:r>
            <a:endParaRPr lang="en-US" sz="700" dirty="0"/>
          </a:p>
        </p:txBody>
      </p:sp>
      <p:sp>
        <p:nvSpPr>
          <p:cNvPr id="152" name="Shape 47">
            <a:extLst>
              <a:ext uri="{FF2B5EF4-FFF2-40B4-BE49-F238E27FC236}">
                <a16:creationId xmlns:a16="http://schemas.microsoft.com/office/drawing/2014/main" id="{5AF37833-FD69-8495-873C-389503A97EF3}"/>
              </a:ext>
            </a:extLst>
          </p:cNvPr>
          <p:cNvSpPr/>
          <p:nvPr/>
        </p:nvSpPr>
        <p:spPr>
          <a:xfrm>
            <a:off x="8558784" y="2423160"/>
            <a:ext cx="2907792" cy="1143000"/>
          </a:xfrm>
          <a:prstGeom prst="roundRect">
            <a:avLst>
              <a:gd name="adj" fmla="val 5600"/>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000"/>
          </a:p>
        </p:txBody>
      </p:sp>
      <p:sp>
        <p:nvSpPr>
          <p:cNvPr id="156" name="Shape 48">
            <a:extLst>
              <a:ext uri="{FF2B5EF4-FFF2-40B4-BE49-F238E27FC236}">
                <a16:creationId xmlns:a16="http://schemas.microsoft.com/office/drawing/2014/main" id="{11CBC80C-CA2F-7408-6FEB-9C489F740961}"/>
              </a:ext>
            </a:extLst>
          </p:cNvPr>
          <p:cNvSpPr/>
          <p:nvPr/>
        </p:nvSpPr>
        <p:spPr>
          <a:xfrm>
            <a:off x="8558784" y="2423160"/>
            <a:ext cx="64008" cy="1143000"/>
          </a:xfrm>
          <a:prstGeom prst="rect">
            <a:avLst/>
          </a:prstGeom>
          <a:solidFill>
            <a:srgbClr val="43B02A"/>
          </a:solidFill>
          <a:ln w="12700">
            <a:solidFill>
              <a:srgbClr val="43B02A"/>
            </a:solidFill>
            <a:prstDash val="solid"/>
          </a:ln>
        </p:spPr>
        <p:txBody>
          <a:bodyPr/>
          <a:lstStyle/>
          <a:p>
            <a:endParaRPr lang="en-IN" sz="2000"/>
          </a:p>
        </p:txBody>
      </p:sp>
      <p:sp>
        <p:nvSpPr>
          <p:cNvPr id="160" name="Shape 49">
            <a:extLst>
              <a:ext uri="{FF2B5EF4-FFF2-40B4-BE49-F238E27FC236}">
                <a16:creationId xmlns:a16="http://schemas.microsoft.com/office/drawing/2014/main" id="{E12D7B4A-EF34-DA82-7C0A-E369CC04FCC1}"/>
              </a:ext>
            </a:extLst>
          </p:cNvPr>
          <p:cNvSpPr/>
          <p:nvPr/>
        </p:nvSpPr>
        <p:spPr>
          <a:xfrm>
            <a:off x="8705088" y="2551176"/>
            <a:ext cx="347472" cy="347472"/>
          </a:xfrm>
          <a:prstGeom prst="ellipse">
            <a:avLst/>
          </a:prstGeom>
          <a:solidFill>
            <a:srgbClr val="43B02A"/>
          </a:solidFill>
          <a:ln w="12700">
            <a:solidFill>
              <a:srgbClr val="43B02A"/>
            </a:solidFill>
            <a:prstDash val="solid"/>
          </a:ln>
        </p:spPr>
        <p:txBody>
          <a:bodyPr/>
          <a:lstStyle/>
          <a:p>
            <a:endParaRPr lang="en-IN" sz="2000"/>
          </a:p>
        </p:txBody>
      </p:sp>
      <p:pic>
        <p:nvPicPr>
          <p:cNvPr id="164" name="Image 6" descr="preencoded.png">
            <a:extLst>
              <a:ext uri="{FF2B5EF4-FFF2-40B4-BE49-F238E27FC236}">
                <a16:creationId xmlns:a16="http://schemas.microsoft.com/office/drawing/2014/main" id="{257194E2-15FB-F173-023F-E5FBB36BF66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805672" y="2651760"/>
            <a:ext cx="146304" cy="146304"/>
          </a:xfrm>
          <a:prstGeom prst="rect">
            <a:avLst/>
          </a:prstGeom>
        </p:spPr>
      </p:pic>
      <p:sp>
        <p:nvSpPr>
          <p:cNvPr id="168" name="Text 50">
            <a:extLst>
              <a:ext uri="{FF2B5EF4-FFF2-40B4-BE49-F238E27FC236}">
                <a16:creationId xmlns:a16="http://schemas.microsoft.com/office/drawing/2014/main" id="{3E8168DC-B0BC-E1B5-6671-5DE4C43A8DC3}"/>
              </a:ext>
            </a:extLst>
          </p:cNvPr>
          <p:cNvSpPr/>
          <p:nvPr/>
        </p:nvSpPr>
        <p:spPr>
          <a:xfrm>
            <a:off x="9162288" y="2532888"/>
            <a:ext cx="2148840" cy="228600"/>
          </a:xfrm>
          <a:prstGeom prst="rect">
            <a:avLst/>
          </a:prstGeom>
          <a:noFill/>
          <a:ln/>
        </p:spPr>
        <p:txBody>
          <a:bodyPr wrap="square" lIns="0" tIns="0" rIns="0" bIns="0" rtlCol="0" anchor="ctr">
            <a:normAutofit/>
          </a:bodyPr>
          <a:lstStyle/>
          <a:p>
            <a:pPr marL="0" indent="0">
              <a:buNone/>
            </a:pPr>
            <a:r>
              <a:rPr lang="en-US" sz="900" b="1" dirty="0">
                <a:solidFill>
                  <a:srgbClr val="0B2739"/>
                </a:solidFill>
              </a:rPr>
              <a:t>Multilingual farmer assistant</a:t>
            </a:r>
            <a:endParaRPr lang="en-US" sz="900" dirty="0"/>
          </a:p>
        </p:txBody>
      </p:sp>
      <p:sp>
        <p:nvSpPr>
          <p:cNvPr id="172" name="Text 51">
            <a:extLst>
              <a:ext uri="{FF2B5EF4-FFF2-40B4-BE49-F238E27FC236}">
                <a16:creationId xmlns:a16="http://schemas.microsoft.com/office/drawing/2014/main" id="{1148E31F-AF96-220A-FB89-90CFDEA5BF7A}"/>
              </a:ext>
            </a:extLst>
          </p:cNvPr>
          <p:cNvSpPr/>
          <p:nvPr/>
        </p:nvSpPr>
        <p:spPr>
          <a:xfrm>
            <a:off x="8714232" y="2907792"/>
            <a:ext cx="2596896" cy="228600"/>
          </a:xfrm>
          <a:prstGeom prst="rect">
            <a:avLst/>
          </a:prstGeom>
          <a:noFill/>
          <a:ln/>
        </p:spPr>
        <p:txBody>
          <a:bodyPr wrap="square" lIns="0" tIns="0" rIns="0" bIns="0" rtlCol="0" anchor="ctr">
            <a:noAutofit/>
          </a:bodyPr>
          <a:lstStyle/>
          <a:p>
            <a:pPr marL="0" indent="0">
              <a:buNone/>
            </a:pPr>
            <a:r>
              <a:rPr lang="en-US" sz="800" dirty="0">
                <a:solidFill>
                  <a:srgbClr val="596875"/>
                </a:solidFill>
              </a:rPr>
              <a:t>Inclusive access to agricultural information and public services.</a:t>
            </a:r>
            <a:endParaRPr lang="en-US" sz="800" dirty="0"/>
          </a:p>
        </p:txBody>
      </p:sp>
      <p:sp>
        <p:nvSpPr>
          <p:cNvPr id="176" name="Shape 52">
            <a:extLst>
              <a:ext uri="{FF2B5EF4-FFF2-40B4-BE49-F238E27FC236}">
                <a16:creationId xmlns:a16="http://schemas.microsoft.com/office/drawing/2014/main" id="{3DE308D5-4ED6-DF54-6503-0507C72754F1}"/>
              </a:ext>
            </a:extLst>
          </p:cNvPr>
          <p:cNvSpPr/>
          <p:nvPr/>
        </p:nvSpPr>
        <p:spPr>
          <a:xfrm>
            <a:off x="8705088" y="3255264"/>
            <a:ext cx="2615184" cy="192024"/>
          </a:xfrm>
          <a:prstGeom prst="roundRect">
            <a:avLst>
              <a:gd name="adj" fmla="val 47619"/>
            </a:avLst>
          </a:prstGeom>
          <a:solidFill>
            <a:srgbClr val="EFF6DF"/>
          </a:solidFill>
          <a:ln w="12700">
            <a:solidFill>
              <a:srgbClr val="EFF6DF"/>
            </a:solidFill>
            <a:prstDash val="solid"/>
          </a:ln>
        </p:spPr>
        <p:txBody>
          <a:bodyPr/>
          <a:lstStyle/>
          <a:p>
            <a:endParaRPr lang="en-IN" sz="2000"/>
          </a:p>
        </p:txBody>
      </p:sp>
      <p:sp>
        <p:nvSpPr>
          <p:cNvPr id="180" name="Text 53">
            <a:extLst>
              <a:ext uri="{FF2B5EF4-FFF2-40B4-BE49-F238E27FC236}">
                <a16:creationId xmlns:a16="http://schemas.microsoft.com/office/drawing/2014/main" id="{EEE2CCFA-073A-2D99-ED67-3953989DF0FE}"/>
              </a:ext>
            </a:extLst>
          </p:cNvPr>
          <p:cNvSpPr/>
          <p:nvPr/>
        </p:nvSpPr>
        <p:spPr>
          <a:xfrm>
            <a:off x="8778240" y="3310128"/>
            <a:ext cx="2011680" cy="73152"/>
          </a:xfrm>
          <a:prstGeom prst="rect">
            <a:avLst/>
          </a:prstGeom>
          <a:noFill/>
          <a:ln/>
        </p:spPr>
        <p:txBody>
          <a:bodyPr wrap="square" lIns="0" tIns="0" rIns="0" bIns="0" rtlCol="0" anchor="ctr">
            <a:noAutofit/>
          </a:bodyPr>
          <a:lstStyle/>
          <a:p>
            <a:pPr marL="0" indent="0">
              <a:buNone/>
            </a:pPr>
            <a:r>
              <a:rPr lang="en-US" sz="600" b="1" dirty="0">
                <a:solidFill>
                  <a:srgbClr val="123B5D"/>
                </a:solidFill>
              </a:rPr>
              <a:t>GenAI • BHASHINI</a:t>
            </a:r>
            <a:endParaRPr lang="en-US" sz="600" dirty="0"/>
          </a:p>
        </p:txBody>
      </p:sp>
      <p:sp>
        <p:nvSpPr>
          <p:cNvPr id="183" name="Text 54">
            <a:extLst>
              <a:ext uri="{FF2B5EF4-FFF2-40B4-BE49-F238E27FC236}">
                <a16:creationId xmlns:a16="http://schemas.microsoft.com/office/drawing/2014/main" id="{EAA5D4F7-3431-7AF0-D6A9-1B8F82F14009}"/>
              </a:ext>
            </a:extLst>
          </p:cNvPr>
          <p:cNvSpPr/>
          <p:nvPr/>
        </p:nvSpPr>
        <p:spPr>
          <a:xfrm>
            <a:off x="10808208" y="3300984"/>
            <a:ext cx="438912" cy="82296"/>
          </a:xfrm>
          <a:prstGeom prst="rect">
            <a:avLst/>
          </a:prstGeom>
          <a:noFill/>
          <a:ln/>
        </p:spPr>
        <p:txBody>
          <a:bodyPr wrap="square" lIns="0" tIns="0" rIns="0" bIns="0" rtlCol="0" anchor="ctr"/>
          <a:lstStyle/>
          <a:p>
            <a:pPr marL="0" indent="0" algn="r">
              <a:buNone/>
            </a:pPr>
            <a:r>
              <a:rPr lang="en-US" sz="700" b="1" dirty="0">
                <a:solidFill>
                  <a:srgbClr val="43B02A"/>
                </a:solidFill>
              </a:rPr>
              <a:t>6–7 mo</a:t>
            </a:r>
            <a:endParaRPr lang="en-US" sz="700" dirty="0"/>
          </a:p>
        </p:txBody>
      </p:sp>
      <p:sp>
        <p:nvSpPr>
          <p:cNvPr id="186" name="Shape 55">
            <a:extLst>
              <a:ext uri="{FF2B5EF4-FFF2-40B4-BE49-F238E27FC236}">
                <a16:creationId xmlns:a16="http://schemas.microsoft.com/office/drawing/2014/main" id="{E752EDD7-ED9C-83B7-8AFE-BD2BA93CFAC1}"/>
              </a:ext>
            </a:extLst>
          </p:cNvPr>
          <p:cNvSpPr/>
          <p:nvPr/>
        </p:nvSpPr>
        <p:spPr>
          <a:xfrm>
            <a:off x="502920" y="3730752"/>
            <a:ext cx="1847088" cy="1143000"/>
          </a:xfrm>
          <a:prstGeom prst="roundRect">
            <a:avLst>
              <a:gd name="adj" fmla="val 6400"/>
            </a:avLst>
          </a:prstGeom>
          <a:solidFill>
            <a:srgbClr val="007CB0"/>
          </a:solidFill>
          <a:ln w="12700">
            <a:solidFill>
              <a:srgbClr val="007CB0"/>
            </a:solidFill>
            <a:prstDash val="solid"/>
          </a:ln>
        </p:spPr>
        <p:txBody>
          <a:bodyPr/>
          <a:lstStyle/>
          <a:p>
            <a:endParaRPr lang="en-IN" sz="2000"/>
          </a:p>
        </p:txBody>
      </p:sp>
      <p:pic>
        <p:nvPicPr>
          <p:cNvPr id="188" name="Image 7" descr="preencoded.png">
            <a:extLst>
              <a:ext uri="{FF2B5EF4-FFF2-40B4-BE49-F238E27FC236}">
                <a16:creationId xmlns:a16="http://schemas.microsoft.com/office/drawing/2014/main" id="{25D6CAB4-A0B7-D239-5E2E-D96ECC8FCA1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94944" y="3913632"/>
            <a:ext cx="347472" cy="347472"/>
          </a:xfrm>
          <a:prstGeom prst="rect">
            <a:avLst/>
          </a:prstGeom>
        </p:spPr>
      </p:pic>
      <p:sp>
        <p:nvSpPr>
          <p:cNvPr id="191" name="Text 56">
            <a:extLst>
              <a:ext uri="{FF2B5EF4-FFF2-40B4-BE49-F238E27FC236}">
                <a16:creationId xmlns:a16="http://schemas.microsoft.com/office/drawing/2014/main" id="{1FA66F91-CA57-627E-1958-077D60947826}"/>
              </a:ext>
            </a:extLst>
          </p:cNvPr>
          <p:cNvSpPr/>
          <p:nvPr/>
        </p:nvSpPr>
        <p:spPr>
          <a:xfrm>
            <a:off x="1143000" y="3867912"/>
            <a:ext cx="960120" cy="310896"/>
          </a:xfrm>
          <a:prstGeom prst="rect">
            <a:avLst/>
          </a:prstGeom>
          <a:noFill/>
          <a:ln/>
        </p:spPr>
        <p:txBody>
          <a:bodyPr wrap="square" lIns="0" tIns="0" rIns="0" bIns="0" rtlCol="0" anchor="ctr">
            <a:noAutofit/>
          </a:bodyPr>
          <a:lstStyle/>
          <a:p>
            <a:pPr marL="0" indent="0">
              <a:buNone/>
            </a:pPr>
            <a:r>
              <a:rPr lang="en-US" sz="1000" b="1" dirty="0">
                <a:solidFill>
                  <a:srgbClr val="FFFFFF"/>
                </a:solidFill>
              </a:rPr>
              <a:t>Health &amp; essential services</a:t>
            </a:r>
            <a:endParaRPr lang="en-US" sz="1000" dirty="0"/>
          </a:p>
        </p:txBody>
      </p:sp>
      <p:sp>
        <p:nvSpPr>
          <p:cNvPr id="194" name="Text 57">
            <a:extLst>
              <a:ext uri="{FF2B5EF4-FFF2-40B4-BE49-F238E27FC236}">
                <a16:creationId xmlns:a16="http://schemas.microsoft.com/office/drawing/2014/main" id="{2AD6B275-558C-B590-E3B0-0590A16A6561}"/>
              </a:ext>
            </a:extLst>
          </p:cNvPr>
          <p:cNvSpPr/>
          <p:nvPr/>
        </p:nvSpPr>
        <p:spPr>
          <a:xfrm>
            <a:off x="694944" y="4297680"/>
            <a:ext cx="1389888" cy="256032"/>
          </a:xfrm>
          <a:prstGeom prst="rect">
            <a:avLst/>
          </a:prstGeom>
          <a:noFill/>
          <a:ln/>
        </p:spPr>
        <p:txBody>
          <a:bodyPr wrap="square" lIns="0" tIns="0" rIns="0" bIns="0" rtlCol="0" anchor="ctr">
            <a:noAutofit/>
          </a:bodyPr>
          <a:lstStyle/>
          <a:p>
            <a:pPr marL="0" indent="0">
              <a:buNone/>
            </a:pPr>
            <a:r>
              <a:rPr lang="en-US" sz="700" dirty="0">
                <a:solidFill>
                  <a:srgbClr val="E6F0F3"/>
                </a:solidFill>
              </a:rPr>
              <a:t>Extend access, optimize resources and strengthen preventive operations</a:t>
            </a:r>
            <a:endParaRPr lang="en-US" sz="700" dirty="0"/>
          </a:p>
        </p:txBody>
      </p:sp>
      <p:sp>
        <p:nvSpPr>
          <p:cNvPr id="196" name="Text 58">
            <a:extLst>
              <a:ext uri="{FF2B5EF4-FFF2-40B4-BE49-F238E27FC236}">
                <a16:creationId xmlns:a16="http://schemas.microsoft.com/office/drawing/2014/main" id="{D4CBABAD-7C0D-D12B-6FDB-EE7710C48C01}"/>
              </a:ext>
            </a:extLst>
          </p:cNvPr>
          <p:cNvSpPr/>
          <p:nvPr/>
        </p:nvSpPr>
        <p:spPr>
          <a:xfrm>
            <a:off x="694944" y="4663440"/>
            <a:ext cx="1325880" cy="91440"/>
          </a:xfrm>
          <a:prstGeom prst="rect">
            <a:avLst/>
          </a:prstGeom>
          <a:noFill/>
          <a:ln/>
        </p:spPr>
        <p:txBody>
          <a:bodyPr wrap="square" lIns="0" tIns="0" rIns="0" bIns="0" rtlCol="0" anchor="ctr"/>
          <a:lstStyle/>
          <a:p>
            <a:pPr marL="0" indent="0">
              <a:buNone/>
            </a:pPr>
            <a:r>
              <a:rPr lang="en-US" sz="700" b="1" dirty="0">
                <a:solidFill>
                  <a:srgbClr val="FFFFFF"/>
                </a:solidFill>
              </a:rPr>
              <a:t>4 USE CASES  |  4–12 MONTHS</a:t>
            </a:r>
            <a:endParaRPr lang="en-US" sz="700" dirty="0"/>
          </a:p>
        </p:txBody>
      </p:sp>
      <p:sp>
        <p:nvSpPr>
          <p:cNvPr id="199" name="Shape 59">
            <a:extLst>
              <a:ext uri="{FF2B5EF4-FFF2-40B4-BE49-F238E27FC236}">
                <a16:creationId xmlns:a16="http://schemas.microsoft.com/office/drawing/2014/main" id="{C6719DAD-B60F-2BAF-15A1-BDED184CEDF5}"/>
              </a:ext>
            </a:extLst>
          </p:cNvPr>
          <p:cNvSpPr/>
          <p:nvPr/>
        </p:nvSpPr>
        <p:spPr>
          <a:xfrm>
            <a:off x="2523744" y="3730752"/>
            <a:ext cx="2157984" cy="1143000"/>
          </a:xfrm>
          <a:prstGeom prst="roundRect">
            <a:avLst>
              <a:gd name="adj" fmla="val 5600"/>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000"/>
          </a:p>
        </p:txBody>
      </p:sp>
      <p:sp>
        <p:nvSpPr>
          <p:cNvPr id="203" name="Shape 60">
            <a:extLst>
              <a:ext uri="{FF2B5EF4-FFF2-40B4-BE49-F238E27FC236}">
                <a16:creationId xmlns:a16="http://schemas.microsoft.com/office/drawing/2014/main" id="{73B9B472-092D-5CB2-C25F-53FCBA4E0104}"/>
              </a:ext>
            </a:extLst>
          </p:cNvPr>
          <p:cNvSpPr/>
          <p:nvPr/>
        </p:nvSpPr>
        <p:spPr>
          <a:xfrm>
            <a:off x="2523744" y="3730752"/>
            <a:ext cx="64008" cy="1143000"/>
          </a:xfrm>
          <a:prstGeom prst="rect">
            <a:avLst/>
          </a:prstGeom>
          <a:solidFill>
            <a:srgbClr val="007CB0"/>
          </a:solidFill>
          <a:ln w="12700">
            <a:solidFill>
              <a:srgbClr val="007CB0"/>
            </a:solidFill>
            <a:prstDash val="solid"/>
          </a:ln>
        </p:spPr>
        <p:txBody>
          <a:bodyPr/>
          <a:lstStyle/>
          <a:p>
            <a:endParaRPr lang="en-IN" sz="2000"/>
          </a:p>
        </p:txBody>
      </p:sp>
      <p:sp>
        <p:nvSpPr>
          <p:cNvPr id="207" name="Shape 61">
            <a:extLst>
              <a:ext uri="{FF2B5EF4-FFF2-40B4-BE49-F238E27FC236}">
                <a16:creationId xmlns:a16="http://schemas.microsoft.com/office/drawing/2014/main" id="{93D130DB-7FC7-D0FE-F93F-6BE48BBECBC5}"/>
              </a:ext>
            </a:extLst>
          </p:cNvPr>
          <p:cNvSpPr/>
          <p:nvPr/>
        </p:nvSpPr>
        <p:spPr>
          <a:xfrm>
            <a:off x="2670048" y="3858768"/>
            <a:ext cx="347472" cy="347472"/>
          </a:xfrm>
          <a:prstGeom prst="ellipse">
            <a:avLst/>
          </a:prstGeom>
          <a:solidFill>
            <a:srgbClr val="007CB0"/>
          </a:solidFill>
          <a:ln w="12700">
            <a:solidFill>
              <a:srgbClr val="007CB0"/>
            </a:solidFill>
            <a:prstDash val="solid"/>
          </a:ln>
        </p:spPr>
        <p:txBody>
          <a:bodyPr/>
          <a:lstStyle/>
          <a:p>
            <a:endParaRPr lang="en-IN" sz="2000"/>
          </a:p>
        </p:txBody>
      </p:sp>
      <p:pic>
        <p:nvPicPr>
          <p:cNvPr id="211" name="Image 8" descr="preencoded.png">
            <a:extLst>
              <a:ext uri="{FF2B5EF4-FFF2-40B4-BE49-F238E27FC236}">
                <a16:creationId xmlns:a16="http://schemas.microsoft.com/office/drawing/2014/main" id="{720A084A-EE76-98F8-972D-ADEC98AB21F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770632" y="3959352"/>
            <a:ext cx="146304" cy="146304"/>
          </a:xfrm>
          <a:prstGeom prst="rect">
            <a:avLst/>
          </a:prstGeom>
        </p:spPr>
      </p:pic>
      <p:sp>
        <p:nvSpPr>
          <p:cNvPr id="215" name="Text 62">
            <a:extLst>
              <a:ext uri="{FF2B5EF4-FFF2-40B4-BE49-F238E27FC236}">
                <a16:creationId xmlns:a16="http://schemas.microsoft.com/office/drawing/2014/main" id="{3346F080-95AE-8659-1E22-789043308513}"/>
              </a:ext>
            </a:extLst>
          </p:cNvPr>
          <p:cNvSpPr/>
          <p:nvPr/>
        </p:nvSpPr>
        <p:spPr>
          <a:xfrm>
            <a:off x="3127248" y="3840480"/>
            <a:ext cx="1399032" cy="228600"/>
          </a:xfrm>
          <a:prstGeom prst="rect">
            <a:avLst/>
          </a:prstGeom>
          <a:noFill/>
          <a:ln/>
        </p:spPr>
        <p:txBody>
          <a:bodyPr wrap="square" lIns="0" tIns="0" rIns="0" bIns="0" rtlCol="0" anchor="ctr">
            <a:normAutofit/>
          </a:bodyPr>
          <a:lstStyle/>
          <a:p>
            <a:pPr marL="0" indent="0">
              <a:buNone/>
            </a:pPr>
            <a:r>
              <a:rPr lang="en-US" sz="900" b="1" dirty="0">
                <a:solidFill>
                  <a:srgbClr val="0B2739"/>
                </a:solidFill>
              </a:rPr>
              <a:t>Telemedicine support</a:t>
            </a:r>
            <a:endParaRPr lang="en-US" sz="900" dirty="0"/>
          </a:p>
        </p:txBody>
      </p:sp>
      <p:sp>
        <p:nvSpPr>
          <p:cNvPr id="219" name="Text 63">
            <a:extLst>
              <a:ext uri="{FF2B5EF4-FFF2-40B4-BE49-F238E27FC236}">
                <a16:creationId xmlns:a16="http://schemas.microsoft.com/office/drawing/2014/main" id="{3DFBC5F8-D598-6148-3AA8-D62097C0DF9D}"/>
              </a:ext>
            </a:extLst>
          </p:cNvPr>
          <p:cNvSpPr/>
          <p:nvPr/>
        </p:nvSpPr>
        <p:spPr>
          <a:xfrm>
            <a:off x="2679192" y="4215384"/>
            <a:ext cx="1847088" cy="228600"/>
          </a:xfrm>
          <a:prstGeom prst="rect">
            <a:avLst/>
          </a:prstGeom>
          <a:noFill/>
          <a:ln/>
        </p:spPr>
        <p:txBody>
          <a:bodyPr wrap="square" lIns="0" tIns="0" rIns="0" bIns="0" rtlCol="0" anchor="ctr">
            <a:noAutofit/>
          </a:bodyPr>
          <a:lstStyle/>
          <a:p>
            <a:pPr marL="0" indent="0">
              <a:buNone/>
            </a:pPr>
            <a:r>
              <a:rPr lang="en-US" sz="800" dirty="0">
                <a:solidFill>
                  <a:srgbClr val="596875"/>
                </a:solidFill>
              </a:rPr>
              <a:t>Decision support improves specialist access during remote consultations.</a:t>
            </a:r>
            <a:endParaRPr lang="en-US" sz="800" dirty="0"/>
          </a:p>
        </p:txBody>
      </p:sp>
      <p:sp>
        <p:nvSpPr>
          <p:cNvPr id="223" name="Shape 64">
            <a:extLst>
              <a:ext uri="{FF2B5EF4-FFF2-40B4-BE49-F238E27FC236}">
                <a16:creationId xmlns:a16="http://schemas.microsoft.com/office/drawing/2014/main" id="{343C32E7-2886-28FD-E23C-ABDD80D5C06A}"/>
              </a:ext>
            </a:extLst>
          </p:cNvPr>
          <p:cNvSpPr/>
          <p:nvPr/>
        </p:nvSpPr>
        <p:spPr>
          <a:xfrm>
            <a:off x="2670048" y="4562856"/>
            <a:ext cx="1865376" cy="192024"/>
          </a:xfrm>
          <a:prstGeom prst="roundRect">
            <a:avLst>
              <a:gd name="adj" fmla="val 47619"/>
            </a:avLst>
          </a:prstGeom>
          <a:solidFill>
            <a:srgbClr val="EBF5F8"/>
          </a:solidFill>
          <a:ln w="12700">
            <a:solidFill>
              <a:srgbClr val="EBF5F8"/>
            </a:solidFill>
            <a:prstDash val="solid"/>
          </a:ln>
        </p:spPr>
        <p:txBody>
          <a:bodyPr/>
          <a:lstStyle/>
          <a:p>
            <a:endParaRPr lang="en-IN" sz="2000"/>
          </a:p>
        </p:txBody>
      </p:sp>
      <p:sp>
        <p:nvSpPr>
          <p:cNvPr id="227" name="Text 65">
            <a:extLst>
              <a:ext uri="{FF2B5EF4-FFF2-40B4-BE49-F238E27FC236}">
                <a16:creationId xmlns:a16="http://schemas.microsoft.com/office/drawing/2014/main" id="{847C9F4C-B53F-3069-D1E3-AD39AFEE21B3}"/>
              </a:ext>
            </a:extLst>
          </p:cNvPr>
          <p:cNvSpPr/>
          <p:nvPr/>
        </p:nvSpPr>
        <p:spPr>
          <a:xfrm>
            <a:off x="2743200" y="4617720"/>
            <a:ext cx="1261872" cy="73152"/>
          </a:xfrm>
          <a:prstGeom prst="rect">
            <a:avLst/>
          </a:prstGeom>
          <a:noFill/>
          <a:ln/>
        </p:spPr>
        <p:txBody>
          <a:bodyPr wrap="square" lIns="0" tIns="0" rIns="0" bIns="0" rtlCol="0" anchor="ctr">
            <a:noAutofit/>
          </a:bodyPr>
          <a:lstStyle/>
          <a:p>
            <a:pPr marL="0" indent="0">
              <a:buNone/>
            </a:pPr>
            <a:r>
              <a:rPr lang="en-US" sz="600" b="1" dirty="0">
                <a:solidFill>
                  <a:srgbClr val="123B5D"/>
                </a:solidFill>
              </a:rPr>
              <a:t>GenAI • decision support</a:t>
            </a:r>
            <a:endParaRPr lang="en-US" sz="600" dirty="0"/>
          </a:p>
        </p:txBody>
      </p:sp>
      <p:sp>
        <p:nvSpPr>
          <p:cNvPr id="231" name="Text 66">
            <a:extLst>
              <a:ext uri="{FF2B5EF4-FFF2-40B4-BE49-F238E27FC236}">
                <a16:creationId xmlns:a16="http://schemas.microsoft.com/office/drawing/2014/main" id="{544A16F4-B245-9090-358A-787E22E57ACD}"/>
              </a:ext>
            </a:extLst>
          </p:cNvPr>
          <p:cNvSpPr/>
          <p:nvPr/>
        </p:nvSpPr>
        <p:spPr>
          <a:xfrm>
            <a:off x="4023360" y="4608576"/>
            <a:ext cx="438912" cy="82296"/>
          </a:xfrm>
          <a:prstGeom prst="rect">
            <a:avLst/>
          </a:prstGeom>
          <a:noFill/>
          <a:ln/>
        </p:spPr>
        <p:txBody>
          <a:bodyPr wrap="square" lIns="0" tIns="0" rIns="0" bIns="0" rtlCol="0" anchor="ctr"/>
          <a:lstStyle/>
          <a:p>
            <a:pPr marL="0" indent="0" algn="r">
              <a:buNone/>
            </a:pPr>
            <a:r>
              <a:rPr lang="en-US" sz="700" b="1" dirty="0">
                <a:solidFill>
                  <a:srgbClr val="007CB0"/>
                </a:solidFill>
              </a:rPr>
              <a:t>4–6 mo</a:t>
            </a:r>
            <a:endParaRPr lang="en-US" sz="700" dirty="0"/>
          </a:p>
        </p:txBody>
      </p:sp>
      <p:sp>
        <p:nvSpPr>
          <p:cNvPr id="235" name="Shape 67">
            <a:extLst>
              <a:ext uri="{FF2B5EF4-FFF2-40B4-BE49-F238E27FC236}">
                <a16:creationId xmlns:a16="http://schemas.microsoft.com/office/drawing/2014/main" id="{5F5E0282-7DD3-82EC-0EFD-39919A1D2F74}"/>
              </a:ext>
            </a:extLst>
          </p:cNvPr>
          <p:cNvSpPr/>
          <p:nvPr/>
        </p:nvSpPr>
        <p:spPr>
          <a:xfrm>
            <a:off x="4809744" y="3730752"/>
            <a:ext cx="2157984" cy="1143000"/>
          </a:xfrm>
          <a:prstGeom prst="roundRect">
            <a:avLst>
              <a:gd name="adj" fmla="val 5600"/>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000"/>
          </a:p>
        </p:txBody>
      </p:sp>
      <p:sp>
        <p:nvSpPr>
          <p:cNvPr id="239" name="Shape 68">
            <a:extLst>
              <a:ext uri="{FF2B5EF4-FFF2-40B4-BE49-F238E27FC236}">
                <a16:creationId xmlns:a16="http://schemas.microsoft.com/office/drawing/2014/main" id="{B21B2535-1460-EB54-AF37-4BB1558A1C50}"/>
              </a:ext>
            </a:extLst>
          </p:cNvPr>
          <p:cNvSpPr/>
          <p:nvPr/>
        </p:nvSpPr>
        <p:spPr>
          <a:xfrm>
            <a:off x="4809744" y="3730752"/>
            <a:ext cx="64008" cy="1143000"/>
          </a:xfrm>
          <a:prstGeom prst="rect">
            <a:avLst/>
          </a:prstGeom>
          <a:solidFill>
            <a:srgbClr val="20B5D5"/>
          </a:solidFill>
          <a:ln w="12700">
            <a:solidFill>
              <a:srgbClr val="20B5D5"/>
            </a:solidFill>
            <a:prstDash val="solid"/>
          </a:ln>
        </p:spPr>
        <p:txBody>
          <a:bodyPr/>
          <a:lstStyle/>
          <a:p>
            <a:endParaRPr lang="en-IN" sz="2000"/>
          </a:p>
        </p:txBody>
      </p:sp>
      <p:sp>
        <p:nvSpPr>
          <p:cNvPr id="243" name="Shape 69">
            <a:extLst>
              <a:ext uri="{FF2B5EF4-FFF2-40B4-BE49-F238E27FC236}">
                <a16:creationId xmlns:a16="http://schemas.microsoft.com/office/drawing/2014/main" id="{A6C321DD-E7A1-A332-63EE-4389BCFD0C62}"/>
              </a:ext>
            </a:extLst>
          </p:cNvPr>
          <p:cNvSpPr/>
          <p:nvPr/>
        </p:nvSpPr>
        <p:spPr>
          <a:xfrm>
            <a:off x="4956048" y="3858768"/>
            <a:ext cx="347472" cy="347472"/>
          </a:xfrm>
          <a:prstGeom prst="ellipse">
            <a:avLst/>
          </a:prstGeom>
          <a:solidFill>
            <a:srgbClr val="20B5D5"/>
          </a:solidFill>
          <a:ln w="12700">
            <a:solidFill>
              <a:srgbClr val="20B5D5"/>
            </a:solidFill>
            <a:prstDash val="solid"/>
          </a:ln>
        </p:spPr>
        <p:txBody>
          <a:bodyPr/>
          <a:lstStyle/>
          <a:p>
            <a:endParaRPr lang="en-IN" sz="2000"/>
          </a:p>
        </p:txBody>
      </p:sp>
      <p:pic>
        <p:nvPicPr>
          <p:cNvPr id="247" name="Image 9" descr="preencoded.png">
            <a:extLst>
              <a:ext uri="{FF2B5EF4-FFF2-40B4-BE49-F238E27FC236}">
                <a16:creationId xmlns:a16="http://schemas.microsoft.com/office/drawing/2014/main" id="{9AEFDE03-FC97-4C78-8593-5EE54567D4B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056632" y="3959352"/>
            <a:ext cx="146304" cy="146304"/>
          </a:xfrm>
          <a:prstGeom prst="rect">
            <a:avLst/>
          </a:prstGeom>
        </p:spPr>
      </p:pic>
      <p:sp>
        <p:nvSpPr>
          <p:cNvPr id="251" name="Text 70">
            <a:extLst>
              <a:ext uri="{FF2B5EF4-FFF2-40B4-BE49-F238E27FC236}">
                <a16:creationId xmlns:a16="http://schemas.microsoft.com/office/drawing/2014/main" id="{3924F118-CBA8-974B-F3D8-068DF5A5005E}"/>
              </a:ext>
            </a:extLst>
          </p:cNvPr>
          <p:cNvSpPr/>
          <p:nvPr/>
        </p:nvSpPr>
        <p:spPr>
          <a:xfrm>
            <a:off x="5413248" y="3840480"/>
            <a:ext cx="1399032" cy="228600"/>
          </a:xfrm>
          <a:prstGeom prst="rect">
            <a:avLst/>
          </a:prstGeom>
          <a:noFill/>
          <a:ln/>
        </p:spPr>
        <p:txBody>
          <a:bodyPr wrap="square" lIns="0" tIns="0" rIns="0" bIns="0" rtlCol="0" anchor="ctr">
            <a:normAutofit/>
          </a:bodyPr>
          <a:lstStyle/>
          <a:p>
            <a:pPr marL="0" indent="0">
              <a:buNone/>
            </a:pPr>
            <a:r>
              <a:rPr lang="en-US" sz="900" b="1" dirty="0">
                <a:solidFill>
                  <a:srgbClr val="0B2739"/>
                </a:solidFill>
              </a:rPr>
              <a:t>Hospital optimization</a:t>
            </a:r>
            <a:endParaRPr lang="en-US" sz="900" dirty="0"/>
          </a:p>
        </p:txBody>
      </p:sp>
      <p:sp>
        <p:nvSpPr>
          <p:cNvPr id="255" name="Text 71">
            <a:extLst>
              <a:ext uri="{FF2B5EF4-FFF2-40B4-BE49-F238E27FC236}">
                <a16:creationId xmlns:a16="http://schemas.microsoft.com/office/drawing/2014/main" id="{8E5F6960-1484-4A27-5323-64F219F65BF7}"/>
              </a:ext>
            </a:extLst>
          </p:cNvPr>
          <p:cNvSpPr/>
          <p:nvPr/>
        </p:nvSpPr>
        <p:spPr>
          <a:xfrm>
            <a:off x="4965192" y="4215384"/>
            <a:ext cx="1847088" cy="228600"/>
          </a:xfrm>
          <a:prstGeom prst="rect">
            <a:avLst/>
          </a:prstGeom>
          <a:noFill/>
          <a:ln/>
        </p:spPr>
        <p:txBody>
          <a:bodyPr wrap="square" lIns="0" tIns="0" rIns="0" bIns="0" rtlCol="0" anchor="ctr">
            <a:noAutofit/>
          </a:bodyPr>
          <a:lstStyle/>
          <a:p>
            <a:pPr marL="0" indent="0">
              <a:buNone/>
            </a:pPr>
            <a:r>
              <a:rPr lang="en-US" sz="800" dirty="0">
                <a:solidFill>
                  <a:srgbClr val="596875"/>
                </a:solidFill>
              </a:rPr>
              <a:t>Forecast demand and improve allocation of beds, staff and supplies.</a:t>
            </a:r>
            <a:endParaRPr lang="en-US" sz="800" dirty="0"/>
          </a:p>
        </p:txBody>
      </p:sp>
      <p:sp>
        <p:nvSpPr>
          <p:cNvPr id="259" name="Shape 72">
            <a:extLst>
              <a:ext uri="{FF2B5EF4-FFF2-40B4-BE49-F238E27FC236}">
                <a16:creationId xmlns:a16="http://schemas.microsoft.com/office/drawing/2014/main" id="{DF4D2E3B-7AA6-77B9-587F-FB6EFE82FA9E}"/>
              </a:ext>
            </a:extLst>
          </p:cNvPr>
          <p:cNvSpPr/>
          <p:nvPr/>
        </p:nvSpPr>
        <p:spPr>
          <a:xfrm>
            <a:off x="4956048" y="4562856"/>
            <a:ext cx="1865376" cy="192024"/>
          </a:xfrm>
          <a:prstGeom prst="roundRect">
            <a:avLst>
              <a:gd name="adj" fmla="val 47619"/>
            </a:avLst>
          </a:prstGeom>
          <a:solidFill>
            <a:srgbClr val="EBF5F8"/>
          </a:solidFill>
          <a:ln w="12700">
            <a:solidFill>
              <a:srgbClr val="EBF5F8"/>
            </a:solidFill>
            <a:prstDash val="solid"/>
          </a:ln>
        </p:spPr>
        <p:txBody>
          <a:bodyPr/>
          <a:lstStyle/>
          <a:p>
            <a:endParaRPr lang="en-IN" sz="2000"/>
          </a:p>
        </p:txBody>
      </p:sp>
      <p:sp>
        <p:nvSpPr>
          <p:cNvPr id="263" name="Text 73">
            <a:extLst>
              <a:ext uri="{FF2B5EF4-FFF2-40B4-BE49-F238E27FC236}">
                <a16:creationId xmlns:a16="http://schemas.microsoft.com/office/drawing/2014/main" id="{5159B547-D00D-7A73-70F7-11556181AA77}"/>
              </a:ext>
            </a:extLst>
          </p:cNvPr>
          <p:cNvSpPr/>
          <p:nvPr/>
        </p:nvSpPr>
        <p:spPr>
          <a:xfrm>
            <a:off x="5029200" y="4617720"/>
            <a:ext cx="1261872" cy="73152"/>
          </a:xfrm>
          <a:prstGeom prst="rect">
            <a:avLst/>
          </a:prstGeom>
          <a:noFill/>
          <a:ln/>
        </p:spPr>
        <p:txBody>
          <a:bodyPr wrap="square" lIns="0" tIns="0" rIns="0" bIns="0" rtlCol="0" anchor="ctr">
            <a:noAutofit/>
          </a:bodyPr>
          <a:lstStyle/>
          <a:p>
            <a:pPr marL="0" indent="0">
              <a:buNone/>
            </a:pPr>
            <a:r>
              <a:rPr lang="en-US" sz="600" b="1" dirty="0">
                <a:solidFill>
                  <a:srgbClr val="123B5D"/>
                </a:solidFill>
              </a:rPr>
              <a:t>AI forecasting</a:t>
            </a:r>
            <a:endParaRPr lang="en-US" sz="600" dirty="0"/>
          </a:p>
        </p:txBody>
      </p:sp>
      <p:sp>
        <p:nvSpPr>
          <p:cNvPr id="267" name="Text 74">
            <a:extLst>
              <a:ext uri="{FF2B5EF4-FFF2-40B4-BE49-F238E27FC236}">
                <a16:creationId xmlns:a16="http://schemas.microsoft.com/office/drawing/2014/main" id="{23FCDF21-4CED-9B7A-CB69-810C45C7DB51}"/>
              </a:ext>
            </a:extLst>
          </p:cNvPr>
          <p:cNvSpPr/>
          <p:nvPr/>
        </p:nvSpPr>
        <p:spPr>
          <a:xfrm>
            <a:off x="6309360" y="4608576"/>
            <a:ext cx="438912" cy="82296"/>
          </a:xfrm>
          <a:prstGeom prst="rect">
            <a:avLst/>
          </a:prstGeom>
          <a:noFill/>
          <a:ln/>
        </p:spPr>
        <p:txBody>
          <a:bodyPr wrap="square" lIns="0" tIns="0" rIns="0" bIns="0" rtlCol="0" anchor="ctr"/>
          <a:lstStyle/>
          <a:p>
            <a:pPr marL="0" indent="0" algn="r">
              <a:buNone/>
            </a:pPr>
            <a:r>
              <a:rPr lang="en-US" sz="700" b="1" dirty="0">
                <a:solidFill>
                  <a:srgbClr val="20B5D5"/>
                </a:solidFill>
              </a:rPr>
              <a:t>6–7 mo</a:t>
            </a:r>
            <a:endParaRPr lang="en-US" sz="700" dirty="0"/>
          </a:p>
        </p:txBody>
      </p:sp>
      <p:sp>
        <p:nvSpPr>
          <p:cNvPr id="271" name="Shape 75">
            <a:extLst>
              <a:ext uri="{FF2B5EF4-FFF2-40B4-BE49-F238E27FC236}">
                <a16:creationId xmlns:a16="http://schemas.microsoft.com/office/drawing/2014/main" id="{85DB4983-96A6-DBDB-3BCE-07D43BA65FB7}"/>
              </a:ext>
            </a:extLst>
          </p:cNvPr>
          <p:cNvSpPr/>
          <p:nvPr/>
        </p:nvSpPr>
        <p:spPr>
          <a:xfrm>
            <a:off x="7095744" y="3730752"/>
            <a:ext cx="2157984" cy="1143000"/>
          </a:xfrm>
          <a:prstGeom prst="roundRect">
            <a:avLst>
              <a:gd name="adj" fmla="val 5600"/>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000"/>
          </a:p>
        </p:txBody>
      </p:sp>
      <p:sp>
        <p:nvSpPr>
          <p:cNvPr id="275" name="Shape 76">
            <a:extLst>
              <a:ext uri="{FF2B5EF4-FFF2-40B4-BE49-F238E27FC236}">
                <a16:creationId xmlns:a16="http://schemas.microsoft.com/office/drawing/2014/main" id="{C0EDBD25-74E1-535D-65DB-8AAF2CAE28C1}"/>
              </a:ext>
            </a:extLst>
          </p:cNvPr>
          <p:cNvSpPr/>
          <p:nvPr/>
        </p:nvSpPr>
        <p:spPr>
          <a:xfrm>
            <a:off x="7095744" y="3730752"/>
            <a:ext cx="64008" cy="1143000"/>
          </a:xfrm>
          <a:prstGeom prst="rect">
            <a:avLst/>
          </a:prstGeom>
          <a:solidFill>
            <a:srgbClr val="118B91"/>
          </a:solidFill>
          <a:ln w="12700">
            <a:solidFill>
              <a:srgbClr val="118B91"/>
            </a:solidFill>
            <a:prstDash val="solid"/>
          </a:ln>
        </p:spPr>
        <p:txBody>
          <a:bodyPr/>
          <a:lstStyle/>
          <a:p>
            <a:endParaRPr lang="en-IN" sz="2000"/>
          </a:p>
        </p:txBody>
      </p:sp>
      <p:sp>
        <p:nvSpPr>
          <p:cNvPr id="279" name="Shape 77">
            <a:extLst>
              <a:ext uri="{FF2B5EF4-FFF2-40B4-BE49-F238E27FC236}">
                <a16:creationId xmlns:a16="http://schemas.microsoft.com/office/drawing/2014/main" id="{C760CAC4-5B74-CCBC-EDEE-09BD7EB0CCDA}"/>
              </a:ext>
            </a:extLst>
          </p:cNvPr>
          <p:cNvSpPr/>
          <p:nvPr/>
        </p:nvSpPr>
        <p:spPr>
          <a:xfrm>
            <a:off x="7242048" y="3858768"/>
            <a:ext cx="347472" cy="347472"/>
          </a:xfrm>
          <a:prstGeom prst="ellipse">
            <a:avLst/>
          </a:prstGeom>
          <a:solidFill>
            <a:srgbClr val="118B91"/>
          </a:solidFill>
          <a:ln w="12700">
            <a:solidFill>
              <a:srgbClr val="118B91"/>
            </a:solidFill>
            <a:prstDash val="solid"/>
          </a:ln>
        </p:spPr>
        <p:txBody>
          <a:bodyPr/>
          <a:lstStyle/>
          <a:p>
            <a:endParaRPr lang="en-IN" sz="2000"/>
          </a:p>
        </p:txBody>
      </p:sp>
      <p:pic>
        <p:nvPicPr>
          <p:cNvPr id="283" name="Image 10" descr="preencoded.png">
            <a:extLst>
              <a:ext uri="{FF2B5EF4-FFF2-40B4-BE49-F238E27FC236}">
                <a16:creationId xmlns:a16="http://schemas.microsoft.com/office/drawing/2014/main" id="{93974C2D-23D2-5B66-4F60-8800745E7745}"/>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342632" y="3959352"/>
            <a:ext cx="146304" cy="146304"/>
          </a:xfrm>
          <a:prstGeom prst="rect">
            <a:avLst/>
          </a:prstGeom>
        </p:spPr>
      </p:pic>
      <p:sp>
        <p:nvSpPr>
          <p:cNvPr id="287" name="Text 78">
            <a:extLst>
              <a:ext uri="{FF2B5EF4-FFF2-40B4-BE49-F238E27FC236}">
                <a16:creationId xmlns:a16="http://schemas.microsoft.com/office/drawing/2014/main" id="{05CD7771-E3A6-0A1A-22D6-8CDE706C1C28}"/>
              </a:ext>
            </a:extLst>
          </p:cNvPr>
          <p:cNvSpPr/>
          <p:nvPr/>
        </p:nvSpPr>
        <p:spPr>
          <a:xfrm>
            <a:off x="7699248" y="3840480"/>
            <a:ext cx="1399032" cy="228600"/>
          </a:xfrm>
          <a:prstGeom prst="rect">
            <a:avLst/>
          </a:prstGeom>
          <a:noFill/>
          <a:ln/>
        </p:spPr>
        <p:txBody>
          <a:bodyPr wrap="square" lIns="0" tIns="0" rIns="0" bIns="0" rtlCol="0" anchor="ctr">
            <a:normAutofit/>
          </a:bodyPr>
          <a:lstStyle/>
          <a:p>
            <a:pPr marL="0" indent="0">
              <a:buNone/>
            </a:pPr>
            <a:r>
              <a:rPr lang="en-US" sz="900" b="1" dirty="0">
                <a:solidFill>
                  <a:srgbClr val="0B2739"/>
                </a:solidFill>
              </a:rPr>
              <a:t>Smart waste routing</a:t>
            </a:r>
            <a:endParaRPr lang="en-US" sz="900" dirty="0"/>
          </a:p>
        </p:txBody>
      </p:sp>
      <p:sp>
        <p:nvSpPr>
          <p:cNvPr id="291" name="Text 79">
            <a:extLst>
              <a:ext uri="{FF2B5EF4-FFF2-40B4-BE49-F238E27FC236}">
                <a16:creationId xmlns:a16="http://schemas.microsoft.com/office/drawing/2014/main" id="{3D6109B8-BD73-6DDA-E6A9-9F3D83008690}"/>
              </a:ext>
            </a:extLst>
          </p:cNvPr>
          <p:cNvSpPr/>
          <p:nvPr/>
        </p:nvSpPr>
        <p:spPr>
          <a:xfrm>
            <a:off x="7251192" y="4215384"/>
            <a:ext cx="1847088" cy="228600"/>
          </a:xfrm>
          <a:prstGeom prst="rect">
            <a:avLst/>
          </a:prstGeom>
          <a:noFill/>
          <a:ln/>
        </p:spPr>
        <p:txBody>
          <a:bodyPr wrap="square" lIns="0" tIns="0" rIns="0" bIns="0" rtlCol="0" anchor="ctr">
            <a:noAutofit/>
          </a:bodyPr>
          <a:lstStyle/>
          <a:p>
            <a:pPr marL="0" indent="0">
              <a:buNone/>
            </a:pPr>
            <a:r>
              <a:rPr lang="en-US" sz="800" dirty="0">
                <a:solidFill>
                  <a:srgbClr val="596875"/>
                </a:solidFill>
              </a:rPr>
              <a:t>Optimize collection using fleet, bin, traffic and coverage data.</a:t>
            </a:r>
            <a:endParaRPr lang="en-US" sz="800" dirty="0"/>
          </a:p>
        </p:txBody>
      </p:sp>
      <p:sp>
        <p:nvSpPr>
          <p:cNvPr id="295" name="Shape 80">
            <a:extLst>
              <a:ext uri="{FF2B5EF4-FFF2-40B4-BE49-F238E27FC236}">
                <a16:creationId xmlns:a16="http://schemas.microsoft.com/office/drawing/2014/main" id="{F6C43E47-391E-4CF6-2DA7-5CF00B7B3868}"/>
              </a:ext>
            </a:extLst>
          </p:cNvPr>
          <p:cNvSpPr/>
          <p:nvPr/>
        </p:nvSpPr>
        <p:spPr>
          <a:xfrm>
            <a:off x="7242048" y="4562856"/>
            <a:ext cx="1865376" cy="192024"/>
          </a:xfrm>
          <a:prstGeom prst="roundRect">
            <a:avLst>
              <a:gd name="adj" fmla="val 47619"/>
            </a:avLst>
          </a:prstGeom>
          <a:solidFill>
            <a:srgbClr val="E7F4F1"/>
          </a:solidFill>
          <a:ln w="12700">
            <a:solidFill>
              <a:srgbClr val="E7F4F1"/>
            </a:solidFill>
            <a:prstDash val="solid"/>
          </a:ln>
        </p:spPr>
        <p:txBody>
          <a:bodyPr/>
          <a:lstStyle/>
          <a:p>
            <a:endParaRPr lang="en-IN" sz="2000"/>
          </a:p>
        </p:txBody>
      </p:sp>
      <p:sp>
        <p:nvSpPr>
          <p:cNvPr id="299" name="Text 81">
            <a:extLst>
              <a:ext uri="{FF2B5EF4-FFF2-40B4-BE49-F238E27FC236}">
                <a16:creationId xmlns:a16="http://schemas.microsoft.com/office/drawing/2014/main" id="{B11E4A0D-88B3-CAC3-6E9C-A0E1F813B9F0}"/>
              </a:ext>
            </a:extLst>
          </p:cNvPr>
          <p:cNvSpPr/>
          <p:nvPr/>
        </p:nvSpPr>
        <p:spPr>
          <a:xfrm>
            <a:off x="7315200" y="4617720"/>
            <a:ext cx="1261872" cy="73152"/>
          </a:xfrm>
          <a:prstGeom prst="rect">
            <a:avLst/>
          </a:prstGeom>
          <a:noFill/>
          <a:ln/>
        </p:spPr>
        <p:txBody>
          <a:bodyPr wrap="square" lIns="0" tIns="0" rIns="0" bIns="0" rtlCol="0" anchor="ctr">
            <a:noAutofit/>
          </a:bodyPr>
          <a:lstStyle/>
          <a:p>
            <a:pPr marL="0" indent="0">
              <a:buNone/>
            </a:pPr>
            <a:r>
              <a:rPr lang="en-US" sz="600" b="1" dirty="0">
                <a:solidFill>
                  <a:srgbClr val="123B5D"/>
                </a:solidFill>
              </a:rPr>
              <a:t>GPS/IoT • optimization AI</a:t>
            </a:r>
            <a:endParaRPr lang="en-US" sz="600" dirty="0"/>
          </a:p>
        </p:txBody>
      </p:sp>
      <p:sp>
        <p:nvSpPr>
          <p:cNvPr id="303" name="Text 82">
            <a:extLst>
              <a:ext uri="{FF2B5EF4-FFF2-40B4-BE49-F238E27FC236}">
                <a16:creationId xmlns:a16="http://schemas.microsoft.com/office/drawing/2014/main" id="{BE80071D-E6CB-C41B-4B91-2B8D78C91FD8}"/>
              </a:ext>
            </a:extLst>
          </p:cNvPr>
          <p:cNvSpPr/>
          <p:nvPr/>
        </p:nvSpPr>
        <p:spPr>
          <a:xfrm>
            <a:off x="8595360" y="4608576"/>
            <a:ext cx="438912" cy="82296"/>
          </a:xfrm>
          <a:prstGeom prst="rect">
            <a:avLst/>
          </a:prstGeom>
          <a:noFill/>
          <a:ln/>
        </p:spPr>
        <p:txBody>
          <a:bodyPr wrap="square" lIns="0" tIns="0" rIns="0" bIns="0" rtlCol="0" anchor="ctr"/>
          <a:lstStyle/>
          <a:p>
            <a:pPr marL="0" indent="0" algn="r">
              <a:buNone/>
            </a:pPr>
            <a:r>
              <a:rPr lang="en-US" sz="700" b="1" dirty="0">
                <a:solidFill>
                  <a:srgbClr val="118B91"/>
                </a:solidFill>
              </a:rPr>
              <a:t>6–9 mo</a:t>
            </a:r>
            <a:endParaRPr lang="en-US" sz="700" dirty="0"/>
          </a:p>
        </p:txBody>
      </p:sp>
      <p:sp>
        <p:nvSpPr>
          <p:cNvPr id="307" name="Shape 83">
            <a:extLst>
              <a:ext uri="{FF2B5EF4-FFF2-40B4-BE49-F238E27FC236}">
                <a16:creationId xmlns:a16="http://schemas.microsoft.com/office/drawing/2014/main" id="{D95CB667-42FD-7572-DF9A-390E79CD531B}"/>
              </a:ext>
            </a:extLst>
          </p:cNvPr>
          <p:cNvSpPr/>
          <p:nvPr/>
        </p:nvSpPr>
        <p:spPr>
          <a:xfrm>
            <a:off x="9381744" y="3730752"/>
            <a:ext cx="2157984" cy="1143000"/>
          </a:xfrm>
          <a:prstGeom prst="roundRect">
            <a:avLst>
              <a:gd name="adj" fmla="val 5600"/>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000"/>
          </a:p>
        </p:txBody>
      </p:sp>
      <p:sp>
        <p:nvSpPr>
          <p:cNvPr id="311" name="Shape 84">
            <a:extLst>
              <a:ext uri="{FF2B5EF4-FFF2-40B4-BE49-F238E27FC236}">
                <a16:creationId xmlns:a16="http://schemas.microsoft.com/office/drawing/2014/main" id="{CB59E605-EF84-998C-070E-C60E8E46D8C4}"/>
              </a:ext>
            </a:extLst>
          </p:cNvPr>
          <p:cNvSpPr/>
          <p:nvPr/>
        </p:nvSpPr>
        <p:spPr>
          <a:xfrm>
            <a:off x="9381744" y="3730752"/>
            <a:ext cx="64008" cy="1143000"/>
          </a:xfrm>
          <a:prstGeom prst="rect">
            <a:avLst/>
          </a:prstGeom>
          <a:solidFill>
            <a:srgbClr val="007CB0"/>
          </a:solidFill>
          <a:ln w="12700">
            <a:solidFill>
              <a:srgbClr val="007CB0"/>
            </a:solidFill>
            <a:prstDash val="solid"/>
          </a:ln>
        </p:spPr>
        <p:txBody>
          <a:bodyPr/>
          <a:lstStyle/>
          <a:p>
            <a:endParaRPr lang="en-IN" sz="2000"/>
          </a:p>
        </p:txBody>
      </p:sp>
      <p:sp>
        <p:nvSpPr>
          <p:cNvPr id="315" name="Shape 85">
            <a:extLst>
              <a:ext uri="{FF2B5EF4-FFF2-40B4-BE49-F238E27FC236}">
                <a16:creationId xmlns:a16="http://schemas.microsoft.com/office/drawing/2014/main" id="{8F30E9BF-316E-1CCE-0B90-32291C8E7791}"/>
              </a:ext>
            </a:extLst>
          </p:cNvPr>
          <p:cNvSpPr/>
          <p:nvPr/>
        </p:nvSpPr>
        <p:spPr>
          <a:xfrm>
            <a:off x="9528048" y="3858768"/>
            <a:ext cx="347472" cy="347472"/>
          </a:xfrm>
          <a:prstGeom prst="ellipse">
            <a:avLst/>
          </a:prstGeom>
          <a:solidFill>
            <a:srgbClr val="007CB0"/>
          </a:solidFill>
          <a:ln w="12700">
            <a:solidFill>
              <a:srgbClr val="007CB0"/>
            </a:solidFill>
            <a:prstDash val="solid"/>
          </a:ln>
        </p:spPr>
        <p:txBody>
          <a:bodyPr/>
          <a:lstStyle/>
          <a:p>
            <a:endParaRPr lang="en-IN" sz="2000"/>
          </a:p>
        </p:txBody>
      </p:sp>
      <p:pic>
        <p:nvPicPr>
          <p:cNvPr id="319" name="Image 11" descr="preencoded.png">
            <a:extLst>
              <a:ext uri="{FF2B5EF4-FFF2-40B4-BE49-F238E27FC236}">
                <a16:creationId xmlns:a16="http://schemas.microsoft.com/office/drawing/2014/main" id="{08ECFE0D-1F8D-4944-0E45-DB3F653D9118}"/>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628632" y="3959352"/>
            <a:ext cx="146304" cy="146304"/>
          </a:xfrm>
          <a:prstGeom prst="rect">
            <a:avLst/>
          </a:prstGeom>
        </p:spPr>
      </p:pic>
      <p:sp>
        <p:nvSpPr>
          <p:cNvPr id="323" name="Text 86">
            <a:extLst>
              <a:ext uri="{FF2B5EF4-FFF2-40B4-BE49-F238E27FC236}">
                <a16:creationId xmlns:a16="http://schemas.microsoft.com/office/drawing/2014/main" id="{2167BD91-6B0F-B522-ADA5-46740B199EAF}"/>
              </a:ext>
            </a:extLst>
          </p:cNvPr>
          <p:cNvSpPr/>
          <p:nvPr/>
        </p:nvSpPr>
        <p:spPr>
          <a:xfrm>
            <a:off x="9985248" y="3840480"/>
            <a:ext cx="1399032" cy="228600"/>
          </a:xfrm>
          <a:prstGeom prst="rect">
            <a:avLst/>
          </a:prstGeom>
          <a:noFill/>
          <a:ln/>
        </p:spPr>
        <p:txBody>
          <a:bodyPr wrap="square" lIns="0" tIns="0" rIns="0" bIns="0" rtlCol="0" anchor="ctr">
            <a:normAutofit/>
          </a:bodyPr>
          <a:lstStyle/>
          <a:p>
            <a:pPr marL="0" indent="0">
              <a:buNone/>
            </a:pPr>
            <a:r>
              <a:rPr lang="en-US" sz="900" b="1" dirty="0">
                <a:solidFill>
                  <a:srgbClr val="0B2739"/>
                </a:solidFill>
              </a:rPr>
              <a:t>Epidemic early warning</a:t>
            </a:r>
            <a:endParaRPr lang="en-US" sz="900" dirty="0"/>
          </a:p>
        </p:txBody>
      </p:sp>
      <p:sp>
        <p:nvSpPr>
          <p:cNvPr id="327" name="Text 87">
            <a:extLst>
              <a:ext uri="{FF2B5EF4-FFF2-40B4-BE49-F238E27FC236}">
                <a16:creationId xmlns:a16="http://schemas.microsoft.com/office/drawing/2014/main" id="{402A0F88-909B-B550-2346-85805D8AC194}"/>
              </a:ext>
            </a:extLst>
          </p:cNvPr>
          <p:cNvSpPr/>
          <p:nvPr/>
        </p:nvSpPr>
        <p:spPr>
          <a:xfrm>
            <a:off x="9537192" y="4215384"/>
            <a:ext cx="1847088" cy="228600"/>
          </a:xfrm>
          <a:prstGeom prst="rect">
            <a:avLst/>
          </a:prstGeom>
          <a:noFill/>
          <a:ln/>
        </p:spPr>
        <p:txBody>
          <a:bodyPr wrap="square" lIns="0" tIns="0" rIns="0" bIns="0" rtlCol="0" anchor="ctr">
            <a:noAutofit/>
          </a:bodyPr>
          <a:lstStyle/>
          <a:p>
            <a:pPr marL="0" indent="0">
              <a:buNone/>
            </a:pPr>
            <a:r>
              <a:rPr lang="en-US" sz="800" dirty="0">
                <a:solidFill>
                  <a:srgbClr val="596875"/>
                </a:solidFill>
              </a:rPr>
              <a:t>Monitor outbreak signals for earlier detection and coordinated response.</a:t>
            </a:r>
            <a:endParaRPr lang="en-US" sz="800" dirty="0"/>
          </a:p>
        </p:txBody>
      </p:sp>
      <p:sp>
        <p:nvSpPr>
          <p:cNvPr id="331" name="Shape 88">
            <a:extLst>
              <a:ext uri="{FF2B5EF4-FFF2-40B4-BE49-F238E27FC236}">
                <a16:creationId xmlns:a16="http://schemas.microsoft.com/office/drawing/2014/main" id="{CA552615-42C7-E5E1-9E47-E095DE1FDFE0}"/>
              </a:ext>
            </a:extLst>
          </p:cNvPr>
          <p:cNvSpPr/>
          <p:nvPr/>
        </p:nvSpPr>
        <p:spPr>
          <a:xfrm>
            <a:off x="9528048" y="4562856"/>
            <a:ext cx="1865376" cy="192024"/>
          </a:xfrm>
          <a:prstGeom prst="roundRect">
            <a:avLst>
              <a:gd name="adj" fmla="val 47619"/>
            </a:avLst>
          </a:prstGeom>
          <a:solidFill>
            <a:srgbClr val="EBF5F8"/>
          </a:solidFill>
          <a:ln w="12700">
            <a:solidFill>
              <a:srgbClr val="EBF5F8"/>
            </a:solidFill>
            <a:prstDash val="solid"/>
          </a:ln>
        </p:spPr>
        <p:txBody>
          <a:bodyPr/>
          <a:lstStyle/>
          <a:p>
            <a:endParaRPr lang="en-IN" sz="2000"/>
          </a:p>
        </p:txBody>
      </p:sp>
      <p:sp>
        <p:nvSpPr>
          <p:cNvPr id="335" name="Text 89">
            <a:extLst>
              <a:ext uri="{FF2B5EF4-FFF2-40B4-BE49-F238E27FC236}">
                <a16:creationId xmlns:a16="http://schemas.microsoft.com/office/drawing/2014/main" id="{980C0F1D-7602-EC8F-1CBF-3D7121478E8F}"/>
              </a:ext>
            </a:extLst>
          </p:cNvPr>
          <p:cNvSpPr/>
          <p:nvPr/>
        </p:nvSpPr>
        <p:spPr>
          <a:xfrm>
            <a:off x="9601200" y="4617720"/>
            <a:ext cx="1261872" cy="73152"/>
          </a:xfrm>
          <a:prstGeom prst="rect">
            <a:avLst/>
          </a:prstGeom>
          <a:noFill/>
          <a:ln/>
        </p:spPr>
        <p:txBody>
          <a:bodyPr wrap="square" lIns="0" tIns="0" rIns="0" bIns="0" rtlCol="0" anchor="ctr">
            <a:noAutofit/>
          </a:bodyPr>
          <a:lstStyle/>
          <a:p>
            <a:pPr marL="0" indent="0">
              <a:buNone/>
            </a:pPr>
            <a:r>
              <a:rPr lang="en-US" sz="600" b="1" dirty="0">
                <a:solidFill>
                  <a:srgbClr val="123B5D"/>
                </a:solidFill>
              </a:rPr>
              <a:t>Surveillance • ML</a:t>
            </a:r>
            <a:endParaRPr lang="en-US" sz="600" dirty="0"/>
          </a:p>
        </p:txBody>
      </p:sp>
      <p:sp>
        <p:nvSpPr>
          <p:cNvPr id="338" name="Text 90">
            <a:extLst>
              <a:ext uri="{FF2B5EF4-FFF2-40B4-BE49-F238E27FC236}">
                <a16:creationId xmlns:a16="http://schemas.microsoft.com/office/drawing/2014/main" id="{BF49D096-C997-0481-7DC4-81175D103CE0}"/>
              </a:ext>
            </a:extLst>
          </p:cNvPr>
          <p:cNvSpPr/>
          <p:nvPr/>
        </p:nvSpPr>
        <p:spPr>
          <a:xfrm>
            <a:off x="10881360" y="4608576"/>
            <a:ext cx="438912" cy="82296"/>
          </a:xfrm>
          <a:prstGeom prst="rect">
            <a:avLst/>
          </a:prstGeom>
          <a:noFill/>
          <a:ln/>
        </p:spPr>
        <p:txBody>
          <a:bodyPr wrap="square" lIns="0" tIns="0" rIns="0" bIns="0" rtlCol="0" anchor="ctr"/>
          <a:lstStyle/>
          <a:p>
            <a:pPr marL="0" indent="0" algn="r">
              <a:buNone/>
            </a:pPr>
            <a:r>
              <a:rPr lang="en-US" sz="700" b="1" dirty="0">
                <a:solidFill>
                  <a:srgbClr val="007CB0"/>
                </a:solidFill>
              </a:rPr>
              <a:t>9–12 mo</a:t>
            </a:r>
            <a:endParaRPr lang="en-US" sz="700" dirty="0"/>
          </a:p>
        </p:txBody>
      </p:sp>
      <p:sp>
        <p:nvSpPr>
          <p:cNvPr id="340" name="Shape 91">
            <a:extLst>
              <a:ext uri="{FF2B5EF4-FFF2-40B4-BE49-F238E27FC236}">
                <a16:creationId xmlns:a16="http://schemas.microsoft.com/office/drawing/2014/main" id="{82FCE14A-885D-778E-8439-C2211A6B2118}"/>
              </a:ext>
            </a:extLst>
          </p:cNvPr>
          <p:cNvSpPr/>
          <p:nvPr/>
        </p:nvSpPr>
        <p:spPr>
          <a:xfrm>
            <a:off x="502920" y="5102352"/>
            <a:ext cx="11036808" cy="603504"/>
          </a:xfrm>
          <a:prstGeom prst="roundRect">
            <a:avLst>
              <a:gd name="adj" fmla="val 10606"/>
            </a:avLst>
          </a:prstGeom>
          <a:solidFill>
            <a:srgbClr val="0B2739"/>
          </a:solidFill>
          <a:ln w="12700">
            <a:solidFill>
              <a:srgbClr val="0B2739"/>
            </a:solidFill>
            <a:prstDash val="solid"/>
          </a:ln>
        </p:spPr>
        <p:txBody>
          <a:bodyPr/>
          <a:lstStyle/>
          <a:p>
            <a:endParaRPr lang="en-IN" sz="2000"/>
          </a:p>
        </p:txBody>
      </p:sp>
      <p:sp>
        <p:nvSpPr>
          <p:cNvPr id="342" name="Text 92">
            <a:extLst>
              <a:ext uri="{FF2B5EF4-FFF2-40B4-BE49-F238E27FC236}">
                <a16:creationId xmlns:a16="http://schemas.microsoft.com/office/drawing/2014/main" id="{35F46540-B239-19D1-7496-0167FA294067}"/>
              </a:ext>
            </a:extLst>
          </p:cNvPr>
          <p:cNvSpPr/>
          <p:nvPr/>
        </p:nvSpPr>
        <p:spPr>
          <a:xfrm>
            <a:off x="749808" y="5321808"/>
            <a:ext cx="1755648" cy="146304"/>
          </a:xfrm>
          <a:prstGeom prst="rect">
            <a:avLst/>
          </a:prstGeom>
          <a:noFill/>
          <a:ln/>
        </p:spPr>
        <p:txBody>
          <a:bodyPr wrap="square" lIns="0" tIns="0" rIns="0" bIns="0" rtlCol="0" anchor="ctr"/>
          <a:lstStyle/>
          <a:p>
            <a:pPr marL="0" indent="0">
              <a:buNone/>
            </a:pPr>
            <a:r>
              <a:rPr lang="en-US" sz="800" b="1" dirty="0">
                <a:solidFill>
                  <a:srgbClr val="86BC25"/>
                </a:solidFill>
              </a:rPr>
              <a:t>SHARED AI-COE CAPABILITIES</a:t>
            </a:r>
            <a:endParaRPr lang="en-US" sz="800" dirty="0"/>
          </a:p>
        </p:txBody>
      </p:sp>
      <p:pic>
        <p:nvPicPr>
          <p:cNvPr id="344" name="Image 12" descr="preencoded.png">
            <a:extLst>
              <a:ext uri="{FF2B5EF4-FFF2-40B4-BE49-F238E27FC236}">
                <a16:creationId xmlns:a16="http://schemas.microsoft.com/office/drawing/2014/main" id="{EC67E06D-6E19-CFC5-9B5E-4D1CDE6F4228}"/>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606040" y="5294376"/>
            <a:ext cx="182880" cy="182880"/>
          </a:xfrm>
          <a:prstGeom prst="rect">
            <a:avLst/>
          </a:prstGeom>
        </p:spPr>
      </p:pic>
      <p:sp>
        <p:nvSpPr>
          <p:cNvPr id="346" name="Text 93">
            <a:extLst>
              <a:ext uri="{FF2B5EF4-FFF2-40B4-BE49-F238E27FC236}">
                <a16:creationId xmlns:a16="http://schemas.microsoft.com/office/drawing/2014/main" id="{03A3DAE7-516D-951C-A21D-3F1F406446ED}"/>
              </a:ext>
            </a:extLst>
          </p:cNvPr>
          <p:cNvSpPr/>
          <p:nvPr/>
        </p:nvSpPr>
        <p:spPr>
          <a:xfrm>
            <a:off x="2862072" y="5294376"/>
            <a:ext cx="1261872" cy="146304"/>
          </a:xfrm>
          <a:prstGeom prst="rect">
            <a:avLst/>
          </a:prstGeom>
          <a:noFill/>
          <a:ln/>
        </p:spPr>
        <p:txBody>
          <a:bodyPr wrap="square" lIns="0" tIns="0" rIns="0" bIns="0" rtlCol="0" anchor="ctr">
            <a:normAutofit/>
          </a:bodyPr>
          <a:lstStyle/>
          <a:p>
            <a:pPr marL="0" indent="0" algn="ctr">
              <a:buNone/>
            </a:pPr>
            <a:r>
              <a:rPr lang="en-US" sz="700" b="1" dirty="0">
                <a:solidFill>
                  <a:srgbClr val="FFFFFF"/>
                </a:solidFill>
              </a:rPr>
              <a:t>Authoritative data</a:t>
            </a:r>
            <a:endParaRPr lang="en-US" sz="700" dirty="0"/>
          </a:p>
        </p:txBody>
      </p:sp>
      <p:pic>
        <p:nvPicPr>
          <p:cNvPr id="348" name="Image 13" descr="preencoded.png">
            <a:extLst>
              <a:ext uri="{FF2B5EF4-FFF2-40B4-BE49-F238E27FC236}">
                <a16:creationId xmlns:a16="http://schemas.microsoft.com/office/drawing/2014/main" id="{66EA3D12-0ADA-C5FB-6D2C-72B63DFD8E83}"/>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306824" y="5294376"/>
            <a:ext cx="182880" cy="182880"/>
          </a:xfrm>
          <a:prstGeom prst="rect">
            <a:avLst/>
          </a:prstGeom>
        </p:spPr>
      </p:pic>
      <p:sp>
        <p:nvSpPr>
          <p:cNvPr id="350" name="Text 94">
            <a:extLst>
              <a:ext uri="{FF2B5EF4-FFF2-40B4-BE49-F238E27FC236}">
                <a16:creationId xmlns:a16="http://schemas.microsoft.com/office/drawing/2014/main" id="{0309352F-DCA3-C615-8D25-E71D900037F8}"/>
              </a:ext>
            </a:extLst>
          </p:cNvPr>
          <p:cNvSpPr/>
          <p:nvPr/>
        </p:nvSpPr>
        <p:spPr>
          <a:xfrm>
            <a:off x="4562856" y="5294376"/>
            <a:ext cx="1261872" cy="146304"/>
          </a:xfrm>
          <a:prstGeom prst="rect">
            <a:avLst/>
          </a:prstGeom>
          <a:noFill/>
          <a:ln/>
        </p:spPr>
        <p:txBody>
          <a:bodyPr wrap="square" lIns="0" tIns="0" rIns="0" bIns="0" rtlCol="0" anchor="ctr">
            <a:normAutofit/>
          </a:bodyPr>
          <a:lstStyle/>
          <a:p>
            <a:pPr marL="0" indent="0" algn="ctr">
              <a:buNone/>
            </a:pPr>
            <a:r>
              <a:rPr lang="en-US" sz="700" b="1" dirty="0">
                <a:solidFill>
                  <a:srgbClr val="FFFFFF"/>
                </a:solidFill>
              </a:rPr>
              <a:t>Vision &amp; forecasting</a:t>
            </a:r>
            <a:endParaRPr lang="en-US" sz="700" dirty="0"/>
          </a:p>
        </p:txBody>
      </p:sp>
      <p:pic>
        <p:nvPicPr>
          <p:cNvPr id="352" name="Image 14" descr="preencoded.png">
            <a:extLst>
              <a:ext uri="{FF2B5EF4-FFF2-40B4-BE49-F238E27FC236}">
                <a16:creationId xmlns:a16="http://schemas.microsoft.com/office/drawing/2014/main" id="{281458A7-E55B-6305-B11E-C764A42B1F91}"/>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007608" y="5294376"/>
            <a:ext cx="182880" cy="182880"/>
          </a:xfrm>
          <a:prstGeom prst="rect">
            <a:avLst/>
          </a:prstGeom>
        </p:spPr>
      </p:pic>
      <p:sp>
        <p:nvSpPr>
          <p:cNvPr id="354" name="Text 95">
            <a:extLst>
              <a:ext uri="{FF2B5EF4-FFF2-40B4-BE49-F238E27FC236}">
                <a16:creationId xmlns:a16="http://schemas.microsoft.com/office/drawing/2014/main" id="{1EA1965B-46F1-D823-398F-FA872E5AF430}"/>
              </a:ext>
            </a:extLst>
          </p:cNvPr>
          <p:cNvSpPr/>
          <p:nvPr/>
        </p:nvSpPr>
        <p:spPr>
          <a:xfrm>
            <a:off x="6263640" y="5294376"/>
            <a:ext cx="1261872" cy="146304"/>
          </a:xfrm>
          <a:prstGeom prst="rect">
            <a:avLst/>
          </a:prstGeom>
          <a:noFill/>
          <a:ln/>
        </p:spPr>
        <p:txBody>
          <a:bodyPr wrap="square" lIns="0" tIns="0" rIns="0" bIns="0" rtlCol="0" anchor="ctr">
            <a:normAutofit/>
          </a:bodyPr>
          <a:lstStyle/>
          <a:p>
            <a:pPr marL="0" indent="0" algn="ctr">
              <a:buNone/>
            </a:pPr>
            <a:r>
              <a:rPr lang="en-US" sz="700" b="1" dirty="0">
                <a:solidFill>
                  <a:srgbClr val="FFFFFF"/>
                </a:solidFill>
              </a:rPr>
              <a:t>IoT &amp; field integration</a:t>
            </a:r>
            <a:endParaRPr lang="en-US" sz="700" dirty="0"/>
          </a:p>
        </p:txBody>
      </p:sp>
      <p:pic>
        <p:nvPicPr>
          <p:cNvPr id="356" name="Image 15" descr="preencoded.png">
            <a:extLst>
              <a:ext uri="{FF2B5EF4-FFF2-40B4-BE49-F238E27FC236}">
                <a16:creationId xmlns:a16="http://schemas.microsoft.com/office/drawing/2014/main" id="{07F36537-8119-53A0-0D99-39F9E74C4F0E}"/>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708392" y="5294376"/>
            <a:ext cx="182880" cy="182880"/>
          </a:xfrm>
          <a:prstGeom prst="rect">
            <a:avLst/>
          </a:prstGeom>
        </p:spPr>
      </p:pic>
      <p:sp>
        <p:nvSpPr>
          <p:cNvPr id="358" name="Text 96">
            <a:extLst>
              <a:ext uri="{FF2B5EF4-FFF2-40B4-BE49-F238E27FC236}">
                <a16:creationId xmlns:a16="http://schemas.microsoft.com/office/drawing/2014/main" id="{8E79BF55-FE6A-1D9D-2628-A0FCB4AC6C56}"/>
              </a:ext>
            </a:extLst>
          </p:cNvPr>
          <p:cNvSpPr/>
          <p:nvPr/>
        </p:nvSpPr>
        <p:spPr>
          <a:xfrm>
            <a:off x="7964424" y="5294376"/>
            <a:ext cx="1261872" cy="146304"/>
          </a:xfrm>
          <a:prstGeom prst="rect">
            <a:avLst/>
          </a:prstGeom>
          <a:noFill/>
          <a:ln/>
        </p:spPr>
        <p:txBody>
          <a:bodyPr wrap="square" lIns="0" tIns="0" rIns="0" bIns="0" rtlCol="0" anchor="ctr">
            <a:normAutofit/>
          </a:bodyPr>
          <a:lstStyle/>
          <a:p>
            <a:pPr marL="0" indent="0" algn="ctr">
              <a:buNone/>
            </a:pPr>
            <a:r>
              <a:rPr lang="en-US" sz="700" b="1" dirty="0">
                <a:solidFill>
                  <a:srgbClr val="FFFFFF"/>
                </a:solidFill>
              </a:rPr>
              <a:t>Multilingual channels</a:t>
            </a:r>
            <a:endParaRPr lang="en-US" sz="700" dirty="0"/>
          </a:p>
        </p:txBody>
      </p:sp>
      <p:pic>
        <p:nvPicPr>
          <p:cNvPr id="360" name="Image 16" descr="preencoded.png">
            <a:extLst>
              <a:ext uri="{FF2B5EF4-FFF2-40B4-BE49-F238E27FC236}">
                <a16:creationId xmlns:a16="http://schemas.microsoft.com/office/drawing/2014/main" id="{F44106B8-35C7-CE6C-5B78-FB35F278D3B0}"/>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9409176" y="5294376"/>
            <a:ext cx="182880" cy="182880"/>
          </a:xfrm>
          <a:prstGeom prst="rect">
            <a:avLst/>
          </a:prstGeom>
        </p:spPr>
      </p:pic>
      <p:sp>
        <p:nvSpPr>
          <p:cNvPr id="362" name="Text 97">
            <a:extLst>
              <a:ext uri="{FF2B5EF4-FFF2-40B4-BE49-F238E27FC236}">
                <a16:creationId xmlns:a16="http://schemas.microsoft.com/office/drawing/2014/main" id="{35FB0985-532E-E29B-DC0C-ACE1E947156C}"/>
              </a:ext>
            </a:extLst>
          </p:cNvPr>
          <p:cNvSpPr/>
          <p:nvPr/>
        </p:nvSpPr>
        <p:spPr>
          <a:xfrm>
            <a:off x="9665208" y="5294376"/>
            <a:ext cx="1261872" cy="146304"/>
          </a:xfrm>
          <a:prstGeom prst="rect">
            <a:avLst/>
          </a:prstGeom>
          <a:noFill/>
          <a:ln/>
        </p:spPr>
        <p:txBody>
          <a:bodyPr wrap="square" lIns="0" tIns="0" rIns="0" bIns="0" rtlCol="0" anchor="ctr">
            <a:normAutofit/>
          </a:bodyPr>
          <a:lstStyle/>
          <a:p>
            <a:pPr marL="0" indent="0" algn="ctr">
              <a:buNone/>
            </a:pPr>
            <a:r>
              <a:rPr lang="en-US" sz="700" b="1" dirty="0">
                <a:solidFill>
                  <a:srgbClr val="FFFFFF"/>
                </a:solidFill>
              </a:rPr>
              <a:t>Human review &amp; audit</a:t>
            </a:r>
            <a:endParaRPr lang="en-US" sz="700" dirty="0"/>
          </a:p>
        </p:txBody>
      </p:sp>
      <p:sp>
        <p:nvSpPr>
          <p:cNvPr id="364" name="Shape 98">
            <a:extLst>
              <a:ext uri="{FF2B5EF4-FFF2-40B4-BE49-F238E27FC236}">
                <a16:creationId xmlns:a16="http://schemas.microsoft.com/office/drawing/2014/main" id="{0C8B06C5-CB90-CAB7-7571-29264AABF9B4}"/>
              </a:ext>
            </a:extLst>
          </p:cNvPr>
          <p:cNvSpPr/>
          <p:nvPr/>
        </p:nvSpPr>
        <p:spPr>
          <a:xfrm>
            <a:off x="502920" y="5907024"/>
            <a:ext cx="11036808" cy="457200"/>
          </a:xfrm>
          <a:prstGeom prst="roundRect">
            <a:avLst>
              <a:gd name="adj" fmla="val 12000"/>
            </a:avLst>
          </a:prstGeom>
          <a:solidFill>
            <a:srgbClr val="EFF6DF"/>
          </a:solidFill>
          <a:ln w="12700">
            <a:solidFill>
              <a:srgbClr val="D0E1B0"/>
            </a:solidFill>
            <a:prstDash val="solid"/>
          </a:ln>
        </p:spPr>
        <p:txBody>
          <a:bodyPr/>
          <a:lstStyle/>
          <a:p>
            <a:endParaRPr lang="en-IN" sz="2000"/>
          </a:p>
        </p:txBody>
      </p:sp>
      <p:pic>
        <p:nvPicPr>
          <p:cNvPr id="366" name="Image 17" descr="preencoded.png">
            <a:extLst>
              <a:ext uri="{FF2B5EF4-FFF2-40B4-BE49-F238E27FC236}">
                <a16:creationId xmlns:a16="http://schemas.microsoft.com/office/drawing/2014/main" id="{B6694F87-BDF3-3A38-0831-E4FBA1EA0BB0}"/>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722376" y="6044184"/>
            <a:ext cx="173736" cy="173736"/>
          </a:xfrm>
          <a:prstGeom prst="rect">
            <a:avLst/>
          </a:prstGeom>
        </p:spPr>
      </p:pic>
      <p:sp>
        <p:nvSpPr>
          <p:cNvPr id="368" name="Text 99">
            <a:extLst>
              <a:ext uri="{FF2B5EF4-FFF2-40B4-BE49-F238E27FC236}">
                <a16:creationId xmlns:a16="http://schemas.microsoft.com/office/drawing/2014/main" id="{E6781B8C-0079-C0A1-A6EF-951F8590A2E7}"/>
              </a:ext>
            </a:extLst>
          </p:cNvPr>
          <p:cNvSpPr/>
          <p:nvPr/>
        </p:nvSpPr>
        <p:spPr>
          <a:xfrm>
            <a:off x="1005840" y="6025896"/>
            <a:ext cx="960120" cy="128016"/>
          </a:xfrm>
          <a:prstGeom prst="rect">
            <a:avLst/>
          </a:prstGeom>
          <a:noFill/>
          <a:ln/>
        </p:spPr>
        <p:txBody>
          <a:bodyPr wrap="square" lIns="0" tIns="0" rIns="0" bIns="0" rtlCol="0" anchor="ctr"/>
          <a:lstStyle/>
          <a:p>
            <a:pPr marL="0" indent="0">
              <a:buNone/>
            </a:pPr>
            <a:r>
              <a:rPr lang="en-US" sz="700" b="1" dirty="0">
                <a:solidFill>
                  <a:srgbClr val="43B02A"/>
                </a:solidFill>
              </a:rPr>
              <a:t>PORTFOLIO LOGIC</a:t>
            </a:r>
            <a:endParaRPr lang="en-US" sz="700" dirty="0"/>
          </a:p>
        </p:txBody>
      </p:sp>
      <p:sp>
        <p:nvSpPr>
          <p:cNvPr id="370" name="Text 100">
            <a:extLst>
              <a:ext uri="{FF2B5EF4-FFF2-40B4-BE49-F238E27FC236}">
                <a16:creationId xmlns:a16="http://schemas.microsoft.com/office/drawing/2014/main" id="{89AF8DC5-CE2D-91DD-71CB-ABF725D73E0A}"/>
              </a:ext>
            </a:extLst>
          </p:cNvPr>
          <p:cNvSpPr/>
          <p:nvPr/>
        </p:nvSpPr>
        <p:spPr>
          <a:xfrm>
            <a:off x="2011680" y="6007608"/>
            <a:ext cx="9070848" cy="164592"/>
          </a:xfrm>
          <a:prstGeom prst="rect">
            <a:avLst/>
          </a:prstGeom>
          <a:noFill/>
          <a:ln/>
        </p:spPr>
        <p:txBody>
          <a:bodyPr wrap="square" lIns="0" tIns="0" rIns="0" bIns="0" rtlCol="0" anchor="ctr">
            <a:normAutofit/>
          </a:bodyPr>
          <a:lstStyle/>
          <a:p>
            <a:pPr marL="0" indent="0" algn="ctr">
              <a:buNone/>
            </a:pPr>
            <a:r>
              <a:rPr lang="en-US" sz="900" b="1" dirty="0">
                <a:solidFill>
                  <a:srgbClr val="0B2739"/>
                </a:solidFill>
              </a:rPr>
              <a:t>Prioritize quick-win advisory and access solutions, then scale forecasting and operational optimization as data maturity improves.</a:t>
            </a:r>
            <a:endParaRPr lang="en-US" sz="900" dirty="0"/>
          </a:p>
        </p:txBody>
      </p:sp>
    </p:spTree>
    <p:extLst>
      <p:ext uri="{BB962C8B-B14F-4D97-AF65-F5344CB8AC3E}">
        <p14:creationId xmlns:p14="http://schemas.microsoft.com/office/powerpoint/2010/main" val="41494890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A77B4-3E29-3A32-FE4F-3F57CBB183B7}"/>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A9ECD213-2238-8993-9A8D-04E54E26DC20}"/>
              </a:ext>
            </a:extLst>
          </p:cNvPr>
          <p:cNvGrpSpPr/>
          <p:nvPr/>
        </p:nvGrpSpPr>
        <p:grpSpPr>
          <a:xfrm>
            <a:off x="0" y="414357"/>
            <a:ext cx="5752976" cy="151621"/>
            <a:chOff x="0" y="786578"/>
            <a:chExt cx="5752976" cy="151621"/>
          </a:xfrm>
        </p:grpSpPr>
        <p:cxnSp>
          <p:nvCxnSpPr>
            <p:cNvPr id="4" name="Straight Connector 3">
              <a:extLst>
                <a:ext uri="{FF2B5EF4-FFF2-40B4-BE49-F238E27FC236}">
                  <a16:creationId xmlns:a16="http://schemas.microsoft.com/office/drawing/2014/main" id="{50E8476E-9A4C-A940-A0B6-3020BD2BC1FA}"/>
                </a:ext>
              </a:extLst>
            </p:cNvPr>
            <p:cNvCxnSpPr>
              <a:cxnSpLocks/>
            </p:cNvCxnSpPr>
            <p:nvPr/>
          </p:nvCxnSpPr>
          <p:spPr>
            <a:xfrm>
              <a:off x="0" y="862388"/>
              <a:ext cx="5673213" cy="0"/>
            </a:xfrm>
            <a:prstGeom prst="line">
              <a:avLst/>
            </a:prstGeom>
            <a:ln>
              <a:solidFill>
                <a:srgbClr val="92D050"/>
              </a:solidFill>
            </a:ln>
          </p:spPr>
          <p:style>
            <a:lnRef idx="2">
              <a:schemeClr val="accent1"/>
            </a:lnRef>
            <a:fillRef idx="0">
              <a:schemeClr val="accent1"/>
            </a:fillRef>
            <a:effectRef idx="1">
              <a:schemeClr val="accent1"/>
            </a:effectRef>
            <a:fontRef idx="minor">
              <a:schemeClr val="tx1"/>
            </a:fontRef>
          </p:style>
        </p:cxnSp>
        <p:sp>
          <p:nvSpPr>
            <p:cNvPr id="6" name="Diamond 5">
              <a:extLst>
                <a:ext uri="{FF2B5EF4-FFF2-40B4-BE49-F238E27FC236}">
                  <a16:creationId xmlns:a16="http://schemas.microsoft.com/office/drawing/2014/main" id="{D4166B47-3542-FE75-FAB4-B28C80A37FD1}"/>
                </a:ext>
              </a:extLst>
            </p:cNvPr>
            <p:cNvSpPr/>
            <p:nvPr/>
          </p:nvSpPr>
          <p:spPr>
            <a:xfrm>
              <a:off x="5661536" y="786578"/>
              <a:ext cx="91440" cy="151621"/>
            </a:xfrm>
            <a:prstGeom prst="diamond">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grpSp>
      <p:sp>
        <p:nvSpPr>
          <p:cNvPr id="2" name="TextBox 1">
            <a:extLst>
              <a:ext uri="{FF2B5EF4-FFF2-40B4-BE49-F238E27FC236}">
                <a16:creationId xmlns:a16="http://schemas.microsoft.com/office/drawing/2014/main" id="{BA72B86D-69DE-67A6-B6E7-3D4BD3C1FF54}"/>
              </a:ext>
            </a:extLst>
          </p:cNvPr>
          <p:cNvSpPr txBox="1"/>
          <p:nvPr/>
        </p:nvSpPr>
        <p:spPr>
          <a:xfrm>
            <a:off x="190499" y="19735"/>
            <a:ext cx="10789920" cy="400110"/>
          </a:xfrm>
          <a:prstGeom prst="rect">
            <a:avLst/>
          </a:prstGeom>
          <a:noFill/>
        </p:spPr>
        <p:txBody>
          <a:bodyPr wrap="square">
            <a:spAutoFit/>
          </a:bodyPr>
          <a:lstStyle/>
          <a:p>
            <a:r>
              <a:rPr lang="en-US" sz="2000" b="1" dirty="0">
                <a:solidFill>
                  <a:srgbClr val="0B2739"/>
                </a:solidFill>
                <a:latin typeface="+mj-lt"/>
              </a:rPr>
              <a:t>Priority AI use cases for governance, public safety, energy and urban services</a:t>
            </a:r>
            <a:endParaRPr lang="en-US" sz="2000" dirty="0">
              <a:latin typeface="+mj-lt"/>
            </a:endParaRPr>
          </a:p>
        </p:txBody>
      </p:sp>
      <p:sp>
        <p:nvSpPr>
          <p:cNvPr id="214" name="Text 2">
            <a:extLst>
              <a:ext uri="{FF2B5EF4-FFF2-40B4-BE49-F238E27FC236}">
                <a16:creationId xmlns:a16="http://schemas.microsoft.com/office/drawing/2014/main" id="{BF3D8FB0-2D39-BFC7-C18E-9B7F367C63DE}"/>
              </a:ext>
            </a:extLst>
          </p:cNvPr>
          <p:cNvSpPr/>
          <p:nvPr/>
        </p:nvSpPr>
        <p:spPr>
          <a:xfrm>
            <a:off x="502920" y="713232"/>
            <a:ext cx="10789920" cy="256032"/>
          </a:xfrm>
          <a:prstGeom prst="rect">
            <a:avLst/>
          </a:prstGeom>
          <a:noFill/>
          <a:ln/>
        </p:spPr>
        <p:txBody>
          <a:bodyPr wrap="square" lIns="0" tIns="0" rIns="0" bIns="0" rtlCol="0" anchor="ctr"/>
          <a:lstStyle/>
          <a:p>
            <a:r>
              <a:rPr lang="en-US" sz="1100" dirty="0">
                <a:solidFill>
                  <a:srgbClr val="596875"/>
                </a:solidFill>
                <a:latin typeface="+mj-lt"/>
              </a:rPr>
              <a:t>Eight use cases improve citizen access, administrative productivity, operational resilience and infrastructure reliability</a:t>
            </a:r>
            <a:endParaRPr lang="en-US" sz="1100" dirty="0">
              <a:solidFill>
                <a:prstClr val="black"/>
              </a:solidFill>
              <a:latin typeface="+mj-lt"/>
            </a:endParaRPr>
          </a:p>
        </p:txBody>
      </p:sp>
      <p:sp>
        <p:nvSpPr>
          <p:cNvPr id="215" name="Shape 3">
            <a:extLst>
              <a:ext uri="{FF2B5EF4-FFF2-40B4-BE49-F238E27FC236}">
                <a16:creationId xmlns:a16="http://schemas.microsoft.com/office/drawing/2014/main" id="{13E1D5C3-1B23-8CD2-8FE1-8E4B988B034B}"/>
              </a:ext>
            </a:extLst>
          </p:cNvPr>
          <p:cNvSpPr/>
          <p:nvPr/>
        </p:nvSpPr>
        <p:spPr>
          <a:xfrm>
            <a:off x="502920" y="1115568"/>
            <a:ext cx="1847088" cy="1143000"/>
          </a:xfrm>
          <a:prstGeom prst="roundRect">
            <a:avLst>
              <a:gd name="adj" fmla="val 6400"/>
            </a:avLst>
          </a:prstGeom>
          <a:solidFill>
            <a:srgbClr val="123B5D"/>
          </a:solidFill>
          <a:ln w="12700">
            <a:solidFill>
              <a:srgbClr val="123B5D"/>
            </a:solidFill>
            <a:prstDash val="solid"/>
          </a:ln>
        </p:spPr>
        <p:txBody>
          <a:bodyPr/>
          <a:lstStyle/>
          <a:p>
            <a:endParaRPr lang="en-IN" sz="2400">
              <a:solidFill>
                <a:prstClr val="black"/>
              </a:solidFill>
              <a:latin typeface="+mj-lt"/>
            </a:endParaRPr>
          </a:p>
        </p:txBody>
      </p:sp>
      <p:pic>
        <p:nvPicPr>
          <p:cNvPr id="216" name="Image 0" descr="preencoded.png">
            <a:extLst>
              <a:ext uri="{FF2B5EF4-FFF2-40B4-BE49-F238E27FC236}">
                <a16:creationId xmlns:a16="http://schemas.microsoft.com/office/drawing/2014/main" id="{2A89A5E6-5E56-D295-B431-820AC681497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94944" y="1298448"/>
            <a:ext cx="347472" cy="347472"/>
          </a:xfrm>
          <a:prstGeom prst="rect">
            <a:avLst/>
          </a:prstGeom>
        </p:spPr>
      </p:pic>
      <p:sp>
        <p:nvSpPr>
          <p:cNvPr id="217" name="Text 4">
            <a:extLst>
              <a:ext uri="{FF2B5EF4-FFF2-40B4-BE49-F238E27FC236}">
                <a16:creationId xmlns:a16="http://schemas.microsoft.com/office/drawing/2014/main" id="{0BE02D0B-4605-A612-5DF6-844B8DA7C27C}"/>
              </a:ext>
            </a:extLst>
          </p:cNvPr>
          <p:cNvSpPr/>
          <p:nvPr/>
        </p:nvSpPr>
        <p:spPr>
          <a:xfrm>
            <a:off x="1143000" y="1252728"/>
            <a:ext cx="960120" cy="310896"/>
          </a:xfrm>
          <a:prstGeom prst="rect">
            <a:avLst/>
          </a:prstGeom>
          <a:noFill/>
          <a:ln/>
        </p:spPr>
        <p:txBody>
          <a:bodyPr wrap="square" lIns="0" tIns="0" rIns="0" bIns="0" rtlCol="0" anchor="ctr">
            <a:noAutofit/>
          </a:bodyPr>
          <a:lstStyle/>
          <a:p>
            <a:r>
              <a:rPr lang="en-US" sz="1100" b="1" dirty="0">
                <a:solidFill>
                  <a:srgbClr val="FFFFFF"/>
                </a:solidFill>
                <a:latin typeface="+mj-lt"/>
              </a:rPr>
              <a:t>Governance &amp; administration</a:t>
            </a:r>
            <a:endParaRPr lang="en-US" sz="1100" dirty="0">
              <a:solidFill>
                <a:prstClr val="black"/>
              </a:solidFill>
              <a:latin typeface="+mj-lt"/>
            </a:endParaRPr>
          </a:p>
        </p:txBody>
      </p:sp>
      <p:sp>
        <p:nvSpPr>
          <p:cNvPr id="218" name="Text 5">
            <a:extLst>
              <a:ext uri="{FF2B5EF4-FFF2-40B4-BE49-F238E27FC236}">
                <a16:creationId xmlns:a16="http://schemas.microsoft.com/office/drawing/2014/main" id="{6A648CC8-2652-FD03-0473-80558F413F55}"/>
              </a:ext>
            </a:extLst>
          </p:cNvPr>
          <p:cNvSpPr/>
          <p:nvPr/>
        </p:nvSpPr>
        <p:spPr>
          <a:xfrm>
            <a:off x="694944" y="1682496"/>
            <a:ext cx="1389888" cy="265176"/>
          </a:xfrm>
          <a:prstGeom prst="rect">
            <a:avLst/>
          </a:prstGeom>
          <a:noFill/>
          <a:ln/>
        </p:spPr>
        <p:txBody>
          <a:bodyPr wrap="square" lIns="0" tIns="0" rIns="0" bIns="0" rtlCol="0" anchor="ctr">
            <a:normAutofit/>
          </a:bodyPr>
          <a:lstStyle/>
          <a:p>
            <a:r>
              <a:rPr lang="en-US" sz="800" dirty="0">
                <a:solidFill>
                  <a:srgbClr val="E6F0F3"/>
                </a:solidFill>
                <a:latin typeface="+mj-lt"/>
              </a:rPr>
              <a:t>Improve citizen access and government productivity</a:t>
            </a:r>
            <a:endParaRPr lang="en-US" sz="800" dirty="0">
              <a:solidFill>
                <a:prstClr val="black"/>
              </a:solidFill>
              <a:latin typeface="+mj-lt"/>
            </a:endParaRPr>
          </a:p>
        </p:txBody>
      </p:sp>
      <p:sp>
        <p:nvSpPr>
          <p:cNvPr id="219" name="Text 6">
            <a:extLst>
              <a:ext uri="{FF2B5EF4-FFF2-40B4-BE49-F238E27FC236}">
                <a16:creationId xmlns:a16="http://schemas.microsoft.com/office/drawing/2014/main" id="{4251CA98-F440-440A-AA59-03E8B4DCBDB7}"/>
              </a:ext>
            </a:extLst>
          </p:cNvPr>
          <p:cNvSpPr/>
          <p:nvPr/>
        </p:nvSpPr>
        <p:spPr>
          <a:xfrm>
            <a:off x="694944" y="2048256"/>
            <a:ext cx="1325880" cy="91440"/>
          </a:xfrm>
          <a:prstGeom prst="rect">
            <a:avLst/>
          </a:prstGeom>
          <a:noFill/>
          <a:ln/>
        </p:spPr>
        <p:txBody>
          <a:bodyPr wrap="square" lIns="0" tIns="0" rIns="0" bIns="0" rtlCol="0" anchor="ctr"/>
          <a:lstStyle/>
          <a:p>
            <a:r>
              <a:rPr lang="en-US" sz="800" b="1" dirty="0">
                <a:solidFill>
                  <a:srgbClr val="FFFFFF"/>
                </a:solidFill>
                <a:latin typeface="+mj-lt"/>
              </a:rPr>
              <a:t>3 USE CASES  |  3–9 MONTHS</a:t>
            </a:r>
            <a:endParaRPr lang="en-US" sz="800" dirty="0">
              <a:solidFill>
                <a:prstClr val="black"/>
              </a:solidFill>
              <a:latin typeface="+mj-lt"/>
            </a:endParaRPr>
          </a:p>
        </p:txBody>
      </p:sp>
      <p:sp>
        <p:nvSpPr>
          <p:cNvPr id="220" name="Shape 7">
            <a:extLst>
              <a:ext uri="{FF2B5EF4-FFF2-40B4-BE49-F238E27FC236}">
                <a16:creationId xmlns:a16="http://schemas.microsoft.com/office/drawing/2014/main" id="{AD24026C-5D4C-9FD2-1B02-9FB0F218476C}"/>
              </a:ext>
            </a:extLst>
          </p:cNvPr>
          <p:cNvSpPr/>
          <p:nvPr/>
        </p:nvSpPr>
        <p:spPr>
          <a:xfrm>
            <a:off x="2523744" y="1115568"/>
            <a:ext cx="2907792" cy="1143000"/>
          </a:xfrm>
          <a:prstGeom prst="roundRect">
            <a:avLst>
              <a:gd name="adj" fmla="val 5600"/>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400">
              <a:solidFill>
                <a:prstClr val="black"/>
              </a:solidFill>
              <a:latin typeface="+mj-lt"/>
            </a:endParaRPr>
          </a:p>
        </p:txBody>
      </p:sp>
      <p:sp>
        <p:nvSpPr>
          <p:cNvPr id="221" name="Shape 8">
            <a:extLst>
              <a:ext uri="{FF2B5EF4-FFF2-40B4-BE49-F238E27FC236}">
                <a16:creationId xmlns:a16="http://schemas.microsoft.com/office/drawing/2014/main" id="{C3AFA792-D58F-0A1F-AA13-8D427BF8337C}"/>
              </a:ext>
            </a:extLst>
          </p:cNvPr>
          <p:cNvSpPr/>
          <p:nvPr/>
        </p:nvSpPr>
        <p:spPr>
          <a:xfrm>
            <a:off x="2523744" y="1115568"/>
            <a:ext cx="64008" cy="1143000"/>
          </a:xfrm>
          <a:prstGeom prst="rect">
            <a:avLst/>
          </a:prstGeom>
          <a:solidFill>
            <a:srgbClr val="20B5D5"/>
          </a:solidFill>
          <a:ln w="12700">
            <a:solidFill>
              <a:srgbClr val="20B5D5"/>
            </a:solidFill>
            <a:prstDash val="solid"/>
          </a:ln>
        </p:spPr>
        <p:txBody>
          <a:bodyPr/>
          <a:lstStyle/>
          <a:p>
            <a:endParaRPr lang="en-IN" sz="2400">
              <a:solidFill>
                <a:prstClr val="black"/>
              </a:solidFill>
              <a:latin typeface="+mj-lt"/>
            </a:endParaRPr>
          </a:p>
        </p:txBody>
      </p:sp>
      <p:sp>
        <p:nvSpPr>
          <p:cNvPr id="222" name="Shape 9">
            <a:extLst>
              <a:ext uri="{FF2B5EF4-FFF2-40B4-BE49-F238E27FC236}">
                <a16:creationId xmlns:a16="http://schemas.microsoft.com/office/drawing/2014/main" id="{B157A7B7-B4E3-B855-9DE5-826C39D38DA6}"/>
              </a:ext>
            </a:extLst>
          </p:cNvPr>
          <p:cNvSpPr/>
          <p:nvPr/>
        </p:nvSpPr>
        <p:spPr>
          <a:xfrm>
            <a:off x="2670048" y="1243584"/>
            <a:ext cx="347472" cy="347472"/>
          </a:xfrm>
          <a:prstGeom prst="ellipse">
            <a:avLst/>
          </a:prstGeom>
          <a:solidFill>
            <a:srgbClr val="20B5D5"/>
          </a:solidFill>
          <a:ln w="12700">
            <a:solidFill>
              <a:srgbClr val="20B5D5"/>
            </a:solidFill>
            <a:prstDash val="solid"/>
          </a:ln>
        </p:spPr>
        <p:txBody>
          <a:bodyPr/>
          <a:lstStyle/>
          <a:p>
            <a:endParaRPr lang="en-IN" sz="2400">
              <a:solidFill>
                <a:prstClr val="black"/>
              </a:solidFill>
              <a:latin typeface="+mj-lt"/>
            </a:endParaRPr>
          </a:p>
        </p:txBody>
      </p:sp>
      <p:pic>
        <p:nvPicPr>
          <p:cNvPr id="223" name="Image 1" descr="preencoded.png">
            <a:extLst>
              <a:ext uri="{FF2B5EF4-FFF2-40B4-BE49-F238E27FC236}">
                <a16:creationId xmlns:a16="http://schemas.microsoft.com/office/drawing/2014/main" id="{B71E36E1-582B-C295-EBEE-547E47F29E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0632" y="1344168"/>
            <a:ext cx="146304" cy="146304"/>
          </a:xfrm>
          <a:prstGeom prst="rect">
            <a:avLst/>
          </a:prstGeom>
        </p:spPr>
      </p:pic>
      <p:sp>
        <p:nvSpPr>
          <p:cNvPr id="224" name="Text 10">
            <a:extLst>
              <a:ext uri="{FF2B5EF4-FFF2-40B4-BE49-F238E27FC236}">
                <a16:creationId xmlns:a16="http://schemas.microsoft.com/office/drawing/2014/main" id="{55B1088F-8A6A-8B4A-A3FE-AE7332D2B63D}"/>
              </a:ext>
            </a:extLst>
          </p:cNvPr>
          <p:cNvSpPr/>
          <p:nvPr/>
        </p:nvSpPr>
        <p:spPr>
          <a:xfrm>
            <a:off x="3127248" y="1225296"/>
            <a:ext cx="2148840" cy="228600"/>
          </a:xfrm>
          <a:prstGeom prst="rect">
            <a:avLst/>
          </a:prstGeom>
          <a:noFill/>
          <a:ln/>
        </p:spPr>
        <p:txBody>
          <a:bodyPr wrap="square" lIns="0" tIns="0" rIns="0" bIns="0" rtlCol="0" anchor="ctr">
            <a:normAutofit/>
          </a:bodyPr>
          <a:lstStyle/>
          <a:p>
            <a:r>
              <a:rPr lang="en-US" sz="1000" b="1" dirty="0">
                <a:solidFill>
                  <a:srgbClr val="0B2739"/>
                </a:solidFill>
                <a:latin typeface="+mj-lt"/>
              </a:rPr>
              <a:t>Multilingual citizen assistant</a:t>
            </a:r>
            <a:endParaRPr lang="en-US" sz="1000" dirty="0">
              <a:solidFill>
                <a:prstClr val="black"/>
              </a:solidFill>
              <a:latin typeface="+mj-lt"/>
            </a:endParaRPr>
          </a:p>
        </p:txBody>
      </p:sp>
      <p:sp>
        <p:nvSpPr>
          <p:cNvPr id="225" name="Text 11">
            <a:extLst>
              <a:ext uri="{FF2B5EF4-FFF2-40B4-BE49-F238E27FC236}">
                <a16:creationId xmlns:a16="http://schemas.microsoft.com/office/drawing/2014/main" id="{960CC200-A640-B087-B354-D2CE08FB0F8D}"/>
              </a:ext>
            </a:extLst>
          </p:cNvPr>
          <p:cNvSpPr/>
          <p:nvPr/>
        </p:nvSpPr>
        <p:spPr>
          <a:xfrm>
            <a:off x="2679192" y="1600200"/>
            <a:ext cx="2596896" cy="228600"/>
          </a:xfrm>
          <a:prstGeom prst="rect">
            <a:avLst/>
          </a:prstGeom>
          <a:noFill/>
          <a:ln/>
        </p:spPr>
        <p:txBody>
          <a:bodyPr wrap="square" lIns="0" tIns="0" rIns="0" bIns="0" rtlCol="0" anchor="ctr">
            <a:noAutofit/>
          </a:bodyPr>
          <a:lstStyle/>
          <a:p>
            <a:r>
              <a:rPr lang="en-US" sz="800" dirty="0">
                <a:solidFill>
                  <a:srgbClr val="596875"/>
                </a:solidFill>
                <a:latin typeface="+mj-lt"/>
              </a:rPr>
              <a:t>24×7 access to service information, guided transactions and faster responses.</a:t>
            </a:r>
            <a:endParaRPr lang="en-US" sz="800" dirty="0">
              <a:solidFill>
                <a:prstClr val="black"/>
              </a:solidFill>
              <a:latin typeface="+mj-lt"/>
            </a:endParaRPr>
          </a:p>
        </p:txBody>
      </p:sp>
      <p:sp>
        <p:nvSpPr>
          <p:cNvPr id="226" name="Shape 12">
            <a:extLst>
              <a:ext uri="{FF2B5EF4-FFF2-40B4-BE49-F238E27FC236}">
                <a16:creationId xmlns:a16="http://schemas.microsoft.com/office/drawing/2014/main" id="{3B183A6B-D2E2-E6FB-D142-DD5BF770131C}"/>
              </a:ext>
            </a:extLst>
          </p:cNvPr>
          <p:cNvSpPr/>
          <p:nvPr/>
        </p:nvSpPr>
        <p:spPr>
          <a:xfrm>
            <a:off x="2670048" y="1947672"/>
            <a:ext cx="2615184" cy="192024"/>
          </a:xfrm>
          <a:prstGeom prst="roundRect">
            <a:avLst>
              <a:gd name="adj" fmla="val 47619"/>
            </a:avLst>
          </a:prstGeom>
          <a:solidFill>
            <a:srgbClr val="EBF5F8"/>
          </a:solidFill>
          <a:ln w="12700">
            <a:solidFill>
              <a:srgbClr val="EBF5F8"/>
            </a:solidFill>
            <a:prstDash val="solid"/>
          </a:ln>
        </p:spPr>
        <p:txBody>
          <a:bodyPr/>
          <a:lstStyle/>
          <a:p>
            <a:endParaRPr lang="en-IN" sz="2400">
              <a:solidFill>
                <a:prstClr val="black"/>
              </a:solidFill>
              <a:latin typeface="+mj-lt"/>
            </a:endParaRPr>
          </a:p>
        </p:txBody>
      </p:sp>
      <p:sp>
        <p:nvSpPr>
          <p:cNvPr id="227" name="Text 13">
            <a:extLst>
              <a:ext uri="{FF2B5EF4-FFF2-40B4-BE49-F238E27FC236}">
                <a16:creationId xmlns:a16="http://schemas.microsoft.com/office/drawing/2014/main" id="{0A5B5D52-F81D-F83F-70E2-8E9AC8E3E876}"/>
              </a:ext>
            </a:extLst>
          </p:cNvPr>
          <p:cNvSpPr/>
          <p:nvPr/>
        </p:nvSpPr>
        <p:spPr>
          <a:xfrm>
            <a:off x="2743200" y="2002536"/>
            <a:ext cx="2011680" cy="73152"/>
          </a:xfrm>
          <a:prstGeom prst="rect">
            <a:avLst/>
          </a:prstGeom>
          <a:noFill/>
          <a:ln/>
        </p:spPr>
        <p:txBody>
          <a:bodyPr wrap="square" lIns="0" tIns="0" rIns="0" bIns="0" rtlCol="0" anchor="ctr">
            <a:noAutofit/>
          </a:bodyPr>
          <a:lstStyle/>
          <a:p>
            <a:r>
              <a:rPr lang="en-US" sz="700" b="1" dirty="0">
                <a:solidFill>
                  <a:srgbClr val="123B5D"/>
                </a:solidFill>
                <a:latin typeface="+mj-lt"/>
              </a:rPr>
              <a:t>GenAI • RAG • APIs • BHASHINI</a:t>
            </a:r>
            <a:endParaRPr lang="en-US" sz="700" dirty="0">
              <a:solidFill>
                <a:prstClr val="black"/>
              </a:solidFill>
              <a:latin typeface="+mj-lt"/>
            </a:endParaRPr>
          </a:p>
        </p:txBody>
      </p:sp>
      <p:sp>
        <p:nvSpPr>
          <p:cNvPr id="228" name="Text 14">
            <a:extLst>
              <a:ext uri="{FF2B5EF4-FFF2-40B4-BE49-F238E27FC236}">
                <a16:creationId xmlns:a16="http://schemas.microsoft.com/office/drawing/2014/main" id="{7AC4971E-C48A-DDEF-6C6D-819C479814D3}"/>
              </a:ext>
            </a:extLst>
          </p:cNvPr>
          <p:cNvSpPr/>
          <p:nvPr/>
        </p:nvSpPr>
        <p:spPr>
          <a:xfrm>
            <a:off x="4773168" y="1993392"/>
            <a:ext cx="438912" cy="82296"/>
          </a:xfrm>
          <a:prstGeom prst="rect">
            <a:avLst/>
          </a:prstGeom>
          <a:noFill/>
          <a:ln/>
        </p:spPr>
        <p:txBody>
          <a:bodyPr wrap="square" lIns="0" tIns="0" rIns="0" bIns="0" rtlCol="0" anchor="ctr"/>
          <a:lstStyle/>
          <a:p>
            <a:pPr algn="r"/>
            <a:r>
              <a:rPr lang="en-US" sz="800" b="1" dirty="0">
                <a:solidFill>
                  <a:srgbClr val="20B5D5"/>
                </a:solidFill>
                <a:latin typeface="+mj-lt"/>
              </a:rPr>
              <a:t>4–6 mo</a:t>
            </a:r>
            <a:endParaRPr lang="en-US" sz="800" dirty="0">
              <a:solidFill>
                <a:prstClr val="black"/>
              </a:solidFill>
              <a:latin typeface="+mj-lt"/>
            </a:endParaRPr>
          </a:p>
        </p:txBody>
      </p:sp>
      <p:sp>
        <p:nvSpPr>
          <p:cNvPr id="229" name="Shape 15">
            <a:extLst>
              <a:ext uri="{FF2B5EF4-FFF2-40B4-BE49-F238E27FC236}">
                <a16:creationId xmlns:a16="http://schemas.microsoft.com/office/drawing/2014/main" id="{D7268BE3-DC66-6BA7-F947-400E04BB6C01}"/>
              </a:ext>
            </a:extLst>
          </p:cNvPr>
          <p:cNvSpPr/>
          <p:nvPr/>
        </p:nvSpPr>
        <p:spPr>
          <a:xfrm>
            <a:off x="5541264" y="1115568"/>
            <a:ext cx="2907792" cy="1143000"/>
          </a:xfrm>
          <a:prstGeom prst="roundRect">
            <a:avLst>
              <a:gd name="adj" fmla="val 5600"/>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400">
              <a:solidFill>
                <a:prstClr val="black"/>
              </a:solidFill>
              <a:latin typeface="+mj-lt"/>
            </a:endParaRPr>
          </a:p>
        </p:txBody>
      </p:sp>
      <p:sp>
        <p:nvSpPr>
          <p:cNvPr id="230" name="Shape 16">
            <a:extLst>
              <a:ext uri="{FF2B5EF4-FFF2-40B4-BE49-F238E27FC236}">
                <a16:creationId xmlns:a16="http://schemas.microsoft.com/office/drawing/2014/main" id="{59050A2E-DABC-E3EC-493B-B1DBB20F02C1}"/>
              </a:ext>
            </a:extLst>
          </p:cNvPr>
          <p:cNvSpPr/>
          <p:nvPr/>
        </p:nvSpPr>
        <p:spPr>
          <a:xfrm>
            <a:off x="5541264" y="1115568"/>
            <a:ext cx="64008" cy="1143000"/>
          </a:xfrm>
          <a:prstGeom prst="rect">
            <a:avLst/>
          </a:prstGeom>
          <a:solidFill>
            <a:srgbClr val="43B02A"/>
          </a:solidFill>
          <a:ln w="12700">
            <a:solidFill>
              <a:srgbClr val="43B02A"/>
            </a:solidFill>
            <a:prstDash val="solid"/>
          </a:ln>
        </p:spPr>
        <p:txBody>
          <a:bodyPr/>
          <a:lstStyle/>
          <a:p>
            <a:endParaRPr lang="en-IN" sz="2400">
              <a:solidFill>
                <a:prstClr val="black"/>
              </a:solidFill>
              <a:latin typeface="+mj-lt"/>
            </a:endParaRPr>
          </a:p>
        </p:txBody>
      </p:sp>
      <p:sp>
        <p:nvSpPr>
          <p:cNvPr id="231" name="Shape 17">
            <a:extLst>
              <a:ext uri="{FF2B5EF4-FFF2-40B4-BE49-F238E27FC236}">
                <a16:creationId xmlns:a16="http://schemas.microsoft.com/office/drawing/2014/main" id="{3C00F2B6-516C-B754-C4D6-10A1A78907EB}"/>
              </a:ext>
            </a:extLst>
          </p:cNvPr>
          <p:cNvSpPr/>
          <p:nvPr/>
        </p:nvSpPr>
        <p:spPr>
          <a:xfrm>
            <a:off x="5687568" y="1243584"/>
            <a:ext cx="347472" cy="347472"/>
          </a:xfrm>
          <a:prstGeom prst="ellipse">
            <a:avLst/>
          </a:prstGeom>
          <a:solidFill>
            <a:srgbClr val="43B02A"/>
          </a:solidFill>
          <a:ln w="12700">
            <a:solidFill>
              <a:srgbClr val="43B02A"/>
            </a:solidFill>
            <a:prstDash val="solid"/>
          </a:ln>
        </p:spPr>
        <p:txBody>
          <a:bodyPr/>
          <a:lstStyle/>
          <a:p>
            <a:endParaRPr lang="en-IN" sz="2400">
              <a:solidFill>
                <a:prstClr val="black"/>
              </a:solidFill>
              <a:latin typeface="+mj-lt"/>
            </a:endParaRPr>
          </a:p>
        </p:txBody>
      </p:sp>
      <p:pic>
        <p:nvPicPr>
          <p:cNvPr id="232" name="Image 2" descr="preencoded.png">
            <a:extLst>
              <a:ext uri="{FF2B5EF4-FFF2-40B4-BE49-F238E27FC236}">
                <a16:creationId xmlns:a16="http://schemas.microsoft.com/office/drawing/2014/main" id="{14C59A7C-73A6-DC0F-8200-72D8A460331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88152" y="1344168"/>
            <a:ext cx="146304" cy="146304"/>
          </a:xfrm>
          <a:prstGeom prst="rect">
            <a:avLst/>
          </a:prstGeom>
        </p:spPr>
      </p:pic>
      <p:sp>
        <p:nvSpPr>
          <p:cNvPr id="233" name="Text 18">
            <a:extLst>
              <a:ext uri="{FF2B5EF4-FFF2-40B4-BE49-F238E27FC236}">
                <a16:creationId xmlns:a16="http://schemas.microsoft.com/office/drawing/2014/main" id="{6C891755-2D05-30D0-EEA4-294D56E4BC1A}"/>
              </a:ext>
            </a:extLst>
          </p:cNvPr>
          <p:cNvSpPr/>
          <p:nvPr/>
        </p:nvSpPr>
        <p:spPr>
          <a:xfrm>
            <a:off x="6144768" y="1225296"/>
            <a:ext cx="2148840" cy="228600"/>
          </a:xfrm>
          <a:prstGeom prst="rect">
            <a:avLst/>
          </a:prstGeom>
          <a:noFill/>
          <a:ln/>
        </p:spPr>
        <p:txBody>
          <a:bodyPr wrap="square" lIns="0" tIns="0" rIns="0" bIns="0" rtlCol="0" anchor="ctr">
            <a:normAutofit/>
          </a:bodyPr>
          <a:lstStyle/>
          <a:p>
            <a:r>
              <a:rPr lang="en-US" sz="1000" b="1" dirty="0">
                <a:solidFill>
                  <a:srgbClr val="0B2739"/>
                </a:solidFill>
                <a:latin typeface="+mj-lt"/>
              </a:rPr>
              <a:t>Legislative intelligence</a:t>
            </a:r>
            <a:endParaRPr lang="en-US" sz="1000" dirty="0">
              <a:solidFill>
                <a:prstClr val="black"/>
              </a:solidFill>
              <a:latin typeface="+mj-lt"/>
            </a:endParaRPr>
          </a:p>
        </p:txBody>
      </p:sp>
      <p:sp>
        <p:nvSpPr>
          <p:cNvPr id="234" name="Text 19">
            <a:extLst>
              <a:ext uri="{FF2B5EF4-FFF2-40B4-BE49-F238E27FC236}">
                <a16:creationId xmlns:a16="http://schemas.microsoft.com/office/drawing/2014/main" id="{3B4DF0F9-B5D9-FE0B-B009-5DB6CA00D43D}"/>
              </a:ext>
            </a:extLst>
          </p:cNvPr>
          <p:cNvSpPr/>
          <p:nvPr/>
        </p:nvSpPr>
        <p:spPr>
          <a:xfrm>
            <a:off x="5696712" y="1600200"/>
            <a:ext cx="2596896" cy="228600"/>
          </a:xfrm>
          <a:prstGeom prst="rect">
            <a:avLst/>
          </a:prstGeom>
          <a:noFill/>
          <a:ln/>
        </p:spPr>
        <p:txBody>
          <a:bodyPr wrap="square" lIns="0" tIns="0" rIns="0" bIns="0" rtlCol="0" anchor="ctr">
            <a:noAutofit/>
          </a:bodyPr>
          <a:lstStyle/>
          <a:p>
            <a:r>
              <a:rPr lang="en-US" sz="800" dirty="0">
                <a:solidFill>
                  <a:srgbClr val="596875"/>
                </a:solidFill>
                <a:latin typeface="+mj-lt"/>
              </a:rPr>
              <a:t>Transcribe hearings and summarize bills, policy papers and discussions.</a:t>
            </a:r>
            <a:endParaRPr lang="en-US" sz="800" dirty="0">
              <a:solidFill>
                <a:prstClr val="black"/>
              </a:solidFill>
              <a:latin typeface="+mj-lt"/>
            </a:endParaRPr>
          </a:p>
        </p:txBody>
      </p:sp>
      <p:sp>
        <p:nvSpPr>
          <p:cNvPr id="235" name="Shape 20">
            <a:extLst>
              <a:ext uri="{FF2B5EF4-FFF2-40B4-BE49-F238E27FC236}">
                <a16:creationId xmlns:a16="http://schemas.microsoft.com/office/drawing/2014/main" id="{364074CC-06D7-1391-D0BE-C2632E7A46B1}"/>
              </a:ext>
            </a:extLst>
          </p:cNvPr>
          <p:cNvSpPr/>
          <p:nvPr/>
        </p:nvSpPr>
        <p:spPr>
          <a:xfrm>
            <a:off x="5687568" y="1947672"/>
            <a:ext cx="2615184" cy="192024"/>
          </a:xfrm>
          <a:prstGeom prst="roundRect">
            <a:avLst>
              <a:gd name="adj" fmla="val 47619"/>
            </a:avLst>
          </a:prstGeom>
          <a:solidFill>
            <a:srgbClr val="EFF6DF"/>
          </a:solidFill>
          <a:ln w="12700">
            <a:solidFill>
              <a:srgbClr val="EFF6DF"/>
            </a:solidFill>
            <a:prstDash val="solid"/>
          </a:ln>
        </p:spPr>
        <p:txBody>
          <a:bodyPr/>
          <a:lstStyle/>
          <a:p>
            <a:endParaRPr lang="en-IN" sz="2400">
              <a:solidFill>
                <a:prstClr val="black"/>
              </a:solidFill>
              <a:latin typeface="+mj-lt"/>
            </a:endParaRPr>
          </a:p>
        </p:txBody>
      </p:sp>
      <p:sp>
        <p:nvSpPr>
          <p:cNvPr id="236" name="Text 21">
            <a:extLst>
              <a:ext uri="{FF2B5EF4-FFF2-40B4-BE49-F238E27FC236}">
                <a16:creationId xmlns:a16="http://schemas.microsoft.com/office/drawing/2014/main" id="{281F2BDA-FEB5-9BEE-F8AD-D3145994252C}"/>
              </a:ext>
            </a:extLst>
          </p:cNvPr>
          <p:cNvSpPr/>
          <p:nvPr/>
        </p:nvSpPr>
        <p:spPr>
          <a:xfrm>
            <a:off x="5760720" y="2002536"/>
            <a:ext cx="2011680" cy="73152"/>
          </a:xfrm>
          <a:prstGeom prst="rect">
            <a:avLst/>
          </a:prstGeom>
          <a:noFill/>
          <a:ln/>
        </p:spPr>
        <p:txBody>
          <a:bodyPr wrap="square" lIns="0" tIns="0" rIns="0" bIns="0" rtlCol="0" anchor="ctr">
            <a:noAutofit/>
          </a:bodyPr>
          <a:lstStyle/>
          <a:p>
            <a:r>
              <a:rPr lang="en-US" sz="700" b="1" dirty="0">
                <a:solidFill>
                  <a:srgbClr val="123B5D"/>
                </a:solidFill>
                <a:latin typeface="+mj-lt"/>
              </a:rPr>
              <a:t>LLM • speech-to-text • NLP</a:t>
            </a:r>
            <a:endParaRPr lang="en-US" sz="700" dirty="0">
              <a:solidFill>
                <a:prstClr val="black"/>
              </a:solidFill>
              <a:latin typeface="+mj-lt"/>
            </a:endParaRPr>
          </a:p>
        </p:txBody>
      </p:sp>
      <p:sp>
        <p:nvSpPr>
          <p:cNvPr id="237" name="Text 22">
            <a:extLst>
              <a:ext uri="{FF2B5EF4-FFF2-40B4-BE49-F238E27FC236}">
                <a16:creationId xmlns:a16="http://schemas.microsoft.com/office/drawing/2014/main" id="{5BDE8CB0-9966-BCA2-0F37-F24E70382B00}"/>
              </a:ext>
            </a:extLst>
          </p:cNvPr>
          <p:cNvSpPr/>
          <p:nvPr/>
        </p:nvSpPr>
        <p:spPr>
          <a:xfrm>
            <a:off x="7790688" y="1993392"/>
            <a:ext cx="438912" cy="82296"/>
          </a:xfrm>
          <a:prstGeom prst="rect">
            <a:avLst/>
          </a:prstGeom>
          <a:noFill/>
          <a:ln/>
        </p:spPr>
        <p:txBody>
          <a:bodyPr wrap="square" lIns="0" tIns="0" rIns="0" bIns="0" rtlCol="0" anchor="ctr"/>
          <a:lstStyle/>
          <a:p>
            <a:pPr algn="r"/>
            <a:r>
              <a:rPr lang="en-US" sz="800" b="1" dirty="0">
                <a:solidFill>
                  <a:srgbClr val="43B02A"/>
                </a:solidFill>
                <a:latin typeface="+mj-lt"/>
              </a:rPr>
              <a:t>3–5 mo</a:t>
            </a:r>
            <a:endParaRPr lang="en-US" sz="800" dirty="0">
              <a:solidFill>
                <a:prstClr val="black"/>
              </a:solidFill>
              <a:latin typeface="+mj-lt"/>
            </a:endParaRPr>
          </a:p>
        </p:txBody>
      </p:sp>
      <p:sp>
        <p:nvSpPr>
          <p:cNvPr id="238" name="Shape 23">
            <a:extLst>
              <a:ext uri="{FF2B5EF4-FFF2-40B4-BE49-F238E27FC236}">
                <a16:creationId xmlns:a16="http://schemas.microsoft.com/office/drawing/2014/main" id="{1642D57D-9738-FBA7-01BD-EA2C0D7243B5}"/>
              </a:ext>
            </a:extLst>
          </p:cNvPr>
          <p:cNvSpPr/>
          <p:nvPr/>
        </p:nvSpPr>
        <p:spPr>
          <a:xfrm>
            <a:off x="8558784" y="1115568"/>
            <a:ext cx="2907792" cy="1143000"/>
          </a:xfrm>
          <a:prstGeom prst="roundRect">
            <a:avLst>
              <a:gd name="adj" fmla="val 5600"/>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400">
              <a:solidFill>
                <a:prstClr val="black"/>
              </a:solidFill>
              <a:latin typeface="+mj-lt"/>
            </a:endParaRPr>
          </a:p>
        </p:txBody>
      </p:sp>
      <p:sp>
        <p:nvSpPr>
          <p:cNvPr id="239" name="Shape 24">
            <a:extLst>
              <a:ext uri="{FF2B5EF4-FFF2-40B4-BE49-F238E27FC236}">
                <a16:creationId xmlns:a16="http://schemas.microsoft.com/office/drawing/2014/main" id="{99FADB06-140E-AEB0-B002-6AE86855DE6D}"/>
              </a:ext>
            </a:extLst>
          </p:cNvPr>
          <p:cNvSpPr/>
          <p:nvPr/>
        </p:nvSpPr>
        <p:spPr>
          <a:xfrm>
            <a:off x="8558784" y="1115568"/>
            <a:ext cx="64008" cy="1143000"/>
          </a:xfrm>
          <a:prstGeom prst="rect">
            <a:avLst/>
          </a:prstGeom>
          <a:solidFill>
            <a:srgbClr val="007CB0"/>
          </a:solidFill>
          <a:ln w="12700">
            <a:solidFill>
              <a:srgbClr val="007CB0"/>
            </a:solidFill>
            <a:prstDash val="solid"/>
          </a:ln>
        </p:spPr>
        <p:txBody>
          <a:bodyPr/>
          <a:lstStyle/>
          <a:p>
            <a:endParaRPr lang="en-IN" sz="2400">
              <a:solidFill>
                <a:prstClr val="black"/>
              </a:solidFill>
              <a:latin typeface="+mj-lt"/>
            </a:endParaRPr>
          </a:p>
        </p:txBody>
      </p:sp>
      <p:sp>
        <p:nvSpPr>
          <p:cNvPr id="240" name="Shape 25">
            <a:extLst>
              <a:ext uri="{FF2B5EF4-FFF2-40B4-BE49-F238E27FC236}">
                <a16:creationId xmlns:a16="http://schemas.microsoft.com/office/drawing/2014/main" id="{AFA8F034-2859-D446-FBA0-E4340726C856}"/>
              </a:ext>
            </a:extLst>
          </p:cNvPr>
          <p:cNvSpPr/>
          <p:nvPr/>
        </p:nvSpPr>
        <p:spPr>
          <a:xfrm>
            <a:off x="8705088" y="1243584"/>
            <a:ext cx="347472" cy="347472"/>
          </a:xfrm>
          <a:prstGeom prst="ellipse">
            <a:avLst/>
          </a:prstGeom>
          <a:solidFill>
            <a:srgbClr val="007CB0"/>
          </a:solidFill>
          <a:ln w="12700">
            <a:solidFill>
              <a:srgbClr val="007CB0"/>
            </a:solidFill>
            <a:prstDash val="solid"/>
          </a:ln>
        </p:spPr>
        <p:txBody>
          <a:bodyPr/>
          <a:lstStyle/>
          <a:p>
            <a:endParaRPr lang="en-IN" sz="2400">
              <a:solidFill>
                <a:prstClr val="black"/>
              </a:solidFill>
              <a:latin typeface="+mj-lt"/>
            </a:endParaRPr>
          </a:p>
        </p:txBody>
      </p:sp>
      <p:pic>
        <p:nvPicPr>
          <p:cNvPr id="241" name="Image 3" descr="preencoded.png">
            <a:extLst>
              <a:ext uri="{FF2B5EF4-FFF2-40B4-BE49-F238E27FC236}">
                <a16:creationId xmlns:a16="http://schemas.microsoft.com/office/drawing/2014/main" id="{1A64B6E7-F979-335A-D21C-CBBB49D6CD5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05672" y="1344168"/>
            <a:ext cx="146304" cy="146304"/>
          </a:xfrm>
          <a:prstGeom prst="rect">
            <a:avLst/>
          </a:prstGeom>
        </p:spPr>
      </p:pic>
      <p:sp>
        <p:nvSpPr>
          <p:cNvPr id="242" name="Text 26">
            <a:extLst>
              <a:ext uri="{FF2B5EF4-FFF2-40B4-BE49-F238E27FC236}">
                <a16:creationId xmlns:a16="http://schemas.microsoft.com/office/drawing/2014/main" id="{AF005A08-D764-4AAC-F002-417D47A67CBD}"/>
              </a:ext>
            </a:extLst>
          </p:cNvPr>
          <p:cNvSpPr/>
          <p:nvPr/>
        </p:nvSpPr>
        <p:spPr>
          <a:xfrm>
            <a:off x="9162288" y="1225296"/>
            <a:ext cx="2148840" cy="228600"/>
          </a:xfrm>
          <a:prstGeom prst="rect">
            <a:avLst/>
          </a:prstGeom>
          <a:noFill/>
          <a:ln/>
        </p:spPr>
        <p:txBody>
          <a:bodyPr wrap="square" lIns="0" tIns="0" rIns="0" bIns="0" rtlCol="0" anchor="ctr">
            <a:normAutofit/>
          </a:bodyPr>
          <a:lstStyle/>
          <a:p>
            <a:r>
              <a:rPr lang="en-US" sz="1000" b="1" dirty="0">
                <a:solidFill>
                  <a:srgbClr val="0B2739"/>
                </a:solidFill>
                <a:latin typeface="+mj-lt"/>
              </a:rPr>
              <a:t>Intelligent file processing</a:t>
            </a:r>
            <a:endParaRPr lang="en-US" sz="1000" dirty="0">
              <a:solidFill>
                <a:prstClr val="black"/>
              </a:solidFill>
              <a:latin typeface="+mj-lt"/>
            </a:endParaRPr>
          </a:p>
        </p:txBody>
      </p:sp>
      <p:sp>
        <p:nvSpPr>
          <p:cNvPr id="243" name="Text 27">
            <a:extLst>
              <a:ext uri="{FF2B5EF4-FFF2-40B4-BE49-F238E27FC236}">
                <a16:creationId xmlns:a16="http://schemas.microsoft.com/office/drawing/2014/main" id="{CBE912EA-F9D2-1C4E-0D7E-9736B65A3CAB}"/>
              </a:ext>
            </a:extLst>
          </p:cNvPr>
          <p:cNvSpPr/>
          <p:nvPr/>
        </p:nvSpPr>
        <p:spPr>
          <a:xfrm>
            <a:off x="8714232" y="1600200"/>
            <a:ext cx="2596896" cy="228600"/>
          </a:xfrm>
          <a:prstGeom prst="rect">
            <a:avLst/>
          </a:prstGeom>
          <a:noFill/>
          <a:ln/>
        </p:spPr>
        <p:txBody>
          <a:bodyPr wrap="square" lIns="0" tIns="0" rIns="0" bIns="0" rtlCol="0" anchor="ctr">
            <a:noAutofit/>
          </a:bodyPr>
          <a:lstStyle/>
          <a:p>
            <a:r>
              <a:rPr lang="en-US" sz="800" dirty="0">
                <a:solidFill>
                  <a:srgbClr val="596875"/>
                </a:solidFill>
                <a:latin typeface="+mj-lt"/>
              </a:rPr>
              <a:t>Classify, search, route and draft standard notes for faster file turnaround.</a:t>
            </a:r>
            <a:endParaRPr lang="en-US" sz="800" dirty="0">
              <a:solidFill>
                <a:prstClr val="black"/>
              </a:solidFill>
              <a:latin typeface="+mj-lt"/>
            </a:endParaRPr>
          </a:p>
        </p:txBody>
      </p:sp>
      <p:sp>
        <p:nvSpPr>
          <p:cNvPr id="244" name="Shape 28">
            <a:extLst>
              <a:ext uri="{FF2B5EF4-FFF2-40B4-BE49-F238E27FC236}">
                <a16:creationId xmlns:a16="http://schemas.microsoft.com/office/drawing/2014/main" id="{4F02A376-ACE8-CED7-D122-C502EB1D9ACF}"/>
              </a:ext>
            </a:extLst>
          </p:cNvPr>
          <p:cNvSpPr/>
          <p:nvPr/>
        </p:nvSpPr>
        <p:spPr>
          <a:xfrm>
            <a:off x="8705088" y="1947672"/>
            <a:ext cx="2615184" cy="192024"/>
          </a:xfrm>
          <a:prstGeom prst="roundRect">
            <a:avLst>
              <a:gd name="adj" fmla="val 47619"/>
            </a:avLst>
          </a:prstGeom>
          <a:solidFill>
            <a:srgbClr val="EBF5F8"/>
          </a:solidFill>
          <a:ln w="12700">
            <a:solidFill>
              <a:srgbClr val="EBF5F8"/>
            </a:solidFill>
            <a:prstDash val="solid"/>
          </a:ln>
        </p:spPr>
        <p:txBody>
          <a:bodyPr/>
          <a:lstStyle/>
          <a:p>
            <a:endParaRPr lang="en-IN" sz="2400">
              <a:solidFill>
                <a:prstClr val="black"/>
              </a:solidFill>
              <a:latin typeface="+mj-lt"/>
            </a:endParaRPr>
          </a:p>
        </p:txBody>
      </p:sp>
      <p:sp>
        <p:nvSpPr>
          <p:cNvPr id="245" name="Text 29">
            <a:extLst>
              <a:ext uri="{FF2B5EF4-FFF2-40B4-BE49-F238E27FC236}">
                <a16:creationId xmlns:a16="http://schemas.microsoft.com/office/drawing/2014/main" id="{604E73D7-CD00-88AD-F578-6A1A4D7EB3D7}"/>
              </a:ext>
            </a:extLst>
          </p:cNvPr>
          <p:cNvSpPr/>
          <p:nvPr/>
        </p:nvSpPr>
        <p:spPr>
          <a:xfrm>
            <a:off x="8778240" y="2002536"/>
            <a:ext cx="2011680" cy="73152"/>
          </a:xfrm>
          <a:prstGeom prst="rect">
            <a:avLst/>
          </a:prstGeom>
          <a:noFill/>
          <a:ln/>
        </p:spPr>
        <p:txBody>
          <a:bodyPr wrap="square" lIns="0" tIns="0" rIns="0" bIns="0" rtlCol="0" anchor="ctr">
            <a:noAutofit/>
          </a:bodyPr>
          <a:lstStyle/>
          <a:p>
            <a:r>
              <a:rPr lang="en-US" sz="700" b="1" dirty="0">
                <a:solidFill>
                  <a:srgbClr val="123B5D"/>
                </a:solidFill>
                <a:latin typeface="+mj-lt"/>
              </a:rPr>
              <a:t>NLP • document intelligence</a:t>
            </a:r>
            <a:endParaRPr lang="en-US" sz="700" dirty="0">
              <a:solidFill>
                <a:prstClr val="black"/>
              </a:solidFill>
              <a:latin typeface="+mj-lt"/>
            </a:endParaRPr>
          </a:p>
        </p:txBody>
      </p:sp>
      <p:sp>
        <p:nvSpPr>
          <p:cNvPr id="246" name="Text 30">
            <a:extLst>
              <a:ext uri="{FF2B5EF4-FFF2-40B4-BE49-F238E27FC236}">
                <a16:creationId xmlns:a16="http://schemas.microsoft.com/office/drawing/2014/main" id="{B5070972-9459-23BB-E98A-FA87DE7BBDB8}"/>
              </a:ext>
            </a:extLst>
          </p:cNvPr>
          <p:cNvSpPr/>
          <p:nvPr/>
        </p:nvSpPr>
        <p:spPr>
          <a:xfrm>
            <a:off x="10808208" y="1993392"/>
            <a:ext cx="438912" cy="82296"/>
          </a:xfrm>
          <a:prstGeom prst="rect">
            <a:avLst/>
          </a:prstGeom>
          <a:noFill/>
          <a:ln/>
        </p:spPr>
        <p:txBody>
          <a:bodyPr wrap="square" lIns="0" tIns="0" rIns="0" bIns="0" rtlCol="0" anchor="ctr"/>
          <a:lstStyle/>
          <a:p>
            <a:pPr algn="r"/>
            <a:r>
              <a:rPr lang="en-US" sz="800" b="1" dirty="0">
                <a:solidFill>
                  <a:srgbClr val="007CB0"/>
                </a:solidFill>
                <a:latin typeface="+mj-lt"/>
              </a:rPr>
              <a:t>6–9 mo</a:t>
            </a:r>
            <a:endParaRPr lang="en-US" sz="800" dirty="0">
              <a:solidFill>
                <a:prstClr val="black"/>
              </a:solidFill>
              <a:latin typeface="+mj-lt"/>
            </a:endParaRPr>
          </a:p>
        </p:txBody>
      </p:sp>
      <p:sp>
        <p:nvSpPr>
          <p:cNvPr id="247" name="Shape 31">
            <a:extLst>
              <a:ext uri="{FF2B5EF4-FFF2-40B4-BE49-F238E27FC236}">
                <a16:creationId xmlns:a16="http://schemas.microsoft.com/office/drawing/2014/main" id="{30002A81-CA3B-A6BC-D3FC-A86AE711F3EC}"/>
              </a:ext>
            </a:extLst>
          </p:cNvPr>
          <p:cNvSpPr/>
          <p:nvPr/>
        </p:nvSpPr>
        <p:spPr>
          <a:xfrm>
            <a:off x="502920" y="2423160"/>
            <a:ext cx="1847088" cy="1143000"/>
          </a:xfrm>
          <a:prstGeom prst="roundRect">
            <a:avLst>
              <a:gd name="adj" fmla="val 6400"/>
            </a:avLst>
          </a:prstGeom>
          <a:solidFill>
            <a:srgbClr val="007CB0"/>
          </a:solidFill>
          <a:ln w="12700">
            <a:solidFill>
              <a:srgbClr val="007CB0"/>
            </a:solidFill>
            <a:prstDash val="solid"/>
          </a:ln>
        </p:spPr>
        <p:txBody>
          <a:bodyPr/>
          <a:lstStyle/>
          <a:p>
            <a:endParaRPr lang="en-IN" sz="2400">
              <a:solidFill>
                <a:prstClr val="black"/>
              </a:solidFill>
              <a:latin typeface="+mj-lt"/>
            </a:endParaRPr>
          </a:p>
        </p:txBody>
      </p:sp>
      <p:pic>
        <p:nvPicPr>
          <p:cNvPr id="248" name="Image 4" descr="preencoded.png">
            <a:extLst>
              <a:ext uri="{FF2B5EF4-FFF2-40B4-BE49-F238E27FC236}">
                <a16:creationId xmlns:a16="http://schemas.microsoft.com/office/drawing/2014/main" id="{D772B2E6-686D-C076-B05A-A235B6F85BE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94944" y="2606040"/>
            <a:ext cx="347472" cy="347472"/>
          </a:xfrm>
          <a:prstGeom prst="rect">
            <a:avLst/>
          </a:prstGeom>
        </p:spPr>
      </p:pic>
      <p:sp>
        <p:nvSpPr>
          <p:cNvPr id="249" name="Text 32">
            <a:extLst>
              <a:ext uri="{FF2B5EF4-FFF2-40B4-BE49-F238E27FC236}">
                <a16:creationId xmlns:a16="http://schemas.microsoft.com/office/drawing/2014/main" id="{2DBD5B3F-EA65-12B7-872E-35ADD773C28B}"/>
              </a:ext>
            </a:extLst>
          </p:cNvPr>
          <p:cNvSpPr/>
          <p:nvPr/>
        </p:nvSpPr>
        <p:spPr>
          <a:xfrm>
            <a:off x="1143000" y="2560320"/>
            <a:ext cx="960120" cy="310896"/>
          </a:xfrm>
          <a:prstGeom prst="rect">
            <a:avLst/>
          </a:prstGeom>
          <a:noFill/>
          <a:ln/>
        </p:spPr>
        <p:txBody>
          <a:bodyPr wrap="square" lIns="0" tIns="0" rIns="0" bIns="0" rtlCol="0" anchor="ctr">
            <a:noAutofit/>
          </a:bodyPr>
          <a:lstStyle/>
          <a:p>
            <a:r>
              <a:rPr lang="en-US" sz="1100" b="1" dirty="0">
                <a:solidFill>
                  <a:srgbClr val="FFFFFF"/>
                </a:solidFill>
                <a:latin typeface="+mj-lt"/>
              </a:rPr>
              <a:t>Public safety &amp; power</a:t>
            </a:r>
            <a:endParaRPr lang="en-US" sz="1100" dirty="0">
              <a:solidFill>
                <a:prstClr val="black"/>
              </a:solidFill>
              <a:latin typeface="+mj-lt"/>
            </a:endParaRPr>
          </a:p>
        </p:txBody>
      </p:sp>
      <p:sp>
        <p:nvSpPr>
          <p:cNvPr id="250" name="Text 33">
            <a:extLst>
              <a:ext uri="{FF2B5EF4-FFF2-40B4-BE49-F238E27FC236}">
                <a16:creationId xmlns:a16="http://schemas.microsoft.com/office/drawing/2014/main" id="{5A9FB7DB-517E-A4D8-3E1A-D9684AAB1B23}"/>
              </a:ext>
            </a:extLst>
          </p:cNvPr>
          <p:cNvSpPr/>
          <p:nvPr/>
        </p:nvSpPr>
        <p:spPr>
          <a:xfrm>
            <a:off x="694944" y="2990088"/>
            <a:ext cx="1389888" cy="265176"/>
          </a:xfrm>
          <a:prstGeom prst="rect">
            <a:avLst/>
          </a:prstGeom>
          <a:noFill/>
          <a:ln/>
        </p:spPr>
        <p:txBody>
          <a:bodyPr wrap="square" lIns="0" tIns="0" rIns="0" bIns="0" rtlCol="0" anchor="ctr">
            <a:normAutofit/>
          </a:bodyPr>
          <a:lstStyle/>
          <a:p>
            <a:r>
              <a:rPr lang="en-US" sz="800" dirty="0">
                <a:solidFill>
                  <a:srgbClr val="E6F0F3"/>
                </a:solidFill>
                <a:latin typeface="+mj-lt"/>
              </a:rPr>
              <a:t>Improve readiness, generation planning and grid reliability</a:t>
            </a:r>
            <a:endParaRPr lang="en-US" sz="800" dirty="0">
              <a:solidFill>
                <a:prstClr val="black"/>
              </a:solidFill>
              <a:latin typeface="+mj-lt"/>
            </a:endParaRPr>
          </a:p>
        </p:txBody>
      </p:sp>
      <p:sp>
        <p:nvSpPr>
          <p:cNvPr id="251" name="Text 34">
            <a:extLst>
              <a:ext uri="{FF2B5EF4-FFF2-40B4-BE49-F238E27FC236}">
                <a16:creationId xmlns:a16="http://schemas.microsoft.com/office/drawing/2014/main" id="{440D36CD-44AA-3C99-A4A5-4A4AC7C08438}"/>
              </a:ext>
            </a:extLst>
          </p:cNvPr>
          <p:cNvSpPr/>
          <p:nvPr/>
        </p:nvSpPr>
        <p:spPr>
          <a:xfrm>
            <a:off x="694944" y="3355848"/>
            <a:ext cx="1325880" cy="91440"/>
          </a:xfrm>
          <a:prstGeom prst="rect">
            <a:avLst/>
          </a:prstGeom>
          <a:noFill/>
          <a:ln/>
        </p:spPr>
        <p:txBody>
          <a:bodyPr wrap="square" lIns="0" tIns="0" rIns="0" bIns="0" rtlCol="0" anchor="ctr"/>
          <a:lstStyle/>
          <a:p>
            <a:r>
              <a:rPr lang="en-US" sz="800" b="1" dirty="0">
                <a:solidFill>
                  <a:srgbClr val="FFFFFF"/>
                </a:solidFill>
                <a:latin typeface="+mj-lt"/>
              </a:rPr>
              <a:t>3 USE CASES  |  5–12 MONTHS</a:t>
            </a:r>
            <a:endParaRPr lang="en-US" sz="800" dirty="0">
              <a:solidFill>
                <a:prstClr val="black"/>
              </a:solidFill>
              <a:latin typeface="+mj-lt"/>
            </a:endParaRPr>
          </a:p>
        </p:txBody>
      </p:sp>
      <p:sp>
        <p:nvSpPr>
          <p:cNvPr id="252" name="Shape 35">
            <a:extLst>
              <a:ext uri="{FF2B5EF4-FFF2-40B4-BE49-F238E27FC236}">
                <a16:creationId xmlns:a16="http://schemas.microsoft.com/office/drawing/2014/main" id="{61E909E5-219D-3D40-807B-626C42FAD618}"/>
              </a:ext>
            </a:extLst>
          </p:cNvPr>
          <p:cNvSpPr/>
          <p:nvPr/>
        </p:nvSpPr>
        <p:spPr>
          <a:xfrm>
            <a:off x="2523744" y="2423160"/>
            <a:ext cx="2907792" cy="1143000"/>
          </a:xfrm>
          <a:prstGeom prst="roundRect">
            <a:avLst>
              <a:gd name="adj" fmla="val 5600"/>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400">
              <a:solidFill>
                <a:prstClr val="black"/>
              </a:solidFill>
              <a:latin typeface="+mj-lt"/>
            </a:endParaRPr>
          </a:p>
        </p:txBody>
      </p:sp>
      <p:sp>
        <p:nvSpPr>
          <p:cNvPr id="253" name="Shape 36">
            <a:extLst>
              <a:ext uri="{FF2B5EF4-FFF2-40B4-BE49-F238E27FC236}">
                <a16:creationId xmlns:a16="http://schemas.microsoft.com/office/drawing/2014/main" id="{EC7733FC-B7CD-29D7-A70D-FEA882838C69}"/>
              </a:ext>
            </a:extLst>
          </p:cNvPr>
          <p:cNvSpPr/>
          <p:nvPr/>
        </p:nvSpPr>
        <p:spPr>
          <a:xfrm>
            <a:off x="2523744" y="2423160"/>
            <a:ext cx="64008" cy="1143000"/>
          </a:xfrm>
          <a:prstGeom prst="rect">
            <a:avLst/>
          </a:prstGeom>
          <a:solidFill>
            <a:srgbClr val="007CB0"/>
          </a:solidFill>
          <a:ln w="12700">
            <a:solidFill>
              <a:srgbClr val="007CB0"/>
            </a:solidFill>
            <a:prstDash val="solid"/>
          </a:ln>
        </p:spPr>
        <p:txBody>
          <a:bodyPr/>
          <a:lstStyle/>
          <a:p>
            <a:endParaRPr lang="en-IN" sz="2400">
              <a:solidFill>
                <a:prstClr val="black"/>
              </a:solidFill>
              <a:latin typeface="+mj-lt"/>
            </a:endParaRPr>
          </a:p>
        </p:txBody>
      </p:sp>
      <p:sp>
        <p:nvSpPr>
          <p:cNvPr id="254" name="Shape 37">
            <a:extLst>
              <a:ext uri="{FF2B5EF4-FFF2-40B4-BE49-F238E27FC236}">
                <a16:creationId xmlns:a16="http://schemas.microsoft.com/office/drawing/2014/main" id="{54A27581-7128-D03B-3BE5-4F49BDE46611}"/>
              </a:ext>
            </a:extLst>
          </p:cNvPr>
          <p:cNvSpPr/>
          <p:nvPr/>
        </p:nvSpPr>
        <p:spPr>
          <a:xfrm>
            <a:off x="2670048" y="2551176"/>
            <a:ext cx="347472" cy="347472"/>
          </a:xfrm>
          <a:prstGeom prst="ellipse">
            <a:avLst/>
          </a:prstGeom>
          <a:solidFill>
            <a:srgbClr val="007CB0"/>
          </a:solidFill>
          <a:ln w="12700">
            <a:solidFill>
              <a:srgbClr val="007CB0"/>
            </a:solidFill>
            <a:prstDash val="solid"/>
          </a:ln>
        </p:spPr>
        <p:txBody>
          <a:bodyPr/>
          <a:lstStyle/>
          <a:p>
            <a:endParaRPr lang="en-IN" sz="2400">
              <a:solidFill>
                <a:prstClr val="black"/>
              </a:solidFill>
              <a:latin typeface="+mj-lt"/>
            </a:endParaRPr>
          </a:p>
        </p:txBody>
      </p:sp>
      <p:pic>
        <p:nvPicPr>
          <p:cNvPr id="255" name="Image 5" descr="preencoded.png">
            <a:extLst>
              <a:ext uri="{FF2B5EF4-FFF2-40B4-BE49-F238E27FC236}">
                <a16:creationId xmlns:a16="http://schemas.microsoft.com/office/drawing/2014/main" id="{791344DE-6552-0FD0-8DBC-F8F3E9AC37F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770632" y="2651760"/>
            <a:ext cx="146304" cy="146304"/>
          </a:xfrm>
          <a:prstGeom prst="rect">
            <a:avLst/>
          </a:prstGeom>
        </p:spPr>
      </p:pic>
      <p:sp>
        <p:nvSpPr>
          <p:cNvPr id="256" name="Text 38">
            <a:extLst>
              <a:ext uri="{FF2B5EF4-FFF2-40B4-BE49-F238E27FC236}">
                <a16:creationId xmlns:a16="http://schemas.microsoft.com/office/drawing/2014/main" id="{24354C2B-6EA7-2805-EAD7-F3D286126142}"/>
              </a:ext>
            </a:extLst>
          </p:cNvPr>
          <p:cNvSpPr/>
          <p:nvPr/>
        </p:nvSpPr>
        <p:spPr>
          <a:xfrm>
            <a:off x="3127248" y="2532888"/>
            <a:ext cx="2148840" cy="228600"/>
          </a:xfrm>
          <a:prstGeom prst="rect">
            <a:avLst/>
          </a:prstGeom>
          <a:noFill/>
          <a:ln/>
        </p:spPr>
        <p:txBody>
          <a:bodyPr wrap="square" lIns="0" tIns="0" rIns="0" bIns="0" rtlCol="0" anchor="ctr">
            <a:normAutofit/>
          </a:bodyPr>
          <a:lstStyle/>
          <a:p>
            <a:r>
              <a:rPr lang="en-US" sz="1000" b="1" dirty="0">
                <a:solidFill>
                  <a:srgbClr val="0B2739"/>
                </a:solidFill>
                <a:latin typeface="+mj-lt"/>
              </a:rPr>
              <a:t>Crime-risk analytics</a:t>
            </a:r>
            <a:endParaRPr lang="en-US" sz="1000" dirty="0">
              <a:solidFill>
                <a:prstClr val="black"/>
              </a:solidFill>
              <a:latin typeface="+mj-lt"/>
            </a:endParaRPr>
          </a:p>
        </p:txBody>
      </p:sp>
      <p:sp>
        <p:nvSpPr>
          <p:cNvPr id="257" name="Text 39">
            <a:extLst>
              <a:ext uri="{FF2B5EF4-FFF2-40B4-BE49-F238E27FC236}">
                <a16:creationId xmlns:a16="http://schemas.microsoft.com/office/drawing/2014/main" id="{66B1501E-F26B-96B2-705E-877931FD1974}"/>
              </a:ext>
            </a:extLst>
          </p:cNvPr>
          <p:cNvSpPr/>
          <p:nvPr/>
        </p:nvSpPr>
        <p:spPr>
          <a:xfrm>
            <a:off x="2679192" y="2907792"/>
            <a:ext cx="2596896" cy="228600"/>
          </a:xfrm>
          <a:prstGeom prst="rect">
            <a:avLst/>
          </a:prstGeom>
          <a:noFill/>
          <a:ln/>
        </p:spPr>
        <p:txBody>
          <a:bodyPr wrap="square" lIns="0" tIns="0" rIns="0" bIns="0" rtlCol="0" anchor="ctr">
            <a:noAutofit/>
          </a:bodyPr>
          <a:lstStyle/>
          <a:p>
            <a:r>
              <a:rPr lang="en-US" sz="800" dirty="0">
                <a:solidFill>
                  <a:srgbClr val="596875"/>
                </a:solidFill>
                <a:latin typeface="+mj-lt"/>
              </a:rPr>
              <a:t>Identify emerging hotspots and support reviewed patrol-resource deployment.</a:t>
            </a:r>
            <a:endParaRPr lang="en-US" sz="800" dirty="0">
              <a:solidFill>
                <a:prstClr val="black"/>
              </a:solidFill>
              <a:latin typeface="+mj-lt"/>
            </a:endParaRPr>
          </a:p>
        </p:txBody>
      </p:sp>
      <p:sp>
        <p:nvSpPr>
          <p:cNvPr id="258" name="Shape 40">
            <a:extLst>
              <a:ext uri="{FF2B5EF4-FFF2-40B4-BE49-F238E27FC236}">
                <a16:creationId xmlns:a16="http://schemas.microsoft.com/office/drawing/2014/main" id="{4AFFAF23-0229-D8AA-21C9-19B8131A1C7B}"/>
              </a:ext>
            </a:extLst>
          </p:cNvPr>
          <p:cNvSpPr/>
          <p:nvPr/>
        </p:nvSpPr>
        <p:spPr>
          <a:xfrm>
            <a:off x="2670048" y="3255264"/>
            <a:ext cx="2615184" cy="192024"/>
          </a:xfrm>
          <a:prstGeom prst="roundRect">
            <a:avLst>
              <a:gd name="adj" fmla="val 47619"/>
            </a:avLst>
          </a:prstGeom>
          <a:solidFill>
            <a:srgbClr val="EBF5F8"/>
          </a:solidFill>
          <a:ln w="12700">
            <a:solidFill>
              <a:srgbClr val="EBF5F8"/>
            </a:solidFill>
            <a:prstDash val="solid"/>
          </a:ln>
        </p:spPr>
        <p:txBody>
          <a:bodyPr/>
          <a:lstStyle/>
          <a:p>
            <a:endParaRPr lang="en-IN" sz="2400">
              <a:solidFill>
                <a:prstClr val="black"/>
              </a:solidFill>
              <a:latin typeface="+mj-lt"/>
            </a:endParaRPr>
          </a:p>
        </p:txBody>
      </p:sp>
      <p:sp>
        <p:nvSpPr>
          <p:cNvPr id="259" name="Text 41">
            <a:extLst>
              <a:ext uri="{FF2B5EF4-FFF2-40B4-BE49-F238E27FC236}">
                <a16:creationId xmlns:a16="http://schemas.microsoft.com/office/drawing/2014/main" id="{ABE7B9F4-6F64-095B-7CB7-92F1645B161F}"/>
              </a:ext>
            </a:extLst>
          </p:cNvPr>
          <p:cNvSpPr/>
          <p:nvPr/>
        </p:nvSpPr>
        <p:spPr>
          <a:xfrm>
            <a:off x="2743200" y="3310128"/>
            <a:ext cx="2011680" cy="73152"/>
          </a:xfrm>
          <a:prstGeom prst="rect">
            <a:avLst/>
          </a:prstGeom>
          <a:noFill/>
          <a:ln/>
        </p:spPr>
        <p:txBody>
          <a:bodyPr wrap="square" lIns="0" tIns="0" rIns="0" bIns="0" rtlCol="0" anchor="ctr">
            <a:noAutofit/>
          </a:bodyPr>
          <a:lstStyle/>
          <a:p>
            <a:r>
              <a:rPr lang="en-US" sz="700" b="1" dirty="0">
                <a:solidFill>
                  <a:srgbClr val="123B5D"/>
                </a:solidFill>
                <a:latin typeface="+mj-lt"/>
              </a:rPr>
              <a:t>ML • GIS • risk scoring</a:t>
            </a:r>
            <a:endParaRPr lang="en-US" sz="700" dirty="0">
              <a:solidFill>
                <a:prstClr val="black"/>
              </a:solidFill>
              <a:latin typeface="+mj-lt"/>
            </a:endParaRPr>
          </a:p>
        </p:txBody>
      </p:sp>
      <p:sp>
        <p:nvSpPr>
          <p:cNvPr id="260" name="Text 42">
            <a:extLst>
              <a:ext uri="{FF2B5EF4-FFF2-40B4-BE49-F238E27FC236}">
                <a16:creationId xmlns:a16="http://schemas.microsoft.com/office/drawing/2014/main" id="{7AEEC433-37F7-D895-EB95-644675E1C1C8}"/>
              </a:ext>
            </a:extLst>
          </p:cNvPr>
          <p:cNvSpPr/>
          <p:nvPr/>
        </p:nvSpPr>
        <p:spPr>
          <a:xfrm>
            <a:off x="4773168" y="3300984"/>
            <a:ext cx="438912" cy="82296"/>
          </a:xfrm>
          <a:prstGeom prst="rect">
            <a:avLst/>
          </a:prstGeom>
          <a:noFill/>
          <a:ln/>
        </p:spPr>
        <p:txBody>
          <a:bodyPr wrap="square" lIns="0" tIns="0" rIns="0" bIns="0" rtlCol="0" anchor="ctr"/>
          <a:lstStyle/>
          <a:p>
            <a:pPr algn="r"/>
            <a:r>
              <a:rPr lang="en-US" sz="800" b="1" dirty="0">
                <a:solidFill>
                  <a:srgbClr val="007CB0"/>
                </a:solidFill>
                <a:latin typeface="+mj-lt"/>
              </a:rPr>
              <a:t>5–7 mo</a:t>
            </a:r>
            <a:endParaRPr lang="en-US" sz="800" dirty="0">
              <a:solidFill>
                <a:prstClr val="black"/>
              </a:solidFill>
              <a:latin typeface="+mj-lt"/>
            </a:endParaRPr>
          </a:p>
        </p:txBody>
      </p:sp>
      <p:sp>
        <p:nvSpPr>
          <p:cNvPr id="261" name="Shape 43">
            <a:extLst>
              <a:ext uri="{FF2B5EF4-FFF2-40B4-BE49-F238E27FC236}">
                <a16:creationId xmlns:a16="http://schemas.microsoft.com/office/drawing/2014/main" id="{AA470938-9C87-30A9-68A0-344E8C31B093}"/>
              </a:ext>
            </a:extLst>
          </p:cNvPr>
          <p:cNvSpPr/>
          <p:nvPr/>
        </p:nvSpPr>
        <p:spPr>
          <a:xfrm>
            <a:off x="5541264" y="2423160"/>
            <a:ext cx="2907792" cy="1143000"/>
          </a:xfrm>
          <a:prstGeom prst="roundRect">
            <a:avLst>
              <a:gd name="adj" fmla="val 5600"/>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400">
              <a:solidFill>
                <a:prstClr val="black"/>
              </a:solidFill>
              <a:latin typeface="+mj-lt"/>
            </a:endParaRPr>
          </a:p>
        </p:txBody>
      </p:sp>
      <p:sp>
        <p:nvSpPr>
          <p:cNvPr id="262" name="Shape 44">
            <a:extLst>
              <a:ext uri="{FF2B5EF4-FFF2-40B4-BE49-F238E27FC236}">
                <a16:creationId xmlns:a16="http://schemas.microsoft.com/office/drawing/2014/main" id="{A10EA671-A882-68B4-6201-69B390585B86}"/>
              </a:ext>
            </a:extLst>
          </p:cNvPr>
          <p:cNvSpPr/>
          <p:nvPr/>
        </p:nvSpPr>
        <p:spPr>
          <a:xfrm>
            <a:off x="5541264" y="2423160"/>
            <a:ext cx="64008" cy="1143000"/>
          </a:xfrm>
          <a:prstGeom prst="rect">
            <a:avLst/>
          </a:prstGeom>
          <a:solidFill>
            <a:srgbClr val="20B5D5"/>
          </a:solidFill>
          <a:ln w="12700">
            <a:solidFill>
              <a:srgbClr val="20B5D5"/>
            </a:solidFill>
            <a:prstDash val="solid"/>
          </a:ln>
        </p:spPr>
        <p:txBody>
          <a:bodyPr/>
          <a:lstStyle/>
          <a:p>
            <a:endParaRPr lang="en-IN" sz="2400">
              <a:solidFill>
                <a:prstClr val="black"/>
              </a:solidFill>
              <a:latin typeface="+mj-lt"/>
            </a:endParaRPr>
          </a:p>
        </p:txBody>
      </p:sp>
      <p:sp>
        <p:nvSpPr>
          <p:cNvPr id="263" name="Shape 45">
            <a:extLst>
              <a:ext uri="{FF2B5EF4-FFF2-40B4-BE49-F238E27FC236}">
                <a16:creationId xmlns:a16="http://schemas.microsoft.com/office/drawing/2014/main" id="{F73A2C1D-E31A-5716-2AB3-F1BA71C39289}"/>
              </a:ext>
            </a:extLst>
          </p:cNvPr>
          <p:cNvSpPr/>
          <p:nvPr/>
        </p:nvSpPr>
        <p:spPr>
          <a:xfrm>
            <a:off x="5687568" y="2551176"/>
            <a:ext cx="347472" cy="347472"/>
          </a:xfrm>
          <a:prstGeom prst="ellipse">
            <a:avLst/>
          </a:prstGeom>
          <a:solidFill>
            <a:srgbClr val="20B5D5"/>
          </a:solidFill>
          <a:ln w="12700">
            <a:solidFill>
              <a:srgbClr val="20B5D5"/>
            </a:solidFill>
            <a:prstDash val="solid"/>
          </a:ln>
        </p:spPr>
        <p:txBody>
          <a:bodyPr/>
          <a:lstStyle/>
          <a:p>
            <a:endParaRPr lang="en-IN" sz="2400">
              <a:solidFill>
                <a:prstClr val="black"/>
              </a:solidFill>
              <a:latin typeface="+mj-lt"/>
            </a:endParaRPr>
          </a:p>
        </p:txBody>
      </p:sp>
      <p:pic>
        <p:nvPicPr>
          <p:cNvPr id="264" name="Image 6" descr="preencoded.png">
            <a:extLst>
              <a:ext uri="{FF2B5EF4-FFF2-40B4-BE49-F238E27FC236}">
                <a16:creationId xmlns:a16="http://schemas.microsoft.com/office/drawing/2014/main" id="{0D589E78-F65E-A186-4C8E-48808023E23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788152" y="2651760"/>
            <a:ext cx="146304" cy="146304"/>
          </a:xfrm>
          <a:prstGeom prst="rect">
            <a:avLst/>
          </a:prstGeom>
        </p:spPr>
      </p:pic>
      <p:sp>
        <p:nvSpPr>
          <p:cNvPr id="265" name="Text 46">
            <a:extLst>
              <a:ext uri="{FF2B5EF4-FFF2-40B4-BE49-F238E27FC236}">
                <a16:creationId xmlns:a16="http://schemas.microsoft.com/office/drawing/2014/main" id="{622E54C9-734F-7397-F18F-F0F1208552AD}"/>
              </a:ext>
            </a:extLst>
          </p:cNvPr>
          <p:cNvSpPr/>
          <p:nvPr/>
        </p:nvSpPr>
        <p:spPr>
          <a:xfrm>
            <a:off x="6144768" y="2532888"/>
            <a:ext cx="2148840" cy="228600"/>
          </a:xfrm>
          <a:prstGeom prst="rect">
            <a:avLst/>
          </a:prstGeom>
          <a:noFill/>
          <a:ln/>
        </p:spPr>
        <p:txBody>
          <a:bodyPr wrap="square" lIns="0" tIns="0" rIns="0" bIns="0" rtlCol="0" anchor="ctr">
            <a:normAutofit/>
          </a:bodyPr>
          <a:lstStyle/>
          <a:p>
            <a:r>
              <a:rPr lang="en-US" sz="1000" b="1" dirty="0">
                <a:solidFill>
                  <a:srgbClr val="0B2739"/>
                </a:solidFill>
                <a:latin typeface="+mj-lt"/>
              </a:rPr>
              <a:t>Hydropower forecasting</a:t>
            </a:r>
            <a:endParaRPr lang="en-US" sz="1000" dirty="0">
              <a:solidFill>
                <a:prstClr val="black"/>
              </a:solidFill>
              <a:latin typeface="+mj-lt"/>
            </a:endParaRPr>
          </a:p>
        </p:txBody>
      </p:sp>
      <p:sp>
        <p:nvSpPr>
          <p:cNvPr id="266" name="Text 47">
            <a:extLst>
              <a:ext uri="{FF2B5EF4-FFF2-40B4-BE49-F238E27FC236}">
                <a16:creationId xmlns:a16="http://schemas.microsoft.com/office/drawing/2014/main" id="{3764FB40-4DE5-B88B-9B4C-4BB826105316}"/>
              </a:ext>
            </a:extLst>
          </p:cNvPr>
          <p:cNvSpPr/>
          <p:nvPr/>
        </p:nvSpPr>
        <p:spPr>
          <a:xfrm>
            <a:off x="5696712" y="2907792"/>
            <a:ext cx="2596896" cy="228600"/>
          </a:xfrm>
          <a:prstGeom prst="rect">
            <a:avLst/>
          </a:prstGeom>
          <a:noFill/>
          <a:ln/>
        </p:spPr>
        <p:txBody>
          <a:bodyPr wrap="square" lIns="0" tIns="0" rIns="0" bIns="0" rtlCol="0" anchor="ctr">
            <a:noAutofit/>
          </a:bodyPr>
          <a:lstStyle/>
          <a:p>
            <a:r>
              <a:rPr lang="en-US" sz="800" dirty="0">
                <a:solidFill>
                  <a:srgbClr val="596875"/>
                </a:solidFill>
                <a:latin typeface="+mj-lt"/>
              </a:rPr>
              <a:t>Forecast generation using rainfall, river flow, reservoir and weather data.</a:t>
            </a:r>
            <a:endParaRPr lang="en-US" sz="800" dirty="0">
              <a:solidFill>
                <a:prstClr val="black"/>
              </a:solidFill>
              <a:latin typeface="+mj-lt"/>
            </a:endParaRPr>
          </a:p>
        </p:txBody>
      </p:sp>
      <p:sp>
        <p:nvSpPr>
          <p:cNvPr id="267" name="Shape 48">
            <a:extLst>
              <a:ext uri="{FF2B5EF4-FFF2-40B4-BE49-F238E27FC236}">
                <a16:creationId xmlns:a16="http://schemas.microsoft.com/office/drawing/2014/main" id="{CEF68CF4-EA2E-F72D-07EF-8E96B2C6397A}"/>
              </a:ext>
            </a:extLst>
          </p:cNvPr>
          <p:cNvSpPr/>
          <p:nvPr/>
        </p:nvSpPr>
        <p:spPr>
          <a:xfrm>
            <a:off x="5687568" y="3255264"/>
            <a:ext cx="2615184" cy="192024"/>
          </a:xfrm>
          <a:prstGeom prst="roundRect">
            <a:avLst>
              <a:gd name="adj" fmla="val 47619"/>
            </a:avLst>
          </a:prstGeom>
          <a:solidFill>
            <a:srgbClr val="EBF5F8"/>
          </a:solidFill>
          <a:ln w="12700">
            <a:solidFill>
              <a:srgbClr val="EBF5F8"/>
            </a:solidFill>
            <a:prstDash val="solid"/>
          </a:ln>
        </p:spPr>
        <p:txBody>
          <a:bodyPr/>
          <a:lstStyle/>
          <a:p>
            <a:endParaRPr lang="en-IN" sz="2400">
              <a:solidFill>
                <a:prstClr val="black"/>
              </a:solidFill>
              <a:latin typeface="+mj-lt"/>
            </a:endParaRPr>
          </a:p>
        </p:txBody>
      </p:sp>
      <p:sp>
        <p:nvSpPr>
          <p:cNvPr id="268" name="Text 49">
            <a:extLst>
              <a:ext uri="{FF2B5EF4-FFF2-40B4-BE49-F238E27FC236}">
                <a16:creationId xmlns:a16="http://schemas.microsoft.com/office/drawing/2014/main" id="{C6E10C4F-3D0A-76DE-429F-9243DDEAE655}"/>
              </a:ext>
            </a:extLst>
          </p:cNvPr>
          <p:cNvSpPr/>
          <p:nvPr/>
        </p:nvSpPr>
        <p:spPr>
          <a:xfrm>
            <a:off x="5760720" y="3310128"/>
            <a:ext cx="2011680" cy="73152"/>
          </a:xfrm>
          <a:prstGeom prst="rect">
            <a:avLst/>
          </a:prstGeom>
          <a:noFill/>
          <a:ln/>
        </p:spPr>
        <p:txBody>
          <a:bodyPr wrap="square" lIns="0" tIns="0" rIns="0" bIns="0" rtlCol="0" anchor="ctr">
            <a:noAutofit/>
          </a:bodyPr>
          <a:lstStyle/>
          <a:p>
            <a:r>
              <a:rPr lang="en-US" sz="700" b="1" dirty="0">
                <a:solidFill>
                  <a:srgbClr val="123B5D"/>
                </a:solidFill>
                <a:latin typeface="+mj-lt"/>
              </a:rPr>
              <a:t>Time series • IoT • weather</a:t>
            </a:r>
            <a:endParaRPr lang="en-US" sz="700" dirty="0">
              <a:solidFill>
                <a:prstClr val="black"/>
              </a:solidFill>
              <a:latin typeface="+mj-lt"/>
            </a:endParaRPr>
          </a:p>
        </p:txBody>
      </p:sp>
      <p:sp>
        <p:nvSpPr>
          <p:cNvPr id="269" name="Text 50">
            <a:extLst>
              <a:ext uri="{FF2B5EF4-FFF2-40B4-BE49-F238E27FC236}">
                <a16:creationId xmlns:a16="http://schemas.microsoft.com/office/drawing/2014/main" id="{CEA7F4B4-AB6A-37FB-B9EF-BC0DB70DEC76}"/>
              </a:ext>
            </a:extLst>
          </p:cNvPr>
          <p:cNvSpPr/>
          <p:nvPr/>
        </p:nvSpPr>
        <p:spPr>
          <a:xfrm>
            <a:off x="7790688" y="3300984"/>
            <a:ext cx="438912" cy="82296"/>
          </a:xfrm>
          <a:prstGeom prst="rect">
            <a:avLst/>
          </a:prstGeom>
          <a:noFill/>
          <a:ln/>
        </p:spPr>
        <p:txBody>
          <a:bodyPr wrap="square" lIns="0" tIns="0" rIns="0" bIns="0" rtlCol="0" anchor="ctr"/>
          <a:lstStyle/>
          <a:p>
            <a:pPr algn="r"/>
            <a:r>
              <a:rPr lang="en-US" sz="800" b="1" dirty="0">
                <a:solidFill>
                  <a:srgbClr val="20B5D5"/>
                </a:solidFill>
                <a:latin typeface="+mj-lt"/>
              </a:rPr>
              <a:t>9–12 mo</a:t>
            </a:r>
            <a:endParaRPr lang="en-US" sz="800" dirty="0">
              <a:solidFill>
                <a:prstClr val="black"/>
              </a:solidFill>
              <a:latin typeface="+mj-lt"/>
            </a:endParaRPr>
          </a:p>
        </p:txBody>
      </p:sp>
      <p:sp>
        <p:nvSpPr>
          <p:cNvPr id="270" name="Shape 51">
            <a:extLst>
              <a:ext uri="{FF2B5EF4-FFF2-40B4-BE49-F238E27FC236}">
                <a16:creationId xmlns:a16="http://schemas.microsoft.com/office/drawing/2014/main" id="{D8202DF0-95C0-7348-6677-BC7AEC346025}"/>
              </a:ext>
            </a:extLst>
          </p:cNvPr>
          <p:cNvSpPr/>
          <p:nvPr/>
        </p:nvSpPr>
        <p:spPr>
          <a:xfrm>
            <a:off x="8558784" y="2423160"/>
            <a:ext cx="2907792" cy="1143000"/>
          </a:xfrm>
          <a:prstGeom prst="roundRect">
            <a:avLst>
              <a:gd name="adj" fmla="val 5600"/>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400">
              <a:solidFill>
                <a:prstClr val="black"/>
              </a:solidFill>
              <a:latin typeface="+mj-lt"/>
            </a:endParaRPr>
          </a:p>
        </p:txBody>
      </p:sp>
      <p:sp>
        <p:nvSpPr>
          <p:cNvPr id="271" name="Shape 52">
            <a:extLst>
              <a:ext uri="{FF2B5EF4-FFF2-40B4-BE49-F238E27FC236}">
                <a16:creationId xmlns:a16="http://schemas.microsoft.com/office/drawing/2014/main" id="{8C8499A3-473F-3E5D-ECE1-0DD97D644BD7}"/>
              </a:ext>
            </a:extLst>
          </p:cNvPr>
          <p:cNvSpPr/>
          <p:nvPr/>
        </p:nvSpPr>
        <p:spPr>
          <a:xfrm>
            <a:off x="8558784" y="2423160"/>
            <a:ext cx="64008" cy="1143000"/>
          </a:xfrm>
          <a:prstGeom prst="rect">
            <a:avLst/>
          </a:prstGeom>
          <a:solidFill>
            <a:srgbClr val="43B02A"/>
          </a:solidFill>
          <a:ln w="12700">
            <a:solidFill>
              <a:srgbClr val="43B02A"/>
            </a:solidFill>
            <a:prstDash val="solid"/>
          </a:ln>
        </p:spPr>
        <p:txBody>
          <a:bodyPr/>
          <a:lstStyle/>
          <a:p>
            <a:endParaRPr lang="en-IN" sz="2400">
              <a:solidFill>
                <a:prstClr val="black"/>
              </a:solidFill>
              <a:latin typeface="+mj-lt"/>
            </a:endParaRPr>
          </a:p>
        </p:txBody>
      </p:sp>
      <p:sp>
        <p:nvSpPr>
          <p:cNvPr id="272" name="Shape 53">
            <a:extLst>
              <a:ext uri="{FF2B5EF4-FFF2-40B4-BE49-F238E27FC236}">
                <a16:creationId xmlns:a16="http://schemas.microsoft.com/office/drawing/2014/main" id="{DC340424-45BD-3114-B8DB-C86E9D2CDC21}"/>
              </a:ext>
            </a:extLst>
          </p:cNvPr>
          <p:cNvSpPr/>
          <p:nvPr/>
        </p:nvSpPr>
        <p:spPr>
          <a:xfrm>
            <a:off x="8705088" y="2551176"/>
            <a:ext cx="347472" cy="347472"/>
          </a:xfrm>
          <a:prstGeom prst="ellipse">
            <a:avLst/>
          </a:prstGeom>
          <a:solidFill>
            <a:srgbClr val="43B02A"/>
          </a:solidFill>
          <a:ln w="12700">
            <a:solidFill>
              <a:srgbClr val="43B02A"/>
            </a:solidFill>
            <a:prstDash val="solid"/>
          </a:ln>
        </p:spPr>
        <p:txBody>
          <a:bodyPr/>
          <a:lstStyle/>
          <a:p>
            <a:endParaRPr lang="en-IN" sz="2400">
              <a:solidFill>
                <a:prstClr val="black"/>
              </a:solidFill>
              <a:latin typeface="+mj-lt"/>
            </a:endParaRPr>
          </a:p>
        </p:txBody>
      </p:sp>
      <p:pic>
        <p:nvPicPr>
          <p:cNvPr id="273" name="Image 7" descr="preencoded.png">
            <a:extLst>
              <a:ext uri="{FF2B5EF4-FFF2-40B4-BE49-F238E27FC236}">
                <a16:creationId xmlns:a16="http://schemas.microsoft.com/office/drawing/2014/main" id="{15D93336-755A-8B80-8E47-86B6A721E6B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805672" y="2651760"/>
            <a:ext cx="146304" cy="146304"/>
          </a:xfrm>
          <a:prstGeom prst="rect">
            <a:avLst/>
          </a:prstGeom>
        </p:spPr>
      </p:pic>
      <p:sp>
        <p:nvSpPr>
          <p:cNvPr id="274" name="Text 54">
            <a:extLst>
              <a:ext uri="{FF2B5EF4-FFF2-40B4-BE49-F238E27FC236}">
                <a16:creationId xmlns:a16="http://schemas.microsoft.com/office/drawing/2014/main" id="{437228C6-B617-B376-3BF2-4E874F2180A5}"/>
              </a:ext>
            </a:extLst>
          </p:cNvPr>
          <p:cNvSpPr/>
          <p:nvPr/>
        </p:nvSpPr>
        <p:spPr>
          <a:xfrm>
            <a:off x="9162288" y="2532888"/>
            <a:ext cx="2148840" cy="228600"/>
          </a:xfrm>
          <a:prstGeom prst="rect">
            <a:avLst/>
          </a:prstGeom>
          <a:noFill/>
          <a:ln/>
        </p:spPr>
        <p:txBody>
          <a:bodyPr wrap="square" lIns="0" tIns="0" rIns="0" bIns="0" rtlCol="0" anchor="ctr">
            <a:normAutofit/>
          </a:bodyPr>
          <a:lstStyle/>
          <a:p>
            <a:r>
              <a:rPr lang="en-US" sz="1000" b="1" dirty="0">
                <a:solidFill>
                  <a:srgbClr val="0B2739"/>
                </a:solidFill>
                <a:latin typeface="+mj-lt"/>
              </a:rPr>
              <a:t>Grid predictive maintenance</a:t>
            </a:r>
            <a:endParaRPr lang="en-US" sz="1000" dirty="0">
              <a:solidFill>
                <a:prstClr val="black"/>
              </a:solidFill>
              <a:latin typeface="+mj-lt"/>
            </a:endParaRPr>
          </a:p>
        </p:txBody>
      </p:sp>
      <p:sp>
        <p:nvSpPr>
          <p:cNvPr id="275" name="Text 55">
            <a:extLst>
              <a:ext uri="{FF2B5EF4-FFF2-40B4-BE49-F238E27FC236}">
                <a16:creationId xmlns:a16="http://schemas.microsoft.com/office/drawing/2014/main" id="{A5C73D3E-9006-60D8-1117-2540EA3BAAEB}"/>
              </a:ext>
            </a:extLst>
          </p:cNvPr>
          <p:cNvSpPr/>
          <p:nvPr/>
        </p:nvSpPr>
        <p:spPr>
          <a:xfrm>
            <a:off x="8714232" y="2907792"/>
            <a:ext cx="2596896" cy="228600"/>
          </a:xfrm>
          <a:prstGeom prst="rect">
            <a:avLst/>
          </a:prstGeom>
          <a:noFill/>
          <a:ln/>
        </p:spPr>
        <p:txBody>
          <a:bodyPr wrap="square" lIns="0" tIns="0" rIns="0" bIns="0" rtlCol="0" anchor="ctr">
            <a:noAutofit/>
          </a:bodyPr>
          <a:lstStyle/>
          <a:p>
            <a:r>
              <a:rPr lang="en-US" sz="800" dirty="0">
                <a:solidFill>
                  <a:srgbClr val="596875"/>
                </a:solidFill>
                <a:latin typeface="+mj-lt"/>
              </a:rPr>
              <a:t>Predict asset failures for proactive maintenance and faster outage restoration.</a:t>
            </a:r>
            <a:endParaRPr lang="en-US" sz="800" dirty="0">
              <a:solidFill>
                <a:prstClr val="black"/>
              </a:solidFill>
              <a:latin typeface="+mj-lt"/>
            </a:endParaRPr>
          </a:p>
        </p:txBody>
      </p:sp>
      <p:sp>
        <p:nvSpPr>
          <p:cNvPr id="276" name="Shape 56">
            <a:extLst>
              <a:ext uri="{FF2B5EF4-FFF2-40B4-BE49-F238E27FC236}">
                <a16:creationId xmlns:a16="http://schemas.microsoft.com/office/drawing/2014/main" id="{8E22BCE3-3054-B126-8596-5B5A8B97FD4D}"/>
              </a:ext>
            </a:extLst>
          </p:cNvPr>
          <p:cNvSpPr/>
          <p:nvPr/>
        </p:nvSpPr>
        <p:spPr>
          <a:xfrm>
            <a:off x="8705088" y="3255264"/>
            <a:ext cx="2615184" cy="192024"/>
          </a:xfrm>
          <a:prstGeom prst="roundRect">
            <a:avLst>
              <a:gd name="adj" fmla="val 47619"/>
            </a:avLst>
          </a:prstGeom>
          <a:solidFill>
            <a:srgbClr val="EFF6DF"/>
          </a:solidFill>
          <a:ln w="12700">
            <a:solidFill>
              <a:srgbClr val="EFF6DF"/>
            </a:solidFill>
            <a:prstDash val="solid"/>
          </a:ln>
        </p:spPr>
        <p:txBody>
          <a:bodyPr/>
          <a:lstStyle/>
          <a:p>
            <a:endParaRPr lang="en-IN" sz="2400">
              <a:solidFill>
                <a:prstClr val="black"/>
              </a:solidFill>
              <a:latin typeface="+mj-lt"/>
            </a:endParaRPr>
          </a:p>
        </p:txBody>
      </p:sp>
      <p:sp>
        <p:nvSpPr>
          <p:cNvPr id="277" name="Text 57">
            <a:extLst>
              <a:ext uri="{FF2B5EF4-FFF2-40B4-BE49-F238E27FC236}">
                <a16:creationId xmlns:a16="http://schemas.microsoft.com/office/drawing/2014/main" id="{E8EBC769-7753-FAD6-702B-AFBB48E5B84A}"/>
              </a:ext>
            </a:extLst>
          </p:cNvPr>
          <p:cNvSpPr/>
          <p:nvPr/>
        </p:nvSpPr>
        <p:spPr>
          <a:xfrm>
            <a:off x="8778240" y="3310128"/>
            <a:ext cx="2011680" cy="73152"/>
          </a:xfrm>
          <a:prstGeom prst="rect">
            <a:avLst/>
          </a:prstGeom>
          <a:noFill/>
          <a:ln/>
        </p:spPr>
        <p:txBody>
          <a:bodyPr wrap="square" lIns="0" tIns="0" rIns="0" bIns="0" rtlCol="0" anchor="ctr">
            <a:noAutofit/>
          </a:bodyPr>
          <a:lstStyle/>
          <a:p>
            <a:r>
              <a:rPr lang="en-US" sz="700" b="1" dirty="0">
                <a:solidFill>
                  <a:srgbClr val="123B5D"/>
                </a:solidFill>
                <a:latin typeface="+mj-lt"/>
              </a:rPr>
              <a:t>Anomaly detection • SCADA • GIS</a:t>
            </a:r>
            <a:endParaRPr lang="en-US" sz="700" dirty="0">
              <a:solidFill>
                <a:prstClr val="black"/>
              </a:solidFill>
              <a:latin typeface="+mj-lt"/>
            </a:endParaRPr>
          </a:p>
        </p:txBody>
      </p:sp>
      <p:sp>
        <p:nvSpPr>
          <p:cNvPr id="278" name="Text 58">
            <a:extLst>
              <a:ext uri="{FF2B5EF4-FFF2-40B4-BE49-F238E27FC236}">
                <a16:creationId xmlns:a16="http://schemas.microsoft.com/office/drawing/2014/main" id="{363FC4A3-6BE6-2DA8-457F-29BB0D107C66}"/>
              </a:ext>
            </a:extLst>
          </p:cNvPr>
          <p:cNvSpPr/>
          <p:nvPr/>
        </p:nvSpPr>
        <p:spPr>
          <a:xfrm>
            <a:off x="10808208" y="3300984"/>
            <a:ext cx="438912" cy="82296"/>
          </a:xfrm>
          <a:prstGeom prst="rect">
            <a:avLst/>
          </a:prstGeom>
          <a:noFill/>
          <a:ln/>
        </p:spPr>
        <p:txBody>
          <a:bodyPr wrap="square" lIns="0" tIns="0" rIns="0" bIns="0" rtlCol="0" anchor="ctr"/>
          <a:lstStyle/>
          <a:p>
            <a:pPr algn="r"/>
            <a:r>
              <a:rPr lang="en-US" sz="800" b="1" dirty="0">
                <a:solidFill>
                  <a:srgbClr val="43B02A"/>
                </a:solidFill>
                <a:latin typeface="+mj-lt"/>
              </a:rPr>
              <a:t>5–7 mo</a:t>
            </a:r>
            <a:endParaRPr lang="en-US" sz="800" dirty="0">
              <a:solidFill>
                <a:prstClr val="black"/>
              </a:solidFill>
              <a:latin typeface="+mj-lt"/>
            </a:endParaRPr>
          </a:p>
        </p:txBody>
      </p:sp>
      <p:sp>
        <p:nvSpPr>
          <p:cNvPr id="279" name="Shape 59">
            <a:extLst>
              <a:ext uri="{FF2B5EF4-FFF2-40B4-BE49-F238E27FC236}">
                <a16:creationId xmlns:a16="http://schemas.microsoft.com/office/drawing/2014/main" id="{EBE00E9D-B528-BD74-6F14-B60B039DD8D4}"/>
              </a:ext>
            </a:extLst>
          </p:cNvPr>
          <p:cNvSpPr/>
          <p:nvPr/>
        </p:nvSpPr>
        <p:spPr>
          <a:xfrm>
            <a:off x="502920" y="3730752"/>
            <a:ext cx="1847088" cy="1143000"/>
          </a:xfrm>
          <a:prstGeom prst="roundRect">
            <a:avLst>
              <a:gd name="adj" fmla="val 6400"/>
            </a:avLst>
          </a:prstGeom>
          <a:solidFill>
            <a:srgbClr val="118B91"/>
          </a:solidFill>
          <a:ln w="12700">
            <a:solidFill>
              <a:srgbClr val="118B91"/>
            </a:solidFill>
            <a:prstDash val="solid"/>
          </a:ln>
        </p:spPr>
        <p:txBody>
          <a:bodyPr/>
          <a:lstStyle/>
          <a:p>
            <a:endParaRPr lang="en-IN" sz="2400">
              <a:solidFill>
                <a:prstClr val="black"/>
              </a:solidFill>
              <a:latin typeface="+mj-lt"/>
            </a:endParaRPr>
          </a:p>
        </p:txBody>
      </p:sp>
      <p:pic>
        <p:nvPicPr>
          <p:cNvPr id="280" name="Image 8" descr="preencoded.png">
            <a:extLst>
              <a:ext uri="{FF2B5EF4-FFF2-40B4-BE49-F238E27FC236}">
                <a16:creationId xmlns:a16="http://schemas.microsoft.com/office/drawing/2014/main" id="{36B12B17-1FAD-2B32-60E8-F050048575A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94944" y="3913632"/>
            <a:ext cx="347472" cy="347472"/>
          </a:xfrm>
          <a:prstGeom prst="rect">
            <a:avLst/>
          </a:prstGeom>
        </p:spPr>
      </p:pic>
      <p:sp>
        <p:nvSpPr>
          <p:cNvPr id="281" name="Text 60">
            <a:extLst>
              <a:ext uri="{FF2B5EF4-FFF2-40B4-BE49-F238E27FC236}">
                <a16:creationId xmlns:a16="http://schemas.microsoft.com/office/drawing/2014/main" id="{586E1906-72AB-526C-A28A-047F59253D88}"/>
              </a:ext>
            </a:extLst>
          </p:cNvPr>
          <p:cNvSpPr/>
          <p:nvPr/>
        </p:nvSpPr>
        <p:spPr>
          <a:xfrm>
            <a:off x="1143000" y="3867912"/>
            <a:ext cx="960120" cy="310896"/>
          </a:xfrm>
          <a:prstGeom prst="rect">
            <a:avLst/>
          </a:prstGeom>
          <a:noFill/>
          <a:ln/>
        </p:spPr>
        <p:txBody>
          <a:bodyPr wrap="square" lIns="0" tIns="0" rIns="0" bIns="0" rtlCol="0" anchor="ctr">
            <a:noAutofit/>
          </a:bodyPr>
          <a:lstStyle/>
          <a:p>
            <a:r>
              <a:rPr lang="en-US" sz="1100" b="1" dirty="0">
                <a:solidFill>
                  <a:srgbClr val="FFFFFF"/>
                </a:solidFill>
                <a:latin typeface="+mj-lt"/>
              </a:rPr>
              <a:t>Urban development</a:t>
            </a:r>
            <a:endParaRPr lang="en-US" sz="1100" dirty="0">
              <a:solidFill>
                <a:prstClr val="black"/>
              </a:solidFill>
              <a:latin typeface="+mj-lt"/>
            </a:endParaRPr>
          </a:p>
        </p:txBody>
      </p:sp>
      <p:sp>
        <p:nvSpPr>
          <p:cNvPr id="282" name="Text 61">
            <a:extLst>
              <a:ext uri="{FF2B5EF4-FFF2-40B4-BE49-F238E27FC236}">
                <a16:creationId xmlns:a16="http://schemas.microsoft.com/office/drawing/2014/main" id="{1961B210-5A0C-61D2-4D36-5EF5121D02F2}"/>
              </a:ext>
            </a:extLst>
          </p:cNvPr>
          <p:cNvSpPr/>
          <p:nvPr/>
        </p:nvSpPr>
        <p:spPr>
          <a:xfrm>
            <a:off x="694944" y="4297680"/>
            <a:ext cx="1389888" cy="265176"/>
          </a:xfrm>
          <a:prstGeom prst="rect">
            <a:avLst/>
          </a:prstGeom>
          <a:noFill/>
          <a:ln/>
        </p:spPr>
        <p:txBody>
          <a:bodyPr wrap="square" lIns="0" tIns="0" rIns="0" bIns="0" rtlCol="0" anchor="ctr">
            <a:normAutofit/>
          </a:bodyPr>
          <a:lstStyle/>
          <a:p>
            <a:r>
              <a:rPr lang="en-US" sz="800" dirty="0">
                <a:solidFill>
                  <a:srgbClr val="E6F0F3"/>
                </a:solidFill>
                <a:latin typeface="+mj-lt"/>
              </a:rPr>
              <a:t>Optimize municipal energy and service operations</a:t>
            </a:r>
            <a:endParaRPr lang="en-US" sz="800" dirty="0">
              <a:solidFill>
                <a:prstClr val="black"/>
              </a:solidFill>
              <a:latin typeface="+mj-lt"/>
            </a:endParaRPr>
          </a:p>
        </p:txBody>
      </p:sp>
      <p:sp>
        <p:nvSpPr>
          <p:cNvPr id="283" name="Text 62">
            <a:extLst>
              <a:ext uri="{FF2B5EF4-FFF2-40B4-BE49-F238E27FC236}">
                <a16:creationId xmlns:a16="http://schemas.microsoft.com/office/drawing/2014/main" id="{8C8C1B5B-3E02-6928-108C-660672F21730}"/>
              </a:ext>
            </a:extLst>
          </p:cNvPr>
          <p:cNvSpPr/>
          <p:nvPr/>
        </p:nvSpPr>
        <p:spPr>
          <a:xfrm>
            <a:off x="694944" y="4663440"/>
            <a:ext cx="1325880" cy="91440"/>
          </a:xfrm>
          <a:prstGeom prst="rect">
            <a:avLst/>
          </a:prstGeom>
          <a:noFill/>
          <a:ln/>
        </p:spPr>
        <p:txBody>
          <a:bodyPr wrap="square" lIns="0" tIns="0" rIns="0" bIns="0" rtlCol="0" anchor="ctr"/>
          <a:lstStyle/>
          <a:p>
            <a:r>
              <a:rPr lang="en-US" sz="800" b="1" dirty="0">
                <a:solidFill>
                  <a:srgbClr val="FFFFFF"/>
                </a:solidFill>
                <a:latin typeface="+mj-lt"/>
              </a:rPr>
              <a:t>2 USE CASES  |  4–9 MONTHS</a:t>
            </a:r>
            <a:endParaRPr lang="en-US" sz="800" dirty="0">
              <a:solidFill>
                <a:prstClr val="black"/>
              </a:solidFill>
              <a:latin typeface="+mj-lt"/>
            </a:endParaRPr>
          </a:p>
        </p:txBody>
      </p:sp>
      <p:sp>
        <p:nvSpPr>
          <p:cNvPr id="284" name="Shape 63">
            <a:extLst>
              <a:ext uri="{FF2B5EF4-FFF2-40B4-BE49-F238E27FC236}">
                <a16:creationId xmlns:a16="http://schemas.microsoft.com/office/drawing/2014/main" id="{437439C9-D63C-2351-2643-54F90A54B66F}"/>
              </a:ext>
            </a:extLst>
          </p:cNvPr>
          <p:cNvSpPr/>
          <p:nvPr/>
        </p:nvSpPr>
        <p:spPr>
          <a:xfrm>
            <a:off x="2523744" y="3730752"/>
            <a:ext cx="4407408" cy="1143000"/>
          </a:xfrm>
          <a:prstGeom prst="roundRect">
            <a:avLst>
              <a:gd name="adj" fmla="val 5600"/>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400">
              <a:solidFill>
                <a:prstClr val="black"/>
              </a:solidFill>
              <a:latin typeface="+mj-lt"/>
            </a:endParaRPr>
          </a:p>
        </p:txBody>
      </p:sp>
      <p:sp>
        <p:nvSpPr>
          <p:cNvPr id="285" name="Shape 64">
            <a:extLst>
              <a:ext uri="{FF2B5EF4-FFF2-40B4-BE49-F238E27FC236}">
                <a16:creationId xmlns:a16="http://schemas.microsoft.com/office/drawing/2014/main" id="{FD1D4DF7-0D8E-F75C-C450-428C885213CA}"/>
              </a:ext>
            </a:extLst>
          </p:cNvPr>
          <p:cNvSpPr/>
          <p:nvPr/>
        </p:nvSpPr>
        <p:spPr>
          <a:xfrm>
            <a:off x="2523744" y="3730752"/>
            <a:ext cx="64008" cy="1143000"/>
          </a:xfrm>
          <a:prstGeom prst="rect">
            <a:avLst/>
          </a:prstGeom>
          <a:solidFill>
            <a:srgbClr val="43B02A"/>
          </a:solidFill>
          <a:ln w="12700">
            <a:solidFill>
              <a:srgbClr val="43B02A"/>
            </a:solidFill>
            <a:prstDash val="solid"/>
          </a:ln>
        </p:spPr>
        <p:txBody>
          <a:bodyPr/>
          <a:lstStyle/>
          <a:p>
            <a:endParaRPr lang="en-IN" sz="2400">
              <a:solidFill>
                <a:prstClr val="black"/>
              </a:solidFill>
              <a:latin typeface="+mj-lt"/>
            </a:endParaRPr>
          </a:p>
        </p:txBody>
      </p:sp>
      <p:sp>
        <p:nvSpPr>
          <p:cNvPr id="286" name="Shape 65">
            <a:extLst>
              <a:ext uri="{FF2B5EF4-FFF2-40B4-BE49-F238E27FC236}">
                <a16:creationId xmlns:a16="http://schemas.microsoft.com/office/drawing/2014/main" id="{53AB22EA-F4B1-AA67-D931-3B4F0C9B7687}"/>
              </a:ext>
            </a:extLst>
          </p:cNvPr>
          <p:cNvSpPr/>
          <p:nvPr/>
        </p:nvSpPr>
        <p:spPr>
          <a:xfrm>
            <a:off x="2670048" y="3858768"/>
            <a:ext cx="347472" cy="347472"/>
          </a:xfrm>
          <a:prstGeom prst="ellipse">
            <a:avLst/>
          </a:prstGeom>
          <a:solidFill>
            <a:srgbClr val="43B02A"/>
          </a:solidFill>
          <a:ln w="12700">
            <a:solidFill>
              <a:srgbClr val="43B02A"/>
            </a:solidFill>
            <a:prstDash val="solid"/>
          </a:ln>
        </p:spPr>
        <p:txBody>
          <a:bodyPr/>
          <a:lstStyle/>
          <a:p>
            <a:endParaRPr lang="en-IN" sz="2400">
              <a:solidFill>
                <a:prstClr val="black"/>
              </a:solidFill>
              <a:latin typeface="+mj-lt"/>
            </a:endParaRPr>
          </a:p>
        </p:txBody>
      </p:sp>
      <p:pic>
        <p:nvPicPr>
          <p:cNvPr id="287" name="Image 9" descr="preencoded.png">
            <a:extLst>
              <a:ext uri="{FF2B5EF4-FFF2-40B4-BE49-F238E27FC236}">
                <a16:creationId xmlns:a16="http://schemas.microsoft.com/office/drawing/2014/main" id="{149198D4-9688-DA30-51D7-982AA2D6E7D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770632" y="3959352"/>
            <a:ext cx="146304" cy="146304"/>
          </a:xfrm>
          <a:prstGeom prst="rect">
            <a:avLst/>
          </a:prstGeom>
        </p:spPr>
      </p:pic>
      <p:sp>
        <p:nvSpPr>
          <p:cNvPr id="288" name="Text 66">
            <a:extLst>
              <a:ext uri="{FF2B5EF4-FFF2-40B4-BE49-F238E27FC236}">
                <a16:creationId xmlns:a16="http://schemas.microsoft.com/office/drawing/2014/main" id="{D6A0BE1E-090E-18A1-2415-FF9F410E5D3C}"/>
              </a:ext>
            </a:extLst>
          </p:cNvPr>
          <p:cNvSpPr/>
          <p:nvPr/>
        </p:nvSpPr>
        <p:spPr>
          <a:xfrm>
            <a:off x="3127248" y="3840480"/>
            <a:ext cx="3648456" cy="228600"/>
          </a:xfrm>
          <a:prstGeom prst="rect">
            <a:avLst/>
          </a:prstGeom>
          <a:noFill/>
          <a:ln/>
        </p:spPr>
        <p:txBody>
          <a:bodyPr wrap="square" lIns="0" tIns="0" rIns="0" bIns="0" rtlCol="0" anchor="ctr">
            <a:normAutofit/>
          </a:bodyPr>
          <a:lstStyle/>
          <a:p>
            <a:r>
              <a:rPr lang="en-US" sz="1000" b="1" dirty="0">
                <a:solidFill>
                  <a:srgbClr val="0B2739"/>
                </a:solidFill>
                <a:latin typeface="+mj-lt"/>
              </a:rPr>
              <a:t>Adaptive streetlighting</a:t>
            </a:r>
            <a:endParaRPr lang="en-US" sz="1000" dirty="0">
              <a:solidFill>
                <a:prstClr val="black"/>
              </a:solidFill>
              <a:latin typeface="+mj-lt"/>
            </a:endParaRPr>
          </a:p>
        </p:txBody>
      </p:sp>
      <p:sp>
        <p:nvSpPr>
          <p:cNvPr id="289" name="Text 67">
            <a:extLst>
              <a:ext uri="{FF2B5EF4-FFF2-40B4-BE49-F238E27FC236}">
                <a16:creationId xmlns:a16="http://schemas.microsoft.com/office/drawing/2014/main" id="{3618B036-A26A-E248-240E-D27A5B22F928}"/>
              </a:ext>
            </a:extLst>
          </p:cNvPr>
          <p:cNvSpPr/>
          <p:nvPr/>
        </p:nvSpPr>
        <p:spPr>
          <a:xfrm>
            <a:off x="2679192" y="4215384"/>
            <a:ext cx="4096512" cy="228600"/>
          </a:xfrm>
          <a:prstGeom prst="rect">
            <a:avLst/>
          </a:prstGeom>
          <a:noFill/>
          <a:ln/>
        </p:spPr>
        <p:txBody>
          <a:bodyPr wrap="square" lIns="0" tIns="0" rIns="0" bIns="0" rtlCol="0" anchor="ctr">
            <a:normAutofit/>
          </a:bodyPr>
          <a:lstStyle/>
          <a:p>
            <a:r>
              <a:rPr lang="en-US" sz="800" dirty="0">
                <a:solidFill>
                  <a:srgbClr val="596875"/>
                </a:solidFill>
                <a:latin typeface="+mj-lt"/>
              </a:rPr>
              <a:t>Dynamically control lighting demand to reduce energy and maintenance cost.</a:t>
            </a:r>
            <a:endParaRPr lang="en-US" sz="800" dirty="0">
              <a:solidFill>
                <a:prstClr val="black"/>
              </a:solidFill>
              <a:latin typeface="+mj-lt"/>
            </a:endParaRPr>
          </a:p>
        </p:txBody>
      </p:sp>
      <p:sp>
        <p:nvSpPr>
          <p:cNvPr id="290" name="Shape 68">
            <a:extLst>
              <a:ext uri="{FF2B5EF4-FFF2-40B4-BE49-F238E27FC236}">
                <a16:creationId xmlns:a16="http://schemas.microsoft.com/office/drawing/2014/main" id="{784D995A-A391-207C-09A4-EE683F40C224}"/>
              </a:ext>
            </a:extLst>
          </p:cNvPr>
          <p:cNvSpPr/>
          <p:nvPr/>
        </p:nvSpPr>
        <p:spPr>
          <a:xfrm>
            <a:off x="2670048" y="4562856"/>
            <a:ext cx="4114800" cy="192024"/>
          </a:xfrm>
          <a:prstGeom prst="roundRect">
            <a:avLst>
              <a:gd name="adj" fmla="val 47619"/>
            </a:avLst>
          </a:prstGeom>
          <a:solidFill>
            <a:srgbClr val="EFF6DF"/>
          </a:solidFill>
          <a:ln w="12700">
            <a:solidFill>
              <a:srgbClr val="EFF6DF"/>
            </a:solidFill>
            <a:prstDash val="solid"/>
          </a:ln>
        </p:spPr>
        <p:txBody>
          <a:bodyPr/>
          <a:lstStyle/>
          <a:p>
            <a:endParaRPr lang="en-IN" sz="2400">
              <a:solidFill>
                <a:prstClr val="black"/>
              </a:solidFill>
              <a:latin typeface="+mj-lt"/>
            </a:endParaRPr>
          </a:p>
        </p:txBody>
      </p:sp>
      <p:sp>
        <p:nvSpPr>
          <p:cNvPr id="291" name="Text 69">
            <a:extLst>
              <a:ext uri="{FF2B5EF4-FFF2-40B4-BE49-F238E27FC236}">
                <a16:creationId xmlns:a16="http://schemas.microsoft.com/office/drawing/2014/main" id="{B600A617-C312-546E-BD1C-5E1316C0D822}"/>
              </a:ext>
            </a:extLst>
          </p:cNvPr>
          <p:cNvSpPr/>
          <p:nvPr/>
        </p:nvSpPr>
        <p:spPr>
          <a:xfrm>
            <a:off x="2743200" y="4617720"/>
            <a:ext cx="3511296" cy="73152"/>
          </a:xfrm>
          <a:prstGeom prst="rect">
            <a:avLst/>
          </a:prstGeom>
          <a:noFill/>
          <a:ln/>
        </p:spPr>
        <p:txBody>
          <a:bodyPr wrap="square" lIns="0" tIns="0" rIns="0" bIns="0" rtlCol="0" anchor="ctr">
            <a:noAutofit/>
          </a:bodyPr>
          <a:lstStyle/>
          <a:p>
            <a:r>
              <a:rPr lang="en-US" sz="700" b="1" dirty="0">
                <a:solidFill>
                  <a:srgbClr val="123B5D"/>
                </a:solidFill>
                <a:latin typeface="+mj-lt"/>
              </a:rPr>
              <a:t>IoT • predictive analytics • GIS</a:t>
            </a:r>
            <a:endParaRPr lang="en-US" sz="700" dirty="0">
              <a:solidFill>
                <a:prstClr val="black"/>
              </a:solidFill>
              <a:latin typeface="+mj-lt"/>
            </a:endParaRPr>
          </a:p>
        </p:txBody>
      </p:sp>
      <p:sp>
        <p:nvSpPr>
          <p:cNvPr id="292" name="Text 70">
            <a:extLst>
              <a:ext uri="{FF2B5EF4-FFF2-40B4-BE49-F238E27FC236}">
                <a16:creationId xmlns:a16="http://schemas.microsoft.com/office/drawing/2014/main" id="{0D93A8A6-9116-C6AC-B2ED-F8D5C8564142}"/>
              </a:ext>
            </a:extLst>
          </p:cNvPr>
          <p:cNvSpPr/>
          <p:nvPr/>
        </p:nvSpPr>
        <p:spPr>
          <a:xfrm>
            <a:off x="6272784" y="4608576"/>
            <a:ext cx="438912" cy="82296"/>
          </a:xfrm>
          <a:prstGeom prst="rect">
            <a:avLst/>
          </a:prstGeom>
          <a:noFill/>
          <a:ln/>
        </p:spPr>
        <p:txBody>
          <a:bodyPr wrap="square" lIns="0" tIns="0" rIns="0" bIns="0" rtlCol="0" anchor="ctr"/>
          <a:lstStyle/>
          <a:p>
            <a:pPr algn="r"/>
            <a:r>
              <a:rPr lang="en-US" sz="800" b="1" dirty="0">
                <a:solidFill>
                  <a:srgbClr val="43B02A"/>
                </a:solidFill>
                <a:latin typeface="+mj-lt"/>
              </a:rPr>
              <a:t>4–6 mo</a:t>
            </a:r>
            <a:endParaRPr lang="en-US" sz="800" dirty="0">
              <a:solidFill>
                <a:prstClr val="black"/>
              </a:solidFill>
              <a:latin typeface="+mj-lt"/>
            </a:endParaRPr>
          </a:p>
        </p:txBody>
      </p:sp>
      <p:sp>
        <p:nvSpPr>
          <p:cNvPr id="293" name="Shape 71">
            <a:extLst>
              <a:ext uri="{FF2B5EF4-FFF2-40B4-BE49-F238E27FC236}">
                <a16:creationId xmlns:a16="http://schemas.microsoft.com/office/drawing/2014/main" id="{8FC14588-24F4-DF57-0B8B-330B1122454F}"/>
              </a:ext>
            </a:extLst>
          </p:cNvPr>
          <p:cNvSpPr/>
          <p:nvPr/>
        </p:nvSpPr>
        <p:spPr>
          <a:xfrm>
            <a:off x="7059168" y="3730752"/>
            <a:ext cx="4407408" cy="1143000"/>
          </a:xfrm>
          <a:prstGeom prst="roundRect">
            <a:avLst>
              <a:gd name="adj" fmla="val 5600"/>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400">
              <a:solidFill>
                <a:prstClr val="black"/>
              </a:solidFill>
              <a:latin typeface="+mj-lt"/>
            </a:endParaRPr>
          </a:p>
        </p:txBody>
      </p:sp>
      <p:sp>
        <p:nvSpPr>
          <p:cNvPr id="294" name="Shape 72">
            <a:extLst>
              <a:ext uri="{FF2B5EF4-FFF2-40B4-BE49-F238E27FC236}">
                <a16:creationId xmlns:a16="http://schemas.microsoft.com/office/drawing/2014/main" id="{91C8D7C2-8303-DDAE-52A5-95AD1AF2B5AE}"/>
              </a:ext>
            </a:extLst>
          </p:cNvPr>
          <p:cNvSpPr/>
          <p:nvPr/>
        </p:nvSpPr>
        <p:spPr>
          <a:xfrm>
            <a:off x="7059168" y="3730752"/>
            <a:ext cx="64008" cy="1143000"/>
          </a:xfrm>
          <a:prstGeom prst="rect">
            <a:avLst/>
          </a:prstGeom>
          <a:solidFill>
            <a:srgbClr val="118B91"/>
          </a:solidFill>
          <a:ln w="12700">
            <a:solidFill>
              <a:srgbClr val="118B91"/>
            </a:solidFill>
            <a:prstDash val="solid"/>
          </a:ln>
        </p:spPr>
        <p:txBody>
          <a:bodyPr/>
          <a:lstStyle/>
          <a:p>
            <a:endParaRPr lang="en-IN" sz="2400">
              <a:solidFill>
                <a:prstClr val="black"/>
              </a:solidFill>
              <a:latin typeface="+mj-lt"/>
            </a:endParaRPr>
          </a:p>
        </p:txBody>
      </p:sp>
      <p:sp>
        <p:nvSpPr>
          <p:cNvPr id="295" name="Shape 73">
            <a:extLst>
              <a:ext uri="{FF2B5EF4-FFF2-40B4-BE49-F238E27FC236}">
                <a16:creationId xmlns:a16="http://schemas.microsoft.com/office/drawing/2014/main" id="{9456F18C-2FA1-EA48-6445-31534AAF020C}"/>
              </a:ext>
            </a:extLst>
          </p:cNvPr>
          <p:cNvSpPr/>
          <p:nvPr/>
        </p:nvSpPr>
        <p:spPr>
          <a:xfrm>
            <a:off x="7205472" y="3858768"/>
            <a:ext cx="347472" cy="347472"/>
          </a:xfrm>
          <a:prstGeom prst="ellipse">
            <a:avLst/>
          </a:prstGeom>
          <a:solidFill>
            <a:srgbClr val="118B91"/>
          </a:solidFill>
          <a:ln w="12700">
            <a:solidFill>
              <a:srgbClr val="118B91"/>
            </a:solidFill>
            <a:prstDash val="solid"/>
          </a:ln>
        </p:spPr>
        <p:txBody>
          <a:bodyPr/>
          <a:lstStyle/>
          <a:p>
            <a:endParaRPr lang="en-IN" sz="2400">
              <a:solidFill>
                <a:prstClr val="black"/>
              </a:solidFill>
              <a:latin typeface="+mj-lt"/>
            </a:endParaRPr>
          </a:p>
        </p:txBody>
      </p:sp>
      <p:pic>
        <p:nvPicPr>
          <p:cNvPr id="296" name="Image 10" descr="preencoded.png">
            <a:extLst>
              <a:ext uri="{FF2B5EF4-FFF2-40B4-BE49-F238E27FC236}">
                <a16:creationId xmlns:a16="http://schemas.microsoft.com/office/drawing/2014/main" id="{474F5AD7-1C8F-9F93-A027-56FB906C200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306056" y="3959352"/>
            <a:ext cx="146304" cy="146304"/>
          </a:xfrm>
          <a:prstGeom prst="rect">
            <a:avLst/>
          </a:prstGeom>
        </p:spPr>
      </p:pic>
      <p:sp>
        <p:nvSpPr>
          <p:cNvPr id="297" name="Text 74">
            <a:extLst>
              <a:ext uri="{FF2B5EF4-FFF2-40B4-BE49-F238E27FC236}">
                <a16:creationId xmlns:a16="http://schemas.microsoft.com/office/drawing/2014/main" id="{63549566-4CA9-8215-67E1-C7ABDD3CC075}"/>
              </a:ext>
            </a:extLst>
          </p:cNvPr>
          <p:cNvSpPr/>
          <p:nvPr/>
        </p:nvSpPr>
        <p:spPr>
          <a:xfrm>
            <a:off x="7662672" y="3840480"/>
            <a:ext cx="3648456" cy="228600"/>
          </a:xfrm>
          <a:prstGeom prst="rect">
            <a:avLst/>
          </a:prstGeom>
          <a:noFill/>
          <a:ln/>
        </p:spPr>
        <p:txBody>
          <a:bodyPr wrap="square" lIns="0" tIns="0" rIns="0" bIns="0" rtlCol="0" anchor="ctr">
            <a:normAutofit/>
          </a:bodyPr>
          <a:lstStyle/>
          <a:p>
            <a:r>
              <a:rPr lang="en-US" sz="1000" b="1" dirty="0">
                <a:solidFill>
                  <a:srgbClr val="0B2739"/>
                </a:solidFill>
                <a:latin typeface="+mj-lt"/>
              </a:rPr>
              <a:t>Smart waste collection</a:t>
            </a:r>
            <a:endParaRPr lang="en-US" sz="1000" dirty="0">
              <a:solidFill>
                <a:prstClr val="black"/>
              </a:solidFill>
              <a:latin typeface="+mj-lt"/>
            </a:endParaRPr>
          </a:p>
        </p:txBody>
      </p:sp>
      <p:sp>
        <p:nvSpPr>
          <p:cNvPr id="298" name="Text 75">
            <a:extLst>
              <a:ext uri="{FF2B5EF4-FFF2-40B4-BE49-F238E27FC236}">
                <a16:creationId xmlns:a16="http://schemas.microsoft.com/office/drawing/2014/main" id="{3F09A1AE-A481-2090-5DA8-95BA55172D38}"/>
              </a:ext>
            </a:extLst>
          </p:cNvPr>
          <p:cNvSpPr/>
          <p:nvPr/>
        </p:nvSpPr>
        <p:spPr>
          <a:xfrm>
            <a:off x="7214616" y="4215384"/>
            <a:ext cx="4096512" cy="228600"/>
          </a:xfrm>
          <a:prstGeom prst="rect">
            <a:avLst/>
          </a:prstGeom>
          <a:noFill/>
          <a:ln/>
        </p:spPr>
        <p:txBody>
          <a:bodyPr wrap="square" lIns="0" tIns="0" rIns="0" bIns="0" rtlCol="0" anchor="ctr">
            <a:normAutofit/>
          </a:bodyPr>
          <a:lstStyle/>
          <a:p>
            <a:r>
              <a:rPr lang="en-US" sz="800" dirty="0">
                <a:solidFill>
                  <a:srgbClr val="596875"/>
                </a:solidFill>
                <a:latin typeface="+mj-lt"/>
              </a:rPr>
              <a:t>Optimize routes using real-time fleet, bin, traffic and coverage data.</a:t>
            </a:r>
            <a:endParaRPr lang="en-US" sz="800" dirty="0">
              <a:solidFill>
                <a:prstClr val="black"/>
              </a:solidFill>
              <a:latin typeface="+mj-lt"/>
            </a:endParaRPr>
          </a:p>
        </p:txBody>
      </p:sp>
      <p:sp>
        <p:nvSpPr>
          <p:cNvPr id="299" name="Shape 76">
            <a:extLst>
              <a:ext uri="{FF2B5EF4-FFF2-40B4-BE49-F238E27FC236}">
                <a16:creationId xmlns:a16="http://schemas.microsoft.com/office/drawing/2014/main" id="{8DF896A9-07A1-E07F-E53F-AE81EE8A8278}"/>
              </a:ext>
            </a:extLst>
          </p:cNvPr>
          <p:cNvSpPr/>
          <p:nvPr/>
        </p:nvSpPr>
        <p:spPr>
          <a:xfrm>
            <a:off x="7205472" y="4562856"/>
            <a:ext cx="4114800" cy="192024"/>
          </a:xfrm>
          <a:prstGeom prst="roundRect">
            <a:avLst>
              <a:gd name="adj" fmla="val 47619"/>
            </a:avLst>
          </a:prstGeom>
          <a:solidFill>
            <a:srgbClr val="E7F4F1"/>
          </a:solidFill>
          <a:ln w="12700">
            <a:solidFill>
              <a:srgbClr val="E7F4F1"/>
            </a:solidFill>
            <a:prstDash val="solid"/>
          </a:ln>
        </p:spPr>
        <p:txBody>
          <a:bodyPr/>
          <a:lstStyle/>
          <a:p>
            <a:endParaRPr lang="en-IN" sz="2400">
              <a:solidFill>
                <a:prstClr val="black"/>
              </a:solidFill>
              <a:latin typeface="+mj-lt"/>
            </a:endParaRPr>
          </a:p>
        </p:txBody>
      </p:sp>
      <p:sp>
        <p:nvSpPr>
          <p:cNvPr id="300" name="Text 77">
            <a:extLst>
              <a:ext uri="{FF2B5EF4-FFF2-40B4-BE49-F238E27FC236}">
                <a16:creationId xmlns:a16="http://schemas.microsoft.com/office/drawing/2014/main" id="{9537BB61-8DAF-FD35-BFC6-E5C996D7E757}"/>
              </a:ext>
            </a:extLst>
          </p:cNvPr>
          <p:cNvSpPr/>
          <p:nvPr/>
        </p:nvSpPr>
        <p:spPr>
          <a:xfrm>
            <a:off x="7278624" y="4617720"/>
            <a:ext cx="3511296" cy="73152"/>
          </a:xfrm>
          <a:prstGeom prst="rect">
            <a:avLst/>
          </a:prstGeom>
          <a:noFill/>
          <a:ln/>
        </p:spPr>
        <p:txBody>
          <a:bodyPr wrap="square" lIns="0" tIns="0" rIns="0" bIns="0" rtlCol="0" anchor="ctr">
            <a:noAutofit/>
          </a:bodyPr>
          <a:lstStyle/>
          <a:p>
            <a:r>
              <a:rPr lang="en-US" sz="700" b="1" dirty="0">
                <a:solidFill>
                  <a:srgbClr val="123B5D"/>
                </a:solidFill>
                <a:latin typeface="+mj-lt"/>
              </a:rPr>
              <a:t>GPS/IoT • route optimization</a:t>
            </a:r>
            <a:endParaRPr lang="en-US" sz="700" dirty="0">
              <a:solidFill>
                <a:prstClr val="black"/>
              </a:solidFill>
              <a:latin typeface="+mj-lt"/>
            </a:endParaRPr>
          </a:p>
        </p:txBody>
      </p:sp>
      <p:sp>
        <p:nvSpPr>
          <p:cNvPr id="301" name="Text 78">
            <a:extLst>
              <a:ext uri="{FF2B5EF4-FFF2-40B4-BE49-F238E27FC236}">
                <a16:creationId xmlns:a16="http://schemas.microsoft.com/office/drawing/2014/main" id="{420FAFDF-3915-C728-C5E1-AECFF1070CDE}"/>
              </a:ext>
            </a:extLst>
          </p:cNvPr>
          <p:cNvSpPr/>
          <p:nvPr/>
        </p:nvSpPr>
        <p:spPr>
          <a:xfrm>
            <a:off x="10808208" y="4608576"/>
            <a:ext cx="438912" cy="82296"/>
          </a:xfrm>
          <a:prstGeom prst="rect">
            <a:avLst/>
          </a:prstGeom>
          <a:noFill/>
          <a:ln/>
        </p:spPr>
        <p:txBody>
          <a:bodyPr wrap="square" lIns="0" tIns="0" rIns="0" bIns="0" rtlCol="0" anchor="ctr"/>
          <a:lstStyle/>
          <a:p>
            <a:pPr algn="r"/>
            <a:r>
              <a:rPr lang="en-US" sz="800" b="1" dirty="0">
                <a:solidFill>
                  <a:srgbClr val="118B91"/>
                </a:solidFill>
                <a:latin typeface="+mj-lt"/>
              </a:rPr>
              <a:t>6–9 mo</a:t>
            </a:r>
            <a:endParaRPr lang="en-US" sz="800" dirty="0">
              <a:solidFill>
                <a:prstClr val="black"/>
              </a:solidFill>
              <a:latin typeface="+mj-lt"/>
            </a:endParaRPr>
          </a:p>
        </p:txBody>
      </p:sp>
      <p:sp>
        <p:nvSpPr>
          <p:cNvPr id="302" name="Shape 79">
            <a:extLst>
              <a:ext uri="{FF2B5EF4-FFF2-40B4-BE49-F238E27FC236}">
                <a16:creationId xmlns:a16="http://schemas.microsoft.com/office/drawing/2014/main" id="{E0662A93-A5D8-1E83-DD7D-19B018C126CB}"/>
              </a:ext>
            </a:extLst>
          </p:cNvPr>
          <p:cNvSpPr/>
          <p:nvPr/>
        </p:nvSpPr>
        <p:spPr>
          <a:xfrm>
            <a:off x="502920" y="5102352"/>
            <a:ext cx="11036808" cy="603504"/>
          </a:xfrm>
          <a:prstGeom prst="roundRect">
            <a:avLst>
              <a:gd name="adj" fmla="val 10606"/>
            </a:avLst>
          </a:prstGeom>
          <a:solidFill>
            <a:srgbClr val="0B2739"/>
          </a:solidFill>
          <a:ln w="12700">
            <a:solidFill>
              <a:srgbClr val="0B2739"/>
            </a:solidFill>
            <a:prstDash val="solid"/>
          </a:ln>
        </p:spPr>
        <p:txBody>
          <a:bodyPr/>
          <a:lstStyle/>
          <a:p>
            <a:endParaRPr lang="en-IN" sz="2400">
              <a:solidFill>
                <a:prstClr val="black"/>
              </a:solidFill>
              <a:latin typeface="+mj-lt"/>
            </a:endParaRPr>
          </a:p>
        </p:txBody>
      </p:sp>
      <p:sp>
        <p:nvSpPr>
          <p:cNvPr id="303" name="Text 80">
            <a:extLst>
              <a:ext uri="{FF2B5EF4-FFF2-40B4-BE49-F238E27FC236}">
                <a16:creationId xmlns:a16="http://schemas.microsoft.com/office/drawing/2014/main" id="{BC90770D-02BA-C458-8D5F-B0BD1580861E}"/>
              </a:ext>
            </a:extLst>
          </p:cNvPr>
          <p:cNvSpPr/>
          <p:nvPr/>
        </p:nvSpPr>
        <p:spPr>
          <a:xfrm>
            <a:off x="749808" y="5321808"/>
            <a:ext cx="1755648" cy="146304"/>
          </a:xfrm>
          <a:prstGeom prst="rect">
            <a:avLst/>
          </a:prstGeom>
          <a:noFill/>
          <a:ln/>
        </p:spPr>
        <p:txBody>
          <a:bodyPr wrap="square" lIns="0" tIns="0" rIns="0" bIns="0" rtlCol="0" anchor="ctr"/>
          <a:lstStyle/>
          <a:p>
            <a:r>
              <a:rPr lang="en-US" sz="900" b="1" dirty="0">
                <a:solidFill>
                  <a:srgbClr val="86BC25"/>
                </a:solidFill>
                <a:latin typeface="+mj-lt"/>
              </a:rPr>
              <a:t>SHARED AI-COE CAPABILITIES</a:t>
            </a:r>
            <a:endParaRPr lang="en-US" sz="900" dirty="0">
              <a:solidFill>
                <a:prstClr val="black"/>
              </a:solidFill>
              <a:latin typeface="+mj-lt"/>
            </a:endParaRPr>
          </a:p>
        </p:txBody>
      </p:sp>
      <p:pic>
        <p:nvPicPr>
          <p:cNvPr id="304" name="Image 11" descr="preencoded.png">
            <a:extLst>
              <a:ext uri="{FF2B5EF4-FFF2-40B4-BE49-F238E27FC236}">
                <a16:creationId xmlns:a16="http://schemas.microsoft.com/office/drawing/2014/main" id="{CBBD83ED-274C-F8CB-71A7-C3D7AA90E9C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606040" y="5294376"/>
            <a:ext cx="182880" cy="182880"/>
          </a:xfrm>
          <a:prstGeom prst="rect">
            <a:avLst/>
          </a:prstGeom>
        </p:spPr>
      </p:pic>
      <p:sp>
        <p:nvSpPr>
          <p:cNvPr id="305" name="Text 81">
            <a:extLst>
              <a:ext uri="{FF2B5EF4-FFF2-40B4-BE49-F238E27FC236}">
                <a16:creationId xmlns:a16="http://schemas.microsoft.com/office/drawing/2014/main" id="{841E4511-8785-0675-8775-7E2CDAC81181}"/>
              </a:ext>
            </a:extLst>
          </p:cNvPr>
          <p:cNvSpPr/>
          <p:nvPr/>
        </p:nvSpPr>
        <p:spPr>
          <a:xfrm>
            <a:off x="2862072" y="5294376"/>
            <a:ext cx="1261872" cy="146304"/>
          </a:xfrm>
          <a:prstGeom prst="rect">
            <a:avLst/>
          </a:prstGeom>
          <a:noFill/>
          <a:ln/>
        </p:spPr>
        <p:txBody>
          <a:bodyPr wrap="square" lIns="0" tIns="0" rIns="0" bIns="0" rtlCol="0" anchor="ctr">
            <a:normAutofit/>
          </a:bodyPr>
          <a:lstStyle/>
          <a:p>
            <a:pPr algn="ctr"/>
            <a:r>
              <a:rPr lang="en-US" sz="800" b="1" dirty="0">
                <a:solidFill>
                  <a:srgbClr val="FFFFFF"/>
                </a:solidFill>
                <a:latin typeface="+mj-lt"/>
              </a:rPr>
              <a:t>Document &amp; knowledge AI</a:t>
            </a:r>
            <a:endParaRPr lang="en-US" sz="800" dirty="0">
              <a:solidFill>
                <a:prstClr val="black"/>
              </a:solidFill>
              <a:latin typeface="+mj-lt"/>
            </a:endParaRPr>
          </a:p>
        </p:txBody>
      </p:sp>
      <p:pic>
        <p:nvPicPr>
          <p:cNvPr id="306" name="Image 12" descr="preencoded.png">
            <a:extLst>
              <a:ext uri="{FF2B5EF4-FFF2-40B4-BE49-F238E27FC236}">
                <a16:creationId xmlns:a16="http://schemas.microsoft.com/office/drawing/2014/main" id="{F126B8A4-394B-B78E-1681-1ADE61FDA7E9}"/>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4306824" y="5294376"/>
            <a:ext cx="182880" cy="182880"/>
          </a:xfrm>
          <a:prstGeom prst="rect">
            <a:avLst/>
          </a:prstGeom>
        </p:spPr>
      </p:pic>
      <p:sp>
        <p:nvSpPr>
          <p:cNvPr id="307" name="Text 82">
            <a:extLst>
              <a:ext uri="{FF2B5EF4-FFF2-40B4-BE49-F238E27FC236}">
                <a16:creationId xmlns:a16="http://schemas.microsoft.com/office/drawing/2014/main" id="{490A727A-B146-02C5-A85E-0ACAA7C3C330}"/>
              </a:ext>
            </a:extLst>
          </p:cNvPr>
          <p:cNvSpPr/>
          <p:nvPr/>
        </p:nvSpPr>
        <p:spPr>
          <a:xfrm>
            <a:off x="4562856" y="5294376"/>
            <a:ext cx="1261872" cy="146304"/>
          </a:xfrm>
          <a:prstGeom prst="rect">
            <a:avLst/>
          </a:prstGeom>
          <a:noFill/>
          <a:ln/>
        </p:spPr>
        <p:txBody>
          <a:bodyPr wrap="square" lIns="0" tIns="0" rIns="0" bIns="0" rtlCol="0" anchor="ctr">
            <a:normAutofit/>
          </a:bodyPr>
          <a:lstStyle/>
          <a:p>
            <a:pPr algn="ctr"/>
            <a:r>
              <a:rPr lang="en-US" sz="800" b="1" dirty="0">
                <a:solidFill>
                  <a:srgbClr val="FFFFFF"/>
                </a:solidFill>
                <a:latin typeface="+mj-lt"/>
              </a:rPr>
              <a:t>GIS &amp; forecasting</a:t>
            </a:r>
            <a:endParaRPr lang="en-US" sz="800" dirty="0">
              <a:solidFill>
                <a:prstClr val="black"/>
              </a:solidFill>
              <a:latin typeface="+mj-lt"/>
            </a:endParaRPr>
          </a:p>
        </p:txBody>
      </p:sp>
      <p:pic>
        <p:nvPicPr>
          <p:cNvPr id="308" name="Image 13" descr="preencoded.png">
            <a:extLst>
              <a:ext uri="{FF2B5EF4-FFF2-40B4-BE49-F238E27FC236}">
                <a16:creationId xmlns:a16="http://schemas.microsoft.com/office/drawing/2014/main" id="{361EEA51-3577-1EDA-AEE8-1E13FF75F825}"/>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007608" y="5294376"/>
            <a:ext cx="182880" cy="182880"/>
          </a:xfrm>
          <a:prstGeom prst="rect">
            <a:avLst/>
          </a:prstGeom>
        </p:spPr>
      </p:pic>
      <p:sp>
        <p:nvSpPr>
          <p:cNvPr id="309" name="Text 83">
            <a:extLst>
              <a:ext uri="{FF2B5EF4-FFF2-40B4-BE49-F238E27FC236}">
                <a16:creationId xmlns:a16="http://schemas.microsoft.com/office/drawing/2014/main" id="{49FDA3D6-C402-B8DC-F38F-495465C62A87}"/>
              </a:ext>
            </a:extLst>
          </p:cNvPr>
          <p:cNvSpPr/>
          <p:nvPr/>
        </p:nvSpPr>
        <p:spPr>
          <a:xfrm>
            <a:off x="6263640" y="5294376"/>
            <a:ext cx="1261872" cy="146304"/>
          </a:xfrm>
          <a:prstGeom prst="rect">
            <a:avLst/>
          </a:prstGeom>
          <a:noFill/>
          <a:ln/>
        </p:spPr>
        <p:txBody>
          <a:bodyPr wrap="square" lIns="0" tIns="0" rIns="0" bIns="0" rtlCol="0" anchor="ctr">
            <a:normAutofit/>
          </a:bodyPr>
          <a:lstStyle/>
          <a:p>
            <a:pPr algn="ctr"/>
            <a:r>
              <a:rPr lang="en-US" sz="800" b="1" dirty="0">
                <a:solidFill>
                  <a:srgbClr val="FFFFFF"/>
                </a:solidFill>
                <a:latin typeface="+mj-lt"/>
              </a:rPr>
              <a:t>IoT / SCADA integration</a:t>
            </a:r>
            <a:endParaRPr lang="en-US" sz="800" dirty="0">
              <a:solidFill>
                <a:prstClr val="black"/>
              </a:solidFill>
              <a:latin typeface="+mj-lt"/>
            </a:endParaRPr>
          </a:p>
        </p:txBody>
      </p:sp>
      <p:pic>
        <p:nvPicPr>
          <p:cNvPr id="310" name="Image 14" descr="preencoded.png">
            <a:extLst>
              <a:ext uri="{FF2B5EF4-FFF2-40B4-BE49-F238E27FC236}">
                <a16:creationId xmlns:a16="http://schemas.microsoft.com/office/drawing/2014/main" id="{D9E62618-00F6-7B6A-2929-E1D71FA0C297}"/>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708392" y="5294376"/>
            <a:ext cx="182880" cy="182880"/>
          </a:xfrm>
          <a:prstGeom prst="rect">
            <a:avLst/>
          </a:prstGeom>
        </p:spPr>
      </p:pic>
      <p:sp>
        <p:nvSpPr>
          <p:cNvPr id="311" name="Text 84">
            <a:extLst>
              <a:ext uri="{FF2B5EF4-FFF2-40B4-BE49-F238E27FC236}">
                <a16:creationId xmlns:a16="http://schemas.microsoft.com/office/drawing/2014/main" id="{C1743A83-7D15-2E47-FCD3-661E4F60BDEC}"/>
              </a:ext>
            </a:extLst>
          </p:cNvPr>
          <p:cNvSpPr/>
          <p:nvPr/>
        </p:nvSpPr>
        <p:spPr>
          <a:xfrm>
            <a:off x="7964424" y="5294376"/>
            <a:ext cx="1261872" cy="146304"/>
          </a:xfrm>
          <a:prstGeom prst="rect">
            <a:avLst/>
          </a:prstGeom>
          <a:noFill/>
          <a:ln/>
        </p:spPr>
        <p:txBody>
          <a:bodyPr wrap="square" lIns="0" tIns="0" rIns="0" bIns="0" rtlCol="0" anchor="ctr">
            <a:normAutofit/>
          </a:bodyPr>
          <a:lstStyle/>
          <a:p>
            <a:pPr algn="ctr"/>
            <a:r>
              <a:rPr lang="en-US" sz="800" b="1" dirty="0">
                <a:solidFill>
                  <a:srgbClr val="FFFFFF"/>
                </a:solidFill>
                <a:latin typeface="+mj-lt"/>
              </a:rPr>
              <a:t>Workflow &amp; alerts</a:t>
            </a:r>
            <a:endParaRPr lang="en-US" sz="800" dirty="0">
              <a:solidFill>
                <a:prstClr val="black"/>
              </a:solidFill>
              <a:latin typeface="+mj-lt"/>
            </a:endParaRPr>
          </a:p>
        </p:txBody>
      </p:sp>
      <p:pic>
        <p:nvPicPr>
          <p:cNvPr id="312" name="Image 15" descr="preencoded.png">
            <a:extLst>
              <a:ext uri="{FF2B5EF4-FFF2-40B4-BE49-F238E27FC236}">
                <a16:creationId xmlns:a16="http://schemas.microsoft.com/office/drawing/2014/main" id="{0CA3C310-CF52-40DA-8ABB-38FEAB890B18}"/>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409176" y="5294376"/>
            <a:ext cx="182880" cy="182880"/>
          </a:xfrm>
          <a:prstGeom prst="rect">
            <a:avLst/>
          </a:prstGeom>
        </p:spPr>
      </p:pic>
      <p:sp>
        <p:nvSpPr>
          <p:cNvPr id="313" name="Text 85">
            <a:extLst>
              <a:ext uri="{FF2B5EF4-FFF2-40B4-BE49-F238E27FC236}">
                <a16:creationId xmlns:a16="http://schemas.microsoft.com/office/drawing/2014/main" id="{3941CF72-BEDA-4EF9-A827-875462004C8C}"/>
              </a:ext>
            </a:extLst>
          </p:cNvPr>
          <p:cNvSpPr/>
          <p:nvPr/>
        </p:nvSpPr>
        <p:spPr>
          <a:xfrm>
            <a:off x="9665208" y="5294376"/>
            <a:ext cx="1261872" cy="146304"/>
          </a:xfrm>
          <a:prstGeom prst="rect">
            <a:avLst/>
          </a:prstGeom>
          <a:noFill/>
          <a:ln/>
        </p:spPr>
        <p:txBody>
          <a:bodyPr wrap="square" lIns="0" tIns="0" rIns="0" bIns="0" rtlCol="0" anchor="ctr">
            <a:normAutofit/>
          </a:bodyPr>
          <a:lstStyle/>
          <a:p>
            <a:pPr algn="ctr"/>
            <a:r>
              <a:rPr lang="en-US" sz="800" b="1" dirty="0">
                <a:solidFill>
                  <a:srgbClr val="FFFFFF"/>
                </a:solidFill>
                <a:latin typeface="+mj-lt"/>
              </a:rPr>
              <a:t>Human review &amp; audit</a:t>
            </a:r>
            <a:endParaRPr lang="en-US" sz="800" dirty="0">
              <a:solidFill>
                <a:prstClr val="black"/>
              </a:solidFill>
              <a:latin typeface="+mj-lt"/>
            </a:endParaRPr>
          </a:p>
        </p:txBody>
      </p:sp>
      <p:sp>
        <p:nvSpPr>
          <p:cNvPr id="314" name="Shape 86">
            <a:extLst>
              <a:ext uri="{FF2B5EF4-FFF2-40B4-BE49-F238E27FC236}">
                <a16:creationId xmlns:a16="http://schemas.microsoft.com/office/drawing/2014/main" id="{1E6A1976-D0B5-8EE7-E89F-DF932EE9F337}"/>
              </a:ext>
            </a:extLst>
          </p:cNvPr>
          <p:cNvSpPr/>
          <p:nvPr/>
        </p:nvSpPr>
        <p:spPr>
          <a:xfrm>
            <a:off x="502920" y="5907024"/>
            <a:ext cx="11036808" cy="457200"/>
          </a:xfrm>
          <a:prstGeom prst="roundRect">
            <a:avLst>
              <a:gd name="adj" fmla="val 12000"/>
            </a:avLst>
          </a:prstGeom>
          <a:solidFill>
            <a:srgbClr val="EFF6DF"/>
          </a:solidFill>
          <a:ln w="12700">
            <a:solidFill>
              <a:srgbClr val="D0E1B0"/>
            </a:solidFill>
            <a:prstDash val="solid"/>
          </a:ln>
        </p:spPr>
        <p:txBody>
          <a:bodyPr/>
          <a:lstStyle/>
          <a:p>
            <a:endParaRPr lang="en-IN" sz="2400">
              <a:solidFill>
                <a:prstClr val="black"/>
              </a:solidFill>
              <a:latin typeface="+mj-lt"/>
            </a:endParaRPr>
          </a:p>
        </p:txBody>
      </p:sp>
      <p:pic>
        <p:nvPicPr>
          <p:cNvPr id="315" name="Image 16" descr="preencoded.png">
            <a:extLst>
              <a:ext uri="{FF2B5EF4-FFF2-40B4-BE49-F238E27FC236}">
                <a16:creationId xmlns:a16="http://schemas.microsoft.com/office/drawing/2014/main" id="{81737A58-D6AF-9D0F-7C0C-A84113CEBD68}"/>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722376" y="6044184"/>
            <a:ext cx="173736" cy="173736"/>
          </a:xfrm>
          <a:prstGeom prst="rect">
            <a:avLst/>
          </a:prstGeom>
        </p:spPr>
      </p:pic>
      <p:sp>
        <p:nvSpPr>
          <p:cNvPr id="316" name="Text 87">
            <a:extLst>
              <a:ext uri="{FF2B5EF4-FFF2-40B4-BE49-F238E27FC236}">
                <a16:creationId xmlns:a16="http://schemas.microsoft.com/office/drawing/2014/main" id="{579627AF-FF10-2CE8-25B4-23F252C0346F}"/>
              </a:ext>
            </a:extLst>
          </p:cNvPr>
          <p:cNvSpPr/>
          <p:nvPr/>
        </p:nvSpPr>
        <p:spPr>
          <a:xfrm>
            <a:off x="1005840" y="6025896"/>
            <a:ext cx="960120" cy="128016"/>
          </a:xfrm>
          <a:prstGeom prst="rect">
            <a:avLst/>
          </a:prstGeom>
          <a:noFill/>
          <a:ln/>
        </p:spPr>
        <p:txBody>
          <a:bodyPr wrap="square" lIns="0" tIns="0" rIns="0" bIns="0" rtlCol="0" anchor="ctr"/>
          <a:lstStyle/>
          <a:p>
            <a:r>
              <a:rPr lang="en-US" sz="800" b="1" dirty="0">
                <a:solidFill>
                  <a:srgbClr val="43B02A"/>
                </a:solidFill>
                <a:latin typeface="+mj-lt"/>
              </a:rPr>
              <a:t>PORTFOLIO LOGIC</a:t>
            </a:r>
            <a:endParaRPr lang="en-US" sz="800" dirty="0">
              <a:solidFill>
                <a:prstClr val="black"/>
              </a:solidFill>
              <a:latin typeface="+mj-lt"/>
            </a:endParaRPr>
          </a:p>
        </p:txBody>
      </p:sp>
      <p:sp>
        <p:nvSpPr>
          <p:cNvPr id="317" name="Text 88">
            <a:extLst>
              <a:ext uri="{FF2B5EF4-FFF2-40B4-BE49-F238E27FC236}">
                <a16:creationId xmlns:a16="http://schemas.microsoft.com/office/drawing/2014/main" id="{B67F5F7A-7803-5464-ADD6-CD9756A3ADDF}"/>
              </a:ext>
            </a:extLst>
          </p:cNvPr>
          <p:cNvSpPr/>
          <p:nvPr/>
        </p:nvSpPr>
        <p:spPr>
          <a:xfrm>
            <a:off x="2011680" y="6007608"/>
            <a:ext cx="9070848" cy="164592"/>
          </a:xfrm>
          <a:prstGeom prst="rect">
            <a:avLst/>
          </a:prstGeom>
          <a:noFill/>
          <a:ln/>
        </p:spPr>
        <p:txBody>
          <a:bodyPr wrap="square" lIns="0" tIns="0" rIns="0" bIns="0" rtlCol="0" anchor="ctr">
            <a:normAutofit/>
          </a:bodyPr>
          <a:lstStyle/>
          <a:p>
            <a:pPr algn="ctr"/>
            <a:r>
              <a:rPr lang="en-US" sz="1000" b="1" dirty="0">
                <a:solidFill>
                  <a:srgbClr val="0B2739"/>
                </a:solidFill>
                <a:latin typeface="+mj-lt"/>
              </a:rPr>
              <a:t>Prioritize productivity and citizen-service quick wins, then scale predictive operational use cases through controlled pilots and human approval.</a:t>
            </a:r>
            <a:endParaRPr lang="en-US" sz="1000" dirty="0">
              <a:solidFill>
                <a:prstClr val="black"/>
              </a:solidFill>
              <a:latin typeface="+mj-lt"/>
            </a:endParaRPr>
          </a:p>
        </p:txBody>
      </p:sp>
    </p:spTree>
    <p:extLst>
      <p:ext uri="{BB962C8B-B14F-4D97-AF65-F5344CB8AC3E}">
        <p14:creationId xmlns:p14="http://schemas.microsoft.com/office/powerpoint/2010/main" val="13932112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36E24-7C82-D5EC-07FE-160A02844BC0}"/>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F963E4BA-B52C-E72E-09A0-3E362C05DE3C}"/>
              </a:ext>
            </a:extLst>
          </p:cNvPr>
          <p:cNvGrpSpPr/>
          <p:nvPr/>
        </p:nvGrpSpPr>
        <p:grpSpPr>
          <a:xfrm>
            <a:off x="0" y="414357"/>
            <a:ext cx="5752976" cy="151621"/>
            <a:chOff x="0" y="786578"/>
            <a:chExt cx="5752976" cy="151621"/>
          </a:xfrm>
        </p:grpSpPr>
        <p:cxnSp>
          <p:nvCxnSpPr>
            <p:cNvPr id="4" name="Straight Connector 3">
              <a:extLst>
                <a:ext uri="{FF2B5EF4-FFF2-40B4-BE49-F238E27FC236}">
                  <a16:creationId xmlns:a16="http://schemas.microsoft.com/office/drawing/2014/main" id="{86EF3FC8-6AB2-3EB2-1FF0-66244A3BDE96}"/>
                </a:ext>
              </a:extLst>
            </p:cNvPr>
            <p:cNvCxnSpPr>
              <a:cxnSpLocks/>
            </p:cNvCxnSpPr>
            <p:nvPr/>
          </p:nvCxnSpPr>
          <p:spPr>
            <a:xfrm>
              <a:off x="0" y="862388"/>
              <a:ext cx="5673213" cy="0"/>
            </a:xfrm>
            <a:prstGeom prst="line">
              <a:avLst/>
            </a:prstGeom>
            <a:ln>
              <a:solidFill>
                <a:srgbClr val="92D050"/>
              </a:solidFill>
            </a:ln>
          </p:spPr>
          <p:style>
            <a:lnRef idx="2">
              <a:schemeClr val="accent1"/>
            </a:lnRef>
            <a:fillRef idx="0">
              <a:schemeClr val="accent1"/>
            </a:fillRef>
            <a:effectRef idx="1">
              <a:schemeClr val="accent1"/>
            </a:effectRef>
            <a:fontRef idx="minor">
              <a:schemeClr val="tx1"/>
            </a:fontRef>
          </p:style>
        </p:cxnSp>
        <p:sp>
          <p:nvSpPr>
            <p:cNvPr id="6" name="Diamond 5">
              <a:extLst>
                <a:ext uri="{FF2B5EF4-FFF2-40B4-BE49-F238E27FC236}">
                  <a16:creationId xmlns:a16="http://schemas.microsoft.com/office/drawing/2014/main" id="{3DF4FDF5-512E-FA6F-2514-152F90252FC9}"/>
                </a:ext>
              </a:extLst>
            </p:cNvPr>
            <p:cNvSpPr/>
            <p:nvPr/>
          </p:nvSpPr>
          <p:spPr>
            <a:xfrm>
              <a:off x="5661536" y="786578"/>
              <a:ext cx="91440" cy="151621"/>
            </a:xfrm>
            <a:prstGeom prst="diamond">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grpSp>
      <p:sp>
        <p:nvSpPr>
          <p:cNvPr id="2" name="TextBox 1">
            <a:extLst>
              <a:ext uri="{FF2B5EF4-FFF2-40B4-BE49-F238E27FC236}">
                <a16:creationId xmlns:a16="http://schemas.microsoft.com/office/drawing/2014/main" id="{ED483966-9BC6-B1F7-F004-5DCFA5196C16}"/>
              </a:ext>
            </a:extLst>
          </p:cNvPr>
          <p:cNvSpPr txBox="1"/>
          <p:nvPr/>
        </p:nvSpPr>
        <p:spPr>
          <a:xfrm>
            <a:off x="190499" y="19735"/>
            <a:ext cx="8562975" cy="400110"/>
          </a:xfrm>
          <a:prstGeom prst="rect">
            <a:avLst/>
          </a:prstGeom>
          <a:noFill/>
        </p:spPr>
        <p:txBody>
          <a:bodyPr wrap="square">
            <a:spAutoFit/>
          </a:bodyPr>
          <a:lstStyle/>
          <a:p>
            <a:r>
              <a:rPr lang="en-US" sz="2000" b="1" dirty="0">
                <a:solidFill>
                  <a:srgbClr val="0B2739"/>
                </a:solidFill>
                <a:latin typeface="+mj-lt"/>
              </a:rPr>
              <a:t>Priority AI use cases for land, water, education and rural development</a:t>
            </a:r>
            <a:endParaRPr lang="en-US" sz="2000" dirty="0">
              <a:latin typeface="+mj-lt"/>
            </a:endParaRPr>
          </a:p>
        </p:txBody>
      </p:sp>
      <p:sp>
        <p:nvSpPr>
          <p:cNvPr id="5" name="Text 2">
            <a:extLst>
              <a:ext uri="{FF2B5EF4-FFF2-40B4-BE49-F238E27FC236}">
                <a16:creationId xmlns:a16="http://schemas.microsoft.com/office/drawing/2014/main" id="{7D65FB2E-C706-FDED-DBE4-0EF7FC8A7C34}"/>
              </a:ext>
            </a:extLst>
          </p:cNvPr>
          <p:cNvSpPr/>
          <p:nvPr/>
        </p:nvSpPr>
        <p:spPr>
          <a:xfrm>
            <a:off x="502920" y="713232"/>
            <a:ext cx="10789920" cy="256032"/>
          </a:xfrm>
          <a:prstGeom prst="rect">
            <a:avLst/>
          </a:prstGeom>
          <a:noFill/>
          <a:ln/>
        </p:spPr>
        <p:txBody>
          <a:bodyPr wrap="square" lIns="0" tIns="0" rIns="0" bIns="0" rtlCol="0" anchor="ctr"/>
          <a:lstStyle/>
          <a:p>
            <a:r>
              <a:rPr lang="en-US" sz="1100" dirty="0">
                <a:solidFill>
                  <a:srgbClr val="596875"/>
                </a:solidFill>
                <a:latin typeface="+mj-lt"/>
              </a:rPr>
              <a:t>Six use cases strengthen revenue assurance, utility reliability, learning access and inclusive welfare delivery</a:t>
            </a:r>
            <a:endParaRPr lang="en-US" sz="1100" dirty="0">
              <a:solidFill>
                <a:prstClr val="black"/>
              </a:solidFill>
              <a:latin typeface="+mj-lt"/>
            </a:endParaRPr>
          </a:p>
        </p:txBody>
      </p:sp>
      <p:sp>
        <p:nvSpPr>
          <p:cNvPr id="7" name="Shape 3">
            <a:extLst>
              <a:ext uri="{FF2B5EF4-FFF2-40B4-BE49-F238E27FC236}">
                <a16:creationId xmlns:a16="http://schemas.microsoft.com/office/drawing/2014/main" id="{C3B528C8-6D4B-6575-A6D0-C90ACEB19757}"/>
              </a:ext>
            </a:extLst>
          </p:cNvPr>
          <p:cNvSpPr/>
          <p:nvPr/>
        </p:nvSpPr>
        <p:spPr>
          <a:xfrm>
            <a:off x="502920" y="1115568"/>
            <a:ext cx="1847088" cy="1188720"/>
          </a:xfrm>
          <a:prstGeom prst="roundRect">
            <a:avLst>
              <a:gd name="adj" fmla="val 6154"/>
            </a:avLst>
          </a:prstGeom>
          <a:solidFill>
            <a:srgbClr val="123B5D"/>
          </a:solidFill>
          <a:ln w="12700">
            <a:solidFill>
              <a:srgbClr val="123B5D"/>
            </a:solidFill>
            <a:prstDash val="solid"/>
          </a:ln>
        </p:spPr>
        <p:txBody>
          <a:bodyPr/>
          <a:lstStyle/>
          <a:p>
            <a:endParaRPr lang="en-IN" sz="2800">
              <a:solidFill>
                <a:prstClr val="black"/>
              </a:solidFill>
              <a:latin typeface="+mj-lt"/>
            </a:endParaRPr>
          </a:p>
        </p:txBody>
      </p:sp>
      <p:pic>
        <p:nvPicPr>
          <p:cNvPr id="8" name="Image 0" descr="preencoded.png">
            <a:extLst>
              <a:ext uri="{FF2B5EF4-FFF2-40B4-BE49-F238E27FC236}">
                <a16:creationId xmlns:a16="http://schemas.microsoft.com/office/drawing/2014/main" id="{C3556D24-82AE-3925-3C65-552641FEA51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94944" y="1298448"/>
            <a:ext cx="347472" cy="347472"/>
          </a:xfrm>
          <a:prstGeom prst="rect">
            <a:avLst/>
          </a:prstGeom>
        </p:spPr>
      </p:pic>
      <p:sp>
        <p:nvSpPr>
          <p:cNvPr id="9" name="Text 4">
            <a:extLst>
              <a:ext uri="{FF2B5EF4-FFF2-40B4-BE49-F238E27FC236}">
                <a16:creationId xmlns:a16="http://schemas.microsoft.com/office/drawing/2014/main" id="{323413BF-8D80-E93A-3744-4F5AC820EB15}"/>
              </a:ext>
            </a:extLst>
          </p:cNvPr>
          <p:cNvSpPr/>
          <p:nvPr/>
        </p:nvSpPr>
        <p:spPr>
          <a:xfrm>
            <a:off x="1143000" y="1243584"/>
            <a:ext cx="960120" cy="329184"/>
          </a:xfrm>
          <a:prstGeom prst="rect">
            <a:avLst/>
          </a:prstGeom>
          <a:noFill/>
          <a:ln/>
        </p:spPr>
        <p:txBody>
          <a:bodyPr wrap="square" lIns="0" tIns="0" rIns="0" bIns="0" rtlCol="0" anchor="ctr">
            <a:noAutofit/>
          </a:bodyPr>
          <a:lstStyle/>
          <a:p>
            <a:r>
              <a:rPr lang="en-US" sz="1200" b="1" dirty="0">
                <a:solidFill>
                  <a:srgbClr val="FFFFFF"/>
                </a:solidFill>
                <a:latin typeface="+mj-lt"/>
              </a:rPr>
              <a:t>Revenue &amp; land administration</a:t>
            </a:r>
            <a:endParaRPr lang="en-US" sz="1200" dirty="0">
              <a:solidFill>
                <a:prstClr val="black"/>
              </a:solidFill>
              <a:latin typeface="+mj-lt"/>
            </a:endParaRPr>
          </a:p>
        </p:txBody>
      </p:sp>
      <p:sp>
        <p:nvSpPr>
          <p:cNvPr id="10" name="Text 5">
            <a:extLst>
              <a:ext uri="{FF2B5EF4-FFF2-40B4-BE49-F238E27FC236}">
                <a16:creationId xmlns:a16="http://schemas.microsoft.com/office/drawing/2014/main" id="{FC7970FC-3474-0189-A7AF-FC29970E25EE}"/>
              </a:ext>
            </a:extLst>
          </p:cNvPr>
          <p:cNvSpPr/>
          <p:nvPr/>
        </p:nvSpPr>
        <p:spPr>
          <a:xfrm>
            <a:off x="694944" y="1700784"/>
            <a:ext cx="1389888" cy="274320"/>
          </a:xfrm>
          <a:prstGeom prst="rect">
            <a:avLst/>
          </a:prstGeom>
          <a:noFill/>
          <a:ln/>
        </p:spPr>
        <p:txBody>
          <a:bodyPr wrap="square" lIns="0" tIns="0" rIns="0" bIns="0" rtlCol="0" anchor="ctr">
            <a:noAutofit/>
          </a:bodyPr>
          <a:lstStyle/>
          <a:p>
            <a:r>
              <a:rPr lang="en-US" sz="900" dirty="0">
                <a:solidFill>
                  <a:srgbClr val="E6F0F3"/>
                </a:solidFill>
                <a:latin typeface="+mj-lt"/>
              </a:rPr>
              <a:t>Improve tax coverage and investor-service responsiveness</a:t>
            </a:r>
            <a:endParaRPr lang="en-US" sz="900" dirty="0">
              <a:solidFill>
                <a:prstClr val="black"/>
              </a:solidFill>
              <a:latin typeface="+mj-lt"/>
            </a:endParaRPr>
          </a:p>
        </p:txBody>
      </p:sp>
      <p:sp>
        <p:nvSpPr>
          <p:cNvPr id="11" name="Text 6">
            <a:extLst>
              <a:ext uri="{FF2B5EF4-FFF2-40B4-BE49-F238E27FC236}">
                <a16:creationId xmlns:a16="http://schemas.microsoft.com/office/drawing/2014/main" id="{BCC7A138-D0FD-CA8E-CC5D-090D019316EE}"/>
              </a:ext>
            </a:extLst>
          </p:cNvPr>
          <p:cNvSpPr/>
          <p:nvPr/>
        </p:nvSpPr>
        <p:spPr>
          <a:xfrm>
            <a:off x="694944" y="2093976"/>
            <a:ext cx="1325880" cy="91440"/>
          </a:xfrm>
          <a:prstGeom prst="rect">
            <a:avLst/>
          </a:prstGeom>
          <a:noFill/>
          <a:ln/>
        </p:spPr>
        <p:txBody>
          <a:bodyPr wrap="square" lIns="0" tIns="0" rIns="0" bIns="0" rtlCol="0" anchor="ctr"/>
          <a:lstStyle/>
          <a:p>
            <a:r>
              <a:rPr lang="en-US" sz="900" b="1" dirty="0">
                <a:solidFill>
                  <a:srgbClr val="FFFFFF"/>
                </a:solidFill>
                <a:latin typeface="+mj-lt"/>
              </a:rPr>
              <a:t>2 USE CASES  |  4–12 MONTHS</a:t>
            </a:r>
            <a:endParaRPr lang="en-US" sz="900" dirty="0">
              <a:solidFill>
                <a:prstClr val="black"/>
              </a:solidFill>
              <a:latin typeface="+mj-lt"/>
            </a:endParaRPr>
          </a:p>
        </p:txBody>
      </p:sp>
      <p:sp>
        <p:nvSpPr>
          <p:cNvPr id="12" name="Shape 7">
            <a:extLst>
              <a:ext uri="{FF2B5EF4-FFF2-40B4-BE49-F238E27FC236}">
                <a16:creationId xmlns:a16="http://schemas.microsoft.com/office/drawing/2014/main" id="{4A51CEC5-2874-52C0-674E-611569CBBBA3}"/>
              </a:ext>
            </a:extLst>
          </p:cNvPr>
          <p:cNvSpPr/>
          <p:nvPr/>
        </p:nvSpPr>
        <p:spPr>
          <a:xfrm>
            <a:off x="2523744" y="1115568"/>
            <a:ext cx="4407408" cy="1188720"/>
          </a:xfrm>
          <a:prstGeom prst="roundRect">
            <a:avLst>
              <a:gd name="adj" fmla="val 5385"/>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800">
              <a:solidFill>
                <a:prstClr val="black"/>
              </a:solidFill>
              <a:latin typeface="+mj-lt"/>
            </a:endParaRPr>
          </a:p>
        </p:txBody>
      </p:sp>
      <p:sp>
        <p:nvSpPr>
          <p:cNvPr id="13" name="Shape 8">
            <a:extLst>
              <a:ext uri="{FF2B5EF4-FFF2-40B4-BE49-F238E27FC236}">
                <a16:creationId xmlns:a16="http://schemas.microsoft.com/office/drawing/2014/main" id="{CC881313-4C5B-A781-F5F0-CA50E4A9CEA2}"/>
              </a:ext>
            </a:extLst>
          </p:cNvPr>
          <p:cNvSpPr/>
          <p:nvPr/>
        </p:nvSpPr>
        <p:spPr>
          <a:xfrm>
            <a:off x="2523744" y="1115568"/>
            <a:ext cx="64008" cy="1188720"/>
          </a:xfrm>
          <a:prstGeom prst="rect">
            <a:avLst/>
          </a:prstGeom>
          <a:solidFill>
            <a:srgbClr val="43B02A"/>
          </a:solidFill>
          <a:ln w="12700">
            <a:solidFill>
              <a:srgbClr val="43B02A"/>
            </a:solidFill>
            <a:prstDash val="solid"/>
          </a:ln>
        </p:spPr>
        <p:txBody>
          <a:bodyPr/>
          <a:lstStyle/>
          <a:p>
            <a:endParaRPr lang="en-IN" sz="2800">
              <a:solidFill>
                <a:prstClr val="black"/>
              </a:solidFill>
              <a:latin typeface="+mj-lt"/>
            </a:endParaRPr>
          </a:p>
        </p:txBody>
      </p:sp>
      <p:sp>
        <p:nvSpPr>
          <p:cNvPr id="14" name="Shape 9">
            <a:extLst>
              <a:ext uri="{FF2B5EF4-FFF2-40B4-BE49-F238E27FC236}">
                <a16:creationId xmlns:a16="http://schemas.microsoft.com/office/drawing/2014/main" id="{CE7814FE-D1DC-4BC9-40E3-A9E2918CA160}"/>
              </a:ext>
            </a:extLst>
          </p:cNvPr>
          <p:cNvSpPr/>
          <p:nvPr/>
        </p:nvSpPr>
        <p:spPr>
          <a:xfrm>
            <a:off x="2670048" y="1243584"/>
            <a:ext cx="347472" cy="347472"/>
          </a:xfrm>
          <a:prstGeom prst="ellipse">
            <a:avLst/>
          </a:prstGeom>
          <a:solidFill>
            <a:srgbClr val="43B02A"/>
          </a:solidFill>
          <a:ln w="12700">
            <a:solidFill>
              <a:srgbClr val="43B02A"/>
            </a:solidFill>
            <a:prstDash val="solid"/>
          </a:ln>
        </p:spPr>
        <p:txBody>
          <a:bodyPr/>
          <a:lstStyle/>
          <a:p>
            <a:endParaRPr lang="en-IN" sz="2800">
              <a:solidFill>
                <a:prstClr val="black"/>
              </a:solidFill>
              <a:latin typeface="+mj-lt"/>
            </a:endParaRPr>
          </a:p>
        </p:txBody>
      </p:sp>
      <p:pic>
        <p:nvPicPr>
          <p:cNvPr id="15" name="Image 1" descr="preencoded.png">
            <a:extLst>
              <a:ext uri="{FF2B5EF4-FFF2-40B4-BE49-F238E27FC236}">
                <a16:creationId xmlns:a16="http://schemas.microsoft.com/office/drawing/2014/main" id="{32FAAF4E-C015-E75E-86F0-3DCE42D4EFB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70632" y="1344168"/>
            <a:ext cx="146304" cy="146304"/>
          </a:xfrm>
          <a:prstGeom prst="rect">
            <a:avLst/>
          </a:prstGeom>
        </p:spPr>
      </p:pic>
      <p:sp>
        <p:nvSpPr>
          <p:cNvPr id="16" name="Text 10">
            <a:extLst>
              <a:ext uri="{FF2B5EF4-FFF2-40B4-BE49-F238E27FC236}">
                <a16:creationId xmlns:a16="http://schemas.microsoft.com/office/drawing/2014/main" id="{BE8DD876-2C09-0F01-E0F6-9A15BC854E55}"/>
              </a:ext>
            </a:extLst>
          </p:cNvPr>
          <p:cNvSpPr/>
          <p:nvPr/>
        </p:nvSpPr>
        <p:spPr>
          <a:xfrm>
            <a:off x="3127248" y="1225296"/>
            <a:ext cx="3648456" cy="228600"/>
          </a:xfrm>
          <a:prstGeom prst="rect">
            <a:avLst/>
          </a:prstGeom>
          <a:noFill/>
          <a:ln/>
        </p:spPr>
        <p:txBody>
          <a:bodyPr wrap="square" lIns="0" tIns="0" rIns="0" bIns="0" rtlCol="0" anchor="ctr">
            <a:normAutofit/>
          </a:bodyPr>
          <a:lstStyle/>
          <a:p>
            <a:r>
              <a:rPr lang="en-US" sz="1050" b="1" dirty="0">
                <a:solidFill>
                  <a:srgbClr val="0B2739"/>
                </a:solidFill>
                <a:latin typeface="+mj-lt"/>
              </a:rPr>
              <a:t>Property and tax-register intelligence</a:t>
            </a:r>
            <a:endParaRPr lang="en-US" sz="1050" dirty="0">
              <a:solidFill>
                <a:prstClr val="black"/>
              </a:solidFill>
              <a:latin typeface="+mj-lt"/>
            </a:endParaRPr>
          </a:p>
        </p:txBody>
      </p:sp>
      <p:sp>
        <p:nvSpPr>
          <p:cNvPr id="17" name="Text 11">
            <a:extLst>
              <a:ext uri="{FF2B5EF4-FFF2-40B4-BE49-F238E27FC236}">
                <a16:creationId xmlns:a16="http://schemas.microsoft.com/office/drawing/2014/main" id="{F43261DA-B73B-2E15-6BB8-8A78972DC24F}"/>
              </a:ext>
            </a:extLst>
          </p:cNvPr>
          <p:cNvSpPr/>
          <p:nvPr/>
        </p:nvSpPr>
        <p:spPr>
          <a:xfrm>
            <a:off x="2679192" y="1600200"/>
            <a:ext cx="4096512" cy="256032"/>
          </a:xfrm>
          <a:prstGeom prst="rect">
            <a:avLst/>
          </a:prstGeom>
          <a:noFill/>
          <a:ln/>
        </p:spPr>
        <p:txBody>
          <a:bodyPr wrap="square" lIns="0" tIns="0" rIns="0" bIns="0" rtlCol="0" anchor="ctr">
            <a:noAutofit/>
          </a:bodyPr>
          <a:lstStyle/>
          <a:p>
            <a:r>
              <a:rPr lang="en-US" sz="900" dirty="0">
                <a:solidFill>
                  <a:srgbClr val="596875"/>
                </a:solidFill>
                <a:latin typeface="+mj-lt"/>
              </a:rPr>
              <a:t>Reconcile cadastral, property, imagery and tax data to identify coverage gaps and reduce revenue leakage.</a:t>
            </a:r>
            <a:endParaRPr lang="en-US" sz="900" dirty="0">
              <a:solidFill>
                <a:prstClr val="black"/>
              </a:solidFill>
              <a:latin typeface="+mj-lt"/>
            </a:endParaRPr>
          </a:p>
        </p:txBody>
      </p:sp>
      <p:sp>
        <p:nvSpPr>
          <p:cNvPr id="18" name="Shape 12">
            <a:extLst>
              <a:ext uri="{FF2B5EF4-FFF2-40B4-BE49-F238E27FC236}">
                <a16:creationId xmlns:a16="http://schemas.microsoft.com/office/drawing/2014/main" id="{1BA782F6-3CB3-D01A-7914-7BB0F6BAA48D}"/>
              </a:ext>
            </a:extLst>
          </p:cNvPr>
          <p:cNvSpPr/>
          <p:nvPr/>
        </p:nvSpPr>
        <p:spPr>
          <a:xfrm>
            <a:off x="2670048" y="1984248"/>
            <a:ext cx="4114800" cy="192024"/>
          </a:xfrm>
          <a:prstGeom prst="roundRect">
            <a:avLst>
              <a:gd name="adj" fmla="val 47619"/>
            </a:avLst>
          </a:prstGeom>
          <a:solidFill>
            <a:srgbClr val="EFF6DF"/>
          </a:solidFill>
          <a:ln w="12700">
            <a:solidFill>
              <a:srgbClr val="EFF6DF"/>
            </a:solidFill>
            <a:prstDash val="solid"/>
          </a:ln>
        </p:spPr>
        <p:txBody>
          <a:bodyPr/>
          <a:lstStyle/>
          <a:p>
            <a:endParaRPr lang="en-IN" sz="2800">
              <a:solidFill>
                <a:prstClr val="black"/>
              </a:solidFill>
              <a:latin typeface="+mj-lt"/>
            </a:endParaRPr>
          </a:p>
        </p:txBody>
      </p:sp>
      <p:sp>
        <p:nvSpPr>
          <p:cNvPr id="19" name="Text 13">
            <a:extLst>
              <a:ext uri="{FF2B5EF4-FFF2-40B4-BE49-F238E27FC236}">
                <a16:creationId xmlns:a16="http://schemas.microsoft.com/office/drawing/2014/main" id="{69375B84-0DE8-6F20-E4AB-2FF0E5F466B8}"/>
              </a:ext>
            </a:extLst>
          </p:cNvPr>
          <p:cNvSpPr/>
          <p:nvPr/>
        </p:nvSpPr>
        <p:spPr>
          <a:xfrm>
            <a:off x="2743200" y="2039112"/>
            <a:ext cx="3511296" cy="73152"/>
          </a:xfrm>
          <a:prstGeom prst="rect">
            <a:avLst/>
          </a:prstGeom>
          <a:noFill/>
          <a:ln/>
        </p:spPr>
        <p:txBody>
          <a:bodyPr wrap="square" lIns="0" tIns="0" rIns="0" bIns="0" rtlCol="0" anchor="ctr">
            <a:noAutofit/>
          </a:bodyPr>
          <a:lstStyle/>
          <a:p>
            <a:r>
              <a:rPr lang="en-US" sz="800" b="1" dirty="0">
                <a:solidFill>
                  <a:srgbClr val="123B5D"/>
                </a:solidFill>
                <a:latin typeface="+mj-lt"/>
              </a:rPr>
              <a:t>GIS • computer vision • data reconciliation</a:t>
            </a:r>
            <a:endParaRPr lang="en-US" sz="800" dirty="0">
              <a:solidFill>
                <a:prstClr val="black"/>
              </a:solidFill>
              <a:latin typeface="+mj-lt"/>
            </a:endParaRPr>
          </a:p>
        </p:txBody>
      </p:sp>
      <p:sp>
        <p:nvSpPr>
          <p:cNvPr id="20" name="Text 14">
            <a:extLst>
              <a:ext uri="{FF2B5EF4-FFF2-40B4-BE49-F238E27FC236}">
                <a16:creationId xmlns:a16="http://schemas.microsoft.com/office/drawing/2014/main" id="{FFBCEBE1-A202-CA25-2E10-C587C428411E}"/>
              </a:ext>
            </a:extLst>
          </p:cNvPr>
          <p:cNvSpPr/>
          <p:nvPr/>
        </p:nvSpPr>
        <p:spPr>
          <a:xfrm>
            <a:off x="6272784" y="2029968"/>
            <a:ext cx="438912" cy="82296"/>
          </a:xfrm>
          <a:prstGeom prst="rect">
            <a:avLst/>
          </a:prstGeom>
          <a:noFill/>
          <a:ln/>
        </p:spPr>
        <p:txBody>
          <a:bodyPr wrap="square" lIns="0" tIns="0" rIns="0" bIns="0" rtlCol="0" anchor="ctr"/>
          <a:lstStyle/>
          <a:p>
            <a:pPr algn="r"/>
            <a:r>
              <a:rPr lang="en-US" sz="900" b="1" dirty="0">
                <a:solidFill>
                  <a:srgbClr val="43B02A"/>
                </a:solidFill>
                <a:latin typeface="+mj-lt"/>
              </a:rPr>
              <a:t>10–12 mo</a:t>
            </a:r>
            <a:endParaRPr lang="en-US" sz="900" dirty="0">
              <a:solidFill>
                <a:prstClr val="black"/>
              </a:solidFill>
              <a:latin typeface="+mj-lt"/>
            </a:endParaRPr>
          </a:p>
        </p:txBody>
      </p:sp>
      <p:sp>
        <p:nvSpPr>
          <p:cNvPr id="21" name="Shape 15">
            <a:extLst>
              <a:ext uri="{FF2B5EF4-FFF2-40B4-BE49-F238E27FC236}">
                <a16:creationId xmlns:a16="http://schemas.microsoft.com/office/drawing/2014/main" id="{77697470-773F-3F14-C559-A2BE15FC1234}"/>
              </a:ext>
            </a:extLst>
          </p:cNvPr>
          <p:cNvSpPr/>
          <p:nvPr/>
        </p:nvSpPr>
        <p:spPr>
          <a:xfrm>
            <a:off x="7059168" y="1115568"/>
            <a:ext cx="4407408" cy="1188720"/>
          </a:xfrm>
          <a:prstGeom prst="roundRect">
            <a:avLst>
              <a:gd name="adj" fmla="val 5385"/>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800">
              <a:solidFill>
                <a:prstClr val="black"/>
              </a:solidFill>
              <a:latin typeface="+mj-lt"/>
            </a:endParaRPr>
          </a:p>
        </p:txBody>
      </p:sp>
      <p:sp>
        <p:nvSpPr>
          <p:cNvPr id="22" name="Shape 16">
            <a:extLst>
              <a:ext uri="{FF2B5EF4-FFF2-40B4-BE49-F238E27FC236}">
                <a16:creationId xmlns:a16="http://schemas.microsoft.com/office/drawing/2014/main" id="{1788583A-866F-B52B-2E4D-3D77D3103F5B}"/>
              </a:ext>
            </a:extLst>
          </p:cNvPr>
          <p:cNvSpPr/>
          <p:nvPr/>
        </p:nvSpPr>
        <p:spPr>
          <a:xfrm>
            <a:off x="7059168" y="1115568"/>
            <a:ext cx="64008" cy="1188720"/>
          </a:xfrm>
          <a:prstGeom prst="rect">
            <a:avLst/>
          </a:prstGeom>
          <a:solidFill>
            <a:srgbClr val="20B5D5"/>
          </a:solidFill>
          <a:ln w="12700">
            <a:solidFill>
              <a:srgbClr val="20B5D5"/>
            </a:solidFill>
            <a:prstDash val="solid"/>
          </a:ln>
        </p:spPr>
        <p:txBody>
          <a:bodyPr/>
          <a:lstStyle/>
          <a:p>
            <a:endParaRPr lang="en-IN" sz="2800">
              <a:solidFill>
                <a:prstClr val="black"/>
              </a:solidFill>
              <a:latin typeface="+mj-lt"/>
            </a:endParaRPr>
          </a:p>
        </p:txBody>
      </p:sp>
      <p:sp>
        <p:nvSpPr>
          <p:cNvPr id="23" name="Shape 17">
            <a:extLst>
              <a:ext uri="{FF2B5EF4-FFF2-40B4-BE49-F238E27FC236}">
                <a16:creationId xmlns:a16="http://schemas.microsoft.com/office/drawing/2014/main" id="{CEA1DE57-1529-4889-168C-8A1FFE35E1DC}"/>
              </a:ext>
            </a:extLst>
          </p:cNvPr>
          <p:cNvSpPr/>
          <p:nvPr/>
        </p:nvSpPr>
        <p:spPr>
          <a:xfrm>
            <a:off x="7205472" y="1243584"/>
            <a:ext cx="347472" cy="347472"/>
          </a:xfrm>
          <a:prstGeom prst="ellipse">
            <a:avLst/>
          </a:prstGeom>
          <a:solidFill>
            <a:srgbClr val="20B5D5"/>
          </a:solidFill>
          <a:ln w="12700">
            <a:solidFill>
              <a:srgbClr val="20B5D5"/>
            </a:solidFill>
            <a:prstDash val="solid"/>
          </a:ln>
        </p:spPr>
        <p:txBody>
          <a:bodyPr/>
          <a:lstStyle/>
          <a:p>
            <a:endParaRPr lang="en-IN" sz="2800">
              <a:solidFill>
                <a:prstClr val="black"/>
              </a:solidFill>
              <a:latin typeface="+mj-lt"/>
            </a:endParaRPr>
          </a:p>
        </p:txBody>
      </p:sp>
      <p:pic>
        <p:nvPicPr>
          <p:cNvPr id="24" name="Image 2" descr="preencoded.png">
            <a:extLst>
              <a:ext uri="{FF2B5EF4-FFF2-40B4-BE49-F238E27FC236}">
                <a16:creationId xmlns:a16="http://schemas.microsoft.com/office/drawing/2014/main" id="{EB48CB07-64C6-5D74-BEC6-90BFE166F08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6056" y="1344168"/>
            <a:ext cx="146304" cy="146304"/>
          </a:xfrm>
          <a:prstGeom prst="rect">
            <a:avLst/>
          </a:prstGeom>
        </p:spPr>
      </p:pic>
      <p:sp>
        <p:nvSpPr>
          <p:cNvPr id="25" name="Text 18">
            <a:extLst>
              <a:ext uri="{FF2B5EF4-FFF2-40B4-BE49-F238E27FC236}">
                <a16:creationId xmlns:a16="http://schemas.microsoft.com/office/drawing/2014/main" id="{CF9808E9-0470-6941-AD2E-3AE3C0343858}"/>
              </a:ext>
            </a:extLst>
          </p:cNvPr>
          <p:cNvSpPr/>
          <p:nvPr/>
        </p:nvSpPr>
        <p:spPr>
          <a:xfrm>
            <a:off x="7662672" y="1225296"/>
            <a:ext cx="3648456" cy="228600"/>
          </a:xfrm>
          <a:prstGeom prst="rect">
            <a:avLst/>
          </a:prstGeom>
          <a:noFill/>
          <a:ln/>
        </p:spPr>
        <p:txBody>
          <a:bodyPr wrap="square" lIns="0" tIns="0" rIns="0" bIns="0" rtlCol="0" anchor="ctr">
            <a:normAutofit/>
          </a:bodyPr>
          <a:lstStyle/>
          <a:p>
            <a:r>
              <a:rPr lang="en-US" sz="1050" b="1" dirty="0">
                <a:solidFill>
                  <a:srgbClr val="0B2739"/>
                </a:solidFill>
                <a:latin typeface="+mj-lt"/>
              </a:rPr>
              <a:t>Investor-support assistant</a:t>
            </a:r>
            <a:endParaRPr lang="en-US" sz="1050" dirty="0">
              <a:solidFill>
                <a:prstClr val="black"/>
              </a:solidFill>
              <a:latin typeface="+mj-lt"/>
            </a:endParaRPr>
          </a:p>
        </p:txBody>
      </p:sp>
      <p:sp>
        <p:nvSpPr>
          <p:cNvPr id="26" name="Text 19">
            <a:extLst>
              <a:ext uri="{FF2B5EF4-FFF2-40B4-BE49-F238E27FC236}">
                <a16:creationId xmlns:a16="http://schemas.microsoft.com/office/drawing/2014/main" id="{D5476F21-E6E5-F35D-9D27-56583D5622F4}"/>
              </a:ext>
            </a:extLst>
          </p:cNvPr>
          <p:cNvSpPr/>
          <p:nvPr/>
        </p:nvSpPr>
        <p:spPr>
          <a:xfrm>
            <a:off x="7214616" y="1600200"/>
            <a:ext cx="4096512" cy="256032"/>
          </a:xfrm>
          <a:prstGeom prst="rect">
            <a:avLst/>
          </a:prstGeom>
          <a:noFill/>
          <a:ln/>
        </p:spPr>
        <p:txBody>
          <a:bodyPr wrap="square" lIns="0" tIns="0" rIns="0" bIns="0" rtlCol="0" anchor="ctr">
            <a:noAutofit/>
          </a:bodyPr>
          <a:lstStyle/>
          <a:p>
            <a:r>
              <a:rPr lang="en-US" sz="900" dirty="0">
                <a:solidFill>
                  <a:srgbClr val="596875"/>
                </a:solidFill>
                <a:latin typeface="+mj-lt"/>
              </a:rPr>
              <a:t>Accelerate investor queries, application guidance and document preparation through grounded conversational support.</a:t>
            </a:r>
            <a:endParaRPr lang="en-US" sz="900" dirty="0">
              <a:solidFill>
                <a:prstClr val="black"/>
              </a:solidFill>
              <a:latin typeface="+mj-lt"/>
            </a:endParaRPr>
          </a:p>
        </p:txBody>
      </p:sp>
      <p:sp>
        <p:nvSpPr>
          <p:cNvPr id="27" name="Shape 20">
            <a:extLst>
              <a:ext uri="{FF2B5EF4-FFF2-40B4-BE49-F238E27FC236}">
                <a16:creationId xmlns:a16="http://schemas.microsoft.com/office/drawing/2014/main" id="{7851263A-EC6F-D5FD-2CB2-CB57E63EA204}"/>
              </a:ext>
            </a:extLst>
          </p:cNvPr>
          <p:cNvSpPr/>
          <p:nvPr/>
        </p:nvSpPr>
        <p:spPr>
          <a:xfrm>
            <a:off x="7205472" y="1984248"/>
            <a:ext cx="4114800" cy="192024"/>
          </a:xfrm>
          <a:prstGeom prst="roundRect">
            <a:avLst>
              <a:gd name="adj" fmla="val 47619"/>
            </a:avLst>
          </a:prstGeom>
          <a:solidFill>
            <a:srgbClr val="EBF5F8"/>
          </a:solidFill>
          <a:ln w="12700">
            <a:solidFill>
              <a:srgbClr val="EBF5F8"/>
            </a:solidFill>
            <a:prstDash val="solid"/>
          </a:ln>
        </p:spPr>
        <p:txBody>
          <a:bodyPr/>
          <a:lstStyle/>
          <a:p>
            <a:endParaRPr lang="en-IN" sz="2800">
              <a:solidFill>
                <a:prstClr val="black"/>
              </a:solidFill>
              <a:latin typeface="+mj-lt"/>
            </a:endParaRPr>
          </a:p>
        </p:txBody>
      </p:sp>
      <p:sp>
        <p:nvSpPr>
          <p:cNvPr id="28" name="Text 21">
            <a:extLst>
              <a:ext uri="{FF2B5EF4-FFF2-40B4-BE49-F238E27FC236}">
                <a16:creationId xmlns:a16="http://schemas.microsoft.com/office/drawing/2014/main" id="{893056AC-3F68-0048-21BA-79E0A772B1ED}"/>
              </a:ext>
            </a:extLst>
          </p:cNvPr>
          <p:cNvSpPr/>
          <p:nvPr/>
        </p:nvSpPr>
        <p:spPr>
          <a:xfrm>
            <a:off x="7278624" y="2039112"/>
            <a:ext cx="3511296" cy="73152"/>
          </a:xfrm>
          <a:prstGeom prst="rect">
            <a:avLst/>
          </a:prstGeom>
          <a:noFill/>
          <a:ln/>
        </p:spPr>
        <p:txBody>
          <a:bodyPr wrap="square" lIns="0" tIns="0" rIns="0" bIns="0" rtlCol="0" anchor="ctr">
            <a:noAutofit/>
          </a:bodyPr>
          <a:lstStyle/>
          <a:p>
            <a:r>
              <a:rPr lang="en-US" sz="800" b="1" dirty="0">
                <a:solidFill>
                  <a:srgbClr val="123B5D"/>
                </a:solidFill>
                <a:latin typeface="+mj-lt"/>
              </a:rPr>
              <a:t>GenAI • RAG • document intelligence</a:t>
            </a:r>
            <a:endParaRPr lang="en-US" sz="800" dirty="0">
              <a:solidFill>
                <a:prstClr val="black"/>
              </a:solidFill>
              <a:latin typeface="+mj-lt"/>
            </a:endParaRPr>
          </a:p>
        </p:txBody>
      </p:sp>
      <p:sp>
        <p:nvSpPr>
          <p:cNvPr id="29" name="Text 22">
            <a:extLst>
              <a:ext uri="{FF2B5EF4-FFF2-40B4-BE49-F238E27FC236}">
                <a16:creationId xmlns:a16="http://schemas.microsoft.com/office/drawing/2014/main" id="{C6E4F7A5-732B-B3F1-5C12-713428FBF1D2}"/>
              </a:ext>
            </a:extLst>
          </p:cNvPr>
          <p:cNvSpPr/>
          <p:nvPr/>
        </p:nvSpPr>
        <p:spPr>
          <a:xfrm>
            <a:off x="10808208" y="2029968"/>
            <a:ext cx="438912" cy="82296"/>
          </a:xfrm>
          <a:prstGeom prst="rect">
            <a:avLst/>
          </a:prstGeom>
          <a:noFill/>
          <a:ln/>
        </p:spPr>
        <p:txBody>
          <a:bodyPr wrap="square" lIns="0" tIns="0" rIns="0" bIns="0" rtlCol="0" anchor="ctr"/>
          <a:lstStyle/>
          <a:p>
            <a:pPr algn="r"/>
            <a:r>
              <a:rPr lang="en-US" sz="900" b="1" dirty="0">
                <a:solidFill>
                  <a:srgbClr val="20B5D5"/>
                </a:solidFill>
                <a:latin typeface="+mj-lt"/>
              </a:rPr>
              <a:t>4–5 mo</a:t>
            </a:r>
            <a:endParaRPr lang="en-US" sz="900" dirty="0">
              <a:solidFill>
                <a:prstClr val="black"/>
              </a:solidFill>
              <a:latin typeface="+mj-lt"/>
            </a:endParaRPr>
          </a:p>
        </p:txBody>
      </p:sp>
      <p:sp>
        <p:nvSpPr>
          <p:cNvPr id="30" name="Shape 23">
            <a:extLst>
              <a:ext uri="{FF2B5EF4-FFF2-40B4-BE49-F238E27FC236}">
                <a16:creationId xmlns:a16="http://schemas.microsoft.com/office/drawing/2014/main" id="{9393701E-9DDE-C686-1B49-9B8DD5224872}"/>
              </a:ext>
            </a:extLst>
          </p:cNvPr>
          <p:cNvSpPr/>
          <p:nvPr/>
        </p:nvSpPr>
        <p:spPr>
          <a:xfrm>
            <a:off x="502920" y="2487168"/>
            <a:ext cx="1847088" cy="1188720"/>
          </a:xfrm>
          <a:prstGeom prst="roundRect">
            <a:avLst>
              <a:gd name="adj" fmla="val 6154"/>
            </a:avLst>
          </a:prstGeom>
          <a:solidFill>
            <a:srgbClr val="007CB0"/>
          </a:solidFill>
          <a:ln w="12700">
            <a:solidFill>
              <a:srgbClr val="007CB0"/>
            </a:solidFill>
            <a:prstDash val="solid"/>
          </a:ln>
        </p:spPr>
        <p:txBody>
          <a:bodyPr/>
          <a:lstStyle/>
          <a:p>
            <a:endParaRPr lang="en-IN" sz="2800">
              <a:solidFill>
                <a:prstClr val="black"/>
              </a:solidFill>
              <a:latin typeface="+mj-lt"/>
            </a:endParaRPr>
          </a:p>
        </p:txBody>
      </p:sp>
      <p:pic>
        <p:nvPicPr>
          <p:cNvPr id="31" name="Image 3" descr="preencoded.png">
            <a:extLst>
              <a:ext uri="{FF2B5EF4-FFF2-40B4-BE49-F238E27FC236}">
                <a16:creationId xmlns:a16="http://schemas.microsoft.com/office/drawing/2014/main" id="{3C51E243-52E2-EB6E-1149-A4FD306F9F2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94944" y="2670048"/>
            <a:ext cx="347472" cy="347472"/>
          </a:xfrm>
          <a:prstGeom prst="rect">
            <a:avLst/>
          </a:prstGeom>
        </p:spPr>
      </p:pic>
      <p:sp>
        <p:nvSpPr>
          <p:cNvPr id="32" name="Text 24">
            <a:extLst>
              <a:ext uri="{FF2B5EF4-FFF2-40B4-BE49-F238E27FC236}">
                <a16:creationId xmlns:a16="http://schemas.microsoft.com/office/drawing/2014/main" id="{25880466-BC31-ECD8-3B57-FC56DBE82184}"/>
              </a:ext>
            </a:extLst>
          </p:cNvPr>
          <p:cNvSpPr/>
          <p:nvPr/>
        </p:nvSpPr>
        <p:spPr>
          <a:xfrm>
            <a:off x="1143000" y="2615184"/>
            <a:ext cx="960120" cy="329184"/>
          </a:xfrm>
          <a:prstGeom prst="rect">
            <a:avLst/>
          </a:prstGeom>
          <a:noFill/>
          <a:ln/>
        </p:spPr>
        <p:txBody>
          <a:bodyPr wrap="square" lIns="0" tIns="0" rIns="0" bIns="0" rtlCol="0" anchor="ctr">
            <a:noAutofit/>
          </a:bodyPr>
          <a:lstStyle/>
          <a:p>
            <a:r>
              <a:rPr lang="en-US" sz="1200" b="1" dirty="0">
                <a:solidFill>
                  <a:srgbClr val="FFFFFF"/>
                </a:solidFill>
                <a:latin typeface="+mj-lt"/>
              </a:rPr>
              <a:t>Water resources</a:t>
            </a:r>
            <a:endParaRPr lang="en-US" sz="1200" dirty="0">
              <a:solidFill>
                <a:prstClr val="black"/>
              </a:solidFill>
              <a:latin typeface="+mj-lt"/>
            </a:endParaRPr>
          </a:p>
        </p:txBody>
      </p:sp>
      <p:sp>
        <p:nvSpPr>
          <p:cNvPr id="33" name="Text 25">
            <a:extLst>
              <a:ext uri="{FF2B5EF4-FFF2-40B4-BE49-F238E27FC236}">
                <a16:creationId xmlns:a16="http://schemas.microsoft.com/office/drawing/2014/main" id="{9968A1AA-56FC-4AC7-B64D-A728B544A4D2}"/>
              </a:ext>
            </a:extLst>
          </p:cNvPr>
          <p:cNvSpPr/>
          <p:nvPr/>
        </p:nvSpPr>
        <p:spPr>
          <a:xfrm>
            <a:off x="694944" y="3072384"/>
            <a:ext cx="1389888" cy="274320"/>
          </a:xfrm>
          <a:prstGeom prst="rect">
            <a:avLst/>
          </a:prstGeom>
          <a:noFill/>
          <a:ln/>
        </p:spPr>
        <p:txBody>
          <a:bodyPr wrap="square" lIns="0" tIns="0" rIns="0" bIns="0" rtlCol="0" anchor="ctr">
            <a:normAutofit/>
          </a:bodyPr>
          <a:lstStyle/>
          <a:p>
            <a:r>
              <a:rPr lang="en-US" sz="900" dirty="0">
                <a:solidFill>
                  <a:srgbClr val="E6F0F3"/>
                </a:solidFill>
                <a:latin typeface="+mj-lt"/>
              </a:rPr>
              <a:t>Reduce energy use, failures and supply disruption</a:t>
            </a:r>
            <a:endParaRPr lang="en-US" sz="900" dirty="0">
              <a:solidFill>
                <a:prstClr val="black"/>
              </a:solidFill>
              <a:latin typeface="+mj-lt"/>
            </a:endParaRPr>
          </a:p>
        </p:txBody>
      </p:sp>
      <p:sp>
        <p:nvSpPr>
          <p:cNvPr id="34" name="Text 26">
            <a:extLst>
              <a:ext uri="{FF2B5EF4-FFF2-40B4-BE49-F238E27FC236}">
                <a16:creationId xmlns:a16="http://schemas.microsoft.com/office/drawing/2014/main" id="{BAF25F8D-29C7-8C74-AE4B-78E0DF6EDCA6}"/>
              </a:ext>
            </a:extLst>
          </p:cNvPr>
          <p:cNvSpPr/>
          <p:nvPr/>
        </p:nvSpPr>
        <p:spPr>
          <a:xfrm>
            <a:off x="694944" y="3465576"/>
            <a:ext cx="1325880" cy="91440"/>
          </a:xfrm>
          <a:prstGeom prst="rect">
            <a:avLst/>
          </a:prstGeom>
          <a:noFill/>
          <a:ln/>
        </p:spPr>
        <p:txBody>
          <a:bodyPr wrap="square" lIns="0" tIns="0" rIns="0" bIns="0" rtlCol="0" anchor="ctr"/>
          <a:lstStyle/>
          <a:p>
            <a:r>
              <a:rPr lang="en-US" sz="900" b="1" dirty="0">
                <a:solidFill>
                  <a:srgbClr val="FFFFFF"/>
                </a:solidFill>
                <a:latin typeface="+mj-lt"/>
              </a:rPr>
              <a:t>2 USE CASES  |  4–7 MONTHS</a:t>
            </a:r>
            <a:endParaRPr lang="en-US" sz="900" dirty="0">
              <a:solidFill>
                <a:prstClr val="black"/>
              </a:solidFill>
              <a:latin typeface="+mj-lt"/>
            </a:endParaRPr>
          </a:p>
        </p:txBody>
      </p:sp>
      <p:sp>
        <p:nvSpPr>
          <p:cNvPr id="35" name="Shape 27">
            <a:extLst>
              <a:ext uri="{FF2B5EF4-FFF2-40B4-BE49-F238E27FC236}">
                <a16:creationId xmlns:a16="http://schemas.microsoft.com/office/drawing/2014/main" id="{2F141CE9-BF77-F33F-1197-57590E93FE19}"/>
              </a:ext>
            </a:extLst>
          </p:cNvPr>
          <p:cNvSpPr/>
          <p:nvPr/>
        </p:nvSpPr>
        <p:spPr>
          <a:xfrm>
            <a:off x="2523744" y="2487168"/>
            <a:ext cx="4407408" cy="1188720"/>
          </a:xfrm>
          <a:prstGeom prst="roundRect">
            <a:avLst>
              <a:gd name="adj" fmla="val 5385"/>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800">
              <a:solidFill>
                <a:prstClr val="black"/>
              </a:solidFill>
              <a:latin typeface="+mj-lt"/>
            </a:endParaRPr>
          </a:p>
        </p:txBody>
      </p:sp>
      <p:sp>
        <p:nvSpPr>
          <p:cNvPr id="36" name="Shape 28">
            <a:extLst>
              <a:ext uri="{FF2B5EF4-FFF2-40B4-BE49-F238E27FC236}">
                <a16:creationId xmlns:a16="http://schemas.microsoft.com/office/drawing/2014/main" id="{0E07AF26-4B04-A0D8-0F05-B4E34C43ABFC}"/>
              </a:ext>
            </a:extLst>
          </p:cNvPr>
          <p:cNvSpPr/>
          <p:nvPr/>
        </p:nvSpPr>
        <p:spPr>
          <a:xfrm>
            <a:off x="2523744" y="2487168"/>
            <a:ext cx="64008" cy="1188720"/>
          </a:xfrm>
          <a:prstGeom prst="rect">
            <a:avLst/>
          </a:prstGeom>
          <a:solidFill>
            <a:srgbClr val="20B5D5"/>
          </a:solidFill>
          <a:ln w="12700">
            <a:solidFill>
              <a:srgbClr val="20B5D5"/>
            </a:solidFill>
            <a:prstDash val="solid"/>
          </a:ln>
        </p:spPr>
        <p:txBody>
          <a:bodyPr/>
          <a:lstStyle/>
          <a:p>
            <a:endParaRPr lang="en-IN" sz="2800">
              <a:solidFill>
                <a:prstClr val="black"/>
              </a:solidFill>
              <a:latin typeface="+mj-lt"/>
            </a:endParaRPr>
          </a:p>
        </p:txBody>
      </p:sp>
      <p:sp>
        <p:nvSpPr>
          <p:cNvPr id="37" name="Shape 29">
            <a:extLst>
              <a:ext uri="{FF2B5EF4-FFF2-40B4-BE49-F238E27FC236}">
                <a16:creationId xmlns:a16="http://schemas.microsoft.com/office/drawing/2014/main" id="{0657201A-FC67-A106-6511-702C23E1AC4E}"/>
              </a:ext>
            </a:extLst>
          </p:cNvPr>
          <p:cNvSpPr/>
          <p:nvPr/>
        </p:nvSpPr>
        <p:spPr>
          <a:xfrm>
            <a:off x="2670048" y="2615184"/>
            <a:ext cx="347472" cy="347472"/>
          </a:xfrm>
          <a:prstGeom prst="ellipse">
            <a:avLst/>
          </a:prstGeom>
          <a:solidFill>
            <a:srgbClr val="20B5D5"/>
          </a:solidFill>
          <a:ln w="12700">
            <a:solidFill>
              <a:srgbClr val="20B5D5"/>
            </a:solidFill>
            <a:prstDash val="solid"/>
          </a:ln>
        </p:spPr>
        <p:txBody>
          <a:bodyPr/>
          <a:lstStyle/>
          <a:p>
            <a:endParaRPr lang="en-IN" sz="2800">
              <a:solidFill>
                <a:prstClr val="black"/>
              </a:solidFill>
              <a:latin typeface="+mj-lt"/>
            </a:endParaRPr>
          </a:p>
        </p:txBody>
      </p:sp>
      <p:pic>
        <p:nvPicPr>
          <p:cNvPr id="38" name="Image 4" descr="preencoded.png">
            <a:extLst>
              <a:ext uri="{FF2B5EF4-FFF2-40B4-BE49-F238E27FC236}">
                <a16:creationId xmlns:a16="http://schemas.microsoft.com/office/drawing/2014/main" id="{76AC248F-CC5B-1004-76C4-B06DE3C1FB0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770632" y="2715768"/>
            <a:ext cx="146304" cy="146304"/>
          </a:xfrm>
          <a:prstGeom prst="rect">
            <a:avLst/>
          </a:prstGeom>
        </p:spPr>
      </p:pic>
      <p:sp>
        <p:nvSpPr>
          <p:cNvPr id="39" name="Text 30">
            <a:extLst>
              <a:ext uri="{FF2B5EF4-FFF2-40B4-BE49-F238E27FC236}">
                <a16:creationId xmlns:a16="http://schemas.microsoft.com/office/drawing/2014/main" id="{74E09B79-0AC4-4612-D129-CF8CB30E66C3}"/>
              </a:ext>
            </a:extLst>
          </p:cNvPr>
          <p:cNvSpPr/>
          <p:nvPr/>
        </p:nvSpPr>
        <p:spPr>
          <a:xfrm>
            <a:off x="3127248" y="2596896"/>
            <a:ext cx="3648456" cy="228600"/>
          </a:xfrm>
          <a:prstGeom prst="rect">
            <a:avLst/>
          </a:prstGeom>
          <a:noFill/>
          <a:ln/>
        </p:spPr>
        <p:txBody>
          <a:bodyPr wrap="square" lIns="0" tIns="0" rIns="0" bIns="0" rtlCol="0" anchor="ctr">
            <a:normAutofit/>
          </a:bodyPr>
          <a:lstStyle/>
          <a:p>
            <a:r>
              <a:rPr lang="en-US" sz="1050" b="1" dirty="0">
                <a:solidFill>
                  <a:srgbClr val="0B2739"/>
                </a:solidFill>
                <a:latin typeface="+mj-lt"/>
              </a:rPr>
              <a:t>Demand-based pump optimization</a:t>
            </a:r>
            <a:endParaRPr lang="en-US" sz="1050" dirty="0">
              <a:solidFill>
                <a:prstClr val="black"/>
              </a:solidFill>
              <a:latin typeface="+mj-lt"/>
            </a:endParaRPr>
          </a:p>
        </p:txBody>
      </p:sp>
      <p:sp>
        <p:nvSpPr>
          <p:cNvPr id="40" name="Text 31">
            <a:extLst>
              <a:ext uri="{FF2B5EF4-FFF2-40B4-BE49-F238E27FC236}">
                <a16:creationId xmlns:a16="http://schemas.microsoft.com/office/drawing/2014/main" id="{239451AD-B2F4-2550-CB03-59519F9DD572}"/>
              </a:ext>
            </a:extLst>
          </p:cNvPr>
          <p:cNvSpPr/>
          <p:nvPr/>
        </p:nvSpPr>
        <p:spPr>
          <a:xfrm>
            <a:off x="2679192" y="2971800"/>
            <a:ext cx="4096512" cy="256032"/>
          </a:xfrm>
          <a:prstGeom prst="rect">
            <a:avLst/>
          </a:prstGeom>
          <a:noFill/>
          <a:ln/>
        </p:spPr>
        <p:txBody>
          <a:bodyPr wrap="square" lIns="0" tIns="0" rIns="0" bIns="0" rtlCol="0" anchor="ctr">
            <a:noAutofit/>
          </a:bodyPr>
          <a:lstStyle/>
          <a:p>
            <a:r>
              <a:rPr lang="en-US" sz="900" dirty="0">
                <a:solidFill>
                  <a:srgbClr val="596875"/>
                </a:solidFill>
                <a:latin typeface="+mj-lt"/>
              </a:rPr>
              <a:t>Forecast demand and recommend pump schedules that maintain pressure while reducing energy consumption.</a:t>
            </a:r>
            <a:endParaRPr lang="en-US" sz="900" dirty="0">
              <a:solidFill>
                <a:prstClr val="black"/>
              </a:solidFill>
              <a:latin typeface="+mj-lt"/>
            </a:endParaRPr>
          </a:p>
        </p:txBody>
      </p:sp>
      <p:sp>
        <p:nvSpPr>
          <p:cNvPr id="41" name="Shape 32">
            <a:extLst>
              <a:ext uri="{FF2B5EF4-FFF2-40B4-BE49-F238E27FC236}">
                <a16:creationId xmlns:a16="http://schemas.microsoft.com/office/drawing/2014/main" id="{C0D5CC33-521D-FF9F-8BB6-9B45362F91A1}"/>
              </a:ext>
            </a:extLst>
          </p:cNvPr>
          <p:cNvSpPr/>
          <p:nvPr/>
        </p:nvSpPr>
        <p:spPr>
          <a:xfrm>
            <a:off x="2670048" y="3355848"/>
            <a:ext cx="4114800" cy="192024"/>
          </a:xfrm>
          <a:prstGeom prst="roundRect">
            <a:avLst>
              <a:gd name="adj" fmla="val 47619"/>
            </a:avLst>
          </a:prstGeom>
          <a:solidFill>
            <a:srgbClr val="EBF5F8"/>
          </a:solidFill>
          <a:ln w="12700">
            <a:solidFill>
              <a:srgbClr val="EBF5F8"/>
            </a:solidFill>
            <a:prstDash val="solid"/>
          </a:ln>
        </p:spPr>
        <p:txBody>
          <a:bodyPr/>
          <a:lstStyle/>
          <a:p>
            <a:endParaRPr lang="en-IN" sz="2800">
              <a:solidFill>
                <a:prstClr val="black"/>
              </a:solidFill>
              <a:latin typeface="+mj-lt"/>
            </a:endParaRPr>
          </a:p>
        </p:txBody>
      </p:sp>
      <p:sp>
        <p:nvSpPr>
          <p:cNvPr id="42" name="Text 33">
            <a:extLst>
              <a:ext uri="{FF2B5EF4-FFF2-40B4-BE49-F238E27FC236}">
                <a16:creationId xmlns:a16="http://schemas.microsoft.com/office/drawing/2014/main" id="{BCCAEDE9-A81A-7C45-5486-64416E20436D}"/>
              </a:ext>
            </a:extLst>
          </p:cNvPr>
          <p:cNvSpPr/>
          <p:nvPr/>
        </p:nvSpPr>
        <p:spPr>
          <a:xfrm>
            <a:off x="2743200" y="3410712"/>
            <a:ext cx="3511296" cy="73152"/>
          </a:xfrm>
          <a:prstGeom prst="rect">
            <a:avLst/>
          </a:prstGeom>
          <a:noFill/>
          <a:ln/>
        </p:spPr>
        <p:txBody>
          <a:bodyPr wrap="square" lIns="0" tIns="0" rIns="0" bIns="0" rtlCol="0" anchor="ctr">
            <a:noAutofit/>
          </a:bodyPr>
          <a:lstStyle/>
          <a:p>
            <a:r>
              <a:rPr lang="en-US" sz="800" b="1" dirty="0">
                <a:solidFill>
                  <a:srgbClr val="123B5D"/>
                </a:solidFill>
                <a:latin typeface="+mj-lt"/>
              </a:rPr>
              <a:t>Time series • IoT • optimization</a:t>
            </a:r>
            <a:endParaRPr lang="en-US" sz="800" dirty="0">
              <a:solidFill>
                <a:prstClr val="black"/>
              </a:solidFill>
              <a:latin typeface="+mj-lt"/>
            </a:endParaRPr>
          </a:p>
        </p:txBody>
      </p:sp>
      <p:sp>
        <p:nvSpPr>
          <p:cNvPr id="43" name="Text 34">
            <a:extLst>
              <a:ext uri="{FF2B5EF4-FFF2-40B4-BE49-F238E27FC236}">
                <a16:creationId xmlns:a16="http://schemas.microsoft.com/office/drawing/2014/main" id="{4FE3B379-A3FE-A632-0BE0-32BE7FDC85CE}"/>
              </a:ext>
            </a:extLst>
          </p:cNvPr>
          <p:cNvSpPr/>
          <p:nvPr/>
        </p:nvSpPr>
        <p:spPr>
          <a:xfrm>
            <a:off x="6272784" y="3401568"/>
            <a:ext cx="438912" cy="82296"/>
          </a:xfrm>
          <a:prstGeom prst="rect">
            <a:avLst/>
          </a:prstGeom>
          <a:noFill/>
          <a:ln/>
        </p:spPr>
        <p:txBody>
          <a:bodyPr wrap="square" lIns="0" tIns="0" rIns="0" bIns="0" rtlCol="0" anchor="ctr"/>
          <a:lstStyle/>
          <a:p>
            <a:pPr algn="r"/>
            <a:r>
              <a:rPr lang="en-US" sz="900" b="1" dirty="0">
                <a:solidFill>
                  <a:srgbClr val="20B5D5"/>
                </a:solidFill>
                <a:latin typeface="+mj-lt"/>
              </a:rPr>
              <a:t>4–6 mo</a:t>
            </a:r>
            <a:endParaRPr lang="en-US" sz="900" dirty="0">
              <a:solidFill>
                <a:prstClr val="black"/>
              </a:solidFill>
              <a:latin typeface="+mj-lt"/>
            </a:endParaRPr>
          </a:p>
        </p:txBody>
      </p:sp>
      <p:sp>
        <p:nvSpPr>
          <p:cNvPr id="44" name="Shape 35">
            <a:extLst>
              <a:ext uri="{FF2B5EF4-FFF2-40B4-BE49-F238E27FC236}">
                <a16:creationId xmlns:a16="http://schemas.microsoft.com/office/drawing/2014/main" id="{1444ED02-6D1A-3D6C-CBD9-C98504129B9A}"/>
              </a:ext>
            </a:extLst>
          </p:cNvPr>
          <p:cNvSpPr/>
          <p:nvPr/>
        </p:nvSpPr>
        <p:spPr>
          <a:xfrm>
            <a:off x="7059168" y="2487168"/>
            <a:ext cx="4407408" cy="1188720"/>
          </a:xfrm>
          <a:prstGeom prst="roundRect">
            <a:avLst>
              <a:gd name="adj" fmla="val 5385"/>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800">
              <a:solidFill>
                <a:prstClr val="black"/>
              </a:solidFill>
              <a:latin typeface="+mj-lt"/>
            </a:endParaRPr>
          </a:p>
        </p:txBody>
      </p:sp>
      <p:sp>
        <p:nvSpPr>
          <p:cNvPr id="45" name="Shape 36">
            <a:extLst>
              <a:ext uri="{FF2B5EF4-FFF2-40B4-BE49-F238E27FC236}">
                <a16:creationId xmlns:a16="http://schemas.microsoft.com/office/drawing/2014/main" id="{35B6F4B9-1B62-F3FB-16B5-FCAF859B33F8}"/>
              </a:ext>
            </a:extLst>
          </p:cNvPr>
          <p:cNvSpPr/>
          <p:nvPr/>
        </p:nvSpPr>
        <p:spPr>
          <a:xfrm>
            <a:off x="7059168" y="2487168"/>
            <a:ext cx="64008" cy="1188720"/>
          </a:xfrm>
          <a:prstGeom prst="rect">
            <a:avLst/>
          </a:prstGeom>
          <a:solidFill>
            <a:srgbClr val="007CB0"/>
          </a:solidFill>
          <a:ln w="12700">
            <a:solidFill>
              <a:srgbClr val="007CB0"/>
            </a:solidFill>
            <a:prstDash val="solid"/>
          </a:ln>
        </p:spPr>
        <p:txBody>
          <a:bodyPr/>
          <a:lstStyle/>
          <a:p>
            <a:endParaRPr lang="en-IN" sz="2800">
              <a:solidFill>
                <a:prstClr val="black"/>
              </a:solidFill>
              <a:latin typeface="+mj-lt"/>
            </a:endParaRPr>
          </a:p>
        </p:txBody>
      </p:sp>
      <p:sp>
        <p:nvSpPr>
          <p:cNvPr id="46" name="Shape 37">
            <a:extLst>
              <a:ext uri="{FF2B5EF4-FFF2-40B4-BE49-F238E27FC236}">
                <a16:creationId xmlns:a16="http://schemas.microsoft.com/office/drawing/2014/main" id="{8EF41DAC-A807-162E-45E4-BE21AD54CE65}"/>
              </a:ext>
            </a:extLst>
          </p:cNvPr>
          <p:cNvSpPr/>
          <p:nvPr/>
        </p:nvSpPr>
        <p:spPr>
          <a:xfrm>
            <a:off x="7205472" y="2615184"/>
            <a:ext cx="347472" cy="347472"/>
          </a:xfrm>
          <a:prstGeom prst="ellipse">
            <a:avLst/>
          </a:prstGeom>
          <a:solidFill>
            <a:srgbClr val="007CB0"/>
          </a:solidFill>
          <a:ln w="12700">
            <a:solidFill>
              <a:srgbClr val="007CB0"/>
            </a:solidFill>
            <a:prstDash val="solid"/>
          </a:ln>
        </p:spPr>
        <p:txBody>
          <a:bodyPr/>
          <a:lstStyle/>
          <a:p>
            <a:endParaRPr lang="en-IN" sz="2800">
              <a:solidFill>
                <a:prstClr val="black"/>
              </a:solidFill>
              <a:latin typeface="+mj-lt"/>
            </a:endParaRPr>
          </a:p>
        </p:txBody>
      </p:sp>
      <p:pic>
        <p:nvPicPr>
          <p:cNvPr id="47" name="Image 5" descr="preencoded.png">
            <a:extLst>
              <a:ext uri="{FF2B5EF4-FFF2-40B4-BE49-F238E27FC236}">
                <a16:creationId xmlns:a16="http://schemas.microsoft.com/office/drawing/2014/main" id="{343FF77A-4CDD-BD6F-3311-7BE4CEFD769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306056" y="2715768"/>
            <a:ext cx="146304" cy="146304"/>
          </a:xfrm>
          <a:prstGeom prst="rect">
            <a:avLst/>
          </a:prstGeom>
        </p:spPr>
      </p:pic>
      <p:sp>
        <p:nvSpPr>
          <p:cNvPr id="48" name="Text 38">
            <a:extLst>
              <a:ext uri="{FF2B5EF4-FFF2-40B4-BE49-F238E27FC236}">
                <a16:creationId xmlns:a16="http://schemas.microsoft.com/office/drawing/2014/main" id="{1CD8673E-F04E-F5E0-245D-30AF59430D64}"/>
              </a:ext>
            </a:extLst>
          </p:cNvPr>
          <p:cNvSpPr/>
          <p:nvPr/>
        </p:nvSpPr>
        <p:spPr>
          <a:xfrm>
            <a:off x="7662672" y="2596896"/>
            <a:ext cx="3648456" cy="228600"/>
          </a:xfrm>
          <a:prstGeom prst="rect">
            <a:avLst/>
          </a:prstGeom>
          <a:noFill/>
          <a:ln/>
        </p:spPr>
        <p:txBody>
          <a:bodyPr wrap="square" lIns="0" tIns="0" rIns="0" bIns="0" rtlCol="0" anchor="ctr">
            <a:normAutofit/>
          </a:bodyPr>
          <a:lstStyle/>
          <a:p>
            <a:r>
              <a:rPr lang="en-US" sz="1050" b="1" dirty="0">
                <a:solidFill>
                  <a:srgbClr val="0B2739"/>
                </a:solidFill>
                <a:latin typeface="+mj-lt"/>
              </a:rPr>
              <a:t>Water-main failure prediction</a:t>
            </a:r>
            <a:endParaRPr lang="en-US" sz="1050" dirty="0">
              <a:solidFill>
                <a:prstClr val="black"/>
              </a:solidFill>
              <a:latin typeface="+mj-lt"/>
            </a:endParaRPr>
          </a:p>
        </p:txBody>
      </p:sp>
      <p:sp>
        <p:nvSpPr>
          <p:cNvPr id="49" name="Text 39">
            <a:extLst>
              <a:ext uri="{FF2B5EF4-FFF2-40B4-BE49-F238E27FC236}">
                <a16:creationId xmlns:a16="http://schemas.microsoft.com/office/drawing/2014/main" id="{D4604B63-FD20-710E-36ED-6AC46F1EE0C3}"/>
              </a:ext>
            </a:extLst>
          </p:cNvPr>
          <p:cNvSpPr/>
          <p:nvPr/>
        </p:nvSpPr>
        <p:spPr>
          <a:xfrm>
            <a:off x="7214616" y="2971800"/>
            <a:ext cx="4096512" cy="256032"/>
          </a:xfrm>
          <a:prstGeom prst="rect">
            <a:avLst/>
          </a:prstGeom>
          <a:noFill/>
          <a:ln/>
        </p:spPr>
        <p:txBody>
          <a:bodyPr wrap="square" lIns="0" tIns="0" rIns="0" bIns="0" rtlCol="0" anchor="ctr">
            <a:noAutofit/>
          </a:bodyPr>
          <a:lstStyle/>
          <a:p>
            <a:r>
              <a:rPr lang="en-US" sz="900" dirty="0">
                <a:solidFill>
                  <a:srgbClr val="596875"/>
                </a:solidFill>
                <a:latin typeface="+mj-lt"/>
              </a:rPr>
              <a:t>Detect pressure and flow anomalies to enable preventive maintenance and fewer emergency repairs.</a:t>
            </a:r>
            <a:endParaRPr lang="en-US" sz="900" dirty="0">
              <a:solidFill>
                <a:prstClr val="black"/>
              </a:solidFill>
              <a:latin typeface="+mj-lt"/>
            </a:endParaRPr>
          </a:p>
        </p:txBody>
      </p:sp>
      <p:sp>
        <p:nvSpPr>
          <p:cNvPr id="50" name="Shape 40">
            <a:extLst>
              <a:ext uri="{FF2B5EF4-FFF2-40B4-BE49-F238E27FC236}">
                <a16:creationId xmlns:a16="http://schemas.microsoft.com/office/drawing/2014/main" id="{B7AC34A0-4EBB-9F61-B4DC-BFD489F5C423}"/>
              </a:ext>
            </a:extLst>
          </p:cNvPr>
          <p:cNvSpPr/>
          <p:nvPr/>
        </p:nvSpPr>
        <p:spPr>
          <a:xfrm>
            <a:off x="7205472" y="3355848"/>
            <a:ext cx="4114800" cy="192024"/>
          </a:xfrm>
          <a:prstGeom prst="roundRect">
            <a:avLst>
              <a:gd name="adj" fmla="val 47619"/>
            </a:avLst>
          </a:prstGeom>
          <a:solidFill>
            <a:srgbClr val="EBF5F8"/>
          </a:solidFill>
          <a:ln w="12700">
            <a:solidFill>
              <a:srgbClr val="EBF5F8"/>
            </a:solidFill>
            <a:prstDash val="solid"/>
          </a:ln>
        </p:spPr>
        <p:txBody>
          <a:bodyPr/>
          <a:lstStyle/>
          <a:p>
            <a:endParaRPr lang="en-IN" sz="2800">
              <a:solidFill>
                <a:prstClr val="black"/>
              </a:solidFill>
              <a:latin typeface="+mj-lt"/>
            </a:endParaRPr>
          </a:p>
        </p:txBody>
      </p:sp>
      <p:sp>
        <p:nvSpPr>
          <p:cNvPr id="51" name="Text 41">
            <a:extLst>
              <a:ext uri="{FF2B5EF4-FFF2-40B4-BE49-F238E27FC236}">
                <a16:creationId xmlns:a16="http://schemas.microsoft.com/office/drawing/2014/main" id="{539DA239-C821-B1BF-3A7C-770730C39AFF}"/>
              </a:ext>
            </a:extLst>
          </p:cNvPr>
          <p:cNvSpPr/>
          <p:nvPr/>
        </p:nvSpPr>
        <p:spPr>
          <a:xfrm>
            <a:off x="7278624" y="3410712"/>
            <a:ext cx="3511296" cy="73152"/>
          </a:xfrm>
          <a:prstGeom prst="rect">
            <a:avLst/>
          </a:prstGeom>
          <a:noFill/>
          <a:ln/>
        </p:spPr>
        <p:txBody>
          <a:bodyPr wrap="square" lIns="0" tIns="0" rIns="0" bIns="0" rtlCol="0" anchor="ctr">
            <a:noAutofit/>
          </a:bodyPr>
          <a:lstStyle/>
          <a:p>
            <a:r>
              <a:rPr lang="en-US" sz="800" b="1" dirty="0">
                <a:solidFill>
                  <a:srgbClr val="123B5D"/>
                </a:solidFill>
                <a:latin typeface="+mj-lt"/>
              </a:rPr>
              <a:t>Anomaly detection • GIS • predictive maintenance</a:t>
            </a:r>
            <a:endParaRPr lang="en-US" sz="800" dirty="0">
              <a:solidFill>
                <a:prstClr val="black"/>
              </a:solidFill>
              <a:latin typeface="+mj-lt"/>
            </a:endParaRPr>
          </a:p>
        </p:txBody>
      </p:sp>
      <p:sp>
        <p:nvSpPr>
          <p:cNvPr id="52" name="Text 42">
            <a:extLst>
              <a:ext uri="{FF2B5EF4-FFF2-40B4-BE49-F238E27FC236}">
                <a16:creationId xmlns:a16="http://schemas.microsoft.com/office/drawing/2014/main" id="{FCAC59BB-7FD9-9459-AE91-6A12F940ADA2}"/>
              </a:ext>
            </a:extLst>
          </p:cNvPr>
          <p:cNvSpPr/>
          <p:nvPr/>
        </p:nvSpPr>
        <p:spPr>
          <a:xfrm>
            <a:off x="10808208" y="3401568"/>
            <a:ext cx="438912" cy="82296"/>
          </a:xfrm>
          <a:prstGeom prst="rect">
            <a:avLst/>
          </a:prstGeom>
          <a:noFill/>
          <a:ln/>
        </p:spPr>
        <p:txBody>
          <a:bodyPr wrap="square" lIns="0" tIns="0" rIns="0" bIns="0" rtlCol="0" anchor="ctr"/>
          <a:lstStyle/>
          <a:p>
            <a:pPr algn="r"/>
            <a:r>
              <a:rPr lang="en-US" sz="900" b="1" dirty="0">
                <a:solidFill>
                  <a:srgbClr val="007CB0"/>
                </a:solidFill>
                <a:latin typeface="+mj-lt"/>
              </a:rPr>
              <a:t>5–7 mo</a:t>
            </a:r>
            <a:endParaRPr lang="en-US" sz="900" dirty="0">
              <a:solidFill>
                <a:prstClr val="black"/>
              </a:solidFill>
              <a:latin typeface="+mj-lt"/>
            </a:endParaRPr>
          </a:p>
        </p:txBody>
      </p:sp>
      <p:sp>
        <p:nvSpPr>
          <p:cNvPr id="53" name="Shape 43">
            <a:extLst>
              <a:ext uri="{FF2B5EF4-FFF2-40B4-BE49-F238E27FC236}">
                <a16:creationId xmlns:a16="http://schemas.microsoft.com/office/drawing/2014/main" id="{68FA953D-558E-14F2-E297-C1FBF78F02A9}"/>
              </a:ext>
            </a:extLst>
          </p:cNvPr>
          <p:cNvSpPr/>
          <p:nvPr/>
        </p:nvSpPr>
        <p:spPr>
          <a:xfrm>
            <a:off x="502920" y="3858768"/>
            <a:ext cx="1847088" cy="1188720"/>
          </a:xfrm>
          <a:prstGeom prst="roundRect">
            <a:avLst>
              <a:gd name="adj" fmla="val 6154"/>
            </a:avLst>
          </a:prstGeom>
          <a:solidFill>
            <a:srgbClr val="26734D"/>
          </a:solidFill>
          <a:ln w="12700">
            <a:solidFill>
              <a:srgbClr val="26734D"/>
            </a:solidFill>
            <a:prstDash val="solid"/>
          </a:ln>
        </p:spPr>
        <p:txBody>
          <a:bodyPr/>
          <a:lstStyle/>
          <a:p>
            <a:endParaRPr lang="en-IN" sz="2800">
              <a:solidFill>
                <a:prstClr val="black"/>
              </a:solidFill>
              <a:latin typeface="+mj-lt"/>
            </a:endParaRPr>
          </a:p>
        </p:txBody>
      </p:sp>
      <p:pic>
        <p:nvPicPr>
          <p:cNvPr id="54" name="Image 6" descr="preencoded.png">
            <a:extLst>
              <a:ext uri="{FF2B5EF4-FFF2-40B4-BE49-F238E27FC236}">
                <a16:creationId xmlns:a16="http://schemas.microsoft.com/office/drawing/2014/main" id="{178330E3-2AE2-045C-4B2B-0F045049513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94944" y="4041648"/>
            <a:ext cx="347472" cy="347472"/>
          </a:xfrm>
          <a:prstGeom prst="rect">
            <a:avLst/>
          </a:prstGeom>
        </p:spPr>
      </p:pic>
      <p:sp>
        <p:nvSpPr>
          <p:cNvPr id="55" name="Text 44">
            <a:extLst>
              <a:ext uri="{FF2B5EF4-FFF2-40B4-BE49-F238E27FC236}">
                <a16:creationId xmlns:a16="http://schemas.microsoft.com/office/drawing/2014/main" id="{BDB22EBF-7F56-788E-C7BD-6D63FC8434FC}"/>
              </a:ext>
            </a:extLst>
          </p:cNvPr>
          <p:cNvSpPr/>
          <p:nvPr/>
        </p:nvSpPr>
        <p:spPr>
          <a:xfrm>
            <a:off x="1143000" y="3986784"/>
            <a:ext cx="960120" cy="329184"/>
          </a:xfrm>
          <a:prstGeom prst="rect">
            <a:avLst/>
          </a:prstGeom>
          <a:noFill/>
          <a:ln/>
        </p:spPr>
        <p:txBody>
          <a:bodyPr wrap="square" lIns="0" tIns="0" rIns="0" bIns="0" rtlCol="0" anchor="ctr">
            <a:noAutofit/>
          </a:bodyPr>
          <a:lstStyle/>
          <a:p>
            <a:r>
              <a:rPr lang="en-US" sz="1100" b="1" dirty="0">
                <a:solidFill>
                  <a:srgbClr val="FFFFFF"/>
                </a:solidFill>
                <a:latin typeface="+mj-lt"/>
              </a:rPr>
              <a:t>Education &amp; rural development</a:t>
            </a:r>
            <a:endParaRPr lang="en-US" sz="1100" dirty="0">
              <a:solidFill>
                <a:prstClr val="black"/>
              </a:solidFill>
              <a:latin typeface="+mj-lt"/>
            </a:endParaRPr>
          </a:p>
        </p:txBody>
      </p:sp>
      <p:sp>
        <p:nvSpPr>
          <p:cNvPr id="56" name="Text 45">
            <a:extLst>
              <a:ext uri="{FF2B5EF4-FFF2-40B4-BE49-F238E27FC236}">
                <a16:creationId xmlns:a16="http://schemas.microsoft.com/office/drawing/2014/main" id="{0C524622-232D-1E39-5BE3-CAFA464F2068}"/>
              </a:ext>
            </a:extLst>
          </p:cNvPr>
          <p:cNvSpPr/>
          <p:nvPr/>
        </p:nvSpPr>
        <p:spPr>
          <a:xfrm>
            <a:off x="694944" y="4443984"/>
            <a:ext cx="1389888" cy="274320"/>
          </a:xfrm>
          <a:prstGeom prst="rect">
            <a:avLst/>
          </a:prstGeom>
          <a:noFill/>
          <a:ln/>
        </p:spPr>
        <p:txBody>
          <a:bodyPr wrap="square" lIns="0" tIns="0" rIns="0" bIns="0" rtlCol="0" anchor="ctr">
            <a:normAutofit/>
          </a:bodyPr>
          <a:lstStyle/>
          <a:p>
            <a:r>
              <a:rPr lang="en-US" sz="900" dirty="0">
                <a:solidFill>
                  <a:srgbClr val="E6F0F3"/>
                </a:solidFill>
                <a:latin typeface="+mj-lt"/>
              </a:rPr>
              <a:t>Personalize learning and target public-service outreach</a:t>
            </a:r>
            <a:endParaRPr lang="en-US" sz="900" dirty="0">
              <a:solidFill>
                <a:prstClr val="black"/>
              </a:solidFill>
              <a:latin typeface="+mj-lt"/>
            </a:endParaRPr>
          </a:p>
        </p:txBody>
      </p:sp>
      <p:sp>
        <p:nvSpPr>
          <p:cNvPr id="57" name="Text 46">
            <a:extLst>
              <a:ext uri="{FF2B5EF4-FFF2-40B4-BE49-F238E27FC236}">
                <a16:creationId xmlns:a16="http://schemas.microsoft.com/office/drawing/2014/main" id="{8523C028-5159-4E67-BDAF-B03F29E0AA4B}"/>
              </a:ext>
            </a:extLst>
          </p:cNvPr>
          <p:cNvSpPr/>
          <p:nvPr/>
        </p:nvSpPr>
        <p:spPr>
          <a:xfrm>
            <a:off x="694944" y="4837176"/>
            <a:ext cx="1325880" cy="91440"/>
          </a:xfrm>
          <a:prstGeom prst="rect">
            <a:avLst/>
          </a:prstGeom>
          <a:noFill/>
          <a:ln/>
        </p:spPr>
        <p:txBody>
          <a:bodyPr wrap="square" lIns="0" tIns="0" rIns="0" bIns="0" rtlCol="0" anchor="ctr"/>
          <a:lstStyle/>
          <a:p>
            <a:r>
              <a:rPr lang="en-US" sz="900" b="1" dirty="0">
                <a:solidFill>
                  <a:srgbClr val="FFFFFF"/>
                </a:solidFill>
                <a:latin typeface="+mj-lt"/>
              </a:rPr>
              <a:t>2 USE CASES  |  4–10 MONTHS</a:t>
            </a:r>
            <a:endParaRPr lang="en-US" sz="900" dirty="0">
              <a:solidFill>
                <a:prstClr val="black"/>
              </a:solidFill>
              <a:latin typeface="+mj-lt"/>
            </a:endParaRPr>
          </a:p>
        </p:txBody>
      </p:sp>
      <p:sp>
        <p:nvSpPr>
          <p:cNvPr id="58" name="Shape 47">
            <a:extLst>
              <a:ext uri="{FF2B5EF4-FFF2-40B4-BE49-F238E27FC236}">
                <a16:creationId xmlns:a16="http://schemas.microsoft.com/office/drawing/2014/main" id="{781795D2-2DFC-452D-3842-F593729A0E15}"/>
              </a:ext>
            </a:extLst>
          </p:cNvPr>
          <p:cNvSpPr/>
          <p:nvPr/>
        </p:nvSpPr>
        <p:spPr>
          <a:xfrm>
            <a:off x="2523744" y="3858768"/>
            <a:ext cx="4407408" cy="1188720"/>
          </a:xfrm>
          <a:prstGeom prst="roundRect">
            <a:avLst>
              <a:gd name="adj" fmla="val 5385"/>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800">
              <a:solidFill>
                <a:prstClr val="black"/>
              </a:solidFill>
              <a:latin typeface="+mj-lt"/>
            </a:endParaRPr>
          </a:p>
        </p:txBody>
      </p:sp>
      <p:sp>
        <p:nvSpPr>
          <p:cNvPr id="59" name="Shape 48">
            <a:extLst>
              <a:ext uri="{FF2B5EF4-FFF2-40B4-BE49-F238E27FC236}">
                <a16:creationId xmlns:a16="http://schemas.microsoft.com/office/drawing/2014/main" id="{ADF413F8-D316-9C6E-B54C-A9C9626ACF51}"/>
              </a:ext>
            </a:extLst>
          </p:cNvPr>
          <p:cNvSpPr/>
          <p:nvPr/>
        </p:nvSpPr>
        <p:spPr>
          <a:xfrm>
            <a:off x="2523744" y="3858768"/>
            <a:ext cx="64008" cy="1188720"/>
          </a:xfrm>
          <a:prstGeom prst="rect">
            <a:avLst/>
          </a:prstGeom>
          <a:solidFill>
            <a:srgbClr val="43B02A"/>
          </a:solidFill>
          <a:ln w="12700">
            <a:solidFill>
              <a:srgbClr val="43B02A"/>
            </a:solidFill>
            <a:prstDash val="solid"/>
          </a:ln>
        </p:spPr>
        <p:txBody>
          <a:bodyPr/>
          <a:lstStyle/>
          <a:p>
            <a:endParaRPr lang="en-IN" sz="2800">
              <a:solidFill>
                <a:prstClr val="black"/>
              </a:solidFill>
              <a:latin typeface="+mj-lt"/>
            </a:endParaRPr>
          </a:p>
        </p:txBody>
      </p:sp>
      <p:sp>
        <p:nvSpPr>
          <p:cNvPr id="60" name="Shape 49">
            <a:extLst>
              <a:ext uri="{FF2B5EF4-FFF2-40B4-BE49-F238E27FC236}">
                <a16:creationId xmlns:a16="http://schemas.microsoft.com/office/drawing/2014/main" id="{7D715E33-670F-80AD-DFD9-FE63EBC64688}"/>
              </a:ext>
            </a:extLst>
          </p:cNvPr>
          <p:cNvSpPr/>
          <p:nvPr/>
        </p:nvSpPr>
        <p:spPr>
          <a:xfrm>
            <a:off x="2670048" y="3986784"/>
            <a:ext cx="347472" cy="347472"/>
          </a:xfrm>
          <a:prstGeom prst="ellipse">
            <a:avLst/>
          </a:prstGeom>
          <a:solidFill>
            <a:srgbClr val="43B02A"/>
          </a:solidFill>
          <a:ln w="12700">
            <a:solidFill>
              <a:srgbClr val="43B02A"/>
            </a:solidFill>
            <a:prstDash val="solid"/>
          </a:ln>
        </p:spPr>
        <p:txBody>
          <a:bodyPr/>
          <a:lstStyle/>
          <a:p>
            <a:endParaRPr lang="en-IN" sz="2800">
              <a:solidFill>
                <a:prstClr val="black"/>
              </a:solidFill>
              <a:latin typeface="+mj-lt"/>
            </a:endParaRPr>
          </a:p>
        </p:txBody>
      </p:sp>
      <p:pic>
        <p:nvPicPr>
          <p:cNvPr id="61" name="Image 7" descr="preencoded.png">
            <a:extLst>
              <a:ext uri="{FF2B5EF4-FFF2-40B4-BE49-F238E27FC236}">
                <a16:creationId xmlns:a16="http://schemas.microsoft.com/office/drawing/2014/main" id="{E86F76ED-B25A-1927-9C5D-E9CA157D7B6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770632" y="4087368"/>
            <a:ext cx="146304" cy="146304"/>
          </a:xfrm>
          <a:prstGeom prst="rect">
            <a:avLst/>
          </a:prstGeom>
        </p:spPr>
      </p:pic>
      <p:sp>
        <p:nvSpPr>
          <p:cNvPr id="62" name="Text 50">
            <a:extLst>
              <a:ext uri="{FF2B5EF4-FFF2-40B4-BE49-F238E27FC236}">
                <a16:creationId xmlns:a16="http://schemas.microsoft.com/office/drawing/2014/main" id="{841C26A4-9780-BF2E-F2E1-D760732F423C}"/>
              </a:ext>
            </a:extLst>
          </p:cNvPr>
          <p:cNvSpPr/>
          <p:nvPr/>
        </p:nvSpPr>
        <p:spPr>
          <a:xfrm>
            <a:off x="3127248" y="3968496"/>
            <a:ext cx="3648456" cy="228600"/>
          </a:xfrm>
          <a:prstGeom prst="rect">
            <a:avLst/>
          </a:prstGeom>
          <a:noFill/>
          <a:ln/>
        </p:spPr>
        <p:txBody>
          <a:bodyPr wrap="square" lIns="0" tIns="0" rIns="0" bIns="0" rtlCol="0" anchor="ctr">
            <a:normAutofit/>
          </a:bodyPr>
          <a:lstStyle/>
          <a:p>
            <a:r>
              <a:rPr lang="en-US" sz="1050" b="1" dirty="0">
                <a:solidFill>
                  <a:srgbClr val="0B2739"/>
                </a:solidFill>
                <a:latin typeface="+mj-lt"/>
              </a:rPr>
              <a:t>Conversational language learning</a:t>
            </a:r>
            <a:endParaRPr lang="en-US" sz="1050" dirty="0">
              <a:solidFill>
                <a:prstClr val="black"/>
              </a:solidFill>
              <a:latin typeface="+mj-lt"/>
            </a:endParaRPr>
          </a:p>
        </p:txBody>
      </p:sp>
      <p:sp>
        <p:nvSpPr>
          <p:cNvPr id="63" name="Text 51">
            <a:extLst>
              <a:ext uri="{FF2B5EF4-FFF2-40B4-BE49-F238E27FC236}">
                <a16:creationId xmlns:a16="http://schemas.microsoft.com/office/drawing/2014/main" id="{4533E931-B085-42FF-5C9B-5BB80C80060E}"/>
              </a:ext>
            </a:extLst>
          </p:cNvPr>
          <p:cNvSpPr/>
          <p:nvPr/>
        </p:nvSpPr>
        <p:spPr>
          <a:xfrm>
            <a:off x="2679192" y="4343400"/>
            <a:ext cx="4096512" cy="256032"/>
          </a:xfrm>
          <a:prstGeom prst="rect">
            <a:avLst/>
          </a:prstGeom>
          <a:noFill/>
          <a:ln/>
        </p:spPr>
        <p:txBody>
          <a:bodyPr wrap="square" lIns="0" tIns="0" rIns="0" bIns="0" rtlCol="0" anchor="ctr">
            <a:noAutofit/>
          </a:bodyPr>
          <a:lstStyle/>
          <a:p>
            <a:r>
              <a:rPr lang="en-US" sz="900" dirty="0">
                <a:solidFill>
                  <a:srgbClr val="596875"/>
                </a:solidFill>
                <a:latin typeface="+mj-lt"/>
              </a:rPr>
              <a:t>Provide speech practice and personalized feedback on pronunciation, fluency, grammar and comprehension.</a:t>
            </a:r>
            <a:endParaRPr lang="en-US" sz="900" dirty="0">
              <a:solidFill>
                <a:prstClr val="black"/>
              </a:solidFill>
              <a:latin typeface="+mj-lt"/>
            </a:endParaRPr>
          </a:p>
        </p:txBody>
      </p:sp>
      <p:sp>
        <p:nvSpPr>
          <p:cNvPr id="64" name="Shape 52">
            <a:extLst>
              <a:ext uri="{FF2B5EF4-FFF2-40B4-BE49-F238E27FC236}">
                <a16:creationId xmlns:a16="http://schemas.microsoft.com/office/drawing/2014/main" id="{748277BF-21EA-4180-6252-397B37F6DBAB}"/>
              </a:ext>
            </a:extLst>
          </p:cNvPr>
          <p:cNvSpPr/>
          <p:nvPr/>
        </p:nvSpPr>
        <p:spPr>
          <a:xfrm>
            <a:off x="2670048" y="4727448"/>
            <a:ext cx="4114800" cy="192024"/>
          </a:xfrm>
          <a:prstGeom prst="roundRect">
            <a:avLst>
              <a:gd name="adj" fmla="val 47619"/>
            </a:avLst>
          </a:prstGeom>
          <a:solidFill>
            <a:srgbClr val="EFF6DF"/>
          </a:solidFill>
          <a:ln w="12700">
            <a:solidFill>
              <a:srgbClr val="EFF6DF"/>
            </a:solidFill>
            <a:prstDash val="solid"/>
          </a:ln>
        </p:spPr>
        <p:txBody>
          <a:bodyPr/>
          <a:lstStyle/>
          <a:p>
            <a:endParaRPr lang="en-IN" sz="2800">
              <a:solidFill>
                <a:prstClr val="black"/>
              </a:solidFill>
              <a:latin typeface="+mj-lt"/>
            </a:endParaRPr>
          </a:p>
        </p:txBody>
      </p:sp>
      <p:sp>
        <p:nvSpPr>
          <p:cNvPr id="65" name="Text 53">
            <a:extLst>
              <a:ext uri="{FF2B5EF4-FFF2-40B4-BE49-F238E27FC236}">
                <a16:creationId xmlns:a16="http://schemas.microsoft.com/office/drawing/2014/main" id="{F5D6AB5F-0F5E-1A54-AE12-F42FC7E1EADF}"/>
              </a:ext>
            </a:extLst>
          </p:cNvPr>
          <p:cNvSpPr/>
          <p:nvPr/>
        </p:nvSpPr>
        <p:spPr>
          <a:xfrm>
            <a:off x="2743200" y="4782312"/>
            <a:ext cx="3511296" cy="73152"/>
          </a:xfrm>
          <a:prstGeom prst="rect">
            <a:avLst/>
          </a:prstGeom>
          <a:noFill/>
          <a:ln/>
        </p:spPr>
        <p:txBody>
          <a:bodyPr wrap="square" lIns="0" tIns="0" rIns="0" bIns="0" rtlCol="0" anchor="ctr">
            <a:noAutofit/>
          </a:bodyPr>
          <a:lstStyle/>
          <a:p>
            <a:r>
              <a:rPr lang="en-US" sz="800" b="1" dirty="0">
                <a:solidFill>
                  <a:srgbClr val="123B5D"/>
                </a:solidFill>
                <a:latin typeface="+mj-lt"/>
              </a:rPr>
              <a:t>GenAI • speech AI • NLP</a:t>
            </a:r>
            <a:endParaRPr lang="en-US" sz="800" dirty="0">
              <a:solidFill>
                <a:prstClr val="black"/>
              </a:solidFill>
              <a:latin typeface="+mj-lt"/>
            </a:endParaRPr>
          </a:p>
        </p:txBody>
      </p:sp>
      <p:sp>
        <p:nvSpPr>
          <p:cNvPr id="66" name="Text 54">
            <a:extLst>
              <a:ext uri="{FF2B5EF4-FFF2-40B4-BE49-F238E27FC236}">
                <a16:creationId xmlns:a16="http://schemas.microsoft.com/office/drawing/2014/main" id="{A5CE6048-32BC-84B5-C63B-05E7E92A2613}"/>
              </a:ext>
            </a:extLst>
          </p:cNvPr>
          <p:cNvSpPr/>
          <p:nvPr/>
        </p:nvSpPr>
        <p:spPr>
          <a:xfrm>
            <a:off x="6272784" y="4773168"/>
            <a:ext cx="438912" cy="82296"/>
          </a:xfrm>
          <a:prstGeom prst="rect">
            <a:avLst/>
          </a:prstGeom>
          <a:noFill/>
          <a:ln/>
        </p:spPr>
        <p:txBody>
          <a:bodyPr wrap="square" lIns="0" tIns="0" rIns="0" bIns="0" rtlCol="0" anchor="ctr"/>
          <a:lstStyle/>
          <a:p>
            <a:pPr algn="r"/>
            <a:r>
              <a:rPr lang="en-US" sz="900" b="1" dirty="0">
                <a:solidFill>
                  <a:srgbClr val="43B02A"/>
                </a:solidFill>
                <a:latin typeface="+mj-lt"/>
              </a:rPr>
              <a:t>4–6 mo</a:t>
            </a:r>
            <a:endParaRPr lang="en-US" sz="900" dirty="0">
              <a:solidFill>
                <a:prstClr val="black"/>
              </a:solidFill>
              <a:latin typeface="+mj-lt"/>
            </a:endParaRPr>
          </a:p>
        </p:txBody>
      </p:sp>
      <p:sp>
        <p:nvSpPr>
          <p:cNvPr id="67" name="Shape 55">
            <a:extLst>
              <a:ext uri="{FF2B5EF4-FFF2-40B4-BE49-F238E27FC236}">
                <a16:creationId xmlns:a16="http://schemas.microsoft.com/office/drawing/2014/main" id="{B96F7DDC-01E4-93A6-0207-631EBB0BCA00}"/>
              </a:ext>
            </a:extLst>
          </p:cNvPr>
          <p:cNvSpPr/>
          <p:nvPr/>
        </p:nvSpPr>
        <p:spPr>
          <a:xfrm>
            <a:off x="7059168" y="3858768"/>
            <a:ext cx="4407408" cy="1188720"/>
          </a:xfrm>
          <a:prstGeom prst="roundRect">
            <a:avLst>
              <a:gd name="adj" fmla="val 5385"/>
            </a:avLst>
          </a:prstGeom>
          <a:solidFill>
            <a:srgbClr val="FFFFFF"/>
          </a:solidFill>
          <a:ln w="12700">
            <a:solidFill>
              <a:srgbClr val="D8E2E7"/>
            </a:solidFill>
            <a:prstDash val="solid"/>
          </a:ln>
          <a:effectLst>
            <a:outerShdw blurRad="7620" dist="2540" dir="2700000" algn="bl" rotWithShape="0">
              <a:srgbClr val="000000">
                <a:alpha val="7000"/>
              </a:srgbClr>
            </a:outerShdw>
          </a:effectLst>
        </p:spPr>
        <p:txBody>
          <a:bodyPr/>
          <a:lstStyle/>
          <a:p>
            <a:endParaRPr lang="en-IN" sz="2800">
              <a:solidFill>
                <a:prstClr val="black"/>
              </a:solidFill>
              <a:latin typeface="+mj-lt"/>
            </a:endParaRPr>
          </a:p>
        </p:txBody>
      </p:sp>
      <p:sp>
        <p:nvSpPr>
          <p:cNvPr id="68" name="Shape 56">
            <a:extLst>
              <a:ext uri="{FF2B5EF4-FFF2-40B4-BE49-F238E27FC236}">
                <a16:creationId xmlns:a16="http://schemas.microsoft.com/office/drawing/2014/main" id="{6989B956-B1B3-938B-D1FA-8CF2FD4DC2B0}"/>
              </a:ext>
            </a:extLst>
          </p:cNvPr>
          <p:cNvSpPr/>
          <p:nvPr/>
        </p:nvSpPr>
        <p:spPr>
          <a:xfrm>
            <a:off x="7059168" y="3858768"/>
            <a:ext cx="64008" cy="1188720"/>
          </a:xfrm>
          <a:prstGeom prst="rect">
            <a:avLst/>
          </a:prstGeom>
          <a:solidFill>
            <a:srgbClr val="118B91"/>
          </a:solidFill>
          <a:ln w="12700">
            <a:solidFill>
              <a:srgbClr val="118B91"/>
            </a:solidFill>
            <a:prstDash val="solid"/>
          </a:ln>
        </p:spPr>
        <p:txBody>
          <a:bodyPr/>
          <a:lstStyle/>
          <a:p>
            <a:endParaRPr lang="en-IN" sz="2800">
              <a:solidFill>
                <a:prstClr val="black"/>
              </a:solidFill>
              <a:latin typeface="+mj-lt"/>
            </a:endParaRPr>
          </a:p>
        </p:txBody>
      </p:sp>
      <p:sp>
        <p:nvSpPr>
          <p:cNvPr id="69" name="Shape 57">
            <a:extLst>
              <a:ext uri="{FF2B5EF4-FFF2-40B4-BE49-F238E27FC236}">
                <a16:creationId xmlns:a16="http://schemas.microsoft.com/office/drawing/2014/main" id="{BB64F768-3800-C31F-2906-6C3AE00413F1}"/>
              </a:ext>
            </a:extLst>
          </p:cNvPr>
          <p:cNvSpPr/>
          <p:nvPr/>
        </p:nvSpPr>
        <p:spPr>
          <a:xfrm>
            <a:off x="7205472" y="3986784"/>
            <a:ext cx="347472" cy="347472"/>
          </a:xfrm>
          <a:prstGeom prst="ellipse">
            <a:avLst/>
          </a:prstGeom>
          <a:solidFill>
            <a:srgbClr val="118B91"/>
          </a:solidFill>
          <a:ln w="12700">
            <a:solidFill>
              <a:srgbClr val="118B91"/>
            </a:solidFill>
            <a:prstDash val="solid"/>
          </a:ln>
        </p:spPr>
        <p:txBody>
          <a:bodyPr/>
          <a:lstStyle/>
          <a:p>
            <a:endParaRPr lang="en-IN" sz="2800">
              <a:solidFill>
                <a:prstClr val="black"/>
              </a:solidFill>
              <a:latin typeface="+mj-lt"/>
            </a:endParaRPr>
          </a:p>
        </p:txBody>
      </p:sp>
      <p:pic>
        <p:nvPicPr>
          <p:cNvPr id="70" name="Image 8" descr="preencoded.png">
            <a:extLst>
              <a:ext uri="{FF2B5EF4-FFF2-40B4-BE49-F238E27FC236}">
                <a16:creationId xmlns:a16="http://schemas.microsoft.com/office/drawing/2014/main" id="{233589A7-6A52-DBE1-EE84-CE61F6A9AEB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306056" y="4087368"/>
            <a:ext cx="146304" cy="146304"/>
          </a:xfrm>
          <a:prstGeom prst="rect">
            <a:avLst/>
          </a:prstGeom>
        </p:spPr>
      </p:pic>
      <p:sp>
        <p:nvSpPr>
          <p:cNvPr id="71" name="Text 58">
            <a:extLst>
              <a:ext uri="{FF2B5EF4-FFF2-40B4-BE49-F238E27FC236}">
                <a16:creationId xmlns:a16="http://schemas.microsoft.com/office/drawing/2014/main" id="{8B6CAC40-EA36-AE14-93CB-224188F6A2F5}"/>
              </a:ext>
            </a:extLst>
          </p:cNvPr>
          <p:cNvSpPr/>
          <p:nvPr/>
        </p:nvSpPr>
        <p:spPr>
          <a:xfrm>
            <a:off x="7662672" y="3968496"/>
            <a:ext cx="3648456" cy="228600"/>
          </a:xfrm>
          <a:prstGeom prst="rect">
            <a:avLst/>
          </a:prstGeom>
          <a:noFill/>
          <a:ln/>
        </p:spPr>
        <p:txBody>
          <a:bodyPr wrap="square" lIns="0" tIns="0" rIns="0" bIns="0" rtlCol="0" anchor="ctr">
            <a:normAutofit/>
          </a:bodyPr>
          <a:lstStyle/>
          <a:p>
            <a:r>
              <a:rPr lang="en-US" sz="1050" b="1" dirty="0">
                <a:solidFill>
                  <a:srgbClr val="0B2739"/>
                </a:solidFill>
                <a:latin typeface="+mj-lt"/>
              </a:rPr>
              <a:t>Welfare vulnerability analytics</a:t>
            </a:r>
            <a:endParaRPr lang="en-US" sz="1050" dirty="0">
              <a:solidFill>
                <a:prstClr val="black"/>
              </a:solidFill>
              <a:latin typeface="+mj-lt"/>
            </a:endParaRPr>
          </a:p>
        </p:txBody>
      </p:sp>
      <p:sp>
        <p:nvSpPr>
          <p:cNvPr id="72" name="Text 59">
            <a:extLst>
              <a:ext uri="{FF2B5EF4-FFF2-40B4-BE49-F238E27FC236}">
                <a16:creationId xmlns:a16="http://schemas.microsoft.com/office/drawing/2014/main" id="{E6C292C1-57BC-B17B-7E21-8230FD8B4012}"/>
              </a:ext>
            </a:extLst>
          </p:cNvPr>
          <p:cNvSpPr/>
          <p:nvPr/>
        </p:nvSpPr>
        <p:spPr>
          <a:xfrm>
            <a:off x="7214616" y="4343400"/>
            <a:ext cx="4096512" cy="256032"/>
          </a:xfrm>
          <a:prstGeom prst="rect">
            <a:avLst/>
          </a:prstGeom>
          <a:noFill/>
          <a:ln/>
        </p:spPr>
        <p:txBody>
          <a:bodyPr wrap="square" lIns="0" tIns="0" rIns="0" bIns="0" rtlCol="0" anchor="ctr">
            <a:noAutofit/>
          </a:bodyPr>
          <a:lstStyle/>
          <a:p>
            <a:r>
              <a:rPr lang="en-US" sz="900" dirty="0">
                <a:solidFill>
                  <a:srgbClr val="596875"/>
                </a:solidFill>
                <a:latin typeface="+mj-lt"/>
              </a:rPr>
              <a:t>Identify service gaps and emerging needs to support targeted outreach and officer-approved interventions.</a:t>
            </a:r>
            <a:endParaRPr lang="en-US" sz="900" dirty="0">
              <a:solidFill>
                <a:prstClr val="black"/>
              </a:solidFill>
              <a:latin typeface="+mj-lt"/>
            </a:endParaRPr>
          </a:p>
        </p:txBody>
      </p:sp>
      <p:sp>
        <p:nvSpPr>
          <p:cNvPr id="73" name="Shape 60">
            <a:extLst>
              <a:ext uri="{FF2B5EF4-FFF2-40B4-BE49-F238E27FC236}">
                <a16:creationId xmlns:a16="http://schemas.microsoft.com/office/drawing/2014/main" id="{39B8E733-6A85-B23D-3563-5C3B14C173A9}"/>
              </a:ext>
            </a:extLst>
          </p:cNvPr>
          <p:cNvSpPr/>
          <p:nvPr/>
        </p:nvSpPr>
        <p:spPr>
          <a:xfrm>
            <a:off x="7205472" y="4727448"/>
            <a:ext cx="4114800" cy="192024"/>
          </a:xfrm>
          <a:prstGeom prst="roundRect">
            <a:avLst>
              <a:gd name="adj" fmla="val 47619"/>
            </a:avLst>
          </a:prstGeom>
          <a:solidFill>
            <a:srgbClr val="E7F4F1"/>
          </a:solidFill>
          <a:ln w="12700">
            <a:solidFill>
              <a:srgbClr val="E7F4F1"/>
            </a:solidFill>
            <a:prstDash val="solid"/>
          </a:ln>
        </p:spPr>
        <p:txBody>
          <a:bodyPr/>
          <a:lstStyle/>
          <a:p>
            <a:endParaRPr lang="en-IN" sz="2800">
              <a:solidFill>
                <a:prstClr val="black"/>
              </a:solidFill>
              <a:latin typeface="+mj-lt"/>
            </a:endParaRPr>
          </a:p>
        </p:txBody>
      </p:sp>
      <p:sp>
        <p:nvSpPr>
          <p:cNvPr id="74" name="Text 61">
            <a:extLst>
              <a:ext uri="{FF2B5EF4-FFF2-40B4-BE49-F238E27FC236}">
                <a16:creationId xmlns:a16="http://schemas.microsoft.com/office/drawing/2014/main" id="{A31F2C97-10A3-CC31-7713-097573D641EB}"/>
              </a:ext>
            </a:extLst>
          </p:cNvPr>
          <p:cNvSpPr/>
          <p:nvPr/>
        </p:nvSpPr>
        <p:spPr>
          <a:xfrm>
            <a:off x="7278624" y="4782312"/>
            <a:ext cx="3511296" cy="73152"/>
          </a:xfrm>
          <a:prstGeom prst="rect">
            <a:avLst/>
          </a:prstGeom>
          <a:noFill/>
          <a:ln/>
        </p:spPr>
        <p:txBody>
          <a:bodyPr wrap="square" lIns="0" tIns="0" rIns="0" bIns="0" rtlCol="0" anchor="ctr">
            <a:noAutofit/>
          </a:bodyPr>
          <a:lstStyle/>
          <a:p>
            <a:r>
              <a:rPr lang="en-US" sz="800" b="1" dirty="0">
                <a:solidFill>
                  <a:srgbClr val="123B5D"/>
                </a:solidFill>
                <a:latin typeface="+mj-lt"/>
              </a:rPr>
              <a:t>ML • predictive analytics • risk scoring</a:t>
            </a:r>
            <a:endParaRPr lang="en-US" sz="800" dirty="0">
              <a:solidFill>
                <a:prstClr val="black"/>
              </a:solidFill>
              <a:latin typeface="+mj-lt"/>
            </a:endParaRPr>
          </a:p>
        </p:txBody>
      </p:sp>
      <p:sp>
        <p:nvSpPr>
          <p:cNvPr id="75" name="Text 62">
            <a:extLst>
              <a:ext uri="{FF2B5EF4-FFF2-40B4-BE49-F238E27FC236}">
                <a16:creationId xmlns:a16="http://schemas.microsoft.com/office/drawing/2014/main" id="{D04DF866-D244-55F5-DC6B-A4B4855E34C2}"/>
              </a:ext>
            </a:extLst>
          </p:cNvPr>
          <p:cNvSpPr/>
          <p:nvPr/>
        </p:nvSpPr>
        <p:spPr>
          <a:xfrm>
            <a:off x="10808208" y="4773168"/>
            <a:ext cx="438912" cy="82296"/>
          </a:xfrm>
          <a:prstGeom prst="rect">
            <a:avLst/>
          </a:prstGeom>
          <a:noFill/>
          <a:ln/>
        </p:spPr>
        <p:txBody>
          <a:bodyPr wrap="square" lIns="0" tIns="0" rIns="0" bIns="0" rtlCol="0" anchor="ctr"/>
          <a:lstStyle/>
          <a:p>
            <a:pPr algn="r"/>
            <a:r>
              <a:rPr lang="en-US" sz="900" b="1" dirty="0">
                <a:solidFill>
                  <a:srgbClr val="118B91"/>
                </a:solidFill>
                <a:latin typeface="+mj-lt"/>
              </a:rPr>
              <a:t>8–10 mo</a:t>
            </a:r>
            <a:endParaRPr lang="en-US" sz="900" dirty="0">
              <a:solidFill>
                <a:prstClr val="black"/>
              </a:solidFill>
              <a:latin typeface="+mj-lt"/>
            </a:endParaRPr>
          </a:p>
        </p:txBody>
      </p:sp>
      <p:sp>
        <p:nvSpPr>
          <p:cNvPr id="76" name="Shape 63">
            <a:extLst>
              <a:ext uri="{FF2B5EF4-FFF2-40B4-BE49-F238E27FC236}">
                <a16:creationId xmlns:a16="http://schemas.microsoft.com/office/drawing/2014/main" id="{5DDC3A18-31C7-D490-B188-64AC30F93A7A}"/>
              </a:ext>
            </a:extLst>
          </p:cNvPr>
          <p:cNvSpPr/>
          <p:nvPr/>
        </p:nvSpPr>
        <p:spPr>
          <a:xfrm>
            <a:off x="502920" y="5230368"/>
            <a:ext cx="11036808" cy="530352"/>
          </a:xfrm>
          <a:prstGeom prst="roundRect">
            <a:avLst>
              <a:gd name="adj" fmla="val 12069"/>
            </a:avLst>
          </a:prstGeom>
          <a:solidFill>
            <a:srgbClr val="0B2739"/>
          </a:solidFill>
          <a:ln w="12700">
            <a:solidFill>
              <a:srgbClr val="0B2739"/>
            </a:solidFill>
            <a:prstDash val="solid"/>
          </a:ln>
        </p:spPr>
        <p:txBody>
          <a:bodyPr/>
          <a:lstStyle/>
          <a:p>
            <a:endParaRPr lang="en-IN" sz="2800">
              <a:solidFill>
                <a:prstClr val="black"/>
              </a:solidFill>
              <a:latin typeface="+mj-lt"/>
            </a:endParaRPr>
          </a:p>
        </p:txBody>
      </p:sp>
      <p:sp>
        <p:nvSpPr>
          <p:cNvPr id="77" name="Text 64">
            <a:extLst>
              <a:ext uri="{FF2B5EF4-FFF2-40B4-BE49-F238E27FC236}">
                <a16:creationId xmlns:a16="http://schemas.microsoft.com/office/drawing/2014/main" id="{3E0E89E5-1A67-B6EE-E4C8-F5B8DD09DC9D}"/>
              </a:ext>
            </a:extLst>
          </p:cNvPr>
          <p:cNvSpPr/>
          <p:nvPr/>
        </p:nvSpPr>
        <p:spPr>
          <a:xfrm>
            <a:off x="749808" y="5413248"/>
            <a:ext cx="1755648" cy="146304"/>
          </a:xfrm>
          <a:prstGeom prst="rect">
            <a:avLst/>
          </a:prstGeom>
          <a:noFill/>
          <a:ln/>
        </p:spPr>
        <p:txBody>
          <a:bodyPr wrap="square" lIns="0" tIns="0" rIns="0" bIns="0" rtlCol="0" anchor="ctr"/>
          <a:lstStyle/>
          <a:p>
            <a:r>
              <a:rPr lang="en-US" sz="1000" b="1" dirty="0">
                <a:solidFill>
                  <a:srgbClr val="86BC25"/>
                </a:solidFill>
                <a:latin typeface="+mj-lt"/>
              </a:rPr>
              <a:t>SHARED AI-COE CAPABILITIES</a:t>
            </a:r>
            <a:endParaRPr lang="en-US" sz="1000" dirty="0">
              <a:solidFill>
                <a:prstClr val="black"/>
              </a:solidFill>
              <a:latin typeface="+mj-lt"/>
            </a:endParaRPr>
          </a:p>
        </p:txBody>
      </p:sp>
      <p:pic>
        <p:nvPicPr>
          <p:cNvPr id="78" name="Image 9" descr="preencoded.png">
            <a:extLst>
              <a:ext uri="{FF2B5EF4-FFF2-40B4-BE49-F238E27FC236}">
                <a16:creationId xmlns:a16="http://schemas.microsoft.com/office/drawing/2014/main" id="{8D558D5E-DA13-62C8-FF7B-1B8C685EA7E0}"/>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606040" y="5385816"/>
            <a:ext cx="182880" cy="182880"/>
          </a:xfrm>
          <a:prstGeom prst="rect">
            <a:avLst/>
          </a:prstGeom>
        </p:spPr>
      </p:pic>
      <p:sp>
        <p:nvSpPr>
          <p:cNvPr id="79" name="Text 65">
            <a:extLst>
              <a:ext uri="{FF2B5EF4-FFF2-40B4-BE49-F238E27FC236}">
                <a16:creationId xmlns:a16="http://schemas.microsoft.com/office/drawing/2014/main" id="{8804FB13-4A6E-29DE-68AA-611C0C02DC65}"/>
              </a:ext>
            </a:extLst>
          </p:cNvPr>
          <p:cNvSpPr/>
          <p:nvPr/>
        </p:nvSpPr>
        <p:spPr>
          <a:xfrm>
            <a:off x="2862072" y="5385816"/>
            <a:ext cx="1261872" cy="146304"/>
          </a:xfrm>
          <a:prstGeom prst="rect">
            <a:avLst/>
          </a:prstGeom>
          <a:noFill/>
          <a:ln/>
        </p:spPr>
        <p:txBody>
          <a:bodyPr wrap="square" lIns="0" tIns="0" rIns="0" bIns="0" rtlCol="0" anchor="ctr">
            <a:normAutofit/>
          </a:bodyPr>
          <a:lstStyle/>
          <a:p>
            <a:pPr algn="ctr"/>
            <a:r>
              <a:rPr lang="en-US" sz="900" b="1" dirty="0">
                <a:solidFill>
                  <a:srgbClr val="FFFFFF"/>
                </a:solidFill>
                <a:latin typeface="+mj-lt"/>
              </a:rPr>
              <a:t>GIS &amp; master data</a:t>
            </a:r>
            <a:endParaRPr lang="en-US" sz="900" dirty="0">
              <a:solidFill>
                <a:prstClr val="black"/>
              </a:solidFill>
              <a:latin typeface="+mj-lt"/>
            </a:endParaRPr>
          </a:p>
        </p:txBody>
      </p:sp>
      <p:pic>
        <p:nvPicPr>
          <p:cNvPr id="80" name="Image 10" descr="preencoded.png">
            <a:extLst>
              <a:ext uri="{FF2B5EF4-FFF2-40B4-BE49-F238E27FC236}">
                <a16:creationId xmlns:a16="http://schemas.microsoft.com/office/drawing/2014/main" id="{7CE9ECBA-FBD3-F79B-24BD-48C7AF959C3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306824" y="5385816"/>
            <a:ext cx="182880" cy="182880"/>
          </a:xfrm>
          <a:prstGeom prst="rect">
            <a:avLst/>
          </a:prstGeom>
        </p:spPr>
      </p:pic>
      <p:sp>
        <p:nvSpPr>
          <p:cNvPr id="81" name="Text 66">
            <a:extLst>
              <a:ext uri="{FF2B5EF4-FFF2-40B4-BE49-F238E27FC236}">
                <a16:creationId xmlns:a16="http://schemas.microsoft.com/office/drawing/2014/main" id="{CDE6ED63-4242-28AB-5DC4-CDBD1C524BBF}"/>
              </a:ext>
            </a:extLst>
          </p:cNvPr>
          <p:cNvSpPr/>
          <p:nvPr/>
        </p:nvSpPr>
        <p:spPr>
          <a:xfrm>
            <a:off x="4562856" y="5385816"/>
            <a:ext cx="1261872" cy="146304"/>
          </a:xfrm>
          <a:prstGeom prst="rect">
            <a:avLst/>
          </a:prstGeom>
          <a:noFill/>
          <a:ln/>
        </p:spPr>
        <p:txBody>
          <a:bodyPr wrap="square" lIns="0" tIns="0" rIns="0" bIns="0" rtlCol="0" anchor="ctr">
            <a:noAutofit/>
          </a:bodyPr>
          <a:lstStyle/>
          <a:p>
            <a:pPr algn="ctr"/>
            <a:r>
              <a:rPr lang="en-US" sz="900" b="1" dirty="0">
                <a:solidFill>
                  <a:srgbClr val="FFFFFF"/>
                </a:solidFill>
                <a:latin typeface="+mj-lt"/>
              </a:rPr>
              <a:t>Document &amp; conversational AI</a:t>
            </a:r>
            <a:endParaRPr lang="en-US" sz="900" dirty="0">
              <a:solidFill>
                <a:prstClr val="black"/>
              </a:solidFill>
              <a:latin typeface="+mj-lt"/>
            </a:endParaRPr>
          </a:p>
        </p:txBody>
      </p:sp>
      <p:pic>
        <p:nvPicPr>
          <p:cNvPr id="82" name="Image 11" descr="preencoded.png">
            <a:extLst>
              <a:ext uri="{FF2B5EF4-FFF2-40B4-BE49-F238E27FC236}">
                <a16:creationId xmlns:a16="http://schemas.microsoft.com/office/drawing/2014/main" id="{4E0A4E1C-56F9-1663-2A14-758ACD5A9B8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007608" y="5385816"/>
            <a:ext cx="182880" cy="182880"/>
          </a:xfrm>
          <a:prstGeom prst="rect">
            <a:avLst/>
          </a:prstGeom>
        </p:spPr>
      </p:pic>
      <p:sp>
        <p:nvSpPr>
          <p:cNvPr id="83" name="Text 67">
            <a:extLst>
              <a:ext uri="{FF2B5EF4-FFF2-40B4-BE49-F238E27FC236}">
                <a16:creationId xmlns:a16="http://schemas.microsoft.com/office/drawing/2014/main" id="{F106888D-EA81-9F43-0E67-5DADA38BA1F3}"/>
              </a:ext>
            </a:extLst>
          </p:cNvPr>
          <p:cNvSpPr/>
          <p:nvPr/>
        </p:nvSpPr>
        <p:spPr>
          <a:xfrm>
            <a:off x="6263640" y="5385816"/>
            <a:ext cx="1261872" cy="146304"/>
          </a:xfrm>
          <a:prstGeom prst="rect">
            <a:avLst/>
          </a:prstGeom>
          <a:noFill/>
          <a:ln/>
        </p:spPr>
        <p:txBody>
          <a:bodyPr wrap="square" lIns="0" tIns="0" rIns="0" bIns="0" rtlCol="0" anchor="ctr">
            <a:normAutofit/>
          </a:bodyPr>
          <a:lstStyle/>
          <a:p>
            <a:pPr algn="ctr"/>
            <a:r>
              <a:rPr lang="en-US" sz="900" b="1" dirty="0">
                <a:solidFill>
                  <a:srgbClr val="FFFFFF"/>
                </a:solidFill>
                <a:latin typeface="+mj-lt"/>
              </a:rPr>
              <a:t>IoT &amp; anomaly detection</a:t>
            </a:r>
            <a:endParaRPr lang="en-US" sz="900" dirty="0">
              <a:solidFill>
                <a:prstClr val="black"/>
              </a:solidFill>
              <a:latin typeface="+mj-lt"/>
            </a:endParaRPr>
          </a:p>
        </p:txBody>
      </p:sp>
      <p:pic>
        <p:nvPicPr>
          <p:cNvPr id="84" name="Image 12" descr="preencoded.png">
            <a:extLst>
              <a:ext uri="{FF2B5EF4-FFF2-40B4-BE49-F238E27FC236}">
                <a16:creationId xmlns:a16="http://schemas.microsoft.com/office/drawing/2014/main" id="{527B938A-B5CF-3BD8-519D-163BF05B82E6}"/>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708392" y="5385816"/>
            <a:ext cx="182880" cy="182880"/>
          </a:xfrm>
          <a:prstGeom prst="rect">
            <a:avLst/>
          </a:prstGeom>
        </p:spPr>
      </p:pic>
      <p:sp>
        <p:nvSpPr>
          <p:cNvPr id="85" name="Text 68">
            <a:extLst>
              <a:ext uri="{FF2B5EF4-FFF2-40B4-BE49-F238E27FC236}">
                <a16:creationId xmlns:a16="http://schemas.microsoft.com/office/drawing/2014/main" id="{DCC53D66-B74F-BE7D-ED3D-B8D7A2989ECB}"/>
              </a:ext>
            </a:extLst>
          </p:cNvPr>
          <p:cNvSpPr/>
          <p:nvPr/>
        </p:nvSpPr>
        <p:spPr>
          <a:xfrm>
            <a:off x="7964424" y="5385816"/>
            <a:ext cx="1261872" cy="146304"/>
          </a:xfrm>
          <a:prstGeom prst="rect">
            <a:avLst/>
          </a:prstGeom>
          <a:noFill/>
          <a:ln/>
        </p:spPr>
        <p:txBody>
          <a:bodyPr wrap="square" lIns="0" tIns="0" rIns="0" bIns="0" rtlCol="0" anchor="ctr">
            <a:normAutofit/>
          </a:bodyPr>
          <a:lstStyle/>
          <a:p>
            <a:pPr algn="ctr"/>
            <a:r>
              <a:rPr lang="en-US" sz="900" b="1" dirty="0">
                <a:solidFill>
                  <a:srgbClr val="FFFFFF"/>
                </a:solidFill>
                <a:latin typeface="+mj-lt"/>
              </a:rPr>
              <a:t>Speech &amp; multilingual AI</a:t>
            </a:r>
            <a:endParaRPr lang="en-US" sz="900" dirty="0">
              <a:solidFill>
                <a:prstClr val="black"/>
              </a:solidFill>
              <a:latin typeface="+mj-lt"/>
            </a:endParaRPr>
          </a:p>
        </p:txBody>
      </p:sp>
      <p:pic>
        <p:nvPicPr>
          <p:cNvPr id="86" name="Image 13" descr="preencoded.png">
            <a:extLst>
              <a:ext uri="{FF2B5EF4-FFF2-40B4-BE49-F238E27FC236}">
                <a16:creationId xmlns:a16="http://schemas.microsoft.com/office/drawing/2014/main" id="{EF470BD9-18E1-7063-3332-EFD4062C7649}"/>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9409176" y="5385816"/>
            <a:ext cx="182880" cy="182880"/>
          </a:xfrm>
          <a:prstGeom prst="rect">
            <a:avLst/>
          </a:prstGeom>
        </p:spPr>
      </p:pic>
      <p:sp>
        <p:nvSpPr>
          <p:cNvPr id="87" name="Text 69">
            <a:extLst>
              <a:ext uri="{FF2B5EF4-FFF2-40B4-BE49-F238E27FC236}">
                <a16:creationId xmlns:a16="http://schemas.microsoft.com/office/drawing/2014/main" id="{56D52C23-22C0-C357-653C-DCE2EC232A08}"/>
              </a:ext>
            </a:extLst>
          </p:cNvPr>
          <p:cNvSpPr/>
          <p:nvPr/>
        </p:nvSpPr>
        <p:spPr>
          <a:xfrm>
            <a:off x="9665208" y="5385816"/>
            <a:ext cx="1261872" cy="146304"/>
          </a:xfrm>
          <a:prstGeom prst="rect">
            <a:avLst/>
          </a:prstGeom>
          <a:noFill/>
          <a:ln/>
        </p:spPr>
        <p:txBody>
          <a:bodyPr wrap="square" lIns="0" tIns="0" rIns="0" bIns="0" rtlCol="0" anchor="ctr">
            <a:normAutofit/>
          </a:bodyPr>
          <a:lstStyle/>
          <a:p>
            <a:pPr algn="ctr"/>
            <a:r>
              <a:rPr lang="en-US" sz="900" b="1" dirty="0">
                <a:solidFill>
                  <a:srgbClr val="FFFFFF"/>
                </a:solidFill>
                <a:latin typeface="+mj-lt"/>
              </a:rPr>
              <a:t>Human approval &amp; audit</a:t>
            </a:r>
            <a:endParaRPr lang="en-US" sz="900" dirty="0">
              <a:solidFill>
                <a:prstClr val="black"/>
              </a:solidFill>
              <a:latin typeface="+mj-lt"/>
            </a:endParaRPr>
          </a:p>
        </p:txBody>
      </p:sp>
      <p:sp>
        <p:nvSpPr>
          <p:cNvPr id="88" name="Shape 70">
            <a:extLst>
              <a:ext uri="{FF2B5EF4-FFF2-40B4-BE49-F238E27FC236}">
                <a16:creationId xmlns:a16="http://schemas.microsoft.com/office/drawing/2014/main" id="{58F9AB1A-FAC0-FB32-6919-821FE0E57379}"/>
              </a:ext>
            </a:extLst>
          </p:cNvPr>
          <p:cNvSpPr/>
          <p:nvPr/>
        </p:nvSpPr>
        <p:spPr>
          <a:xfrm>
            <a:off x="502920" y="5907024"/>
            <a:ext cx="11036808" cy="457200"/>
          </a:xfrm>
          <a:prstGeom prst="roundRect">
            <a:avLst>
              <a:gd name="adj" fmla="val 12000"/>
            </a:avLst>
          </a:prstGeom>
          <a:solidFill>
            <a:srgbClr val="EFF6DF"/>
          </a:solidFill>
          <a:ln w="12700">
            <a:solidFill>
              <a:srgbClr val="D0E1B0"/>
            </a:solidFill>
            <a:prstDash val="solid"/>
          </a:ln>
        </p:spPr>
        <p:txBody>
          <a:bodyPr/>
          <a:lstStyle/>
          <a:p>
            <a:endParaRPr lang="en-IN" sz="2800">
              <a:solidFill>
                <a:prstClr val="black"/>
              </a:solidFill>
              <a:latin typeface="+mj-lt"/>
            </a:endParaRPr>
          </a:p>
        </p:txBody>
      </p:sp>
      <p:pic>
        <p:nvPicPr>
          <p:cNvPr id="89" name="Image 14" descr="preencoded.png">
            <a:extLst>
              <a:ext uri="{FF2B5EF4-FFF2-40B4-BE49-F238E27FC236}">
                <a16:creationId xmlns:a16="http://schemas.microsoft.com/office/drawing/2014/main" id="{BB4EBAFF-C7BC-8D38-EE63-DFBE9055281E}"/>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22376" y="6044184"/>
            <a:ext cx="173736" cy="173736"/>
          </a:xfrm>
          <a:prstGeom prst="rect">
            <a:avLst/>
          </a:prstGeom>
        </p:spPr>
      </p:pic>
      <p:sp>
        <p:nvSpPr>
          <p:cNvPr id="90" name="Text 71">
            <a:extLst>
              <a:ext uri="{FF2B5EF4-FFF2-40B4-BE49-F238E27FC236}">
                <a16:creationId xmlns:a16="http://schemas.microsoft.com/office/drawing/2014/main" id="{8F5A8EC7-B142-5DCA-244A-C1DAD248C7E1}"/>
              </a:ext>
            </a:extLst>
          </p:cNvPr>
          <p:cNvSpPr/>
          <p:nvPr/>
        </p:nvSpPr>
        <p:spPr>
          <a:xfrm>
            <a:off x="1005840" y="6025896"/>
            <a:ext cx="960120" cy="128016"/>
          </a:xfrm>
          <a:prstGeom prst="rect">
            <a:avLst/>
          </a:prstGeom>
          <a:noFill/>
          <a:ln/>
        </p:spPr>
        <p:txBody>
          <a:bodyPr wrap="square" lIns="0" tIns="0" rIns="0" bIns="0" rtlCol="0" anchor="ctr"/>
          <a:lstStyle/>
          <a:p>
            <a:r>
              <a:rPr lang="en-US" sz="900" b="1" dirty="0">
                <a:solidFill>
                  <a:srgbClr val="43B02A"/>
                </a:solidFill>
                <a:latin typeface="+mj-lt"/>
              </a:rPr>
              <a:t>PORTFOLIO LOGIC</a:t>
            </a:r>
            <a:endParaRPr lang="en-US" sz="900" dirty="0">
              <a:solidFill>
                <a:prstClr val="black"/>
              </a:solidFill>
              <a:latin typeface="+mj-lt"/>
            </a:endParaRPr>
          </a:p>
        </p:txBody>
      </p:sp>
      <p:sp>
        <p:nvSpPr>
          <p:cNvPr id="91" name="Text 72">
            <a:extLst>
              <a:ext uri="{FF2B5EF4-FFF2-40B4-BE49-F238E27FC236}">
                <a16:creationId xmlns:a16="http://schemas.microsoft.com/office/drawing/2014/main" id="{5C086336-C481-87FD-609C-03933BFFCA0A}"/>
              </a:ext>
            </a:extLst>
          </p:cNvPr>
          <p:cNvSpPr/>
          <p:nvPr/>
        </p:nvSpPr>
        <p:spPr>
          <a:xfrm>
            <a:off x="2011680" y="6007608"/>
            <a:ext cx="9070848" cy="164592"/>
          </a:xfrm>
          <a:prstGeom prst="rect">
            <a:avLst/>
          </a:prstGeom>
          <a:noFill/>
          <a:ln/>
        </p:spPr>
        <p:txBody>
          <a:bodyPr wrap="square" lIns="0" tIns="0" rIns="0" bIns="0" rtlCol="0" anchor="ctr">
            <a:normAutofit/>
          </a:bodyPr>
          <a:lstStyle/>
          <a:p>
            <a:pPr algn="ctr"/>
            <a:r>
              <a:rPr lang="en-US" sz="1000" b="1" dirty="0">
                <a:solidFill>
                  <a:srgbClr val="0B2739"/>
                </a:solidFill>
                <a:latin typeface="+mj-lt"/>
              </a:rPr>
              <a:t>Launch access and optimization quick wins, then scale data-intensive land and welfare analytics after data quality, privacy and officer workflows are established.</a:t>
            </a:r>
            <a:endParaRPr lang="en-US" sz="1000" dirty="0">
              <a:solidFill>
                <a:prstClr val="black"/>
              </a:solidFill>
              <a:latin typeface="+mj-lt"/>
            </a:endParaRPr>
          </a:p>
        </p:txBody>
      </p:sp>
    </p:spTree>
    <p:extLst>
      <p:ext uri="{BB962C8B-B14F-4D97-AF65-F5344CB8AC3E}">
        <p14:creationId xmlns:p14="http://schemas.microsoft.com/office/powerpoint/2010/main" val="17741277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B2739"/>
        </a:solidFill>
        <a:effectLst/>
      </p:bgPr>
    </p:bg>
    <p:spTree>
      <p:nvGrpSpPr>
        <p:cNvPr id="1" name="">
          <a:extLst>
            <a:ext uri="{FF2B5EF4-FFF2-40B4-BE49-F238E27FC236}">
              <a16:creationId xmlns:a16="http://schemas.microsoft.com/office/drawing/2014/main" id="{99C7A3E5-AB94-F3AB-9D16-A419575BF1DF}"/>
            </a:ext>
          </a:extLst>
        </p:cNvPr>
        <p:cNvGrpSpPr/>
        <p:nvPr/>
      </p:nvGrpSpPr>
      <p:grpSpPr>
        <a:xfrm>
          <a:off x="0" y="0"/>
          <a:ext cx="1" cy="1"/>
          <a:chOff x="0" y="0"/>
          <a:chExt cx="1" cy="1"/>
        </a:xfrm>
      </p:grpSpPr>
      <p:pic>
        <p:nvPicPr>
          <p:cNvPr id="2" name="Image 0" descr="/mnt/data/1521c48b23.png">
            <a:extLst>
              <a:ext uri="{FF2B5EF4-FFF2-40B4-BE49-F238E27FC236}">
                <a16:creationId xmlns:a16="http://schemas.microsoft.com/office/drawing/2014/main" id="{9FD45D13-8627-DD41-6B75-A3B731E0572F}"/>
              </a:ext>
            </a:extLst>
          </p:cNvPr>
          <p:cNvPicPr>
            <a:picLocks noChangeAspect="1"/>
          </p:cNvPicPr>
          <p:nvPr/>
        </p:nvPicPr>
        <p:blipFill>
          <a:blip r:embed="rId3"/>
          <a:srcRect l="20756" r="20756"/>
          <a:stretch/>
        </p:blipFill>
        <p:spPr>
          <a:xfrm>
            <a:off x="6172200" y="0"/>
            <a:ext cx="6016752" cy="6858000"/>
          </a:xfrm>
          <a:prstGeom prst="rect">
            <a:avLst/>
          </a:prstGeom>
        </p:spPr>
      </p:pic>
      <p:sp>
        <p:nvSpPr>
          <p:cNvPr id="3" name="Shape 0">
            <a:extLst>
              <a:ext uri="{FF2B5EF4-FFF2-40B4-BE49-F238E27FC236}">
                <a16:creationId xmlns:a16="http://schemas.microsoft.com/office/drawing/2014/main" id="{300822E3-75DD-8869-C083-14C05A983B72}"/>
              </a:ext>
            </a:extLst>
          </p:cNvPr>
          <p:cNvSpPr/>
          <p:nvPr/>
        </p:nvSpPr>
        <p:spPr>
          <a:xfrm>
            <a:off x="5806440" y="0"/>
            <a:ext cx="1188720" cy="6858000"/>
          </a:xfrm>
          <a:prstGeom prst="rect">
            <a:avLst/>
          </a:prstGeom>
          <a:solidFill>
            <a:srgbClr val="0B2739">
              <a:alpha val="80000"/>
            </a:srgbClr>
          </a:solidFill>
          <a:ln w="12700">
            <a:solidFill>
              <a:srgbClr val="0B2739">
                <a:alpha val="0"/>
              </a:srgbClr>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
        <p:nvSpPr>
          <p:cNvPr id="4" name="Text 1">
            <a:extLst>
              <a:ext uri="{FF2B5EF4-FFF2-40B4-BE49-F238E27FC236}">
                <a16:creationId xmlns:a16="http://schemas.microsoft.com/office/drawing/2014/main" id="{09E53572-D522-44A6-7111-11F3D0024A9B}"/>
              </a:ext>
            </a:extLst>
          </p:cNvPr>
          <p:cNvSpPr/>
          <p:nvPr/>
        </p:nvSpPr>
        <p:spPr>
          <a:xfrm>
            <a:off x="658368" y="2857500"/>
            <a:ext cx="5074920" cy="1143000"/>
          </a:xfrm>
          <a:prstGeom prst="rect">
            <a:avLst/>
          </a:prstGeom>
          <a:noFill/>
          <a:ln/>
        </p:spPr>
        <p:txBody>
          <a:bodyPr wrap="square" lIns="0" tIns="0" rIns="0" bIns="0" rtlCol="0" anchor="ct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2000" b="1" i="1" u="none" strike="noStrike" kern="1200" cap="none" spc="0" normalizeH="0" baseline="0" noProof="0" dirty="0">
                <a:ln>
                  <a:noFill/>
                </a:ln>
                <a:solidFill>
                  <a:prstClr val="white"/>
                </a:solidFill>
                <a:effectLst/>
                <a:uLnTx/>
                <a:uFillTx/>
                <a:latin typeface="Aptos"/>
                <a:ea typeface="+mn-ea"/>
                <a:cs typeface="+mn-cs"/>
              </a:rPr>
              <a:t>Part D</a:t>
            </a:r>
          </a:p>
          <a:p>
            <a:pPr marL="0" marR="0" lvl="0" indent="0" algn="l" defTabSz="914400" rtl="0" eaLnBrk="1" fontAlgn="auto" latinLnBrk="0" hangingPunct="1">
              <a:lnSpc>
                <a:spcPct val="90000"/>
              </a:lnSpc>
              <a:spcBef>
                <a:spcPct val="0"/>
              </a:spcBef>
              <a:spcAft>
                <a:spcPts val="600"/>
              </a:spcAft>
              <a:buClrTx/>
              <a:buSzTx/>
              <a:buFontTx/>
              <a:buNone/>
              <a:tabLst/>
              <a:defRPr/>
            </a:pPr>
            <a:endParaRPr kumimoji="0" lang="en-US" sz="2000" b="1" i="1" u="none" strike="noStrike" kern="1200" cap="none" spc="0" normalizeH="0" baseline="0" noProof="0" dirty="0">
              <a:ln>
                <a:noFill/>
              </a:ln>
              <a:solidFill>
                <a:prstClr val="white"/>
              </a:solidFill>
              <a:effectLst/>
              <a:uLnTx/>
              <a:uFillTx/>
              <a:latin typeface="Aptos"/>
              <a:ea typeface="+mn-ea"/>
              <a:cs typeface="+mn-cs"/>
            </a:endParaRPr>
          </a:p>
          <a:p>
            <a:pPr marL="0" marR="0" lvl="0" indent="0" algn="l" defTabSz="914400" rtl="0" eaLnBrk="1" fontAlgn="auto" latinLnBrk="0" hangingPunct="1">
              <a:lnSpc>
                <a:spcPct val="90000"/>
              </a:lnSpc>
              <a:spcBef>
                <a:spcPct val="0"/>
              </a:spcBef>
              <a:spcAft>
                <a:spcPts val="600"/>
              </a:spcAft>
              <a:buClrTx/>
              <a:buSzTx/>
              <a:buFontTx/>
              <a:buNone/>
              <a:tabLst/>
              <a:defRPr/>
            </a:pPr>
            <a:r>
              <a:rPr lang="en-US" sz="3200" b="1" dirty="0">
                <a:solidFill>
                  <a:prstClr val="white"/>
                </a:solidFill>
                <a:latin typeface="Aptos"/>
              </a:rPr>
              <a:t>Implementation and O&amp;M Strategy</a:t>
            </a:r>
          </a:p>
        </p:txBody>
      </p:sp>
      <p:sp>
        <p:nvSpPr>
          <p:cNvPr id="5" name="Shape 2">
            <a:extLst>
              <a:ext uri="{FF2B5EF4-FFF2-40B4-BE49-F238E27FC236}">
                <a16:creationId xmlns:a16="http://schemas.microsoft.com/office/drawing/2014/main" id="{98F75150-F4D6-A553-A127-485016EA86AA}"/>
              </a:ext>
            </a:extLst>
          </p:cNvPr>
          <p:cNvSpPr/>
          <p:nvPr/>
        </p:nvSpPr>
        <p:spPr>
          <a:xfrm>
            <a:off x="658368" y="2976753"/>
            <a:ext cx="1005840" cy="1"/>
          </a:xfrm>
          <a:prstGeom prst="line">
            <a:avLst/>
          </a:prstGeom>
          <a:noFill/>
          <a:ln w="50800">
            <a:solidFill>
              <a:srgbClr val="86BC2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a:ea typeface="+mn-ea"/>
              <a:cs typeface="+mn-cs"/>
            </a:endParaRPr>
          </a:p>
        </p:txBody>
      </p:sp>
    </p:spTree>
    <p:extLst>
      <p:ext uri="{BB962C8B-B14F-4D97-AF65-F5344CB8AC3E}">
        <p14:creationId xmlns:p14="http://schemas.microsoft.com/office/powerpoint/2010/main" val="18259321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C2956-FA02-FB00-41E5-9E91EE64B9C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5FAB0FC-76D2-3C17-A69C-788D818265DE}"/>
              </a:ext>
            </a:extLst>
          </p:cNvPr>
          <p:cNvSpPr txBox="1"/>
          <p:nvPr/>
        </p:nvSpPr>
        <p:spPr>
          <a:xfrm>
            <a:off x="190499" y="19735"/>
            <a:ext cx="11136262" cy="892552"/>
          </a:xfrm>
          <a:prstGeom prst="rect">
            <a:avLst/>
          </a:prstGeom>
          <a:noFill/>
        </p:spPr>
        <p:txBody>
          <a:bodyPr wrap="square">
            <a:spAutoFit/>
          </a:bodyPr>
          <a:lstStyle/>
          <a:p>
            <a:r>
              <a:rPr lang="en-US" sz="2000" b="1" dirty="0">
                <a:latin typeface="+mj-lt"/>
              </a:rPr>
              <a:t>Proposed Implementation Plan</a:t>
            </a:r>
            <a:br>
              <a:rPr lang="en-US" dirty="0">
                <a:latin typeface="+mj-lt"/>
              </a:rPr>
            </a:br>
            <a:r>
              <a:rPr lang="en-US" sz="1600" i="1" dirty="0">
                <a:latin typeface="+mj-lt"/>
              </a:rPr>
              <a:t>A phased Gantt plan to mobilize the CoE, deploy the AI Spine, prove Department Brains, and scale statewide</a:t>
            </a:r>
          </a:p>
          <a:p>
            <a:endParaRPr lang="en-US" sz="1600" i="1" dirty="0">
              <a:latin typeface="+mj-lt"/>
            </a:endParaRPr>
          </a:p>
        </p:txBody>
      </p:sp>
      <p:grpSp>
        <p:nvGrpSpPr>
          <p:cNvPr id="3" name="Group 2">
            <a:extLst>
              <a:ext uri="{FF2B5EF4-FFF2-40B4-BE49-F238E27FC236}">
                <a16:creationId xmlns:a16="http://schemas.microsoft.com/office/drawing/2014/main" id="{BE0E3B3C-18DD-A91B-D3D1-A2E3CF5AFD40}"/>
              </a:ext>
            </a:extLst>
          </p:cNvPr>
          <p:cNvGrpSpPr/>
          <p:nvPr/>
        </p:nvGrpSpPr>
        <p:grpSpPr>
          <a:xfrm>
            <a:off x="0" y="680575"/>
            <a:ext cx="5752976" cy="151621"/>
            <a:chOff x="0" y="786578"/>
            <a:chExt cx="5752976" cy="151621"/>
          </a:xfrm>
        </p:grpSpPr>
        <p:cxnSp>
          <p:nvCxnSpPr>
            <p:cNvPr id="5" name="Straight Connector 4">
              <a:extLst>
                <a:ext uri="{FF2B5EF4-FFF2-40B4-BE49-F238E27FC236}">
                  <a16:creationId xmlns:a16="http://schemas.microsoft.com/office/drawing/2014/main" id="{300BBB84-0388-3AE5-A1EB-24E073C98847}"/>
                </a:ext>
              </a:extLst>
            </p:cNvPr>
            <p:cNvCxnSpPr>
              <a:cxnSpLocks/>
            </p:cNvCxnSpPr>
            <p:nvPr/>
          </p:nvCxnSpPr>
          <p:spPr>
            <a:xfrm>
              <a:off x="0" y="862388"/>
              <a:ext cx="5673213" cy="0"/>
            </a:xfrm>
            <a:prstGeom prst="line">
              <a:avLst/>
            </a:prstGeom>
            <a:ln>
              <a:solidFill>
                <a:srgbClr val="92D050"/>
              </a:solidFill>
            </a:ln>
          </p:spPr>
          <p:style>
            <a:lnRef idx="2">
              <a:schemeClr val="accent1"/>
            </a:lnRef>
            <a:fillRef idx="0">
              <a:schemeClr val="accent1"/>
            </a:fillRef>
            <a:effectRef idx="1">
              <a:schemeClr val="accent1"/>
            </a:effectRef>
            <a:fontRef idx="minor">
              <a:schemeClr val="tx1"/>
            </a:fontRef>
          </p:style>
        </p:cxnSp>
        <p:sp>
          <p:nvSpPr>
            <p:cNvPr id="6" name="Diamond 5">
              <a:extLst>
                <a:ext uri="{FF2B5EF4-FFF2-40B4-BE49-F238E27FC236}">
                  <a16:creationId xmlns:a16="http://schemas.microsoft.com/office/drawing/2014/main" id="{E3A8A6CD-3FEA-B4AE-7A2A-FA4BDCC37502}"/>
                </a:ext>
              </a:extLst>
            </p:cNvPr>
            <p:cNvSpPr/>
            <p:nvPr/>
          </p:nvSpPr>
          <p:spPr>
            <a:xfrm>
              <a:off x="5661536" y="786578"/>
              <a:ext cx="91440" cy="151621"/>
            </a:xfrm>
            <a:prstGeom prst="diamond">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grpSp>
      <p:sp>
        <p:nvSpPr>
          <p:cNvPr id="7" name="Shape 3">
            <a:extLst>
              <a:ext uri="{FF2B5EF4-FFF2-40B4-BE49-F238E27FC236}">
                <a16:creationId xmlns:a16="http://schemas.microsoft.com/office/drawing/2014/main" id="{F5771279-133A-DED9-A327-D3545FC831A3}"/>
              </a:ext>
            </a:extLst>
          </p:cNvPr>
          <p:cNvSpPr/>
          <p:nvPr/>
        </p:nvSpPr>
        <p:spPr>
          <a:xfrm>
            <a:off x="475488" y="1078992"/>
            <a:ext cx="1965960" cy="475488"/>
          </a:xfrm>
          <a:prstGeom prst="roundRect">
            <a:avLst>
              <a:gd name="adj" fmla="val 7692"/>
            </a:avLst>
          </a:prstGeom>
          <a:solidFill>
            <a:srgbClr val="0B2739"/>
          </a:solidFill>
          <a:ln w="12700">
            <a:solidFill>
              <a:srgbClr val="0B2739"/>
            </a:solidFill>
            <a:prstDash val="solid"/>
          </a:ln>
        </p:spPr>
        <p:txBody>
          <a:bodyPr/>
          <a:lstStyle/>
          <a:p>
            <a:endParaRPr lang="en-IN" sz="2400">
              <a:solidFill>
                <a:prstClr val="black"/>
              </a:solidFill>
              <a:latin typeface="+mj-lt"/>
            </a:endParaRPr>
          </a:p>
        </p:txBody>
      </p:sp>
      <p:sp>
        <p:nvSpPr>
          <p:cNvPr id="9" name="Text 4">
            <a:extLst>
              <a:ext uri="{FF2B5EF4-FFF2-40B4-BE49-F238E27FC236}">
                <a16:creationId xmlns:a16="http://schemas.microsoft.com/office/drawing/2014/main" id="{3BC44688-AE60-03DE-5581-190DD616D368}"/>
              </a:ext>
            </a:extLst>
          </p:cNvPr>
          <p:cNvSpPr/>
          <p:nvPr/>
        </p:nvSpPr>
        <p:spPr>
          <a:xfrm>
            <a:off x="640080" y="1252728"/>
            <a:ext cx="1636776" cy="118872"/>
          </a:xfrm>
          <a:prstGeom prst="rect">
            <a:avLst/>
          </a:prstGeom>
          <a:noFill/>
          <a:ln/>
        </p:spPr>
        <p:txBody>
          <a:bodyPr wrap="square" lIns="0" tIns="0" rIns="0" bIns="0" rtlCol="0" anchor="ctr"/>
          <a:lstStyle/>
          <a:p>
            <a:r>
              <a:rPr lang="en-US" sz="900" b="1" dirty="0">
                <a:solidFill>
                  <a:srgbClr val="FFFFFF"/>
                </a:solidFill>
                <a:latin typeface="+mj-lt"/>
              </a:rPr>
              <a:t>WORKSTREAM / PHASE</a:t>
            </a:r>
            <a:endParaRPr lang="en-US" sz="900" dirty="0">
              <a:solidFill>
                <a:prstClr val="black"/>
              </a:solidFill>
              <a:latin typeface="+mj-lt"/>
            </a:endParaRPr>
          </a:p>
        </p:txBody>
      </p:sp>
      <p:sp>
        <p:nvSpPr>
          <p:cNvPr id="10" name="Shape 5">
            <a:extLst>
              <a:ext uri="{FF2B5EF4-FFF2-40B4-BE49-F238E27FC236}">
                <a16:creationId xmlns:a16="http://schemas.microsoft.com/office/drawing/2014/main" id="{4645F305-A7AB-6FCE-9A5C-E0F8552967D2}"/>
              </a:ext>
            </a:extLst>
          </p:cNvPr>
          <p:cNvSpPr/>
          <p:nvPr/>
        </p:nvSpPr>
        <p:spPr>
          <a:xfrm>
            <a:off x="2578608" y="1078992"/>
            <a:ext cx="548640" cy="475488"/>
          </a:xfrm>
          <a:prstGeom prst="rect">
            <a:avLst/>
          </a:prstGeom>
          <a:solidFill>
            <a:srgbClr val="123B5D"/>
          </a:solidFill>
          <a:ln w="10160">
            <a:solidFill>
              <a:srgbClr val="FFFFFF"/>
            </a:solidFill>
            <a:prstDash val="solid"/>
          </a:ln>
        </p:spPr>
        <p:txBody>
          <a:bodyPr/>
          <a:lstStyle/>
          <a:p>
            <a:endParaRPr lang="en-IN" sz="2400">
              <a:solidFill>
                <a:prstClr val="black"/>
              </a:solidFill>
              <a:latin typeface="+mj-lt"/>
            </a:endParaRPr>
          </a:p>
        </p:txBody>
      </p:sp>
      <p:sp>
        <p:nvSpPr>
          <p:cNvPr id="11" name="Text 6">
            <a:extLst>
              <a:ext uri="{FF2B5EF4-FFF2-40B4-BE49-F238E27FC236}">
                <a16:creationId xmlns:a16="http://schemas.microsoft.com/office/drawing/2014/main" id="{991A8CC2-1F67-CE9D-4028-B3228541D4CA}"/>
              </a:ext>
            </a:extLst>
          </p:cNvPr>
          <p:cNvSpPr/>
          <p:nvPr/>
        </p:nvSpPr>
        <p:spPr>
          <a:xfrm>
            <a:off x="2578608" y="1234440"/>
            <a:ext cx="548640" cy="146304"/>
          </a:xfrm>
          <a:prstGeom prst="rect">
            <a:avLst/>
          </a:prstGeom>
          <a:noFill/>
          <a:ln/>
        </p:spPr>
        <p:txBody>
          <a:bodyPr wrap="square" lIns="0" tIns="0" rIns="0" bIns="0" rtlCol="0" anchor="ctr">
            <a:normAutofit/>
          </a:bodyPr>
          <a:lstStyle/>
          <a:p>
            <a:pPr algn="ctr"/>
            <a:r>
              <a:rPr lang="en-US" sz="900" b="1" dirty="0">
                <a:solidFill>
                  <a:srgbClr val="FFFFFF"/>
                </a:solidFill>
                <a:latin typeface="+mj-lt"/>
              </a:rPr>
              <a:t>M1</a:t>
            </a:r>
            <a:endParaRPr lang="en-US" sz="900" dirty="0">
              <a:solidFill>
                <a:prstClr val="black"/>
              </a:solidFill>
              <a:latin typeface="+mj-lt"/>
            </a:endParaRPr>
          </a:p>
        </p:txBody>
      </p:sp>
      <p:sp>
        <p:nvSpPr>
          <p:cNvPr id="12" name="Shape 7">
            <a:extLst>
              <a:ext uri="{FF2B5EF4-FFF2-40B4-BE49-F238E27FC236}">
                <a16:creationId xmlns:a16="http://schemas.microsoft.com/office/drawing/2014/main" id="{A9CCFA41-5CEA-7C7F-3410-211D3D44403E}"/>
              </a:ext>
            </a:extLst>
          </p:cNvPr>
          <p:cNvSpPr/>
          <p:nvPr/>
        </p:nvSpPr>
        <p:spPr>
          <a:xfrm>
            <a:off x="3127248" y="1078992"/>
            <a:ext cx="548640" cy="475488"/>
          </a:xfrm>
          <a:prstGeom prst="rect">
            <a:avLst/>
          </a:prstGeom>
          <a:solidFill>
            <a:srgbClr val="123B5D"/>
          </a:solidFill>
          <a:ln w="10160">
            <a:solidFill>
              <a:srgbClr val="FFFFFF"/>
            </a:solidFill>
            <a:prstDash val="solid"/>
          </a:ln>
        </p:spPr>
        <p:txBody>
          <a:bodyPr/>
          <a:lstStyle/>
          <a:p>
            <a:endParaRPr lang="en-IN" sz="2400">
              <a:solidFill>
                <a:prstClr val="black"/>
              </a:solidFill>
              <a:latin typeface="+mj-lt"/>
            </a:endParaRPr>
          </a:p>
        </p:txBody>
      </p:sp>
      <p:sp>
        <p:nvSpPr>
          <p:cNvPr id="13" name="Text 8">
            <a:extLst>
              <a:ext uri="{FF2B5EF4-FFF2-40B4-BE49-F238E27FC236}">
                <a16:creationId xmlns:a16="http://schemas.microsoft.com/office/drawing/2014/main" id="{A62E141A-6ACB-2BAA-2007-03678A830378}"/>
              </a:ext>
            </a:extLst>
          </p:cNvPr>
          <p:cNvSpPr/>
          <p:nvPr/>
        </p:nvSpPr>
        <p:spPr>
          <a:xfrm>
            <a:off x="3127248" y="1234440"/>
            <a:ext cx="548640" cy="146304"/>
          </a:xfrm>
          <a:prstGeom prst="rect">
            <a:avLst/>
          </a:prstGeom>
          <a:noFill/>
          <a:ln/>
        </p:spPr>
        <p:txBody>
          <a:bodyPr wrap="square" lIns="0" tIns="0" rIns="0" bIns="0" rtlCol="0" anchor="ctr">
            <a:normAutofit/>
          </a:bodyPr>
          <a:lstStyle/>
          <a:p>
            <a:pPr algn="ctr"/>
            <a:r>
              <a:rPr lang="en-US" sz="900" b="1" dirty="0">
                <a:solidFill>
                  <a:srgbClr val="FFFFFF"/>
                </a:solidFill>
                <a:latin typeface="+mj-lt"/>
              </a:rPr>
              <a:t>M2</a:t>
            </a:r>
            <a:endParaRPr lang="en-US" sz="900" dirty="0">
              <a:solidFill>
                <a:prstClr val="black"/>
              </a:solidFill>
              <a:latin typeface="+mj-lt"/>
            </a:endParaRPr>
          </a:p>
        </p:txBody>
      </p:sp>
      <p:sp>
        <p:nvSpPr>
          <p:cNvPr id="14" name="Shape 9">
            <a:extLst>
              <a:ext uri="{FF2B5EF4-FFF2-40B4-BE49-F238E27FC236}">
                <a16:creationId xmlns:a16="http://schemas.microsoft.com/office/drawing/2014/main" id="{DDE80DF4-7920-B796-F273-DE82665C2094}"/>
              </a:ext>
            </a:extLst>
          </p:cNvPr>
          <p:cNvSpPr/>
          <p:nvPr/>
        </p:nvSpPr>
        <p:spPr>
          <a:xfrm>
            <a:off x="3675888" y="1078992"/>
            <a:ext cx="548640" cy="475488"/>
          </a:xfrm>
          <a:prstGeom prst="rect">
            <a:avLst/>
          </a:prstGeom>
          <a:solidFill>
            <a:srgbClr val="123B5D"/>
          </a:solidFill>
          <a:ln w="10160">
            <a:solidFill>
              <a:srgbClr val="FFFFFF"/>
            </a:solidFill>
            <a:prstDash val="solid"/>
          </a:ln>
        </p:spPr>
        <p:txBody>
          <a:bodyPr/>
          <a:lstStyle/>
          <a:p>
            <a:endParaRPr lang="en-IN" sz="2400">
              <a:solidFill>
                <a:prstClr val="black"/>
              </a:solidFill>
              <a:latin typeface="+mj-lt"/>
            </a:endParaRPr>
          </a:p>
        </p:txBody>
      </p:sp>
      <p:sp>
        <p:nvSpPr>
          <p:cNvPr id="15" name="Text 10">
            <a:extLst>
              <a:ext uri="{FF2B5EF4-FFF2-40B4-BE49-F238E27FC236}">
                <a16:creationId xmlns:a16="http://schemas.microsoft.com/office/drawing/2014/main" id="{670396C0-0E55-7B39-6EEB-54631A1048C6}"/>
              </a:ext>
            </a:extLst>
          </p:cNvPr>
          <p:cNvSpPr/>
          <p:nvPr/>
        </p:nvSpPr>
        <p:spPr>
          <a:xfrm>
            <a:off x="3675888" y="1234440"/>
            <a:ext cx="548640" cy="146304"/>
          </a:xfrm>
          <a:prstGeom prst="rect">
            <a:avLst/>
          </a:prstGeom>
          <a:noFill/>
          <a:ln/>
        </p:spPr>
        <p:txBody>
          <a:bodyPr wrap="square" lIns="0" tIns="0" rIns="0" bIns="0" rtlCol="0" anchor="ctr">
            <a:normAutofit/>
          </a:bodyPr>
          <a:lstStyle/>
          <a:p>
            <a:pPr algn="ctr"/>
            <a:r>
              <a:rPr lang="en-US" sz="900" b="1" dirty="0">
                <a:solidFill>
                  <a:srgbClr val="FFFFFF"/>
                </a:solidFill>
                <a:latin typeface="+mj-lt"/>
              </a:rPr>
              <a:t>M3</a:t>
            </a:r>
            <a:endParaRPr lang="en-US" sz="900" dirty="0">
              <a:solidFill>
                <a:prstClr val="black"/>
              </a:solidFill>
              <a:latin typeface="+mj-lt"/>
            </a:endParaRPr>
          </a:p>
        </p:txBody>
      </p:sp>
      <p:sp>
        <p:nvSpPr>
          <p:cNvPr id="16" name="Shape 11">
            <a:extLst>
              <a:ext uri="{FF2B5EF4-FFF2-40B4-BE49-F238E27FC236}">
                <a16:creationId xmlns:a16="http://schemas.microsoft.com/office/drawing/2014/main" id="{DEC99A36-643F-2642-50A6-997FCB291E80}"/>
              </a:ext>
            </a:extLst>
          </p:cNvPr>
          <p:cNvSpPr/>
          <p:nvPr/>
        </p:nvSpPr>
        <p:spPr>
          <a:xfrm>
            <a:off x="4224528" y="1078992"/>
            <a:ext cx="548640" cy="475488"/>
          </a:xfrm>
          <a:prstGeom prst="rect">
            <a:avLst/>
          </a:prstGeom>
          <a:solidFill>
            <a:srgbClr val="123B5D"/>
          </a:solidFill>
          <a:ln w="10160">
            <a:solidFill>
              <a:srgbClr val="FFFFFF"/>
            </a:solidFill>
            <a:prstDash val="solid"/>
          </a:ln>
        </p:spPr>
        <p:txBody>
          <a:bodyPr/>
          <a:lstStyle/>
          <a:p>
            <a:endParaRPr lang="en-IN" sz="2400">
              <a:solidFill>
                <a:prstClr val="black"/>
              </a:solidFill>
              <a:latin typeface="+mj-lt"/>
            </a:endParaRPr>
          </a:p>
        </p:txBody>
      </p:sp>
      <p:sp>
        <p:nvSpPr>
          <p:cNvPr id="17" name="Text 12">
            <a:extLst>
              <a:ext uri="{FF2B5EF4-FFF2-40B4-BE49-F238E27FC236}">
                <a16:creationId xmlns:a16="http://schemas.microsoft.com/office/drawing/2014/main" id="{061A2533-2E2C-A504-06EB-CBCEED839846}"/>
              </a:ext>
            </a:extLst>
          </p:cNvPr>
          <p:cNvSpPr/>
          <p:nvPr/>
        </p:nvSpPr>
        <p:spPr>
          <a:xfrm>
            <a:off x="4224528" y="1234440"/>
            <a:ext cx="548640" cy="146304"/>
          </a:xfrm>
          <a:prstGeom prst="rect">
            <a:avLst/>
          </a:prstGeom>
          <a:noFill/>
          <a:ln/>
        </p:spPr>
        <p:txBody>
          <a:bodyPr wrap="square" lIns="0" tIns="0" rIns="0" bIns="0" rtlCol="0" anchor="ctr">
            <a:normAutofit/>
          </a:bodyPr>
          <a:lstStyle/>
          <a:p>
            <a:pPr algn="ctr"/>
            <a:r>
              <a:rPr lang="en-US" sz="900" b="1" dirty="0">
                <a:solidFill>
                  <a:srgbClr val="FFFFFF"/>
                </a:solidFill>
                <a:latin typeface="+mj-lt"/>
              </a:rPr>
              <a:t>M4</a:t>
            </a:r>
            <a:endParaRPr lang="en-US" sz="900" dirty="0">
              <a:solidFill>
                <a:prstClr val="black"/>
              </a:solidFill>
              <a:latin typeface="+mj-lt"/>
            </a:endParaRPr>
          </a:p>
        </p:txBody>
      </p:sp>
      <p:sp>
        <p:nvSpPr>
          <p:cNvPr id="18" name="Shape 13">
            <a:extLst>
              <a:ext uri="{FF2B5EF4-FFF2-40B4-BE49-F238E27FC236}">
                <a16:creationId xmlns:a16="http://schemas.microsoft.com/office/drawing/2014/main" id="{8AA9E556-6EA6-DCE0-0CDC-5A049DFEE401}"/>
              </a:ext>
            </a:extLst>
          </p:cNvPr>
          <p:cNvSpPr/>
          <p:nvPr/>
        </p:nvSpPr>
        <p:spPr>
          <a:xfrm>
            <a:off x="4773168" y="1078992"/>
            <a:ext cx="548640" cy="475488"/>
          </a:xfrm>
          <a:prstGeom prst="rect">
            <a:avLst/>
          </a:prstGeom>
          <a:solidFill>
            <a:srgbClr val="123B5D"/>
          </a:solidFill>
          <a:ln w="10160">
            <a:solidFill>
              <a:srgbClr val="FFFFFF"/>
            </a:solidFill>
            <a:prstDash val="solid"/>
          </a:ln>
        </p:spPr>
        <p:txBody>
          <a:bodyPr/>
          <a:lstStyle/>
          <a:p>
            <a:endParaRPr lang="en-IN" sz="2400">
              <a:solidFill>
                <a:prstClr val="black"/>
              </a:solidFill>
              <a:latin typeface="+mj-lt"/>
            </a:endParaRPr>
          </a:p>
        </p:txBody>
      </p:sp>
      <p:sp>
        <p:nvSpPr>
          <p:cNvPr id="19" name="Text 14">
            <a:extLst>
              <a:ext uri="{FF2B5EF4-FFF2-40B4-BE49-F238E27FC236}">
                <a16:creationId xmlns:a16="http://schemas.microsoft.com/office/drawing/2014/main" id="{ABD35070-1BD7-DD10-AD8D-021B5B86C466}"/>
              </a:ext>
            </a:extLst>
          </p:cNvPr>
          <p:cNvSpPr/>
          <p:nvPr/>
        </p:nvSpPr>
        <p:spPr>
          <a:xfrm>
            <a:off x="4773168" y="1234440"/>
            <a:ext cx="548640" cy="146304"/>
          </a:xfrm>
          <a:prstGeom prst="rect">
            <a:avLst/>
          </a:prstGeom>
          <a:noFill/>
          <a:ln/>
        </p:spPr>
        <p:txBody>
          <a:bodyPr wrap="square" lIns="0" tIns="0" rIns="0" bIns="0" rtlCol="0" anchor="ctr">
            <a:normAutofit/>
          </a:bodyPr>
          <a:lstStyle/>
          <a:p>
            <a:pPr algn="ctr"/>
            <a:r>
              <a:rPr lang="en-US" sz="900" b="1" dirty="0">
                <a:solidFill>
                  <a:srgbClr val="FFFFFF"/>
                </a:solidFill>
                <a:latin typeface="+mj-lt"/>
              </a:rPr>
              <a:t>M5</a:t>
            </a:r>
            <a:endParaRPr lang="en-US" sz="900" dirty="0">
              <a:solidFill>
                <a:prstClr val="black"/>
              </a:solidFill>
              <a:latin typeface="+mj-lt"/>
            </a:endParaRPr>
          </a:p>
        </p:txBody>
      </p:sp>
      <p:sp>
        <p:nvSpPr>
          <p:cNvPr id="20" name="Shape 15">
            <a:extLst>
              <a:ext uri="{FF2B5EF4-FFF2-40B4-BE49-F238E27FC236}">
                <a16:creationId xmlns:a16="http://schemas.microsoft.com/office/drawing/2014/main" id="{B757C73B-0D60-1E13-4F01-3C01A6C8D4EC}"/>
              </a:ext>
            </a:extLst>
          </p:cNvPr>
          <p:cNvSpPr/>
          <p:nvPr/>
        </p:nvSpPr>
        <p:spPr>
          <a:xfrm>
            <a:off x="5321808" y="1078992"/>
            <a:ext cx="548640" cy="475488"/>
          </a:xfrm>
          <a:prstGeom prst="rect">
            <a:avLst/>
          </a:prstGeom>
          <a:solidFill>
            <a:srgbClr val="123B5D"/>
          </a:solidFill>
          <a:ln w="10160">
            <a:solidFill>
              <a:srgbClr val="FFFFFF"/>
            </a:solidFill>
            <a:prstDash val="solid"/>
          </a:ln>
        </p:spPr>
        <p:txBody>
          <a:bodyPr/>
          <a:lstStyle/>
          <a:p>
            <a:endParaRPr lang="en-IN" sz="2400">
              <a:solidFill>
                <a:prstClr val="black"/>
              </a:solidFill>
              <a:latin typeface="+mj-lt"/>
            </a:endParaRPr>
          </a:p>
        </p:txBody>
      </p:sp>
      <p:sp>
        <p:nvSpPr>
          <p:cNvPr id="21" name="Text 16">
            <a:extLst>
              <a:ext uri="{FF2B5EF4-FFF2-40B4-BE49-F238E27FC236}">
                <a16:creationId xmlns:a16="http://schemas.microsoft.com/office/drawing/2014/main" id="{3B0EA21F-BE2F-33AF-E9AC-63639C3F486F}"/>
              </a:ext>
            </a:extLst>
          </p:cNvPr>
          <p:cNvSpPr/>
          <p:nvPr/>
        </p:nvSpPr>
        <p:spPr>
          <a:xfrm>
            <a:off x="5321808" y="1234440"/>
            <a:ext cx="548640" cy="146304"/>
          </a:xfrm>
          <a:prstGeom prst="rect">
            <a:avLst/>
          </a:prstGeom>
          <a:noFill/>
          <a:ln/>
        </p:spPr>
        <p:txBody>
          <a:bodyPr wrap="square" lIns="0" tIns="0" rIns="0" bIns="0" rtlCol="0" anchor="ctr">
            <a:normAutofit/>
          </a:bodyPr>
          <a:lstStyle/>
          <a:p>
            <a:pPr algn="ctr"/>
            <a:r>
              <a:rPr lang="en-US" sz="900" b="1" dirty="0">
                <a:solidFill>
                  <a:srgbClr val="FFFFFF"/>
                </a:solidFill>
                <a:latin typeface="+mj-lt"/>
              </a:rPr>
              <a:t>M6</a:t>
            </a:r>
            <a:endParaRPr lang="en-US" sz="900" dirty="0">
              <a:solidFill>
                <a:prstClr val="black"/>
              </a:solidFill>
              <a:latin typeface="+mj-lt"/>
            </a:endParaRPr>
          </a:p>
        </p:txBody>
      </p:sp>
      <p:sp>
        <p:nvSpPr>
          <p:cNvPr id="22" name="Shape 17">
            <a:extLst>
              <a:ext uri="{FF2B5EF4-FFF2-40B4-BE49-F238E27FC236}">
                <a16:creationId xmlns:a16="http://schemas.microsoft.com/office/drawing/2014/main" id="{FEDDD856-1193-FC30-AD96-D2EEBF125EDB}"/>
              </a:ext>
            </a:extLst>
          </p:cNvPr>
          <p:cNvSpPr/>
          <p:nvPr/>
        </p:nvSpPr>
        <p:spPr>
          <a:xfrm>
            <a:off x="5870448" y="1078992"/>
            <a:ext cx="548640" cy="475488"/>
          </a:xfrm>
          <a:prstGeom prst="rect">
            <a:avLst/>
          </a:prstGeom>
          <a:solidFill>
            <a:srgbClr val="123B5D"/>
          </a:solidFill>
          <a:ln w="10160">
            <a:solidFill>
              <a:srgbClr val="FFFFFF"/>
            </a:solidFill>
            <a:prstDash val="solid"/>
          </a:ln>
        </p:spPr>
        <p:txBody>
          <a:bodyPr/>
          <a:lstStyle/>
          <a:p>
            <a:endParaRPr lang="en-IN" sz="2400">
              <a:solidFill>
                <a:prstClr val="black"/>
              </a:solidFill>
              <a:latin typeface="+mj-lt"/>
            </a:endParaRPr>
          </a:p>
        </p:txBody>
      </p:sp>
      <p:sp>
        <p:nvSpPr>
          <p:cNvPr id="23" name="Text 18">
            <a:extLst>
              <a:ext uri="{FF2B5EF4-FFF2-40B4-BE49-F238E27FC236}">
                <a16:creationId xmlns:a16="http://schemas.microsoft.com/office/drawing/2014/main" id="{7A4731F8-E0C8-D878-3EFF-55C3DBC7E100}"/>
              </a:ext>
            </a:extLst>
          </p:cNvPr>
          <p:cNvSpPr/>
          <p:nvPr/>
        </p:nvSpPr>
        <p:spPr>
          <a:xfrm>
            <a:off x="5870448" y="1234440"/>
            <a:ext cx="548640" cy="146304"/>
          </a:xfrm>
          <a:prstGeom prst="rect">
            <a:avLst/>
          </a:prstGeom>
          <a:noFill/>
          <a:ln/>
        </p:spPr>
        <p:txBody>
          <a:bodyPr wrap="square" lIns="0" tIns="0" rIns="0" bIns="0" rtlCol="0" anchor="ctr">
            <a:normAutofit/>
          </a:bodyPr>
          <a:lstStyle/>
          <a:p>
            <a:pPr algn="ctr"/>
            <a:r>
              <a:rPr lang="en-US" sz="900" b="1" dirty="0">
                <a:solidFill>
                  <a:srgbClr val="FFFFFF"/>
                </a:solidFill>
                <a:latin typeface="+mj-lt"/>
              </a:rPr>
              <a:t>M7</a:t>
            </a:r>
            <a:endParaRPr lang="en-US" sz="900" dirty="0">
              <a:solidFill>
                <a:prstClr val="black"/>
              </a:solidFill>
              <a:latin typeface="+mj-lt"/>
            </a:endParaRPr>
          </a:p>
        </p:txBody>
      </p:sp>
      <p:sp>
        <p:nvSpPr>
          <p:cNvPr id="24" name="Shape 19">
            <a:extLst>
              <a:ext uri="{FF2B5EF4-FFF2-40B4-BE49-F238E27FC236}">
                <a16:creationId xmlns:a16="http://schemas.microsoft.com/office/drawing/2014/main" id="{51F389E4-635B-D22D-4DE7-8B41763FCF51}"/>
              </a:ext>
            </a:extLst>
          </p:cNvPr>
          <p:cNvSpPr/>
          <p:nvPr/>
        </p:nvSpPr>
        <p:spPr>
          <a:xfrm>
            <a:off x="6419088" y="1078992"/>
            <a:ext cx="548640" cy="475488"/>
          </a:xfrm>
          <a:prstGeom prst="rect">
            <a:avLst/>
          </a:prstGeom>
          <a:solidFill>
            <a:srgbClr val="123B5D"/>
          </a:solidFill>
          <a:ln w="10160">
            <a:solidFill>
              <a:srgbClr val="FFFFFF"/>
            </a:solidFill>
            <a:prstDash val="solid"/>
          </a:ln>
        </p:spPr>
        <p:txBody>
          <a:bodyPr/>
          <a:lstStyle/>
          <a:p>
            <a:endParaRPr lang="en-IN" sz="2400">
              <a:solidFill>
                <a:prstClr val="black"/>
              </a:solidFill>
              <a:latin typeface="+mj-lt"/>
            </a:endParaRPr>
          </a:p>
        </p:txBody>
      </p:sp>
      <p:sp>
        <p:nvSpPr>
          <p:cNvPr id="25" name="Text 20">
            <a:extLst>
              <a:ext uri="{FF2B5EF4-FFF2-40B4-BE49-F238E27FC236}">
                <a16:creationId xmlns:a16="http://schemas.microsoft.com/office/drawing/2014/main" id="{083CDFA3-32FA-9C64-224D-445D9A4EAD42}"/>
              </a:ext>
            </a:extLst>
          </p:cNvPr>
          <p:cNvSpPr/>
          <p:nvPr/>
        </p:nvSpPr>
        <p:spPr>
          <a:xfrm>
            <a:off x="6419088" y="1234440"/>
            <a:ext cx="548640" cy="146304"/>
          </a:xfrm>
          <a:prstGeom prst="rect">
            <a:avLst/>
          </a:prstGeom>
          <a:noFill/>
          <a:ln/>
        </p:spPr>
        <p:txBody>
          <a:bodyPr wrap="square" lIns="0" tIns="0" rIns="0" bIns="0" rtlCol="0" anchor="ctr">
            <a:normAutofit/>
          </a:bodyPr>
          <a:lstStyle/>
          <a:p>
            <a:pPr algn="ctr"/>
            <a:r>
              <a:rPr lang="en-US" sz="900" b="1" dirty="0">
                <a:solidFill>
                  <a:srgbClr val="FFFFFF"/>
                </a:solidFill>
                <a:latin typeface="+mj-lt"/>
              </a:rPr>
              <a:t>M8</a:t>
            </a:r>
            <a:endParaRPr lang="en-US" sz="900" dirty="0">
              <a:solidFill>
                <a:prstClr val="black"/>
              </a:solidFill>
              <a:latin typeface="+mj-lt"/>
            </a:endParaRPr>
          </a:p>
        </p:txBody>
      </p:sp>
      <p:sp>
        <p:nvSpPr>
          <p:cNvPr id="26" name="Shape 21">
            <a:extLst>
              <a:ext uri="{FF2B5EF4-FFF2-40B4-BE49-F238E27FC236}">
                <a16:creationId xmlns:a16="http://schemas.microsoft.com/office/drawing/2014/main" id="{2D92A2E0-C450-5C07-0E63-D3A33663FE5F}"/>
              </a:ext>
            </a:extLst>
          </p:cNvPr>
          <p:cNvSpPr/>
          <p:nvPr/>
        </p:nvSpPr>
        <p:spPr>
          <a:xfrm>
            <a:off x="6967728" y="1078992"/>
            <a:ext cx="548640" cy="475488"/>
          </a:xfrm>
          <a:prstGeom prst="rect">
            <a:avLst/>
          </a:prstGeom>
          <a:solidFill>
            <a:srgbClr val="123B5D"/>
          </a:solidFill>
          <a:ln w="10160">
            <a:solidFill>
              <a:srgbClr val="FFFFFF"/>
            </a:solidFill>
            <a:prstDash val="solid"/>
          </a:ln>
        </p:spPr>
        <p:txBody>
          <a:bodyPr/>
          <a:lstStyle/>
          <a:p>
            <a:endParaRPr lang="en-IN" sz="2400">
              <a:solidFill>
                <a:prstClr val="black"/>
              </a:solidFill>
              <a:latin typeface="+mj-lt"/>
            </a:endParaRPr>
          </a:p>
        </p:txBody>
      </p:sp>
      <p:sp>
        <p:nvSpPr>
          <p:cNvPr id="27" name="Text 22">
            <a:extLst>
              <a:ext uri="{FF2B5EF4-FFF2-40B4-BE49-F238E27FC236}">
                <a16:creationId xmlns:a16="http://schemas.microsoft.com/office/drawing/2014/main" id="{5E4579B4-7049-7FAB-6D2B-2E08A2C5A8E4}"/>
              </a:ext>
            </a:extLst>
          </p:cNvPr>
          <p:cNvSpPr/>
          <p:nvPr/>
        </p:nvSpPr>
        <p:spPr>
          <a:xfrm>
            <a:off x="6967728" y="1234440"/>
            <a:ext cx="548640" cy="146304"/>
          </a:xfrm>
          <a:prstGeom prst="rect">
            <a:avLst/>
          </a:prstGeom>
          <a:noFill/>
          <a:ln/>
        </p:spPr>
        <p:txBody>
          <a:bodyPr wrap="square" lIns="0" tIns="0" rIns="0" bIns="0" rtlCol="0" anchor="ctr">
            <a:normAutofit/>
          </a:bodyPr>
          <a:lstStyle/>
          <a:p>
            <a:pPr algn="ctr"/>
            <a:r>
              <a:rPr lang="en-US" sz="900" b="1" dirty="0">
                <a:solidFill>
                  <a:srgbClr val="FFFFFF"/>
                </a:solidFill>
                <a:latin typeface="+mj-lt"/>
              </a:rPr>
              <a:t>M9</a:t>
            </a:r>
            <a:endParaRPr lang="en-US" sz="900" dirty="0">
              <a:solidFill>
                <a:prstClr val="black"/>
              </a:solidFill>
              <a:latin typeface="+mj-lt"/>
            </a:endParaRPr>
          </a:p>
        </p:txBody>
      </p:sp>
      <p:sp>
        <p:nvSpPr>
          <p:cNvPr id="28" name="Shape 23">
            <a:extLst>
              <a:ext uri="{FF2B5EF4-FFF2-40B4-BE49-F238E27FC236}">
                <a16:creationId xmlns:a16="http://schemas.microsoft.com/office/drawing/2014/main" id="{287559FA-C1A7-11AD-11C1-54E2AB4E6759}"/>
              </a:ext>
            </a:extLst>
          </p:cNvPr>
          <p:cNvSpPr/>
          <p:nvPr/>
        </p:nvSpPr>
        <p:spPr>
          <a:xfrm>
            <a:off x="7516368" y="1078992"/>
            <a:ext cx="548640" cy="475488"/>
          </a:xfrm>
          <a:prstGeom prst="rect">
            <a:avLst/>
          </a:prstGeom>
          <a:solidFill>
            <a:srgbClr val="123B5D"/>
          </a:solidFill>
          <a:ln w="10160">
            <a:solidFill>
              <a:srgbClr val="FFFFFF"/>
            </a:solidFill>
            <a:prstDash val="solid"/>
          </a:ln>
        </p:spPr>
        <p:txBody>
          <a:bodyPr/>
          <a:lstStyle/>
          <a:p>
            <a:endParaRPr lang="en-IN" sz="2400">
              <a:solidFill>
                <a:prstClr val="black"/>
              </a:solidFill>
              <a:latin typeface="+mj-lt"/>
            </a:endParaRPr>
          </a:p>
        </p:txBody>
      </p:sp>
      <p:sp>
        <p:nvSpPr>
          <p:cNvPr id="29" name="Text 24">
            <a:extLst>
              <a:ext uri="{FF2B5EF4-FFF2-40B4-BE49-F238E27FC236}">
                <a16:creationId xmlns:a16="http://schemas.microsoft.com/office/drawing/2014/main" id="{078EA21F-742C-074F-9A23-66CDA9637AE4}"/>
              </a:ext>
            </a:extLst>
          </p:cNvPr>
          <p:cNvSpPr/>
          <p:nvPr/>
        </p:nvSpPr>
        <p:spPr>
          <a:xfrm>
            <a:off x="7516368" y="1234440"/>
            <a:ext cx="548640" cy="146304"/>
          </a:xfrm>
          <a:prstGeom prst="rect">
            <a:avLst/>
          </a:prstGeom>
          <a:noFill/>
          <a:ln/>
        </p:spPr>
        <p:txBody>
          <a:bodyPr wrap="square" lIns="0" tIns="0" rIns="0" bIns="0" rtlCol="0" anchor="ctr">
            <a:normAutofit/>
          </a:bodyPr>
          <a:lstStyle/>
          <a:p>
            <a:pPr algn="ctr"/>
            <a:r>
              <a:rPr lang="en-US" sz="900" b="1" dirty="0">
                <a:solidFill>
                  <a:srgbClr val="FFFFFF"/>
                </a:solidFill>
                <a:latin typeface="+mj-lt"/>
              </a:rPr>
              <a:t>M10</a:t>
            </a:r>
            <a:endParaRPr lang="en-US" sz="900" dirty="0">
              <a:solidFill>
                <a:prstClr val="black"/>
              </a:solidFill>
              <a:latin typeface="+mj-lt"/>
            </a:endParaRPr>
          </a:p>
        </p:txBody>
      </p:sp>
      <p:sp>
        <p:nvSpPr>
          <p:cNvPr id="30" name="Shape 25">
            <a:extLst>
              <a:ext uri="{FF2B5EF4-FFF2-40B4-BE49-F238E27FC236}">
                <a16:creationId xmlns:a16="http://schemas.microsoft.com/office/drawing/2014/main" id="{799F1662-331A-08FC-AA16-429D4DC6E975}"/>
              </a:ext>
            </a:extLst>
          </p:cNvPr>
          <p:cNvSpPr/>
          <p:nvPr/>
        </p:nvSpPr>
        <p:spPr>
          <a:xfrm>
            <a:off x="8065008" y="1078992"/>
            <a:ext cx="548640" cy="475488"/>
          </a:xfrm>
          <a:prstGeom prst="rect">
            <a:avLst/>
          </a:prstGeom>
          <a:solidFill>
            <a:srgbClr val="123B5D"/>
          </a:solidFill>
          <a:ln w="10160">
            <a:solidFill>
              <a:srgbClr val="FFFFFF"/>
            </a:solidFill>
            <a:prstDash val="solid"/>
          </a:ln>
        </p:spPr>
        <p:txBody>
          <a:bodyPr/>
          <a:lstStyle/>
          <a:p>
            <a:endParaRPr lang="en-IN" sz="2400">
              <a:solidFill>
                <a:prstClr val="black"/>
              </a:solidFill>
              <a:latin typeface="+mj-lt"/>
            </a:endParaRPr>
          </a:p>
        </p:txBody>
      </p:sp>
      <p:sp>
        <p:nvSpPr>
          <p:cNvPr id="31" name="Text 26">
            <a:extLst>
              <a:ext uri="{FF2B5EF4-FFF2-40B4-BE49-F238E27FC236}">
                <a16:creationId xmlns:a16="http://schemas.microsoft.com/office/drawing/2014/main" id="{3B460867-1289-AF9C-D8B6-87E7DC0EEE68}"/>
              </a:ext>
            </a:extLst>
          </p:cNvPr>
          <p:cNvSpPr/>
          <p:nvPr/>
        </p:nvSpPr>
        <p:spPr>
          <a:xfrm>
            <a:off x="8065008" y="1234440"/>
            <a:ext cx="548640" cy="146304"/>
          </a:xfrm>
          <a:prstGeom prst="rect">
            <a:avLst/>
          </a:prstGeom>
          <a:noFill/>
          <a:ln/>
        </p:spPr>
        <p:txBody>
          <a:bodyPr wrap="square" lIns="0" tIns="0" rIns="0" bIns="0" rtlCol="0" anchor="ctr">
            <a:normAutofit/>
          </a:bodyPr>
          <a:lstStyle/>
          <a:p>
            <a:pPr algn="ctr"/>
            <a:r>
              <a:rPr lang="en-US" sz="900" b="1" dirty="0">
                <a:solidFill>
                  <a:srgbClr val="FFFFFF"/>
                </a:solidFill>
                <a:latin typeface="+mj-lt"/>
              </a:rPr>
              <a:t>M11</a:t>
            </a:r>
            <a:endParaRPr lang="en-US" sz="900" dirty="0">
              <a:solidFill>
                <a:prstClr val="black"/>
              </a:solidFill>
              <a:latin typeface="+mj-lt"/>
            </a:endParaRPr>
          </a:p>
        </p:txBody>
      </p:sp>
      <p:sp>
        <p:nvSpPr>
          <p:cNvPr id="32" name="Shape 27">
            <a:extLst>
              <a:ext uri="{FF2B5EF4-FFF2-40B4-BE49-F238E27FC236}">
                <a16:creationId xmlns:a16="http://schemas.microsoft.com/office/drawing/2014/main" id="{6B513C2E-FFE5-5132-CAF0-05E060624A86}"/>
              </a:ext>
            </a:extLst>
          </p:cNvPr>
          <p:cNvSpPr/>
          <p:nvPr/>
        </p:nvSpPr>
        <p:spPr>
          <a:xfrm>
            <a:off x="8613648" y="1078992"/>
            <a:ext cx="548640" cy="475488"/>
          </a:xfrm>
          <a:prstGeom prst="rect">
            <a:avLst/>
          </a:prstGeom>
          <a:solidFill>
            <a:srgbClr val="123B5D"/>
          </a:solidFill>
          <a:ln w="10160">
            <a:solidFill>
              <a:srgbClr val="FFFFFF"/>
            </a:solidFill>
            <a:prstDash val="solid"/>
          </a:ln>
        </p:spPr>
        <p:txBody>
          <a:bodyPr/>
          <a:lstStyle/>
          <a:p>
            <a:endParaRPr lang="en-IN" sz="2400">
              <a:solidFill>
                <a:prstClr val="black"/>
              </a:solidFill>
              <a:latin typeface="+mj-lt"/>
            </a:endParaRPr>
          </a:p>
        </p:txBody>
      </p:sp>
      <p:sp>
        <p:nvSpPr>
          <p:cNvPr id="33" name="Text 28">
            <a:extLst>
              <a:ext uri="{FF2B5EF4-FFF2-40B4-BE49-F238E27FC236}">
                <a16:creationId xmlns:a16="http://schemas.microsoft.com/office/drawing/2014/main" id="{3F319356-FBBC-63AB-F5BA-64897A7B562A}"/>
              </a:ext>
            </a:extLst>
          </p:cNvPr>
          <p:cNvSpPr/>
          <p:nvPr/>
        </p:nvSpPr>
        <p:spPr>
          <a:xfrm>
            <a:off x="8613648" y="1234440"/>
            <a:ext cx="548640" cy="146304"/>
          </a:xfrm>
          <a:prstGeom prst="rect">
            <a:avLst/>
          </a:prstGeom>
          <a:noFill/>
          <a:ln/>
        </p:spPr>
        <p:txBody>
          <a:bodyPr wrap="square" lIns="0" tIns="0" rIns="0" bIns="0" rtlCol="0" anchor="ctr">
            <a:normAutofit/>
          </a:bodyPr>
          <a:lstStyle/>
          <a:p>
            <a:pPr algn="ctr"/>
            <a:r>
              <a:rPr lang="en-US" sz="900" b="1" dirty="0">
                <a:solidFill>
                  <a:srgbClr val="FFFFFF"/>
                </a:solidFill>
                <a:latin typeface="+mj-lt"/>
              </a:rPr>
              <a:t>M12</a:t>
            </a:r>
            <a:endParaRPr lang="en-US" sz="900" dirty="0">
              <a:solidFill>
                <a:prstClr val="black"/>
              </a:solidFill>
              <a:latin typeface="+mj-lt"/>
            </a:endParaRPr>
          </a:p>
        </p:txBody>
      </p:sp>
      <p:sp>
        <p:nvSpPr>
          <p:cNvPr id="34" name="Shape 29">
            <a:extLst>
              <a:ext uri="{FF2B5EF4-FFF2-40B4-BE49-F238E27FC236}">
                <a16:creationId xmlns:a16="http://schemas.microsoft.com/office/drawing/2014/main" id="{6E78F3F3-1D98-D797-7CB2-69ADF38CCAB2}"/>
              </a:ext>
            </a:extLst>
          </p:cNvPr>
          <p:cNvSpPr/>
          <p:nvPr/>
        </p:nvSpPr>
        <p:spPr>
          <a:xfrm>
            <a:off x="9162288" y="1078992"/>
            <a:ext cx="941832" cy="475488"/>
          </a:xfrm>
          <a:prstGeom prst="rect">
            <a:avLst/>
          </a:prstGeom>
          <a:solidFill>
            <a:srgbClr val="0B2739"/>
          </a:solidFill>
          <a:ln w="10160">
            <a:solidFill>
              <a:srgbClr val="FFFFFF"/>
            </a:solidFill>
            <a:prstDash val="solid"/>
          </a:ln>
        </p:spPr>
        <p:txBody>
          <a:bodyPr/>
          <a:lstStyle/>
          <a:p>
            <a:endParaRPr lang="en-IN" sz="2400">
              <a:solidFill>
                <a:prstClr val="black"/>
              </a:solidFill>
              <a:latin typeface="+mj-lt"/>
            </a:endParaRPr>
          </a:p>
        </p:txBody>
      </p:sp>
      <p:sp>
        <p:nvSpPr>
          <p:cNvPr id="35" name="Text 30">
            <a:extLst>
              <a:ext uri="{FF2B5EF4-FFF2-40B4-BE49-F238E27FC236}">
                <a16:creationId xmlns:a16="http://schemas.microsoft.com/office/drawing/2014/main" id="{47AA5B09-5AAF-1AB2-3733-E22E20235CE0}"/>
              </a:ext>
            </a:extLst>
          </p:cNvPr>
          <p:cNvSpPr/>
          <p:nvPr/>
        </p:nvSpPr>
        <p:spPr>
          <a:xfrm>
            <a:off x="9162288" y="1234440"/>
            <a:ext cx="941832" cy="146304"/>
          </a:xfrm>
          <a:prstGeom prst="rect">
            <a:avLst/>
          </a:prstGeom>
          <a:noFill/>
          <a:ln/>
        </p:spPr>
        <p:txBody>
          <a:bodyPr wrap="square" lIns="0" tIns="0" rIns="0" bIns="0" rtlCol="0" anchor="ctr">
            <a:normAutofit/>
          </a:bodyPr>
          <a:lstStyle/>
          <a:p>
            <a:pPr algn="ctr"/>
            <a:r>
              <a:rPr lang="en-US" sz="800" b="1" dirty="0">
                <a:solidFill>
                  <a:srgbClr val="FFFFFF"/>
                </a:solidFill>
                <a:latin typeface="+mj-lt"/>
              </a:rPr>
              <a:t>YEAR 2–3</a:t>
            </a:r>
            <a:endParaRPr lang="en-US" sz="800" dirty="0">
              <a:solidFill>
                <a:prstClr val="black"/>
              </a:solidFill>
              <a:latin typeface="+mj-lt"/>
            </a:endParaRPr>
          </a:p>
        </p:txBody>
      </p:sp>
      <p:sp>
        <p:nvSpPr>
          <p:cNvPr id="36" name="Shape 31">
            <a:extLst>
              <a:ext uri="{FF2B5EF4-FFF2-40B4-BE49-F238E27FC236}">
                <a16:creationId xmlns:a16="http://schemas.microsoft.com/office/drawing/2014/main" id="{B6D9F4D5-81F5-85F5-446C-D11785498A11}"/>
              </a:ext>
            </a:extLst>
          </p:cNvPr>
          <p:cNvSpPr/>
          <p:nvPr/>
        </p:nvSpPr>
        <p:spPr>
          <a:xfrm>
            <a:off x="10104120" y="1078992"/>
            <a:ext cx="941832" cy="475488"/>
          </a:xfrm>
          <a:prstGeom prst="rect">
            <a:avLst/>
          </a:prstGeom>
          <a:solidFill>
            <a:srgbClr val="0B2739"/>
          </a:solidFill>
          <a:ln w="10160">
            <a:solidFill>
              <a:srgbClr val="FFFFFF"/>
            </a:solidFill>
            <a:prstDash val="solid"/>
          </a:ln>
        </p:spPr>
        <p:txBody>
          <a:bodyPr/>
          <a:lstStyle/>
          <a:p>
            <a:endParaRPr lang="en-IN" sz="2400">
              <a:solidFill>
                <a:prstClr val="black"/>
              </a:solidFill>
              <a:latin typeface="+mj-lt"/>
            </a:endParaRPr>
          </a:p>
        </p:txBody>
      </p:sp>
      <p:sp>
        <p:nvSpPr>
          <p:cNvPr id="37" name="Text 32">
            <a:extLst>
              <a:ext uri="{FF2B5EF4-FFF2-40B4-BE49-F238E27FC236}">
                <a16:creationId xmlns:a16="http://schemas.microsoft.com/office/drawing/2014/main" id="{6CBDC362-346E-922F-6859-21370FDA7B80}"/>
              </a:ext>
            </a:extLst>
          </p:cNvPr>
          <p:cNvSpPr/>
          <p:nvPr/>
        </p:nvSpPr>
        <p:spPr>
          <a:xfrm>
            <a:off x="10104120" y="1234440"/>
            <a:ext cx="941832" cy="146304"/>
          </a:xfrm>
          <a:prstGeom prst="rect">
            <a:avLst/>
          </a:prstGeom>
          <a:noFill/>
          <a:ln/>
        </p:spPr>
        <p:txBody>
          <a:bodyPr wrap="square" lIns="0" tIns="0" rIns="0" bIns="0" rtlCol="0" anchor="ctr">
            <a:normAutofit/>
          </a:bodyPr>
          <a:lstStyle/>
          <a:p>
            <a:pPr algn="ctr"/>
            <a:r>
              <a:rPr lang="en-US" sz="800" b="1" dirty="0">
                <a:solidFill>
                  <a:srgbClr val="FFFFFF"/>
                </a:solidFill>
                <a:latin typeface="+mj-lt"/>
              </a:rPr>
              <a:t>YEAR 4–5</a:t>
            </a:r>
            <a:endParaRPr lang="en-US" sz="800" dirty="0">
              <a:solidFill>
                <a:prstClr val="black"/>
              </a:solidFill>
              <a:latin typeface="+mj-lt"/>
            </a:endParaRPr>
          </a:p>
        </p:txBody>
      </p:sp>
      <p:sp>
        <p:nvSpPr>
          <p:cNvPr id="38" name="Shape 33">
            <a:extLst>
              <a:ext uri="{FF2B5EF4-FFF2-40B4-BE49-F238E27FC236}">
                <a16:creationId xmlns:a16="http://schemas.microsoft.com/office/drawing/2014/main" id="{4597D409-30A1-340F-8975-A7B636192043}"/>
              </a:ext>
            </a:extLst>
          </p:cNvPr>
          <p:cNvSpPr/>
          <p:nvPr/>
        </p:nvSpPr>
        <p:spPr>
          <a:xfrm>
            <a:off x="475488" y="1664208"/>
            <a:ext cx="1965960" cy="594360"/>
          </a:xfrm>
          <a:prstGeom prst="roundRect">
            <a:avLst>
              <a:gd name="adj" fmla="val 7692"/>
            </a:avLst>
          </a:prstGeom>
          <a:solidFill>
            <a:srgbClr val="FFFFFF"/>
          </a:solidFill>
          <a:ln w="12700">
            <a:solidFill>
              <a:srgbClr val="DCE4E8"/>
            </a:solidFill>
            <a:prstDash val="solid"/>
          </a:ln>
          <a:effectLst>
            <a:outerShdw blurRad="4445" dist="1524" dir="2700000" algn="bl" rotWithShape="0">
              <a:srgbClr val="000000">
                <a:alpha val="4000"/>
              </a:srgbClr>
            </a:outerShdw>
          </a:effectLst>
        </p:spPr>
        <p:txBody>
          <a:bodyPr/>
          <a:lstStyle/>
          <a:p>
            <a:endParaRPr lang="en-IN" sz="2400">
              <a:solidFill>
                <a:prstClr val="black"/>
              </a:solidFill>
              <a:latin typeface="+mj-lt"/>
            </a:endParaRPr>
          </a:p>
        </p:txBody>
      </p:sp>
      <p:pic>
        <p:nvPicPr>
          <p:cNvPr id="39" name="Image 0" descr="preencoded.png">
            <a:extLst>
              <a:ext uri="{FF2B5EF4-FFF2-40B4-BE49-F238E27FC236}">
                <a16:creationId xmlns:a16="http://schemas.microsoft.com/office/drawing/2014/main" id="{71224679-75B0-AF13-D04E-FC7B52E812A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1792" y="1792224"/>
            <a:ext cx="237744" cy="237744"/>
          </a:xfrm>
          <a:prstGeom prst="rect">
            <a:avLst/>
          </a:prstGeom>
        </p:spPr>
      </p:pic>
      <p:sp>
        <p:nvSpPr>
          <p:cNvPr id="40" name="Text 34">
            <a:extLst>
              <a:ext uri="{FF2B5EF4-FFF2-40B4-BE49-F238E27FC236}">
                <a16:creationId xmlns:a16="http://schemas.microsoft.com/office/drawing/2014/main" id="{BB2F0EA6-1163-4EAB-25CF-A409D9A8F991}"/>
              </a:ext>
            </a:extLst>
          </p:cNvPr>
          <p:cNvSpPr/>
          <p:nvPr/>
        </p:nvSpPr>
        <p:spPr>
          <a:xfrm>
            <a:off x="950976" y="1746504"/>
            <a:ext cx="1298448" cy="173736"/>
          </a:xfrm>
          <a:prstGeom prst="rect">
            <a:avLst/>
          </a:prstGeom>
          <a:noFill/>
          <a:ln/>
        </p:spPr>
        <p:txBody>
          <a:bodyPr wrap="square" lIns="0" tIns="0" rIns="0" bIns="0" rtlCol="0" anchor="ctr">
            <a:normAutofit/>
          </a:bodyPr>
          <a:lstStyle/>
          <a:p>
            <a:r>
              <a:rPr lang="en-US" sz="1050" b="1" dirty="0">
                <a:solidFill>
                  <a:srgbClr val="8E349C"/>
                </a:solidFill>
                <a:latin typeface="+mj-lt"/>
              </a:rPr>
              <a:t>Mobilize</a:t>
            </a:r>
            <a:endParaRPr lang="en-US" sz="1050" dirty="0">
              <a:solidFill>
                <a:prstClr val="black"/>
              </a:solidFill>
              <a:latin typeface="+mj-lt"/>
            </a:endParaRPr>
          </a:p>
        </p:txBody>
      </p:sp>
      <p:sp>
        <p:nvSpPr>
          <p:cNvPr id="41" name="Text 35">
            <a:extLst>
              <a:ext uri="{FF2B5EF4-FFF2-40B4-BE49-F238E27FC236}">
                <a16:creationId xmlns:a16="http://schemas.microsoft.com/office/drawing/2014/main" id="{3731ADB0-6031-4AE4-2833-FF8680F001C8}"/>
              </a:ext>
            </a:extLst>
          </p:cNvPr>
          <p:cNvSpPr/>
          <p:nvPr/>
        </p:nvSpPr>
        <p:spPr>
          <a:xfrm>
            <a:off x="950976" y="1984247"/>
            <a:ext cx="1280160" cy="203429"/>
          </a:xfrm>
          <a:prstGeom prst="rect">
            <a:avLst/>
          </a:prstGeom>
          <a:noFill/>
          <a:ln/>
        </p:spPr>
        <p:txBody>
          <a:bodyPr wrap="square" lIns="0" tIns="0" rIns="0" bIns="0" rtlCol="0" anchor="ctr">
            <a:noAutofit/>
          </a:bodyPr>
          <a:lstStyle/>
          <a:p>
            <a:r>
              <a:rPr lang="en-US" sz="800" dirty="0">
                <a:solidFill>
                  <a:srgbClr val="596875"/>
                </a:solidFill>
                <a:latin typeface="+mj-lt"/>
              </a:rPr>
              <a:t>Governance, baseline, sites and implementation plan</a:t>
            </a:r>
            <a:endParaRPr lang="en-US" sz="800" dirty="0">
              <a:solidFill>
                <a:prstClr val="black"/>
              </a:solidFill>
              <a:latin typeface="+mj-lt"/>
            </a:endParaRPr>
          </a:p>
        </p:txBody>
      </p:sp>
      <p:sp>
        <p:nvSpPr>
          <p:cNvPr id="42" name="Shape 36">
            <a:extLst>
              <a:ext uri="{FF2B5EF4-FFF2-40B4-BE49-F238E27FC236}">
                <a16:creationId xmlns:a16="http://schemas.microsoft.com/office/drawing/2014/main" id="{9EA008EE-7017-B51C-A0D5-046FB648D6DC}"/>
              </a:ext>
            </a:extLst>
          </p:cNvPr>
          <p:cNvSpPr/>
          <p:nvPr/>
        </p:nvSpPr>
        <p:spPr>
          <a:xfrm>
            <a:off x="2578608" y="166420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43" name="Shape 37">
            <a:extLst>
              <a:ext uri="{FF2B5EF4-FFF2-40B4-BE49-F238E27FC236}">
                <a16:creationId xmlns:a16="http://schemas.microsoft.com/office/drawing/2014/main" id="{51326833-21DA-DF4D-2427-2E802E78A1A9}"/>
              </a:ext>
            </a:extLst>
          </p:cNvPr>
          <p:cNvSpPr/>
          <p:nvPr/>
        </p:nvSpPr>
        <p:spPr>
          <a:xfrm>
            <a:off x="3127248" y="166420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45" name="Shape 38">
            <a:extLst>
              <a:ext uri="{FF2B5EF4-FFF2-40B4-BE49-F238E27FC236}">
                <a16:creationId xmlns:a16="http://schemas.microsoft.com/office/drawing/2014/main" id="{4240AC35-7148-9DDE-2376-D038B814F11B}"/>
              </a:ext>
            </a:extLst>
          </p:cNvPr>
          <p:cNvSpPr/>
          <p:nvPr/>
        </p:nvSpPr>
        <p:spPr>
          <a:xfrm>
            <a:off x="3675888" y="166420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47" name="Shape 39">
            <a:extLst>
              <a:ext uri="{FF2B5EF4-FFF2-40B4-BE49-F238E27FC236}">
                <a16:creationId xmlns:a16="http://schemas.microsoft.com/office/drawing/2014/main" id="{51BC24B4-C3F9-427A-0EC6-5C78E0C15062}"/>
              </a:ext>
            </a:extLst>
          </p:cNvPr>
          <p:cNvSpPr/>
          <p:nvPr/>
        </p:nvSpPr>
        <p:spPr>
          <a:xfrm>
            <a:off x="4224528" y="166420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48" name="Shape 40">
            <a:extLst>
              <a:ext uri="{FF2B5EF4-FFF2-40B4-BE49-F238E27FC236}">
                <a16:creationId xmlns:a16="http://schemas.microsoft.com/office/drawing/2014/main" id="{CE310E4C-E5CA-BDB1-419D-05E4142D3417}"/>
              </a:ext>
            </a:extLst>
          </p:cNvPr>
          <p:cNvSpPr/>
          <p:nvPr/>
        </p:nvSpPr>
        <p:spPr>
          <a:xfrm>
            <a:off x="4773168" y="166420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50" name="Shape 41">
            <a:extLst>
              <a:ext uri="{FF2B5EF4-FFF2-40B4-BE49-F238E27FC236}">
                <a16:creationId xmlns:a16="http://schemas.microsoft.com/office/drawing/2014/main" id="{20762C76-C7B8-E0C2-40F9-9E1A63622A72}"/>
              </a:ext>
            </a:extLst>
          </p:cNvPr>
          <p:cNvSpPr/>
          <p:nvPr/>
        </p:nvSpPr>
        <p:spPr>
          <a:xfrm>
            <a:off x="5321808" y="166420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51" name="Shape 42">
            <a:extLst>
              <a:ext uri="{FF2B5EF4-FFF2-40B4-BE49-F238E27FC236}">
                <a16:creationId xmlns:a16="http://schemas.microsoft.com/office/drawing/2014/main" id="{BD79A0C0-8FA0-4A15-A85D-2C858D73C3EB}"/>
              </a:ext>
            </a:extLst>
          </p:cNvPr>
          <p:cNvSpPr/>
          <p:nvPr/>
        </p:nvSpPr>
        <p:spPr>
          <a:xfrm>
            <a:off x="5870448" y="166420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53" name="Shape 43">
            <a:extLst>
              <a:ext uri="{FF2B5EF4-FFF2-40B4-BE49-F238E27FC236}">
                <a16:creationId xmlns:a16="http://schemas.microsoft.com/office/drawing/2014/main" id="{DAD109B9-0A43-1484-3E07-65AD30D32145}"/>
              </a:ext>
            </a:extLst>
          </p:cNvPr>
          <p:cNvSpPr/>
          <p:nvPr/>
        </p:nvSpPr>
        <p:spPr>
          <a:xfrm>
            <a:off x="6419088" y="166420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55" name="Shape 44">
            <a:extLst>
              <a:ext uri="{FF2B5EF4-FFF2-40B4-BE49-F238E27FC236}">
                <a16:creationId xmlns:a16="http://schemas.microsoft.com/office/drawing/2014/main" id="{93B817AF-A8CF-813D-9D6C-06BE8C640737}"/>
              </a:ext>
            </a:extLst>
          </p:cNvPr>
          <p:cNvSpPr/>
          <p:nvPr/>
        </p:nvSpPr>
        <p:spPr>
          <a:xfrm>
            <a:off x="6967728" y="166420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56" name="Shape 45">
            <a:extLst>
              <a:ext uri="{FF2B5EF4-FFF2-40B4-BE49-F238E27FC236}">
                <a16:creationId xmlns:a16="http://schemas.microsoft.com/office/drawing/2014/main" id="{96149A2A-7336-D547-F29B-F8B63A4BC1B6}"/>
              </a:ext>
            </a:extLst>
          </p:cNvPr>
          <p:cNvSpPr/>
          <p:nvPr/>
        </p:nvSpPr>
        <p:spPr>
          <a:xfrm>
            <a:off x="7516368" y="166420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58" name="Shape 46">
            <a:extLst>
              <a:ext uri="{FF2B5EF4-FFF2-40B4-BE49-F238E27FC236}">
                <a16:creationId xmlns:a16="http://schemas.microsoft.com/office/drawing/2014/main" id="{15B8069F-3C66-259D-98C2-4678B870078B}"/>
              </a:ext>
            </a:extLst>
          </p:cNvPr>
          <p:cNvSpPr/>
          <p:nvPr/>
        </p:nvSpPr>
        <p:spPr>
          <a:xfrm>
            <a:off x="8065008" y="166420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59" name="Shape 47">
            <a:extLst>
              <a:ext uri="{FF2B5EF4-FFF2-40B4-BE49-F238E27FC236}">
                <a16:creationId xmlns:a16="http://schemas.microsoft.com/office/drawing/2014/main" id="{36F11CA1-7D5B-6831-B40E-71CCA037C7D3}"/>
              </a:ext>
            </a:extLst>
          </p:cNvPr>
          <p:cNvSpPr/>
          <p:nvPr/>
        </p:nvSpPr>
        <p:spPr>
          <a:xfrm>
            <a:off x="8613648" y="166420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60" name="Shape 48">
            <a:extLst>
              <a:ext uri="{FF2B5EF4-FFF2-40B4-BE49-F238E27FC236}">
                <a16:creationId xmlns:a16="http://schemas.microsoft.com/office/drawing/2014/main" id="{F9D21424-1B35-C766-0751-1E0A92130144}"/>
              </a:ext>
            </a:extLst>
          </p:cNvPr>
          <p:cNvSpPr/>
          <p:nvPr/>
        </p:nvSpPr>
        <p:spPr>
          <a:xfrm>
            <a:off x="9162288" y="1664208"/>
            <a:ext cx="941832"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61" name="Shape 49">
            <a:extLst>
              <a:ext uri="{FF2B5EF4-FFF2-40B4-BE49-F238E27FC236}">
                <a16:creationId xmlns:a16="http://schemas.microsoft.com/office/drawing/2014/main" id="{35B188D6-0236-2340-CB63-E1AB2DF3695B}"/>
              </a:ext>
            </a:extLst>
          </p:cNvPr>
          <p:cNvSpPr/>
          <p:nvPr/>
        </p:nvSpPr>
        <p:spPr>
          <a:xfrm>
            <a:off x="10104120" y="1664208"/>
            <a:ext cx="941832"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62" name="Shape 50">
            <a:extLst>
              <a:ext uri="{FF2B5EF4-FFF2-40B4-BE49-F238E27FC236}">
                <a16:creationId xmlns:a16="http://schemas.microsoft.com/office/drawing/2014/main" id="{00E983A2-FE40-64AC-9809-24D76BA7A1D8}"/>
              </a:ext>
            </a:extLst>
          </p:cNvPr>
          <p:cNvSpPr/>
          <p:nvPr/>
        </p:nvSpPr>
        <p:spPr>
          <a:xfrm>
            <a:off x="475488" y="2304288"/>
            <a:ext cx="1965960" cy="594360"/>
          </a:xfrm>
          <a:prstGeom prst="roundRect">
            <a:avLst>
              <a:gd name="adj" fmla="val 7692"/>
            </a:avLst>
          </a:prstGeom>
          <a:solidFill>
            <a:srgbClr val="FFFFFF"/>
          </a:solidFill>
          <a:ln w="12700">
            <a:solidFill>
              <a:srgbClr val="DCE4E8"/>
            </a:solidFill>
            <a:prstDash val="solid"/>
          </a:ln>
          <a:effectLst>
            <a:outerShdw blurRad="4445" dist="1524" dir="2700000" algn="bl" rotWithShape="0">
              <a:srgbClr val="000000">
                <a:alpha val="4000"/>
              </a:srgbClr>
            </a:outerShdw>
          </a:effectLst>
        </p:spPr>
        <p:txBody>
          <a:bodyPr/>
          <a:lstStyle/>
          <a:p>
            <a:endParaRPr lang="en-IN" sz="2400">
              <a:solidFill>
                <a:prstClr val="black"/>
              </a:solidFill>
              <a:latin typeface="+mj-lt"/>
            </a:endParaRPr>
          </a:p>
        </p:txBody>
      </p:sp>
      <p:pic>
        <p:nvPicPr>
          <p:cNvPr id="63" name="Image 1" descr="preencoded.png">
            <a:extLst>
              <a:ext uri="{FF2B5EF4-FFF2-40B4-BE49-F238E27FC236}">
                <a16:creationId xmlns:a16="http://schemas.microsoft.com/office/drawing/2014/main" id="{D0683A76-F05E-757F-71B6-351D2A8DDC7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1792" y="2432304"/>
            <a:ext cx="237744" cy="237744"/>
          </a:xfrm>
          <a:prstGeom prst="rect">
            <a:avLst/>
          </a:prstGeom>
        </p:spPr>
      </p:pic>
      <p:sp>
        <p:nvSpPr>
          <p:cNvPr id="64" name="Text 51">
            <a:extLst>
              <a:ext uri="{FF2B5EF4-FFF2-40B4-BE49-F238E27FC236}">
                <a16:creationId xmlns:a16="http://schemas.microsoft.com/office/drawing/2014/main" id="{7638CF8B-91BA-53D1-5ED1-66D440910C67}"/>
              </a:ext>
            </a:extLst>
          </p:cNvPr>
          <p:cNvSpPr/>
          <p:nvPr/>
        </p:nvSpPr>
        <p:spPr>
          <a:xfrm>
            <a:off x="950976" y="2386584"/>
            <a:ext cx="1298448" cy="173736"/>
          </a:xfrm>
          <a:prstGeom prst="rect">
            <a:avLst/>
          </a:prstGeom>
          <a:noFill/>
          <a:ln/>
        </p:spPr>
        <p:txBody>
          <a:bodyPr wrap="square" lIns="0" tIns="0" rIns="0" bIns="0" rtlCol="0" anchor="ctr">
            <a:normAutofit/>
          </a:bodyPr>
          <a:lstStyle/>
          <a:p>
            <a:r>
              <a:rPr lang="en-US" sz="1050" b="1" dirty="0">
                <a:solidFill>
                  <a:srgbClr val="43B02A"/>
                </a:solidFill>
                <a:latin typeface="+mj-lt"/>
              </a:rPr>
              <a:t>Establish AI-CoE</a:t>
            </a:r>
            <a:endParaRPr lang="en-US" sz="1050" dirty="0">
              <a:solidFill>
                <a:prstClr val="black"/>
              </a:solidFill>
              <a:latin typeface="+mj-lt"/>
            </a:endParaRPr>
          </a:p>
        </p:txBody>
      </p:sp>
      <p:sp>
        <p:nvSpPr>
          <p:cNvPr id="65" name="Text 52">
            <a:extLst>
              <a:ext uri="{FF2B5EF4-FFF2-40B4-BE49-F238E27FC236}">
                <a16:creationId xmlns:a16="http://schemas.microsoft.com/office/drawing/2014/main" id="{3B52143C-515A-5C46-3F65-3263DD2413AC}"/>
              </a:ext>
            </a:extLst>
          </p:cNvPr>
          <p:cNvSpPr/>
          <p:nvPr/>
        </p:nvSpPr>
        <p:spPr>
          <a:xfrm>
            <a:off x="950976" y="2624327"/>
            <a:ext cx="1280160" cy="203429"/>
          </a:xfrm>
          <a:prstGeom prst="rect">
            <a:avLst/>
          </a:prstGeom>
          <a:noFill/>
          <a:ln/>
        </p:spPr>
        <p:txBody>
          <a:bodyPr wrap="square" lIns="0" tIns="0" rIns="0" bIns="0" rtlCol="0" anchor="ctr">
            <a:noAutofit/>
          </a:bodyPr>
          <a:lstStyle/>
          <a:p>
            <a:r>
              <a:rPr lang="en-US" sz="800" dirty="0">
                <a:solidFill>
                  <a:srgbClr val="596875"/>
                </a:solidFill>
                <a:latin typeface="+mj-lt"/>
              </a:rPr>
              <a:t>Labs, core team, partners and operating processes</a:t>
            </a:r>
            <a:endParaRPr lang="en-US" sz="800" dirty="0">
              <a:solidFill>
                <a:prstClr val="black"/>
              </a:solidFill>
              <a:latin typeface="+mj-lt"/>
            </a:endParaRPr>
          </a:p>
        </p:txBody>
      </p:sp>
      <p:sp>
        <p:nvSpPr>
          <p:cNvPr id="66" name="Shape 53">
            <a:extLst>
              <a:ext uri="{FF2B5EF4-FFF2-40B4-BE49-F238E27FC236}">
                <a16:creationId xmlns:a16="http://schemas.microsoft.com/office/drawing/2014/main" id="{1E876584-AD17-53EC-9DFD-C21FA8AD3A9E}"/>
              </a:ext>
            </a:extLst>
          </p:cNvPr>
          <p:cNvSpPr/>
          <p:nvPr/>
        </p:nvSpPr>
        <p:spPr>
          <a:xfrm>
            <a:off x="2578608" y="230428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67" name="Shape 54">
            <a:extLst>
              <a:ext uri="{FF2B5EF4-FFF2-40B4-BE49-F238E27FC236}">
                <a16:creationId xmlns:a16="http://schemas.microsoft.com/office/drawing/2014/main" id="{3012442B-E9C7-9835-C7C0-9D685302D31E}"/>
              </a:ext>
            </a:extLst>
          </p:cNvPr>
          <p:cNvSpPr/>
          <p:nvPr/>
        </p:nvSpPr>
        <p:spPr>
          <a:xfrm>
            <a:off x="3127248" y="230428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68" name="Shape 55">
            <a:extLst>
              <a:ext uri="{FF2B5EF4-FFF2-40B4-BE49-F238E27FC236}">
                <a16:creationId xmlns:a16="http://schemas.microsoft.com/office/drawing/2014/main" id="{A99EFAE8-9979-496B-77C3-F56028CC92C4}"/>
              </a:ext>
            </a:extLst>
          </p:cNvPr>
          <p:cNvSpPr/>
          <p:nvPr/>
        </p:nvSpPr>
        <p:spPr>
          <a:xfrm>
            <a:off x="3675888" y="230428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69" name="Shape 56">
            <a:extLst>
              <a:ext uri="{FF2B5EF4-FFF2-40B4-BE49-F238E27FC236}">
                <a16:creationId xmlns:a16="http://schemas.microsoft.com/office/drawing/2014/main" id="{E9EA5FF5-0A50-9F82-6216-1BBB905BBC56}"/>
              </a:ext>
            </a:extLst>
          </p:cNvPr>
          <p:cNvSpPr/>
          <p:nvPr/>
        </p:nvSpPr>
        <p:spPr>
          <a:xfrm>
            <a:off x="4224528" y="230428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70" name="Shape 57">
            <a:extLst>
              <a:ext uri="{FF2B5EF4-FFF2-40B4-BE49-F238E27FC236}">
                <a16:creationId xmlns:a16="http://schemas.microsoft.com/office/drawing/2014/main" id="{C54CFD55-0ACC-F622-2EAE-60123AAFD01C}"/>
              </a:ext>
            </a:extLst>
          </p:cNvPr>
          <p:cNvSpPr/>
          <p:nvPr/>
        </p:nvSpPr>
        <p:spPr>
          <a:xfrm>
            <a:off x="4773168" y="230428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71" name="Shape 58">
            <a:extLst>
              <a:ext uri="{FF2B5EF4-FFF2-40B4-BE49-F238E27FC236}">
                <a16:creationId xmlns:a16="http://schemas.microsoft.com/office/drawing/2014/main" id="{273E429F-C1EE-D31E-A665-1B786C0C867F}"/>
              </a:ext>
            </a:extLst>
          </p:cNvPr>
          <p:cNvSpPr/>
          <p:nvPr/>
        </p:nvSpPr>
        <p:spPr>
          <a:xfrm>
            <a:off x="5321808" y="230428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72" name="Shape 59">
            <a:extLst>
              <a:ext uri="{FF2B5EF4-FFF2-40B4-BE49-F238E27FC236}">
                <a16:creationId xmlns:a16="http://schemas.microsoft.com/office/drawing/2014/main" id="{42AB50C8-17B3-2B20-110C-312FB674DF95}"/>
              </a:ext>
            </a:extLst>
          </p:cNvPr>
          <p:cNvSpPr/>
          <p:nvPr/>
        </p:nvSpPr>
        <p:spPr>
          <a:xfrm>
            <a:off x="5870448" y="230428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73" name="Shape 60">
            <a:extLst>
              <a:ext uri="{FF2B5EF4-FFF2-40B4-BE49-F238E27FC236}">
                <a16:creationId xmlns:a16="http://schemas.microsoft.com/office/drawing/2014/main" id="{773BCF40-F35C-5DE1-CD50-DB91FA17627C}"/>
              </a:ext>
            </a:extLst>
          </p:cNvPr>
          <p:cNvSpPr/>
          <p:nvPr/>
        </p:nvSpPr>
        <p:spPr>
          <a:xfrm>
            <a:off x="6419088" y="230428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74" name="Shape 61">
            <a:extLst>
              <a:ext uri="{FF2B5EF4-FFF2-40B4-BE49-F238E27FC236}">
                <a16:creationId xmlns:a16="http://schemas.microsoft.com/office/drawing/2014/main" id="{602D33D1-8B83-83AD-7ACC-4EFF5741ECAD}"/>
              </a:ext>
            </a:extLst>
          </p:cNvPr>
          <p:cNvSpPr/>
          <p:nvPr/>
        </p:nvSpPr>
        <p:spPr>
          <a:xfrm>
            <a:off x="6967728" y="230428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75" name="Shape 62">
            <a:extLst>
              <a:ext uri="{FF2B5EF4-FFF2-40B4-BE49-F238E27FC236}">
                <a16:creationId xmlns:a16="http://schemas.microsoft.com/office/drawing/2014/main" id="{C6C64A11-35B6-0B88-E140-1B3ED5FB0F0A}"/>
              </a:ext>
            </a:extLst>
          </p:cNvPr>
          <p:cNvSpPr/>
          <p:nvPr/>
        </p:nvSpPr>
        <p:spPr>
          <a:xfrm>
            <a:off x="7516368" y="230428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76" name="Shape 63">
            <a:extLst>
              <a:ext uri="{FF2B5EF4-FFF2-40B4-BE49-F238E27FC236}">
                <a16:creationId xmlns:a16="http://schemas.microsoft.com/office/drawing/2014/main" id="{C80E2B69-49CD-5C32-F2BC-18C9329DC98A}"/>
              </a:ext>
            </a:extLst>
          </p:cNvPr>
          <p:cNvSpPr/>
          <p:nvPr/>
        </p:nvSpPr>
        <p:spPr>
          <a:xfrm>
            <a:off x="8065008" y="230428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77" name="Shape 64">
            <a:extLst>
              <a:ext uri="{FF2B5EF4-FFF2-40B4-BE49-F238E27FC236}">
                <a16:creationId xmlns:a16="http://schemas.microsoft.com/office/drawing/2014/main" id="{00114A27-001B-33E1-07DA-FDF7D2915159}"/>
              </a:ext>
            </a:extLst>
          </p:cNvPr>
          <p:cNvSpPr/>
          <p:nvPr/>
        </p:nvSpPr>
        <p:spPr>
          <a:xfrm>
            <a:off x="8613648" y="230428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78" name="Shape 65">
            <a:extLst>
              <a:ext uri="{FF2B5EF4-FFF2-40B4-BE49-F238E27FC236}">
                <a16:creationId xmlns:a16="http://schemas.microsoft.com/office/drawing/2014/main" id="{F4B9A9A9-F29A-24B6-C8AC-B5D33F95A648}"/>
              </a:ext>
            </a:extLst>
          </p:cNvPr>
          <p:cNvSpPr/>
          <p:nvPr/>
        </p:nvSpPr>
        <p:spPr>
          <a:xfrm>
            <a:off x="9162288" y="2304288"/>
            <a:ext cx="941832"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79" name="Shape 66">
            <a:extLst>
              <a:ext uri="{FF2B5EF4-FFF2-40B4-BE49-F238E27FC236}">
                <a16:creationId xmlns:a16="http://schemas.microsoft.com/office/drawing/2014/main" id="{AC07FFFA-C06A-98BC-C7E9-FE25A767D3CC}"/>
              </a:ext>
            </a:extLst>
          </p:cNvPr>
          <p:cNvSpPr/>
          <p:nvPr/>
        </p:nvSpPr>
        <p:spPr>
          <a:xfrm>
            <a:off x="10104120" y="2304288"/>
            <a:ext cx="941832"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80" name="Shape 67">
            <a:extLst>
              <a:ext uri="{FF2B5EF4-FFF2-40B4-BE49-F238E27FC236}">
                <a16:creationId xmlns:a16="http://schemas.microsoft.com/office/drawing/2014/main" id="{2A8A6402-B53F-1F7D-EF19-0CBEE669EAB0}"/>
              </a:ext>
            </a:extLst>
          </p:cNvPr>
          <p:cNvSpPr/>
          <p:nvPr/>
        </p:nvSpPr>
        <p:spPr>
          <a:xfrm>
            <a:off x="475488" y="2944368"/>
            <a:ext cx="1965960" cy="594360"/>
          </a:xfrm>
          <a:prstGeom prst="roundRect">
            <a:avLst>
              <a:gd name="adj" fmla="val 7692"/>
            </a:avLst>
          </a:prstGeom>
          <a:solidFill>
            <a:srgbClr val="FFFFFF"/>
          </a:solidFill>
          <a:ln w="12700">
            <a:solidFill>
              <a:srgbClr val="DCE4E8"/>
            </a:solidFill>
            <a:prstDash val="solid"/>
          </a:ln>
          <a:effectLst>
            <a:outerShdw blurRad="4445" dist="1524" dir="2700000" algn="bl" rotWithShape="0">
              <a:srgbClr val="000000">
                <a:alpha val="4000"/>
              </a:srgbClr>
            </a:outerShdw>
          </a:effectLst>
        </p:spPr>
        <p:txBody>
          <a:bodyPr/>
          <a:lstStyle/>
          <a:p>
            <a:endParaRPr lang="en-IN" sz="2400">
              <a:solidFill>
                <a:prstClr val="black"/>
              </a:solidFill>
              <a:latin typeface="+mj-lt"/>
            </a:endParaRPr>
          </a:p>
        </p:txBody>
      </p:sp>
      <p:pic>
        <p:nvPicPr>
          <p:cNvPr id="81" name="Image 2" descr="preencoded.png">
            <a:extLst>
              <a:ext uri="{FF2B5EF4-FFF2-40B4-BE49-F238E27FC236}">
                <a16:creationId xmlns:a16="http://schemas.microsoft.com/office/drawing/2014/main" id="{5B6F3221-3412-B48F-D67A-A3C6B21F130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1792" y="3072384"/>
            <a:ext cx="237744" cy="237744"/>
          </a:xfrm>
          <a:prstGeom prst="rect">
            <a:avLst/>
          </a:prstGeom>
        </p:spPr>
      </p:pic>
      <p:sp>
        <p:nvSpPr>
          <p:cNvPr id="82" name="Text 68">
            <a:extLst>
              <a:ext uri="{FF2B5EF4-FFF2-40B4-BE49-F238E27FC236}">
                <a16:creationId xmlns:a16="http://schemas.microsoft.com/office/drawing/2014/main" id="{9DB96F57-4D4C-B3DC-02C4-6F88B21DB054}"/>
              </a:ext>
            </a:extLst>
          </p:cNvPr>
          <p:cNvSpPr/>
          <p:nvPr/>
        </p:nvSpPr>
        <p:spPr>
          <a:xfrm>
            <a:off x="950976" y="3026664"/>
            <a:ext cx="1298448" cy="173736"/>
          </a:xfrm>
          <a:prstGeom prst="rect">
            <a:avLst/>
          </a:prstGeom>
          <a:noFill/>
          <a:ln/>
        </p:spPr>
        <p:txBody>
          <a:bodyPr wrap="square" lIns="0" tIns="0" rIns="0" bIns="0" rtlCol="0" anchor="ctr">
            <a:normAutofit/>
          </a:bodyPr>
          <a:lstStyle/>
          <a:p>
            <a:r>
              <a:rPr lang="en-US" sz="1050" b="1" dirty="0">
                <a:solidFill>
                  <a:srgbClr val="23B5D6"/>
                </a:solidFill>
                <a:latin typeface="+mj-lt"/>
              </a:rPr>
              <a:t>Deploy AI Spine</a:t>
            </a:r>
            <a:endParaRPr lang="en-US" sz="1050" dirty="0">
              <a:solidFill>
                <a:prstClr val="black"/>
              </a:solidFill>
              <a:latin typeface="+mj-lt"/>
            </a:endParaRPr>
          </a:p>
        </p:txBody>
      </p:sp>
      <p:sp>
        <p:nvSpPr>
          <p:cNvPr id="83" name="Text 69">
            <a:extLst>
              <a:ext uri="{FF2B5EF4-FFF2-40B4-BE49-F238E27FC236}">
                <a16:creationId xmlns:a16="http://schemas.microsoft.com/office/drawing/2014/main" id="{588B7490-64C0-1886-2BF0-EE7530510CBE}"/>
              </a:ext>
            </a:extLst>
          </p:cNvPr>
          <p:cNvSpPr/>
          <p:nvPr/>
        </p:nvSpPr>
        <p:spPr>
          <a:xfrm>
            <a:off x="950976" y="3264407"/>
            <a:ext cx="1280160" cy="203429"/>
          </a:xfrm>
          <a:prstGeom prst="rect">
            <a:avLst/>
          </a:prstGeom>
          <a:noFill/>
          <a:ln/>
        </p:spPr>
        <p:txBody>
          <a:bodyPr wrap="square" lIns="0" tIns="0" rIns="0" bIns="0" rtlCol="0" anchor="ctr">
            <a:noAutofit/>
          </a:bodyPr>
          <a:lstStyle/>
          <a:p>
            <a:r>
              <a:rPr lang="en-US" sz="800" dirty="0">
                <a:solidFill>
                  <a:srgbClr val="596875"/>
                </a:solidFill>
                <a:latin typeface="+mj-lt"/>
              </a:rPr>
              <a:t>Data, AI, security, integration and IndiaAI connectivity</a:t>
            </a:r>
            <a:endParaRPr lang="en-US" sz="800" dirty="0">
              <a:solidFill>
                <a:prstClr val="black"/>
              </a:solidFill>
              <a:latin typeface="+mj-lt"/>
            </a:endParaRPr>
          </a:p>
        </p:txBody>
      </p:sp>
      <p:sp>
        <p:nvSpPr>
          <p:cNvPr id="84" name="Shape 70">
            <a:extLst>
              <a:ext uri="{FF2B5EF4-FFF2-40B4-BE49-F238E27FC236}">
                <a16:creationId xmlns:a16="http://schemas.microsoft.com/office/drawing/2014/main" id="{4BAE2C6B-40D1-C49A-9F52-85E44F45887E}"/>
              </a:ext>
            </a:extLst>
          </p:cNvPr>
          <p:cNvSpPr/>
          <p:nvPr/>
        </p:nvSpPr>
        <p:spPr>
          <a:xfrm>
            <a:off x="2578608" y="294436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85" name="Shape 71">
            <a:extLst>
              <a:ext uri="{FF2B5EF4-FFF2-40B4-BE49-F238E27FC236}">
                <a16:creationId xmlns:a16="http://schemas.microsoft.com/office/drawing/2014/main" id="{EFC405A6-4E41-8424-0646-2F02B8B636BB}"/>
              </a:ext>
            </a:extLst>
          </p:cNvPr>
          <p:cNvSpPr/>
          <p:nvPr/>
        </p:nvSpPr>
        <p:spPr>
          <a:xfrm>
            <a:off x="3127248" y="294436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87" name="Shape 72">
            <a:extLst>
              <a:ext uri="{FF2B5EF4-FFF2-40B4-BE49-F238E27FC236}">
                <a16:creationId xmlns:a16="http://schemas.microsoft.com/office/drawing/2014/main" id="{DF74A09E-46E7-D316-A6BB-289F8E663E84}"/>
              </a:ext>
            </a:extLst>
          </p:cNvPr>
          <p:cNvSpPr/>
          <p:nvPr/>
        </p:nvSpPr>
        <p:spPr>
          <a:xfrm>
            <a:off x="3675888" y="294436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88" name="Shape 73">
            <a:extLst>
              <a:ext uri="{FF2B5EF4-FFF2-40B4-BE49-F238E27FC236}">
                <a16:creationId xmlns:a16="http://schemas.microsoft.com/office/drawing/2014/main" id="{A1EEBAF0-413A-AD81-80A1-36A5007B4971}"/>
              </a:ext>
            </a:extLst>
          </p:cNvPr>
          <p:cNvSpPr/>
          <p:nvPr/>
        </p:nvSpPr>
        <p:spPr>
          <a:xfrm>
            <a:off x="4224528" y="294436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89" name="Shape 74">
            <a:extLst>
              <a:ext uri="{FF2B5EF4-FFF2-40B4-BE49-F238E27FC236}">
                <a16:creationId xmlns:a16="http://schemas.microsoft.com/office/drawing/2014/main" id="{BD0E3C23-AA29-4E08-D190-BA6D1B493B90}"/>
              </a:ext>
            </a:extLst>
          </p:cNvPr>
          <p:cNvSpPr/>
          <p:nvPr/>
        </p:nvSpPr>
        <p:spPr>
          <a:xfrm>
            <a:off x="4773168" y="294436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90" name="Shape 75">
            <a:extLst>
              <a:ext uri="{FF2B5EF4-FFF2-40B4-BE49-F238E27FC236}">
                <a16:creationId xmlns:a16="http://schemas.microsoft.com/office/drawing/2014/main" id="{7E10BBFE-75CB-2D0C-237F-957BD7FCC3B8}"/>
              </a:ext>
            </a:extLst>
          </p:cNvPr>
          <p:cNvSpPr/>
          <p:nvPr/>
        </p:nvSpPr>
        <p:spPr>
          <a:xfrm>
            <a:off x="5321808" y="294436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91" name="Shape 76">
            <a:extLst>
              <a:ext uri="{FF2B5EF4-FFF2-40B4-BE49-F238E27FC236}">
                <a16:creationId xmlns:a16="http://schemas.microsoft.com/office/drawing/2014/main" id="{7F6F055E-BBBE-C4C7-0CA5-90664BA94B0D}"/>
              </a:ext>
            </a:extLst>
          </p:cNvPr>
          <p:cNvSpPr/>
          <p:nvPr/>
        </p:nvSpPr>
        <p:spPr>
          <a:xfrm>
            <a:off x="5870448" y="294436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92" name="Shape 77">
            <a:extLst>
              <a:ext uri="{FF2B5EF4-FFF2-40B4-BE49-F238E27FC236}">
                <a16:creationId xmlns:a16="http://schemas.microsoft.com/office/drawing/2014/main" id="{E93F8870-0305-7133-EB5F-DD46FBCCECD2}"/>
              </a:ext>
            </a:extLst>
          </p:cNvPr>
          <p:cNvSpPr/>
          <p:nvPr/>
        </p:nvSpPr>
        <p:spPr>
          <a:xfrm>
            <a:off x="6419088" y="294436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93" name="Shape 78">
            <a:extLst>
              <a:ext uri="{FF2B5EF4-FFF2-40B4-BE49-F238E27FC236}">
                <a16:creationId xmlns:a16="http://schemas.microsoft.com/office/drawing/2014/main" id="{59037395-0A8B-AF13-5E68-DAC4ADEDC5EB}"/>
              </a:ext>
            </a:extLst>
          </p:cNvPr>
          <p:cNvSpPr/>
          <p:nvPr/>
        </p:nvSpPr>
        <p:spPr>
          <a:xfrm>
            <a:off x="6967728" y="294436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94" name="Shape 79">
            <a:extLst>
              <a:ext uri="{FF2B5EF4-FFF2-40B4-BE49-F238E27FC236}">
                <a16:creationId xmlns:a16="http://schemas.microsoft.com/office/drawing/2014/main" id="{87639C49-26D3-41AE-5F1F-552B7DF38DF0}"/>
              </a:ext>
            </a:extLst>
          </p:cNvPr>
          <p:cNvSpPr/>
          <p:nvPr/>
        </p:nvSpPr>
        <p:spPr>
          <a:xfrm>
            <a:off x="7516368" y="294436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95" name="Shape 80">
            <a:extLst>
              <a:ext uri="{FF2B5EF4-FFF2-40B4-BE49-F238E27FC236}">
                <a16:creationId xmlns:a16="http://schemas.microsoft.com/office/drawing/2014/main" id="{18555080-C671-867E-EFAB-20FED0EFF0A0}"/>
              </a:ext>
            </a:extLst>
          </p:cNvPr>
          <p:cNvSpPr/>
          <p:nvPr/>
        </p:nvSpPr>
        <p:spPr>
          <a:xfrm>
            <a:off x="8065008" y="294436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96" name="Shape 81">
            <a:extLst>
              <a:ext uri="{FF2B5EF4-FFF2-40B4-BE49-F238E27FC236}">
                <a16:creationId xmlns:a16="http://schemas.microsoft.com/office/drawing/2014/main" id="{6DD4CB67-E6E4-D57A-4058-15CD9ED7AA77}"/>
              </a:ext>
            </a:extLst>
          </p:cNvPr>
          <p:cNvSpPr/>
          <p:nvPr/>
        </p:nvSpPr>
        <p:spPr>
          <a:xfrm>
            <a:off x="8613648" y="294436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97" name="Shape 82">
            <a:extLst>
              <a:ext uri="{FF2B5EF4-FFF2-40B4-BE49-F238E27FC236}">
                <a16:creationId xmlns:a16="http://schemas.microsoft.com/office/drawing/2014/main" id="{E35D64E1-1106-BD69-D080-498F328B23B1}"/>
              </a:ext>
            </a:extLst>
          </p:cNvPr>
          <p:cNvSpPr/>
          <p:nvPr/>
        </p:nvSpPr>
        <p:spPr>
          <a:xfrm>
            <a:off x="9162288" y="2944368"/>
            <a:ext cx="941832"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98" name="Shape 83">
            <a:extLst>
              <a:ext uri="{FF2B5EF4-FFF2-40B4-BE49-F238E27FC236}">
                <a16:creationId xmlns:a16="http://schemas.microsoft.com/office/drawing/2014/main" id="{39A4A6D6-6936-F3A9-78E7-3231D584EA8D}"/>
              </a:ext>
            </a:extLst>
          </p:cNvPr>
          <p:cNvSpPr/>
          <p:nvPr/>
        </p:nvSpPr>
        <p:spPr>
          <a:xfrm>
            <a:off x="10104120" y="2944368"/>
            <a:ext cx="941832"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99" name="Shape 84">
            <a:extLst>
              <a:ext uri="{FF2B5EF4-FFF2-40B4-BE49-F238E27FC236}">
                <a16:creationId xmlns:a16="http://schemas.microsoft.com/office/drawing/2014/main" id="{D26E2AA6-5237-CF55-1F9E-1336EA9A46EB}"/>
              </a:ext>
            </a:extLst>
          </p:cNvPr>
          <p:cNvSpPr/>
          <p:nvPr/>
        </p:nvSpPr>
        <p:spPr>
          <a:xfrm>
            <a:off x="475488" y="3584448"/>
            <a:ext cx="1965960" cy="594360"/>
          </a:xfrm>
          <a:prstGeom prst="roundRect">
            <a:avLst>
              <a:gd name="adj" fmla="val 7692"/>
            </a:avLst>
          </a:prstGeom>
          <a:solidFill>
            <a:srgbClr val="FFFFFF"/>
          </a:solidFill>
          <a:ln w="12700">
            <a:solidFill>
              <a:srgbClr val="DCE4E8"/>
            </a:solidFill>
            <a:prstDash val="solid"/>
          </a:ln>
          <a:effectLst>
            <a:outerShdw blurRad="4445" dist="1524" dir="2700000" algn="bl" rotWithShape="0">
              <a:srgbClr val="000000">
                <a:alpha val="4000"/>
              </a:srgbClr>
            </a:outerShdw>
          </a:effectLst>
        </p:spPr>
        <p:txBody>
          <a:bodyPr/>
          <a:lstStyle/>
          <a:p>
            <a:endParaRPr lang="en-IN" sz="2400">
              <a:solidFill>
                <a:prstClr val="black"/>
              </a:solidFill>
              <a:latin typeface="+mj-lt"/>
            </a:endParaRPr>
          </a:p>
        </p:txBody>
      </p:sp>
      <p:pic>
        <p:nvPicPr>
          <p:cNvPr id="100" name="Image 3" descr="preencoded.png">
            <a:extLst>
              <a:ext uri="{FF2B5EF4-FFF2-40B4-BE49-F238E27FC236}">
                <a16:creationId xmlns:a16="http://schemas.microsoft.com/office/drawing/2014/main" id="{60AC18BA-6629-A196-4B9C-5842F5BF901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1792" y="3712464"/>
            <a:ext cx="237744" cy="237744"/>
          </a:xfrm>
          <a:prstGeom prst="rect">
            <a:avLst/>
          </a:prstGeom>
        </p:spPr>
      </p:pic>
      <p:sp>
        <p:nvSpPr>
          <p:cNvPr id="101" name="Text 85">
            <a:extLst>
              <a:ext uri="{FF2B5EF4-FFF2-40B4-BE49-F238E27FC236}">
                <a16:creationId xmlns:a16="http://schemas.microsoft.com/office/drawing/2014/main" id="{EEAD6A88-6053-320E-3F23-60FCA4D30BE1}"/>
              </a:ext>
            </a:extLst>
          </p:cNvPr>
          <p:cNvSpPr/>
          <p:nvPr/>
        </p:nvSpPr>
        <p:spPr>
          <a:xfrm>
            <a:off x="950976" y="3666744"/>
            <a:ext cx="1298448" cy="173736"/>
          </a:xfrm>
          <a:prstGeom prst="rect">
            <a:avLst/>
          </a:prstGeom>
          <a:noFill/>
          <a:ln/>
        </p:spPr>
        <p:txBody>
          <a:bodyPr wrap="square" lIns="0" tIns="0" rIns="0" bIns="0" rtlCol="0" anchor="ctr">
            <a:noAutofit/>
          </a:bodyPr>
          <a:lstStyle/>
          <a:p>
            <a:r>
              <a:rPr lang="en-US" sz="1000" b="1" dirty="0">
                <a:solidFill>
                  <a:srgbClr val="86BC25"/>
                </a:solidFill>
                <a:latin typeface="+mj-lt"/>
              </a:rPr>
              <a:t>Prove Department Brains</a:t>
            </a:r>
            <a:endParaRPr lang="en-US" sz="1000" dirty="0">
              <a:solidFill>
                <a:prstClr val="black"/>
              </a:solidFill>
              <a:latin typeface="+mj-lt"/>
            </a:endParaRPr>
          </a:p>
        </p:txBody>
      </p:sp>
      <p:sp>
        <p:nvSpPr>
          <p:cNvPr id="102" name="Text 86">
            <a:extLst>
              <a:ext uri="{FF2B5EF4-FFF2-40B4-BE49-F238E27FC236}">
                <a16:creationId xmlns:a16="http://schemas.microsoft.com/office/drawing/2014/main" id="{26932046-18DD-6E60-D218-CCC72E253E57}"/>
              </a:ext>
            </a:extLst>
          </p:cNvPr>
          <p:cNvSpPr/>
          <p:nvPr/>
        </p:nvSpPr>
        <p:spPr>
          <a:xfrm>
            <a:off x="950976" y="3904487"/>
            <a:ext cx="1280160" cy="203429"/>
          </a:xfrm>
          <a:prstGeom prst="rect">
            <a:avLst/>
          </a:prstGeom>
          <a:noFill/>
          <a:ln/>
        </p:spPr>
        <p:txBody>
          <a:bodyPr wrap="square" lIns="0" tIns="0" rIns="0" bIns="0" rtlCol="0" anchor="ctr">
            <a:noAutofit/>
          </a:bodyPr>
          <a:lstStyle/>
          <a:p>
            <a:r>
              <a:rPr lang="en-US" sz="800" dirty="0">
                <a:solidFill>
                  <a:srgbClr val="596875"/>
                </a:solidFill>
                <a:latin typeface="+mj-lt"/>
              </a:rPr>
              <a:t>Prioritized PoCs, pilots, adoption and benefit evidence</a:t>
            </a:r>
            <a:endParaRPr lang="en-US" sz="800" dirty="0">
              <a:solidFill>
                <a:prstClr val="black"/>
              </a:solidFill>
              <a:latin typeface="+mj-lt"/>
            </a:endParaRPr>
          </a:p>
        </p:txBody>
      </p:sp>
      <p:sp>
        <p:nvSpPr>
          <p:cNvPr id="103" name="Shape 87">
            <a:extLst>
              <a:ext uri="{FF2B5EF4-FFF2-40B4-BE49-F238E27FC236}">
                <a16:creationId xmlns:a16="http://schemas.microsoft.com/office/drawing/2014/main" id="{F61684F3-B16D-0B9D-6DC7-A5A1F13B38C1}"/>
              </a:ext>
            </a:extLst>
          </p:cNvPr>
          <p:cNvSpPr/>
          <p:nvPr/>
        </p:nvSpPr>
        <p:spPr>
          <a:xfrm>
            <a:off x="2578608" y="358444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104" name="Shape 88">
            <a:extLst>
              <a:ext uri="{FF2B5EF4-FFF2-40B4-BE49-F238E27FC236}">
                <a16:creationId xmlns:a16="http://schemas.microsoft.com/office/drawing/2014/main" id="{5BE6EF4F-1197-39F0-3B14-06573CE731BA}"/>
              </a:ext>
            </a:extLst>
          </p:cNvPr>
          <p:cNvSpPr/>
          <p:nvPr/>
        </p:nvSpPr>
        <p:spPr>
          <a:xfrm>
            <a:off x="3127248" y="358444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105" name="Shape 89">
            <a:extLst>
              <a:ext uri="{FF2B5EF4-FFF2-40B4-BE49-F238E27FC236}">
                <a16:creationId xmlns:a16="http://schemas.microsoft.com/office/drawing/2014/main" id="{444AA305-0D03-951F-8AF0-BFDFAB459CCA}"/>
              </a:ext>
            </a:extLst>
          </p:cNvPr>
          <p:cNvSpPr/>
          <p:nvPr/>
        </p:nvSpPr>
        <p:spPr>
          <a:xfrm>
            <a:off x="3675888" y="358444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106" name="Shape 90">
            <a:extLst>
              <a:ext uri="{FF2B5EF4-FFF2-40B4-BE49-F238E27FC236}">
                <a16:creationId xmlns:a16="http://schemas.microsoft.com/office/drawing/2014/main" id="{3B753979-9A79-8F1E-E27D-AF139591EAAA}"/>
              </a:ext>
            </a:extLst>
          </p:cNvPr>
          <p:cNvSpPr/>
          <p:nvPr/>
        </p:nvSpPr>
        <p:spPr>
          <a:xfrm>
            <a:off x="4224528" y="358444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107" name="Shape 91">
            <a:extLst>
              <a:ext uri="{FF2B5EF4-FFF2-40B4-BE49-F238E27FC236}">
                <a16:creationId xmlns:a16="http://schemas.microsoft.com/office/drawing/2014/main" id="{652FB04E-284C-F4F0-C3B5-2A3D1DE79BB3}"/>
              </a:ext>
            </a:extLst>
          </p:cNvPr>
          <p:cNvSpPr/>
          <p:nvPr/>
        </p:nvSpPr>
        <p:spPr>
          <a:xfrm>
            <a:off x="4773168" y="358444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108" name="Shape 92">
            <a:extLst>
              <a:ext uri="{FF2B5EF4-FFF2-40B4-BE49-F238E27FC236}">
                <a16:creationId xmlns:a16="http://schemas.microsoft.com/office/drawing/2014/main" id="{F212A113-0D1B-84A0-4121-A199927B63B3}"/>
              </a:ext>
            </a:extLst>
          </p:cNvPr>
          <p:cNvSpPr/>
          <p:nvPr/>
        </p:nvSpPr>
        <p:spPr>
          <a:xfrm>
            <a:off x="5321808" y="358444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109" name="Shape 93">
            <a:extLst>
              <a:ext uri="{FF2B5EF4-FFF2-40B4-BE49-F238E27FC236}">
                <a16:creationId xmlns:a16="http://schemas.microsoft.com/office/drawing/2014/main" id="{9A62E406-9025-3A69-57F5-0D6105C51142}"/>
              </a:ext>
            </a:extLst>
          </p:cNvPr>
          <p:cNvSpPr/>
          <p:nvPr/>
        </p:nvSpPr>
        <p:spPr>
          <a:xfrm>
            <a:off x="5870448" y="358444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110" name="Shape 94">
            <a:extLst>
              <a:ext uri="{FF2B5EF4-FFF2-40B4-BE49-F238E27FC236}">
                <a16:creationId xmlns:a16="http://schemas.microsoft.com/office/drawing/2014/main" id="{E3E7B370-7015-8354-FC39-6757B452E7BF}"/>
              </a:ext>
            </a:extLst>
          </p:cNvPr>
          <p:cNvSpPr/>
          <p:nvPr/>
        </p:nvSpPr>
        <p:spPr>
          <a:xfrm>
            <a:off x="6419088" y="358444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111" name="Shape 95">
            <a:extLst>
              <a:ext uri="{FF2B5EF4-FFF2-40B4-BE49-F238E27FC236}">
                <a16:creationId xmlns:a16="http://schemas.microsoft.com/office/drawing/2014/main" id="{31EA346B-58AA-DF99-6AF0-40201A399427}"/>
              </a:ext>
            </a:extLst>
          </p:cNvPr>
          <p:cNvSpPr/>
          <p:nvPr/>
        </p:nvSpPr>
        <p:spPr>
          <a:xfrm>
            <a:off x="6967728" y="358444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112" name="Shape 96">
            <a:extLst>
              <a:ext uri="{FF2B5EF4-FFF2-40B4-BE49-F238E27FC236}">
                <a16:creationId xmlns:a16="http://schemas.microsoft.com/office/drawing/2014/main" id="{54034104-2047-5F72-66DB-05322FB4FCAB}"/>
              </a:ext>
            </a:extLst>
          </p:cNvPr>
          <p:cNvSpPr/>
          <p:nvPr/>
        </p:nvSpPr>
        <p:spPr>
          <a:xfrm>
            <a:off x="7516368" y="358444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113" name="Shape 97">
            <a:extLst>
              <a:ext uri="{FF2B5EF4-FFF2-40B4-BE49-F238E27FC236}">
                <a16:creationId xmlns:a16="http://schemas.microsoft.com/office/drawing/2014/main" id="{D65F088D-C56F-4127-2960-7E1741DBCBE4}"/>
              </a:ext>
            </a:extLst>
          </p:cNvPr>
          <p:cNvSpPr/>
          <p:nvPr/>
        </p:nvSpPr>
        <p:spPr>
          <a:xfrm>
            <a:off x="8065008" y="358444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114" name="Shape 98">
            <a:extLst>
              <a:ext uri="{FF2B5EF4-FFF2-40B4-BE49-F238E27FC236}">
                <a16:creationId xmlns:a16="http://schemas.microsoft.com/office/drawing/2014/main" id="{8BF63783-F764-6C06-4CF0-A61A9B942141}"/>
              </a:ext>
            </a:extLst>
          </p:cNvPr>
          <p:cNvSpPr/>
          <p:nvPr/>
        </p:nvSpPr>
        <p:spPr>
          <a:xfrm>
            <a:off x="8613648" y="358444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115" name="Shape 99">
            <a:extLst>
              <a:ext uri="{FF2B5EF4-FFF2-40B4-BE49-F238E27FC236}">
                <a16:creationId xmlns:a16="http://schemas.microsoft.com/office/drawing/2014/main" id="{320DFC0B-F33E-FDD9-9945-5E7ABEA9D6F8}"/>
              </a:ext>
            </a:extLst>
          </p:cNvPr>
          <p:cNvSpPr/>
          <p:nvPr/>
        </p:nvSpPr>
        <p:spPr>
          <a:xfrm>
            <a:off x="9162288" y="3584448"/>
            <a:ext cx="941832"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116" name="Shape 100">
            <a:extLst>
              <a:ext uri="{FF2B5EF4-FFF2-40B4-BE49-F238E27FC236}">
                <a16:creationId xmlns:a16="http://schemas.microsoft.com/office/drawing/2014/main" id="{B23A8B0C-2F1C-31B9-6972-3D83FB059DD8}"/>
              </a:ext>
            </a:extLst>
          </p:cNvPr>
          <p:cNvSpPr/>
          <p:nvPr/>
        </p:nvSpPr>
        <p:spPr>
          <a:xfrm>
            <a:off x="10104120" y="3584448"/>
            <a:ext cx="941832"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117" name="Shape 101">
            <a:extLst>
              <a:ext uri="{FF2B5EF4-FFF2-40B4-BE49-F238E27FC236}">
                <a16:creationId xmlns:a16="http://schemas.microsoft.com/office/drawing/2014/main" id="{CE7CCABC-E460-D5F9-B7F9-F959047F6763}"/>
              </a:ext>
            </a:extLst>
          </p:cNvPr>
          <p:cNvSpPr/>
          <p:nvPr/>
        </p:nvSpPr>
        <p:spPr>
          <a:xfrm>
            <a:off x="475488" y="4224528"/>
            <a:ext cx="1965960" cy="594360"/>
          </a:xfrm>
          <a:prstGeom prst="roundRect">
            <a:avLst>
              <a:gd name="adj" fmla="val 7692"/>
            </a:avLst>
          </a:prstGeom>
          <a:solidFill>
            <a:srgbClr val="FFFFFF"/>
          </a:solidFill>
          <a:ln w="12700">
            <a:solidFill>
              <a:srgbClr val="DCE4E8"/>
            </a:solidFill>
            <a:prstDash val="solid"/>
          </a:ln>
          <a:effectLst>
            <a:outerShdw blurRad="4445" dist="1524" dir="2700000" algn="bl" rotWithShape="0">
              <a:srgbClr val="000000">
                <a:alpha val="4000"/>
              </a:srgbClr>
            </a:outerShdw>
          </a:effectLst>
        </p:spPr>
        <p:txBody>
          <a:bodyPr/>
          <a:lstStyle/>
          <a:p>
            <a:endParaRPr lang="en-IN" sz="2400">
              <a:solidFill>
                <a:prstClr val="black"/>
              </a:solidFill>
              <a:latin typeface="+mj-lt"/>
            </a:endParaRPr>
          </a:p>
        </p:txBody>
      </p:sp>
      <p:pic>
        <p:nvPicPr>
          <p:cNvPr id="118" name="Image 4" descr="preencoded.png">
            <a:extLst>
              <a:ext uri="{FF2B5EF4-FFF2-40B4-BE49-F238E27FC236}">
                <a16:creationId xmlns:a16="http://schemas.microsoft.com/office/drawing/2014/main" id="{E113CBCB-A7D3-4AA8-05E8-3A6B579C8CC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21792" y="4352544"/>
            <a:ext cx="237744" cy="237744"/>
          </a:xfrm>
          <a:prstGeom prst="rect">
            <a:avLst/>
          </a:prstGeom>
        </p:spPr>
      </p:pic>
      <p:sp>
        <p:nvSpPr>
          <p:cNvPr id="119" name="Text 102">
            <a:extLst>
              <a:ext uri="{FF2B5EF4-FFF2-40B4-BE49-F238E27FC236}">
                <a16:creationId xmlns:a16="http://schemas.microsoft.com/office/drawing/2014/main" id="{95CC0DBE-CB91-A7DB-6697-3AFCA4234891}"/>
              </a:ext>
            </a:extLst>
          </p:cNvPr>
          <p:cNvSpPr/>
          <p:nvPr/>
        </p:nvSpPr>
        <p:spPr>
          <a:xfrm>
            <a:off x="950976" y="4306824"/>
            <a:ext cx="1298448" cy="173736"/>
          </a:xfrm>
          <a:prstGeom prst="rect">
            <a:avLst/>
          </a:prstGeom>
          <a:noFill/>
          <a:ln/>
        </p:spPr>
        <p:txBody>
          <a:bodyPr wrap="square" lIns="0" tIns="0" rIns="0" bIns="0" rtlCol="0" anchor="ctr">
            <a:normAutofit/>
          </a:bodyPr>
          <a:lstStyle/>
          <a:p>
            <a:r>
              <a:rPr lang="en-US" sz="1050" b="1" dirty="0">
                <a:solidFill>
                  <a:srgbClr val="007CB0"/>
                </a:solidFill>
                <a:latin typeface="+mj-lt"/>
              </a:rPr>
              <a:t>Scale statewide</a:t>
            </a:r>
            <a:endParaRPr lang="en-US" sz="1050" dirty="0">
              <a:solidFill>
                <a:prstClr val="black"/>
              </a:solidFill>
              <a:latin typeface="+mj-lt"/>
            </a:endParaRPr>
          </a:p>
        </p:txBody>
      </p:sp>
      <p:sp>
        <p:nvSpPr>
          <p:cNvPr id="120" name="Text 103">
            <a:extLst>
              <a:ext uri="{FF2B5EF4-FFF2-40B4-BE49-F238E27FC236}">
                <a16:creationId xmlns:a16="http://schemas.microsoft.com/office/drawing/2014/main" id="{F67C3BB5-FDE3-B24F-FC9F-D2DE06C599D4}"/>
              </a:ext>
            </a:extLst>
          </p:cNvPr>
          <p:cNvSpPr/>
          <p:nvPr/>
        </p:nvSpPr>
        <p:spPr>
          <a:xfrm>
            <a:off x="950976" y="4544567"/>
            <a:ext cx="1280160" cy="203429"/>
          </a:xfrm>
          <a:prstGeom prst="rect">
            <a:avLst/>
          </a:prstGeom>
          <a:noFill/>
          <a:ln/>
        </p:spPr>
        <p:txBody>
          <a:bodyPr wrap="square" lIns="0" tIns="0" rIns="0" bIns="0" rtlCol="0" anchor="ctr">
            <a:noAutofit/>
          </a:bodyPr>
          <a:lstStyle/>
          <a:p>
            <a:r>
              <a:rPr lang="en-US" sz="800" dirty="0">
                <a:solidFill>
                  <a:srgbClr val="596875"/>
                </a:solidFill>
                <a:latin typeface="+mj-lt"/>
              </a:rPr>
              <a:t>Productionize solutions and onboard departments</a:t>
            </a:r>
            <a:endParaRPr lang="en-US" sz="800" dirty="0">
              <a:solidFill>
                <a:prstClr val="black"/>
              </a:solidFill>
              <a:latin typeface="+mj-lt"/>
            </a:endParaRPr>
          </a:p>
        </p:txBody>
      </p:sp>
      <p:sp>
        <p:nvSpPr>
          <p:cNvPr id="121" name="Shape 104">
            <a:extLst>
              <a:ext uri="{FF2B5EF4-FFF2-40B4-BE49-F238E27FC236}">
                <a16:creationId xmlns:a16="http://schemas.microsoft.com/office/drawing/2014/main" id="{E5DE7318-5F29-0B0A-DF93-5471815F4951}"/>
              </a:ext>
            </a:extLst>
          </p:cNvPr>
          <p:cNvSpPr/>
          <p:nvPr/>
        </p:nvSpPr>
        <p:spPr>
          <a:xfrm>
            <a:off x="2578608" y="422452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122" name="Shape 105">
            <a:extLst>
              <a:ext uri="{FF2B5EF4-FFF2-40B4-BE49-F238E27FC236}">
                <a16:creationId xmlns:a16="http://schemas.microsoft.com/office/drawing/2014/main" id="{E60E8A63-139F-9325-65E5-DF57B57F3343}"/>
              </a:ext>
            </a:extLst>
          </p:cNvPr>
          <p:cNvSpPr/>
          <p:nvPr/>
        </p:nvSpPr>
        <p:spPr>
          <a:xfrm>
            <a:off x="3127248" y="422452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123" name="Shape 106">
            <a:extLst>
              <a:ext uri="{FF2B5EF4-FFF2-40B4-BE49-F238E27FC236}">
                <a16:creationId xmlns:a16="http://schemas.microsoft.com/office/drawing/2014/main" id="{542FCFD9-69A4-3CCF-AF01-29069C48FCFD}"/>
              </a:ext>
            </a:extLst>
          </p:cNvPr>
          <p:cNvSpPr/>
          <p:nvPr/>
        </p:nvSpPr>
        <p:spPr>
          <a:xfrm>
            <a:off x="3675888" y="422452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124" name="Shape 107">
            <a:extLst>
              <a:ext uri="{FF2B5EF4-FFF2-40B4-BE49-F238E27FC236}">
                <a16:creationId xmlns:a16="http://schemas.microsoft.com/office/drawing/2014/main" id="{5F2CE125-E92B-1EDC-BC07-61745516A050}"/>
              </a:ext>
            </a:extLst>
          </p:cNvPr>
          <p:cNvSpPr/>
          <p:nvPr/>
        </p:nvSpPr>
        <p:spPr>
          <a:xfrm>
            <a:off x="4224528" y="422452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125" name="Shape 108">
            <a:extLst>
              <a:ext uri="{FF2B5EF4-FFF2-40B4-BE49-F238E27FC236}">
                <a16:creationId xmlns:a16="http://schemas.microsoft.com/office/drawing/2014/main" id="{BC42E0BF-540D-C783-2D34-D362AD1663AE}"/>
              </a:ext>
            </a:extLst>
          </p:cNvPr>
          <p:cNvSpPr/>
          <p:nvPr/>
        </p:nvSpPr>
        <p:spPr>
          <a:xfrm>
            <a:off x="4773168" y="422452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126" name="Shape 109">
            <a:extLst>
              <a:ext uri="{FF2B5EF4-FFF2-40B4-BE49-F238E27FC236}">
                <a16:creationId xmlns:a16="http://schemas.microsoft.com/office/drawing/2014/main" id="{A0099743-A364-26FB-CC35-721B8BD29C2E}"/>
              </a:ext>
            </a:extLst>
          </p:cNvPr>
          <p:cNvSpPr/>
          <p:nvPr/>
        </p:nvSpPr>
        <p:spPr>
          <a:xfrm>
            <a:off x="5321808" y="422452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127" name="Shape 110">
            <a:extLst>
              <a:ext uri="{FF2B5EF4-FFF2-40B4-BE49-F238E27FC236}">
                <a16:creationId xmlns:a16="http://schemas.microsoft.com/office/drawing/2014/main" id="{AB5BB4F6-7CD1-33E8-6E68-9A8B4E2F0666}"/>
              </a:ext>
            </a:extLst>
          </p:cNvPr>
          <p:cNvSpPr/>
          <p:nvPr/>
        </p:nvSpPr>
        <p:spPr>
          <a:xfrm>
            <a:off x="5870448" y="422452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128" name="Shape 111">
            <a:extLst>
              <a:ext uri="{FF2B5EF4-FFF2-40B4-BE49-F238E27FC236}">
                <a16:creationId xmlns:a16="http://schemas.microsoft.com/office/drawing/2014/main" id="{B0747DC8-2E80-AAF8-24D1-C00D908A3D13}"/>
              </a:ext>
            </a:extLst>
          </p:cNvPr>
          <p:cNvSpPr/>
          <p:nvPr/>
        </p:nvSpPr>
        <p:spPr>
          <a:xfrm>
            <a:off x="6419088" y="422452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129" name="Shape 112">
            <a:extLst>
              <a:ext uri="{FF2B5EF4-FFF2-40B4-BE49-F238E27FC236}">
                <a16:creationId xmlns:a16="http://schemas.microsoft.com/office/drawing/2014/main" id="{16147343-2A5A-8DBC-5147-5965018501B8}"/>
              </a:ext>
            </a:extLst>
          </p:cNvPr>
          <p:cNvSpPr/>
          <p:nvPr/>
        </p:nvSpPr>
        <p:spPr>
          <a:xfrm>
            <a:off x="6967728" y="422452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130" name="Shape 113">
            <a:extLst>
              <a:ext uri="{FF2B5EF4-FFF2-40B4-BE49-F238E27FC236}">
                <a16:creationId xmlns:a16="http://schemas.microsoft.com/office/drawing/2014/main" id="{962DD40B-1081-5B58-8C84-2445EDCD6CD0}"/>
              </a:ext>
            </a:extLst>
          </p:cNvPr>
          <p:cNvSpPr/>
          <p:nvPr/>
        </p:nvSpPr>
        <p:spPr>
          <a:xfrm>
            <a:off x="7516368" y="422452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131" name="Shape 114">
            <a:extLst>
              <a:ext uri="{FF2B5EF4-FFF2-40B4-BE49-F238E27FC236}">
                <a16:creationId xmlns:a16="http://schemas.microsoft.com/office/drawing/2014/main" id="{294A2512-73A2-D5BA-4B5B-F98C3E469B29}"/>
              </a:ext>
            </a:extLst>
          </p:cNvPr>
          <p:cNvSpPr/>
          <p:nvPr/>
        </p:nvSpPr>
        <p:spPr>
          <a:xfrm>
            <a:off x="8065008" y="422452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132" name="Shape 115">
            <a:extLst>
              <a:ext uri="{FF2B5EF4-FFF2-40B4-BE49-F238E27FC236}">
                <a16:creationId xmlns:a16="http://schemas.microsoft.com/office/drawing/2014/main" id="{D179BC68-5A04-8DF9-597C-3D039B33A806}"/>
              </a:ext>
            </a:extLst>
          </p:cNvPr>
          <p:cNvSpPr/>
          <p:nvPr/>
        </p:nvSpPr>
        <p:spPr>
          <a:xfrm>
            <a:off x="8613648" y="422452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133" name="Shape 116">
            <a:extLst>
              <a:ext uri="{FF2B5EF4-FFF2-40B4-BE49-F238E27FC236}">
                <a16:creationId xmlns:a16="http://schemas.microsoft.com/office/drawing/2014/main" id="{1DF1B429-FFC3-F9C0-ED9D-79D5A65311DF}"/>
              </a:ext>
            </a:extLst>
          </p:cNvPr>
          <p:cNvSpPr/>
          <p:nvPr/>
        </p:nvSpPr>
        <p:spPr>
          <a:xfrm>
            <a:off x="9162288" y="4224528"/>
            <a:ext cx="941832"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134" name="Shape 117">
            <a:extLst>
              <a:ext uri="{FF2B5EF4-FFF2-40B4-BE49-F238E27FC236}">
                <a16:creationId xmlns:a16="http://schemas.microsoft.com/office/drawing/2014/main" id="{F085BCCA-6032-7DAC-018C-773A0D18B45F}"/>
              </a:ext>
            </a:extLst>
          </p:cNvPr>
          <p:cNvSpPr/>
          <p:nvPr/>
        </p:nvSpPr>
        <p:spPr>
          <a:xfrm>
            <a:off x="10104120" y="4224528"/>
            <a:ext cx="941832"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135" name="Shape 118">
            <a:extLst>
              <a:ext uri="{FF2B5EF4-FFF2-40B4-BE49-F238E27FC236}">
                <a16:creationId xmlns:a16="http://schemas.microsoft.com/office/drawing/2014/main" id="{D62156A5-C314-1D51-2D44-5E308B70A081}"/>
              </a:ext>
            </a:extLst>
          </p:cNvPr>
          <p:cNvSpPr/>
          <p:nvPr/>
        </p:nvSpPr>
        <p:spPr>
          <a:xfrm>
            <a:off x="475488" y="4864608"/>
            <a:ext cx="1965960" cy="594360"/>
          </a:xfrm>
          <a:prstGeom prst="roundRect">
            <a:avLst>
              <a:gd name="adj" fmla="val 7692"/>
            </a:avLst>
          </a:prstGeom>
          <a:solidFill>
            <a:srgbClr val="FFFFFF"/>
          </a:solidFill>
          <a:ln w="12700">
            <a:solidFill>
              <a:srgbClr val="DCE4E8"/>
            </a:solidFill>
            <a:prstDash val="solid"/>
          </a:ln>
          <a:effectLst>
            <a:outerShdw blurRad="4445" dist="1524" dir="2700000" algn="bl" rotWithShape="0">
              <a:srgbClr val="000000">
                <a:alpha val="4000"/>
              </a:srgbClr>
            </a:outerShdw>
          </a:effectLst>
        </p:spPr>
        <p:txBody>
          <a:bodyPr/>
          <a:lstStyle/>
          <a:p>
            <a:endParaRPr lang="en-IN" sz="2400">
              <a:solidFill>
                <a:prstClr val="black"/>
              </a:solidFill>
              <a:latin typeface="+mj-lt"/>
            </a:endParaRPr>
          </a:p>
        </p:txBody>
      </p:sp>
      <p:pic>
        <p:nvPicPr>
          <p:cNvPr id="136" name="Image 5" descr="preencoded.png">
            <a:extLst>
              <a:ext uri="{FF2B5EF4-FFF2-40B4-BE49-F238E27FC236}">
                <a16:creationId xmlns:a16="http://schemas.microsoft.com/office/drawing/2014/main" id="{AB626381-C489-171C-B55F-3C44E007E33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21792" y="4992624"/>
            <a:ext cx="237744" cy="237744"/>
          </a:xfrm>
          <a:prstGeom prst="rect">
            <a:avLst/>
          </a:prstGeom>
        </p:spPr>
      </p:pic>
      <p:sp>
        <p:nvSpPr>
          <p:cNvPr id="137" name="Text 119">
            <a:extLst>
              <a:ext uri="{FF2B5EF4-FFF2-40B4-BE49-F238E27FC236}">
                <a16:creationId xmlns:a16="http://schemas.microsoft.com/office/drawing/2014/main" id="{1DCEF344-A907-AB13-3186-C8BE867BA521}"/>
              </a:ext>
            </a:extLst>
          </p:cNvPr>
          <p:cNvSpPr/>
          <p:nvPr/>
        </p:nvSpPr>
        <p:spPr>
          <a:xfrm>
            <a:off x="950976" y="4946904"/>
            <a:ext cx="1298448" cy="173736"/>
          </a:xfrm>
          <a:prstGeom prst="rect">
            <a:avLst/>
          </a:prstGeom>
          <a:noFill/>
          <a:ln/>
        </p:spPr>
        <p:txBody>
          <a:bodyPr wrap="square" lIns="0" tIns="0" rIns="0" bIns="0" rtlCol="0" anchor="ctr">
            <a:normAutofit/>
          </a:bodyPr>
          <a:lstStyle/>
          <a:p>
            <a:r>
              <a:rPr lang="en-US" sz="1050" b="1" dirty="0">
                <a:solidFill>
                  <a:srgbClr val="123B5D"/>
                </a:solidFill>
                <a:latin typeface="+mj-lt"/>
              </a:rPr>
              <a:t>Mature &amp; transfer</a:t>
            </a:r>
            <a:endParaRPr lang="en-US" sz="1050" dirty="0">
              <a:solidFill>
                <a:prstClr val="black"/>
              </a:solidFill>
              <a:latin typeface="+mj-lt"/>
            </a:endParaRPr>
          </a:p>
        </p:txBody>
      </p:sp>
      <p:sp>
        <p:nvSpPr>
          <p:cNvPr id="138" name="Text 120">
            <a:extLst>
              <a:ext uri="{FF2B5EF4-FFF2-40B4-BE49-F238E27FC236}">
                <a16:creationId xmlns:a16="http://schemas.microsoft.com/office/drawing/2014/main" id="{67164356-0175-4435-5EC7-935F74400B5F}"/>
              </a:ext>
            </a:extLst>
          </p:cNvPr>
          <p:cNvSpPr/>
          <p:nvPr/>
        </p:nvSpPr>
        <p:spPr>
          <a:xfrm>
            <a:off x="950976" y="5184647"/>
            <a:ext cx="1280160" cy="203429"/>
          </a:xfrm>
          <a:prstGeom prst="rect">
            <a:avLst/>
          </a:prstGeom>
          <a:noFill/>
          <a:ln/>
        </p:spPr>
        <p:txBody>
          <a:bodyPr wrap="square" lIns="0" tIns="0" rIns="0" bIns="0" rtlCol="0" anchor="ctr">
            <a:noAutofit/>
          </a:bodyPr>
          <a:lstStyle/>
          <a:p>
            <a:r>
              <a:rPr lang="en-US" sz="800" dirty="0">
                <a:solidFill>
                  <a:srgbClr val="596875"/>
                </a:solidFill>
                <a:latin typeface="+mj-lt"/>
              </a:rPr>
              <a:t>Optimize portfolio, O&amp;M and State ownership</a:t>
            </a:r>
            <a:endParaRPr lang="en-US" sz="800" dirty="0">
              <a:solidFill>
                <a:prstClr val="black"/>
              </a:solidFill>
              <a:latin typeface="+mj-lt"/>
            </a:endParaRPr>
          </a:p>
        </p:txBody>
      </p:sp>
      <p:sp>
        <p:nvSpPr>
          <p:cNvPr id="139" name="Shape 121">
            <a:extLst>
              <a:ext uri="{FF2B5EF4-FFF2-40B4-BE49-F238E27FC236}">
                <a16:creationId xmlns:a16="http://schemas.microsoft.com/office/drawing/2014/main" id="{E52023F6-C1B5-50DE-C6D4-05F89A4CAA3D}"/>
              </a:ext>
            </a:extLst>
          </p:cNvPr>
          <p:cNvSpPr/>
          <p:nvPr/>
        </p:nvSpPr>
        <p:spPr>
          <a:xfrm>
            <a:off x="2578608" y="486460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140" name="Shape 122">
            <a:extLst>
              <a:ext uri="{FF2B5EF4-FFF2-40B4-BE49-F238E27FC236}">
                <a16:creationId xmlns:a16="http://schemas.microsoft.com/office/drawing/2014/main" id="{132290E8-9164-24B1-A3A6-7665C4F801ED}"/>
              </a:ext>
            </a:extLst>
          </p:cNvPr>
          <p:cNvSpPr/>
          <p:nvPr/>
        </p:nvSpPr>
        <p:spPr>
          <a:xfrm>
            <a:off x="3127248" y="486460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141" name="Shape 123">
            <a:extLst>
              <a:ext uri="{FF2B5EF4-FFF2-40B4-BE49-F238E27FC236}">
                <a16:creationId xmlns:a16="http://schemas.microsoft.com/office/drawing/2014/main" id="{8A7F3FA9-5A2B-E984-70AC-FC5C78ED2392}"/>
              </a:ext>
            </a:extLst>
          </p:cNvPr>
          <p:cNvSpPr/>
          <p:nvPr/>
        </p:nvSpPr>
        <p:spPr>
          <a:xfrm>
            <a:off x="3675888" y="486460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142" name="Shape 124">
            <a:extLst>
              <a:ext uri="{FF2B5EF4-FFF2-40B4-BE49-F238E27FC236}">
                <a16:creationId xmlns:a16="http://schemas.microsoft.com/office/drawing/2014/main" id="{985F8948-A9F4-62F0-64DC-B9954975E423}"/>
              </a:ext>
            </a:extLst>
          </p:cNvPr>
          <p:cNvSpPr/>
          <p:nvPr/>
        </p:nvSpPr>
        <p:spPr>
          <a:xfrm>
            <a:off x="4224528" y="486460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143" name="Shape 125">
            <a:extLst>
              <a:ext uri="{FF2B5EF4-FFF2-40B4-BE49-F238E27FC236}">
                <a16:creationId xmlns:a16="http://schemas.microsoft.com/office/drawing/2014/main" id="{B74B4F6E-4164-E0B7-4205-D5C4B29F9F8E}"/>
              </a:ext>
            </a:extLst>
          </p:cNvPr>
          <p:cNvSpPr/>
          <p:nvPr/>
        </p:nvSpPr>
        <p:spPr>
          <a:xfrm>
            <a:off x="4773168" y="486460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144" name="Shape 126">
            <a:extLst>
              <a:ext uri="{FF2B5EF4-FFF2-40B4-BE49-F238E27FC236}">
                <a16:creationId xmlns:a16="http://schemas.microsoft.com/office/drawing/2014/main" id="{FA33F455-B335-4938-30C2-CA59AAB69FF6}"/>
              </a:ext>
            </a:extLst>
          </p:cNvPr>
          <p:cNvSpPr/>
          <p:nvPr/>
        </p:nvSpPr>
        <p:spPr>
          <a:xfrm>
            <a:off x="5321808" y="486460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145" name="Shape 127">
            <a:extLst>
              <a:ext uri="{FF2B5EF4-FFF2-40B4-BE49-F238E27FC236}">
                <a16:creationId xmlns:a16="http://schemas.microsoft.com/office/drawing/2014/main" id="{B7C70806-0085-06DD-6025-B09770432A0E}"/>
              </a:ext>
            </a:extLst>
          </p:cNvPr>
          <p:cNvSpPr/>
          <p:nvPr/>
        </p:nvSpPr>
        <p:spPr>
          <a:xfrm>
            <a:off x="5870448" y="486460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146" name="Shape 128">
            <a:extLst>
              <a:ext uri="{FF2B5EF4-FFF2-40B4-BE49-F238E27FC236}">
                <a16:creationId xmlns:a16="http://schemas.microsoft.com/office/drawing/2014/main" id="{A7915872-4D1A-593F-1882-B17840F99F1D}"/>
              </a:ext>
            </a:extLst>
          </p:cNvPr>
          <p:cNvSpPr/>
          <p:nvPr/>
        </p:nvSpPr>
        <p:spPr>
          <a:xfrm>
            <a:off x="6419088" y="486460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147" name="Shape 129">
            <a:extLst>
              <a:ext uri="{FF2B5EF4-FFF2-40B4-BE49-F238E27FC236}">
                <a16:creationId xmlns:a16="http://schemas.microsoft.com/office/drawing/2014/main" id="{469A15ED-7171-B4C5-DB88-EF2A4D9D45EA}"/>
              </a:ext>
            </a:extLst>
          </p:cNvPr>
          <p:cNvSpPr/>
          <p:nvPr/>
        </p:nvSpPr>
        <p:spPr>
          <a:xfrm>
            <a:off x="6967728" y="486460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148" name="Shape 130">
            <a:extLst>
              <a:ext uri="{FF2B5EF4-FFF2-40B4-BE49-F238E27FC236}">
                <a16:creationId xmlns:a16="http://schemas.microsoft.com/office/drawing/2014/main" id="{E219C8C2-337A-D410-71D3-B6B9BF79EBE3}"/>
              </a:ext>
            </a:extLst>
          </p:cNvPr>
          <p:cNvSpPr/>
          <p:nvPr/>
        </p:nvSpPr>
        <p:spPr>
          <a:xfrm>
            <a:off x="7516368" y="486460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149" name="Shape 131">
            <a:extLst>
              <a:ext uri="{FF2B5EF4-FFF2-40B4-BE49-F238E27FC236}">
                <a16:creationId xmlns:a16="http://schemas.microsoft.com/office/drawing/2014/main" id="{C84026B7-F61F-015A-26C6-BB2A1FF6BE28}"/>
              </a:ext>
            </a:extLst>
          </p:cNvPr>
          <p:cNvSpPr/>
          <p:nvPr/>
        </p:nvSpPr>
        <p:spPr>
          <a:xfrm>
            <a:off x="8065008" y="4864608"/>
            <a:ext cx="548640"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150" name="Shape 132">
            <a:extLst>
              <a:ext uri="{FF2B5EF4-FFF2-40B4-BE49-F238E27FC236}">
                <a16:creationId xmlns:a16="http://schemas.microsoft.com/office/drawing/2014/main" id="{73C26F1A-FEFD-F4BF-E48A-82253353ADAD}"/>
              </a:ext>
            </a:extLst>
          </p:cNvPr>
          <p:cNvSpPr/>
          <p:nvPr/>
        </p:nvSpPr>
        <p:spPr>
          <a:xfrm>
            <a:off x="8613648" y="4864608"/>
            <a:ext cx="548640"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151" name="Shape 133">
            <a:extLst>
              <a:ext uri="{FF2B5EF4-FFF2-40B4-BE49-F238E27FC236}">
                <a16:creationId xmlns:a16="http://schemas.microsoft.com/office/drawing/2014/main" id="{18873F99-FC04-D366-66A9-FD3BB0602AD4}"/>
              </a:ext>
            </a:extLst>
          </p:cNvPr>
          <p:cNvSpPr/>
          <p:nvPr/>
        </p:nvSpPr>
        <p:spPr>
          <a:xfrm>
            <a:off x="9162288" y="4864608"/>
            <a:ext cx="941832" cy="594360"/>
          </a:xfrm>
          <a:prstGeom prst="rect">
            <a:avLst/>
          </a:prstGeom>
          <a:solidFill>
            <a:srgbClr val="FFFFFF"/>
          </a:solidFill>
          <a:ln w="6350">
            <a:solidFill>
              <a:srgbClr val="DCE4E8"/>
            </a:solidFill>
            <a:prstDash val="solid"/>
          </a:ln>
        </p:spPr>
        <p:txBody>
          <a:bodyPr/>
          <a:lstStyle/>
          <a:p>
            <a:endParaRPr lang="en-IN" sz="2400">
              <a:solidFill>
                <a:prstClr val="black"/>
              </a:solidFill>
              <a:latin typeface="+mj-lt"/>
            </a:endParaRPr>
          </a:p>
        </p:txBody>
      </p:sp>
      <p:sp>
        <p:nvSpPr>
          <p:cNvPr id="152" name="Shape 134">
            <a:extLst>
              <a:ext uri="{FF2B5EF4-FFF2-40B4-BE49-F238E27FC236}">
                <a16:creationId xmlns:a16="http://schemas.microsoft.com/office/drawing/2014/main" id="{8110143F-A65A-A9B2-DE74-88A02161AA08}"/>
              </a:ext>
            </a:extLst>
          </p:cNvPr>
          <p:cNvSpPr/>
          <p:nvPr/>
        </p:nvSpPr>
        <p:spPr>
          <a:xfrm>
            <a:off x="10104120" y="4864608"/>
            <a:ext cx="941832" cy="594360"/>
          </a:xfrm>
          <a:prstGeom prst="rect">
            <a:avLst/>
          </a:prstGeom>
          <a:solidFill>
            <a:srgbClr val="F8FAFB"/>
          </a:solidFill>
          <a:ln w="6350">
            <a:solidFill>
              <a:srgbClr val="DCE4E8"/>
            </a:solidFill>
            <a:prstDash val="solid"/>
          </a:ln>
        </p:spPr>
        <p:txBody>
          <a:bodyPr/>
          <a:lstStyle/>
          <a:p>
            <a:endParaRPr lang="en-IN" sz="2400">
              <a:solidFill>
                <a:prstClr val="black"/>
              </a:solidFill>
              <a:latin typeface="+mj-lt"/>
            </a:endParaRPr>
          </a:p>
        </p:txBody>
      </p:sp>
      <p:sp>
        <p:nvSpPr>
          <p:cNvPr id="153" name="Shape 135">
            <a:extLst>
              <a:ext uri="{FF2B5EF4-FFF2-40B4-BE49-F238E27FC236}">
                <a16:creationId xmlns:a16="http://schemas.microsoft.com/office/drawing/2014/main" id="{20192289-140F-18AD-CD66-C8FBFC2B1A29}"/>
              </a:ext>
            </a:extLst>
          </p:cNvPr>
          <p:cNvSpPr/>
          <p:nvPr/>
        </p:nvSpPr>
        <p:spPr>
          <a:xfrm>
            <a:off x="2578608" y="2057400"/>
            <a:ext cx="1645920" cy="118872"/>
          </a:xfrm>
          <a:prstGeom prst="roundRect">
            <a:avLst>
              <a:gd name="adj" fmla="val 46154"/>
            </a:avLst>
          </a:prstGeom>
          <a:solidFill>
            <a:srgbClr val="8E349C"/>
          </a:solidFill>
          <a:ln w="12700">
            <a:solidFill>
              <a:srgbClr val="8E349C"/>
            </a:solidFill>
            <a:prstDash val="solid"/>
          </a:ln>
        </p:spPr>
        <p:txBody>
          <a:bodyPr/>
          <a:lstStyle/>
          <a:p>
            <a:endParaRPr lang="en-IN" sz="2400">
              <a:solidFill>
                <a:prstClr val="black"/>
              </a:solidFill>
              <a:latin typeface="+mj-lt"/>
            </a:endParaRPr>
          </a:p>
        </p:txBody>
      </p:sp>
      <p:sp>
        <p:nvSpPr>
          <p:cNvPr id="154" name="Text 136">
            <a:extLst>
              <a:ext uri="{FF2B5EF4-FFF2-40B4-BE49-F238E27FC236}">
                <a16:creationId xmlns:a16="http://schemas.microsoft.com/office/drawing/2014/main" id="{6103FAA1-C688-D0AC-5BB4-C9B8B9179FC4}"/>
              </a:ext>
            </a:extLst>
          </p:cNvPr>
          <p:cNvSpPr/>
          <p:nvPr/>
        </p:nvSpPr>
        <p:spPr>
          <a:xfrm>
            <a:off x="2606040" y="1792224"/>
            <a:ext cx="1591056" cy="146304"/>
          </a:xfrm>
          <a:prstGeom prst="rect">
            <a:avLst/>
          </a:prstGeom>
          <a:noFill/>
          <a:ln/>
        </p:spPr>
        <p:txBody>
          <a:bodyPr wrap="square" lIns="0" tIns="0" rIns="0" bIns="0" rtlCol="0" anchor="ctr">
            <a:normAutofit/>
          </a:bodyPr>
          <a:lstStyle/>
          <a:p>
            <a:pPr algn="ctr"/>
            <a:r>
              <a:rPr lang="en-US" sz="800" b="1" dirty="0">
                <a:solidFill>
                  <a:srgbClr val="0B2739"/>
                </a:solidFill>
                <a:latin typeface="+mj-lt"/>
              </a:rPr>
              <a:t>Governance • readiness • plan</a:t>
            </a:r>
            <a:endParaRPr lang="en-US" sz="800" dirty="0">
              <a:solidFill>
                <a:prstClr val="black"/>
              </a:solidFill>
              <a:latin typeface="+mj-lt"/>
            </a:endParaRPr>
          </a:p>
        </p:txBody>
      </p:sp>
      <p:sp>
        <p:nvSpPr>
          <p:cNvPr id="155" name="Shape 137">
            <a:extLst>
              <a:ext uri="{FF2B5EF4-FFF2-40B4-BE49-F238E27FC236}">
                <a16:creationId xmlns:a16="http://schemas.microsoft.com/office/drawing/2014/main" id="{BF455202-FAB3-8DC7-1579-3BAD1A4A23F9}"/>
              </a:ext>
            </a:extLst>
          </p:cNvPr>
          <p:cNvSpPr/>
          <p:nvPr/>
        </p:nvSpPr>
        <p:spPr>
          <a:xfrm>
            <a:off x="3675888" y="2697480"/>
            <a:ext cx="2194560" cy="118872"/>
          </a:xfrm>
          <a:prstGeom prst="roundRect">
            <a:avLst>
              <a:gd name="adj" fmla="val 46154"/>
            </a:avLst>
          </a:prstGeom>
          <a:solidFill>
            <a:srgbClr val="43B02A"/>
          </a:solidFill>
          <a:ln w="12700">
            <a:solidFill>
              <a:srgbClr val="43B02A"/>
            </a:solidFill>
            <a:prstDash val="solid"/>
          </a:ln>
        </p:spPr>
        <p:txBody>
          <a:bodyPr/>
          <a:lstStyle/>
          <a:p>
            <a:endParaRPr lang="en-IN" sz="2400">
              <a:solidFill>
                <a:prstClr val="black"/>
              </a:solidFill>
              <a:latin typeface="+mj-lt"/>
            </a:endParaRPr>
          </a:p>
        </p:txBody>
      </p:sp>
      <p:sp>
        <p:nvSpPr>
          <p:cNvPr id="156" name="Text 138">
            <a:extLst>
              <a:ext uri="{FF2B5EF4-FFF2-40B4-BE49-F238E27FC236}">
                <a16:creationId xmlns:a16="http://schemas.microsoft.com/office/drawing/2014/main" id="{647BF6EA-40FF-CEC5-ED2E-525E8F0EEF2E}"/>
              </a:ext>
            </a:extLst>
          </p:cNvPr>
          <p:cNvSpPr/>
          <p:nvPr/>
        </p:nvSpPr>
        <p:spPr>
          <a:xfrm>
            <a:off x="3703320" y="2432304"/>
            <a:ext cx="2139696" cy="146304"/>
          </a:xfrm>
          <a:prstGeom prst="rect">
            <a:avLst/>
          </a:prstGeom>
          <a:noFill/>
          <a:ln/>
        </p:spPr>
        <p:txBody>
          <a:bodyPr wrap="square" lIns="0" tIns="0" rIns="0" bIns="0" rtlCol="0" anchor="ctr">
            <a:normAutofit/>
          </a:bodyPr>
          <a:lstStyle/>
          <a:p>
            <a:pPr algn="ctr"/>
            <a:r>
              <a:rPr lang="en-US" sz="800" b="1" dirty="0">
                <a:solidFill>
                  <a:srgbClr val="0B2739"/>
                </a:solidFill>
                <a:latin typeface="+mj-lt"/>
              </a:rPr>
              <a:t>CoE, labs, team and partners</a:t>
            </a:r>
            <a:endParaRPr lang="en-US" sz="800" dirty="0">
              <a:solidFill>
                <a:prstClr val="black"/>
              </a:solidFill>
              <a:latin typeface="+mj-lt"/>
            </a:endParaRPr>
          </a:p>
        </p:txBody>
      </p:sp>
      <p:sp>
        <p:nvSpPr>
          <p:cNvPr id="157" name="Shape 139">
            <a:extLst>
              <a:ext uri="{FF2B5EF4-FFF2-40B4-BE49-F238E27FC236}">
                <a16:creationId xmlns:a16="http://schemas.microsoft.com/office/drawing/2014/main" id="{87575B60-0713-4638-992D-1698C6A5900A}"/>
              </a:ext>
            </a:extLst>
          </p:cNvPr>
          <p:cNvSpPr/>
          <p:nvPr/>
        </p:nvSpPr>
        <p:spPr>
          <a:xfrm>
            <a:off x="4773168" y="3337560"/>
            <a:ext cx="2194560" cy="118872"/>
          </a:xfrm>
          <a:prstGeom prst="roundRect">
            <a:avLst>
              <a:gd name="adj" fmla="val 46154"/>
            </a:avLst>
          </a:prstGeom>
          <a:solidFill>
            <a:srgbClr val="23B5D6"/>
          </a:solidFill>
          <a:ln w="12700">
            <a:solidFill>
              <a:srgbClr val="23B5D6"/>
            </a:solidFill>
            <a:prstDash val="solid"/>
          </a:ln>
        </p:spPr>
        <p:txBody>
          <a:bodyPr/>
          <a:lstStyle/>
          <a:p>
            <a:endParaRPr lang="en-IN" sz="2400">
              <a:solidFill>
                <a:prstClr val="black"/>
              </a:solidFill>
              <a:latin typeface="+mj-lt"/>
            </a:endParaRPr>
          </a:p>
        </p:txBody>
      </p:sp>
      <p:sp>
        <p:nvSpPr>
          <p:cNvPr id="158" name="Text 140">
            <a:extLst>
              <a:ext uri="{FF2B5EF4-FFF2-40B4-BE49-F238E27FC236}">
                <a16:creationId xmlns:a16="http://schemas.microsoft.com/office/drawing/2014/main" id="{A5BC5D44-ECCE-7E84-5465-6D6847B253C6}"/>
              </a:ext>
            </a:extLst>
          </p:cNvPr>
          <p:cNvSpPr/>
          <p:nvPr/>
        </p:nvSpPr>
        <p:spPr>
          <a:xfrm>
            <a:off x="4800600" y="3072384"/>
            <a:ext cx="2139696" cy="146304"/>
          </a:xfrm>
          <a:prstGeom prst="rect">
            <a:avLst/>
          </a:prstGeom>
          <a:noFill/>
          <a:ln/>
        </p:spPr>
        <p:txBody>
          <a:bodyPr wrap="square" lIns="0" tIns="0" rIns="0" bIns="0" rtlCol="0" anchor="ctr">
            <a:normAutofit/>
          </a:bodyPr>
          <a:lstStyle/>
          <a:p>
            <a:pPr algn="ctr"/>
            <a:r>
              <a:rPr lang="en-US" sz="800" b="1" dirty="0">
                <a:solidFill>
                  <a:srgbClr val="0B2739"/>
                </a:solidFill>
                <a:latin typeface="+mj-lt"/>
              </a:rPr>
              <a:t>Shared platform, data, security and controls</a:t>
            </a:r>
            <a:endParaRPr lang="en-US" sz="800" dirty="0">
              <a:solidFill>
                <a:prstClr val="black"/>
              </a:solidFill>
              <a:latin typeface="+mj-lt"/>
            </a:endParaRPr>
          </a:p>
        </p:txBody>
      </p:sp>
      <p:sp>
        <p:nvSpPr>
          <p:cNvPr id="159" name="Shape 141">
            <a:extLst>
              <a:ext uri="{FF2B5EF4-FFF2-40B4-BE49-F238E27FC236}">
                <a16:creationId xmlns:a16="http://schemas.microsoft.com/office/drawing/2014/main" id="{51F4F383-1515-58BF-280D-E53CA95547CD}"/>
              </a:ext>
            </a:extLst>
          </p:cNvPr>
          <p:cNvSpPr/>
          <p:nvPr/>
        </p:nvSpPr>
        <p:spPr>
          <a:xfrm>
            <a:off x="5870448" y="3977640"/>
            <a:ext cx="3291840" cy="118872"/>
          </a:xfrm>
          <a:prstGeom prst="roundRect">
            <a:avLst>
              <a:gd name="adj" fmla="val 46154"/>
            </a:avLst>
          </a:prstGeom>
          <a:solidFill>
            <a:srgbClr val="86BC25"/>
          </a:solidFill>
          <a:ln w="12700">
            <a:solidFill>
              <a:srgbClr val="86BC25"/>
            </a:solidFill>
            <a:prstDash val="solid"/>
          </a:ln>
        </p:spPr>
        <p:txBody>
          <a:bodyPr/>
          <a:lstStyle/>
          <a:p>
            <a:endParaRPr lang="en-IN" sz="2400">
              <a:solidFill>
                <a:prstClr val="black"/>
              </a:solidFill>
              <a:latin typeface="+mj-lt"/>
            </a:endParaRPr>
          </a:p>
        </p:txBody>
      </p:sp>
      <p:sp>
        <p:nvSpPr>
          <p:cNvPr id="160" name="Text 142">
            <a:extLst>
              <a:ext uri="{FF2B5EF4-FFF2-40B4-BE49-F238E27FC236}">
                <a16:creationId xmlns:a16="http://schemas.microsoft.com/office/drawing/2014/main" id="{D1B8B8A8-FCEB-C051-939D-1BC440338CF7}"/>
              </a:ext>
            </a:extLst>
          </p:cNvPr>
          <p:cNvSpPr/>
          <p:nvPr/>
        </p:nvSpPr>
        <p:spPr>
          <a:xfrm>
            <a:off x="5897880" y="3712464"/>
            <a:ext cx="3236976" cy="146304"/>
          </a:xfrm>
          <a:prstGeom prst="rect">
            <a:avLst/>
          </a:prstGeom>
          <a:noFill/>
          <a:ln/>
        </p:spPr>
        <p:txBody>
          <a:bodyPr wrap="square" lIns="0" tIns="0" rIns="0" bIns="0" rtlCol="0" anchor="ctr">
            <a:normAutofit/>
          </a:bodyPr>
          <a:lstStyle/>
          <a:p>
            <a:pPr algn="ctr"/>
            <a:r>
              <a:rPr lang="en-US" sz="800" b="1" dirty="0">
                <a:solidFill>
                  <a:srgbClr val="0B2739"/>
                </a:solidFill>
                <a:latin typeface="+mj-lt"/>
              </a:rPr>
              <a:t>Use-case prioritization • PoCs • pilots</a:t>
            </a:r>
            <a:endParaRPr lang="en-US" sz="800" dirty="0">
              <a:solidFill>
                <a:prstClr val="black"/>
              </a:solidFill>
              <a:latin typeface="+mj-lt"/>
            </a:endParaRPr>
          </a:p>
        </p:txBody>
      </p:sp>
      <p:sp>
        <p:nvSpPr>
          <p:cNvPr id="161" name="Shape 143">
            <a:extLst>
              <a:ext uri="{FF2B5EF4-FFF2-40B4-BE49-F238E27FC236}">
                <a16:creationId xmlns:a16="http://schemas.microsoft.com/office/drawing/2014/main" id="{A09917BA-D390-5C39-12E2-596AA74AD915}"/>
              </a:ext>
            </a:extLst>
          </p:cNvPr>
          <p:cNvSpPr/>
          <p:nvPr/>
        </p:nvSpPr>
        <p:spPr>
          <a:xfrm>
            <a:off x="9162288" y="4617720"/>
            <a:ext cx="941832" cy="118872"/>
          </a:xfrm>
          <a:prstGeom prst="roundRect">
            <a:avLst>
              <a:gd name="adj" fmla="val 46154"/>
            </a:avLst>
          </a:prstGeom>
          <a:solidFill>
            <a:srgbClr val="007CB0"/>
          </a:solidFill>
          <a:ln w="12700">
            <a:solidFill>
              <a:srgbClr val="007CB0"/>
            </a:solidFill>
            <a:prstDash val="solid"/>
          </a:ln>
        </p:spPr>
        <p:txBody>
          <a:bodyPr/>
          <a:lstStyle/>
          <a:p>
            <a:endParaRPr lang="en-IN" sz="2400">
              <a:solidFill>
                <a:prstClr val="black"/>
              </a:solidFill>
              <a:latin typeface="+mj-lt"/>
            </a:endParaRPr>
          </a:p>
        </p:txBody>
      </p:sp>
      <p:sp>
        <p:nvSpPr>
          <p:cNvPr id="162" name="Text 144">
            <a:extLst>
              <a:ext uri="{FF2B5EF4-FFF2-40B4-BE49-F238E27FC236}">
                <a16:creationId xmlns:a16="http://schemas.microsoft.com/office/drawing/2014/main" id="{3D1D806B-22BF-6B3A-089A-9FE0EAF1DFE9}"/>
              </a:ext>
            </a:extLst>
          </p:cNvPr>
          <p:cNvSpPr/>
          <p:nvPr/>
        </p:nvSpPr>
        <p:spPr>
          <a:xfrm>
            <a:off x="9189720" y="4334256"/>
            <a:ext cx="886968" cy="146304"/>
          </a:xfrm>
          <a:prstGeom prst="rect">
            <a:avLst/>
          </a:prstGeom>
          <a:noFill/>
          <a:ln/>
        </p:spPr>
        <p:txBody>
          <a:bodyPr wrap="square" lIns="0" tIns="0" rIns="0" bIns="0" rtlCol="0" anchor="ctr">
            <a:noAutofit/>
          </a:bodyPr>
          <a:lstStyle/>
          <a:p>
            <a:pPr algn="ctr"/>
            <a:r>
              <a:rPr lang="en-US" sz="700" b="1" dirty="0">
                <a:solidFill>
                  <a:srgbClr val="0B2739"/>
                </a:solidFill>
                <a:latin typeface="+mj-lt"/>
              </a:rPr>
              <a:t>Productionize and onboard departments</a:t>
            </a:r>
            <a:endParaRPr lang="en-US" sz="700" dirty="0">
              <a:solidFill>
                <a:prstClr val="black"/>
              </a:solidFill>
              <a:latin typeface="+mj-lt"/>
            </a:endParaRPr>
          </a:p>
        </p:txBody>
      </p:sp>
      <p:sp>
        <p:nvSpPr>
          <p:cNvPr id="163" name="Shape 145">
            <a:extLst>
              <a:ext uri="{FF2B5EF4-FFF2-40B4-BE49-F238E27FC236}">
                <a16:creationId xmlns:a16="http://schemas.microsoft.com/office/drawing/2014/main" id="{520D852D-67B7-DD15-6875-D1598DE9122F}"/>
              </a:ext>
            </a:extLst>
          </p:cNvPr>
          <p:cNvSpPr/>
          <p:nvPr/>
        </p:nvSpPr>
        <p:spPr>
          <a:xfrm>
            <a:off x="10104120" y="5257800"/>
            <a:ext cx="941832" cy="118872"/>
          </a:xfrm>
          <a:prstGeom prst="roundRect">
            <a:avLst>
              <a:gd name="adj" fmla="val 46154"/>
            </a:avLst>
          </a:prstGeom>
          <a:solidFill>
            <a:srgbClr val="123B5D"/>
          </a:solidFill>
          <a:ln w="12700">
            <a:solidFill>
              <a:srgbClr val="123B5D"/>
            </a:solidFill>
            <a:prstDash val="solid"/>
          </a:ln>
        </p:spPr>
        <p:txBody>
          <a:bodyPr/>
          <a:lstStyle/>
          <a:p>
            <a:endParaRPr lang="en-IN" sz="2400">
              <a:solidFill>
                <a:prstClr val="black"/>
              </a:solidFill>
              <a:latin typeface="+mj-lt"/>
            </a:endParaRPr>
          </a:p>
        </p:txBody>
      </p:sp>
      <p:sp>
        <p:nvSpPr>
          <p:cNvPr id="164" name="Text 146">
            <a:extLst>
              <a:ext uri="{FF2B5EF4-FFF2-40B4-BE49-F238E27FC236}">
                <a16:creationId xmlns:a16="http://schemas.microsoft.com/office/drawing/2014/main" id="{A15B94EA-EFFA-995C-9990-A5B34A34C9C3}"/>
              </a:ext>
            </a:extLst>
          </p:cNvPr>
          <p:cNvSpPr/>
          <p:nvPr/>
        </p:nvSpPr>
        <p:spPr>
          <a:xfrm>
            <a:off x="10131552" y="4974336"/>
            <a:ext cx="886968" cy="146304"/>
          </a:xfrm>
          <a:prstGeom prst="rect">
            <a:avLst/>
          </a:prstGeom>
          <a:noFill/>
          <a:ln/>
        </p:spPr>
        <p:txBody>
          <a:bodyPr wrap="square" lIns="0" tIns="0" rIns="0" bIns="0" rtlCol="0" anchor="ctr">
            <a:noAutofit/>
          </a:bodyPr>
          <a:lstStyle/>
          <a:p>
            <a:pPr algn="ctr"/>
            <a:r>
              <a:rPr lang="en-US" sz="700" b="1" dirty="0">
                <a:solidFill>
                  <a:srgbClr val="0B2739"/>
                </a:solidFill>
                <a:latin typeface="+mj-lt"/>
              </a:rPr>
              <a:t>Optimize, transfer and sustain</a:t>
            </a:r>
            <a:endParaRPr lang="en-US" sz="700" dirty="0">
              <a:solidFill>
                <a:prstClr val="black"/>
              </a:solidFill>
              <a:latin typeface="+mj-lt"/>
            </a:endParaRPr>
          </a:p>
        </p:txBody>
      </p:sp>
      <p:sp>
        <p:nvSpPr>
          <p:cNvPr id="165" name="Shape 147">
            <a:extLst>
              <a:ext uri="{FF2B5EF4-FFF2-40B4-BE49-F238E27FC236}">
                <a16:creationId xmlns:a16="http://schemas.microsoft.com/office/drawing/2014/main" id="{4F4CAC02-1A7D-EF68-FA7A-4C94FF6A5572}"/>
              </a:ext>
            </a:extLst>
          </p:cNvPr>
          <p:cNvSpPr/>
          <p:nvPr/>
        </p:nvSpPr>
        <p:spPr>
          <a:xfrm>
            <a:off x="4142232" y="5687568"/>
            <a:ext cx="164592" cy="164592"/>
          </a:xfrm>
          <a:prstGeom prst="diamond">
            <a:avLst/>
          </a:prstGeom>
          <a:solidFill>
            <a:srgbClr val="8E349C"/>
          </a:solidFill>
          <a:ln w="12700">
            <a:solidFill>
              <a:srgbClr val="8E349C"/>
            </a:solidFill>
            <a:prstDash val="solid"/>
          </a:ln>
        </p:spPr>
        <p:txBody>
          <a:bodyPr/>
          <a:lstStyle/>
          <a:p>
            <a:endParaRPr lang="en-IN" sz="2400">
              <a:solidFill>
                <a:prstClr val="black"/>
              </a:solidFill>
              <a:latin typeface="+mj-lt"/>
            </a:endParaRPr>
          </a:p>
        </p:txBody>
      </p:sp>
      <p:sp>
        <p:nvSpPr>
          <p:cNvPr id="166" name="Text 148">
            <a:extLst>
              <a:ext uri="{FF2B5EF4-FFF2-40B4-BE49-F238E27FC236}">
                <a16:creationId xmlns:a16="http://schemas.microsoft.com/office/drawing/2014/main" id="{1B4EE356-F45B-B1CD-C43F-3BBE5B5C4CDA}"/>
              </a:ext>
            </a:extLst>
          </p:cNvPr>
          <p:cNvSpPr/>
          <p:nvPr/>
        </p:nvSpPr>
        <p:spPr>
          <a:xfrm>
            <a:off x="3749040" y="5888736"/>
            <a:ext cx="786384" cy="118872"/>
          </a:xfrm>
          <a:prstGeom prst="rect">
            <a:avLst/>
          </a:prstGeom>
          <a:noFill/>
          <a:ln/>
        </p:spPr>
        <p:txBody>
          <a:bodyPr wrap="square" lIns="0" tIns="0" rIns="0" bIns="0" rtlCol="0" anchor="ctr">
            <a:normAutofit/>
          </a:bodyPr>
          <a:lstStyle/>
          <a:p>
            <a:pPr algn="ctr"/>
            <a:r>
              <a:rPr lang="en-US" sz="700" b="1" dirty="0">
                <a:solidFill>
                  <a:srgbClr val="0B2739"/>
                </a:solidFill>
                <a:latin typeface="+mj-lt"/>
              </a:rPr>
              <a:t>CoE charter</a:t>
            </a:r>
            <a:endParaRPr lang="en-US" sz="700" dirty="0">
              <a:solidFill>
                <a:prstClr val="black"/>
              </a:solidFill>
              <a:latin typeface="+mj-lt"/>
            </a:endParaRPr>
          </a:p>
        </p:txBody>
      </p:sp>
      <p:sp>
        <p:nvSpPr>
          <p:cNvPr id="167" name="Shape 149">
            <a:extLst>
              <a:ext uri="{FF2B5EF4-FFF2-40B4-BE49-F238E27FC236}">
                <a16:creationId xmlns:a16="http://schemas.microsoft.com/office/drawing/2014/main" id="{FB599C35-B5F4-9D4A-A403-88E7D74C087F}"/>
              </a:ext>
            </a:extLst>
          </p:cNvPr>
          <p:cNvSpPr/>
          <p:nvPr/>
        </p:nvSpPr>
        <p:spPr>
          <a:xfrm>
            <a:off x="5788152" y="5687568"/>
            <a:ext cx="164592" cy="164592"/>
          </a:xfrm>
          <a:prstGeom prst="diamond">
            <a:avLst/>
          </a:prstGeom>
          <a:solidFill>
            <a:srgbClr val="43B02A"/>
          </a:solidFill>
          <a:ln w="12700">
            <a:solidFill>
              <a:srgbClr val="43B02A"/>
            </a:solidFill>
            <a:prstDash val="solid"/>
          </a:ln>
        </p:spPr>
        <p:txBody>
          <a:bodyPr/>
          <a:lstStyle/>
          <a:p>
            <a:endParaRPr lang="en-IN" sz="2400">
              <a:solidFill>
                <a:prstClr val="black"/>
              </a:solidFill>
              <a:latin typeface="+mj-lt"/>
            </a:endParaRPr>
          </a:p>
        </p:txBody>
      </p:sp>
      <p:sp>
        <p:nvSpPr>
          <p:cNvPr id="168" name="Text 150">
            <a:extLst>
              <a:ext uri="{FF2B5EF4-FFF2-40B4-BE49-F238E27FC236}">
                <a16:creationId xmlns:a16="http://schemas.microsoft.com/office/drawing/2014/main" id="{1B3D746A-72BE-51FE-7EE8-290DF1533F6B}"/>
              </a:ext>
            </a:extLst>
          </p:cNvPr>
          <p:cNvSpPr/>
          <p:nvPr/>
        </p:nvSpPr>
        <p:spPr>
          <a:xfrm>
            <a:off x="5394960" y="5888736"/>
            <a:ext cx="786384" cy="118872"/>
          </a:xfrm>
          <a:prstGeom prst="rect">
            <a:avLst/>
          </a:prstGeom>
          <a:noFill/>
          <a:ln/>
        </p:spPr>
        <p:txBody>
          <a:bodyPr wrap="square" lIns="0" tIns="0" rIns="0" bIns="0" rtlCol="0" anchor="ctr">
            <a:normAutofit/>
          </a:bodyPr>
          <a:lstStyle/>
          <a:p>
            <a:pPr algn="ctr"/>
            <a:r>
              <a:rPr lang="en-US" sz="700" b="1" dirty="0">
                <a:solidFill>
                  <a:srgbClr val="0B2739"/>
                </a:solidFill>
                <a:latin typeface="+mj-lt"/>
              </a:rPr>
              <a:t>CoE live</a:t>
            </a:r>
            <a:endParaRPr lang="en-US" sz="700" dirty="0">
              <a:solidFill>
                <a:prstClr val="black"/>
              </a:solidFill>
              <a:latin typeface="+mj-lt"/>
            </a:endParaRPr>
          </a:p>
        </p:txBody>
      </p:sp>
      <p:sp>
        <p:nvSpPr>
          <p:cNvPr id="169" name="Shape 151">
            <a:extLst>
              <a:ext uri="{FF2B5EF4-FFF2-40B4-BE49-F238E27FC236}">
                <a16:creationId xmlns:a16="http://schemas.microsoft.com/office/drawing/2014/main" id="{4CD11484-7614-E800-3C33-3A4023E51C99}"/>
              </a:ext>
            </a:extLst>
          </p:cNvPr>
          <p:cNvSpPr/>
          <p:nvPr/>
        </p:nvSpPr>
        <p:spPr>
          <a:xfrm>
            <a:off x="6885432" y="5687568"/>
            <a:ext cx="164592" cy="164592"/>
          </a:xfrm>
          <a:prstGeom prst="diamond">
            <a:avLst/>
          </a:prstGeom>
          <a:solidFill>
            <a:srgbClr val="23B5D6"/>
          </a:solidFill>
          <a:ln w="12700">
            <a:solidFill>
              <a:srgbClr val="23B5D6"/>
            </a:solidFill>
            <a:prstDash val="solid"/>
          </a:ln>
        </p:spPr>
        <p:txBody>
          <a:bodyPr/>
          <a:lstStyle/>
          <a:p>
            <a:endParaRPr lang="en-IN" sz="2400">
              <a:solidFill>
                <a:prstClr val="black"/>
              </a:solidFill>
              <a:latin typeface="+mj-lt"/>
            </a:endParaRPr>
          </a:p>
        </p:txBody>
      </p:sp>
      <p:sp>
        <p:nvSpPr>
          <p:cNvPr id="170" name="Text 152">
            <a:extLst>
              <a:ext uri="{FF2B5EF4-FFF2-40B4-BE49-F238E27FC236}">
                <a16:creationId xmlns:a16="http://schemas.microsoft.com/office/drawing/2014/main" id="{7CBB5F03-C4BE-7BC8-F92C-5F7B3D281C10}"/>
              </a:ext>
            </a:extLst>
          </p:cNvPr>
          <p:cNvSpPr/>
          <p:nvPr/>
        </p:nvSpPr>
        <p:spPr>
          <a:xfrm>
            <a:off x="6492240" y="5888736"/>
            <a:ext cx="786384" cy="118872"/>
          </a:xfrm>
          <a:prstGeom prst="rect">
            <a:avLst/>
          </a:prstGeom>
          <a:noFill/>
          <a:ln/>
        </p:spPr>
        <p:txBody>
          <a:bodyPr wrap="square" lIns="0" tIns="0" rIns="0" bIns="0" rtlCol="0" anchor="ctr">
            <a:normAutofit/>
          </a:bodyPr>
          <a:lstStyle/>
          <a:p>
            <a:pPr algn="ctr"/>
            <a:r>
              <a:rPr lang="en-US" sz="700" b="1" dirty="0">
                <a:solidFill>
                  <a:srgbClr val="0B2739"/>
                </a:solidFill>
                <a:latin typeface="+mj-lt"/>
              </a:rPr>
              <a:t>AI Spine ready</a:t>
            </a:r>
            <a:endParaRPr lang="en-US" sz="700" dirty="0">
              <a:solidFill>
                <a:prstClr val="black"/>
              </a:solidFill>
              <a:latin typeface="+mj-lt"/>
            </a:endParaRPr>
          </a:p>
        </p:txBody>
      </p:sp>
      <p:sp>
        <p:nvSpPr>
          <p:cNvPr id="171" name="Shape 153">
            <a:extLst>
              <a:ext uri="{FF2B5EF4-FFF2-40B4-BE49-F238E27FC236}">
                <a16:creationId xmlns:a16="http://schemas.microsoft.com/office/drawing/2014/main" id="{5AEB3DDA-B9FB-32E1-AEB7-DDE6C85F2B78}"/>
              </a:ext>
            </a:extLst>
          </p:cNvPr>
          <p:cNvSpPr/>
          <p:nvPr/>
        </p:nvSpPr>
        <p:spPr>
          <a:xfrm>
            <a:off x="9079992" y="5687568"/>
            <a:ext cx="164592" cy="164592"/>
          </a:xfrm>
          <a:prstGeom prst="diamond">
            <a:avLst/>
          </a:prstGeom>
          <a:solidFill>
            <a:srgbClr val="86BC25"/>
          </a:solidFill>
          <a:ln w="12700">
            <a:solidFill>
              <a:srgbClr val="86BC25"/>
            </a:solidFill>
            <a:prstDash val="solid"/>
          </a:ln>
        </p:spPr>
        <p:txBody>
          <a:bodyPr/>
          <a:lstStyle/>
          <a:p>
            <a:endParaRPr lang="en-IN" sz="2400">
              <a:solidFill>
                <a:prstClr val="black"/>
              </a:solidFill>
              <a:latin typeface="+mj-lt"/>
            </a:endParaRPr>
          </a:p>
        </p:txBody>
      </p:sp>
      <p:sp>
        <p:nvSpPr>
          <p:cNvPr id="172" name="Text 154">
            <a:extLst>
              <a:ext uri="{FF2B5EF4-FFF2-40B4-BE49-F238E27FC236}">
                <a16:creationId xmlns:a16="http://schemas.microsoft.com/office/drawing/2014/main" id="{B2072914-7AD8-3A32-E8C2-F7B867EE38DE}"/>
              </a:ext>
            </a:extLst>
          </p:cNvPr>
          <p:cNvSpPr/>
          <p:nvPr/>
        </p:nvSpPr>
        <p:spPr>
          <a:xfrm>
            <a:off x="8686800" y="5888736"/>
            <a:ext cx="786384" cy="118872"/>
          </a:xfrm>
          <a:prstGeom prst="rect">
            <a:avLst/>
          </a:prstGeom>
          <a:noFill/>
          <a:ln/>
        </p:spPr>
        <p:txBody>
          <a:bodyPr wrap="square" lIns="0" tIns="0" rIns="0" bIns="0" rtlCol="0" anchor="ctr">
            <a:normAutofit/>
          </a:bodyPr>
          <a:lstStyle/>
          <a:p>
            <a:pPr algn="ctr"/>
            <a:r>
              <a:rPr lang="en-US" sz="700" b="1" dirty="0">
                <a:solidFill>
                  <a:srgbClr val="0B2739"/>
                </a:solidFill>
                <a:latin typeface="+mj-lt"/>
              </a:rPr>
              <a:t>Pilots accepted</a:t>
            </a:r>
            <a:endParaRPr lang="en-US" sz="700" dirty="0">
              <a:solidFill>
                <a:prstClr val="black"/>
              </a:solidFill>
              <a:latin typeface="+mj-lt"/>
            </a:endParaRPr>
          </a:p>
        </p:txBody>
      </p:sp>
      <p:sp>
        <p:nvSpPr>
          <p:cNvPr id="173" name="Shape 155">
            <a:extLst>
              <a:ext uri="{FF2B5EF4-FFF2-40B4-BE49-F238E27FC236}">
                <a16:creationId xmlns:a16="http://schemas.microsoft.com/office/drawing/2014/main" id="{379FAE29-DC7C-3DF4-DE31-4644C42B3551}"/>
              </a:ext>
            </a:extLst>
          </p:cNvPr>
          <p:cNvSpPr/>
          <p:nvPr/>
        </p:nvSpPr>
        <p:spPr>
          <a:xfrm>
            <a:off x="10021824" y="5687568"/>
            <a:ext cx="164592" cy="164592"/>
          </a:xfrm>
          <a:prstGeom prst="diamond">
            <a:avLst/>
          </a:prstGeom>
          <a:solidFill>
            <a:srgbClr val="007CB0"/>
          </a:solidFill>
          <a:ln w="12700">
            <a:solidFill>
              <a:srgbClr val="007CB0"/>
            </a:solidFill>
            <a:prstDash val="solid"/>
          </a:ln>
        </p:spPr>
        <p:txBody>
          <a:bodyPr/>
          <a:lstStyle/>
          <a:p>
            <a:endParaRPr lang="en-IN" sz="2400">
              <a:solidFill>
                <a:prstClr val="black"/>
              </a:solidFill>
              <a:latin typeface="+mj-lt"/>
            </a:endParaRPr>
          </a:p>
        </p:txBody>
      </p:sp>
      <p:sp>
        <p:nvSpPr>
          <p:cNvPr id="174" name="Text 156">
            <a:extLst>
              <a:ext uri="{FF2B5EF4-FFF2-40B4-BE49-F238E27FC236}">
                <a16:creationId xmlns:a16="http://schemas.microsoft.com/office/drawing/2014/main" id="{B9FAC9F1-B081-C3A4-630C-10A7E14E3FC6}"/>
              </a:ext>
            </a:extLst>
          </p:cNvPr>
          <p:cNvSpPr/>
          <p:nvPr/>
        </p:nvSpPr>
        <p:spPr>
          <a:xfrm>
            <a:off x="9628632" y="5888736"/>
            <a:ext cx="786384" cy="118872"/>
          </a:xfrm>
          <a:prstGeom prst="rect">
            <a:avLst/>
          </a:prstGeom>
          <a:noFill/>
          <a:ln/>
        </p:spPr>
        <p:txBody>
          <a:bodyPr wrap="square" lIns="0" tIns="0" rIns="0" bIns="0" rtlCol="0" anchor="ctr">
            <a:noAutofit/>
          </a:bodyPr>
          <a:lstStyle/>
          <a:p>
            <a:pPr algn="ctr"/>
            <a:r>
              <a:rPr lang="en-US" sz="700" b="1" dirty="0">
                <a:solidFill>
                  <a:srgbClr val="0B2739"/>
                </a:solidFill>
                <a:latin typeface="+mj-lt"/>
              </a:rPr>
              <a:t>Scale wave complete</a:t>
            </a:r>
            <a:endParaRPr lang="en-US" sz="700" dirty="0">
              <a:solidFill>
                <a:prstClr val="black"/>
              </a:solidFill>
              <a:latin typeface="+mj-lt"/>
            </a:endParaRPr>
          </a:p>
        </p:txBody>
      </p:sp>
      <p:sp>
        <p:nvSpPr>
          <p:cNvPr id="175" name="Shape 157">
            <a:extLst>
              <a:ext uri="{FF2B5EF4-FFF2-40B4-BE49-F238E27FC236}">
                <a16:creationId xmlns:a16="http://schemas.microsoft.com/office/drawing/2014/main" id="{C5EAF2EE-7C13-63DC-1DCF-4FBB096CFBB8}"/>
              </a:ext>
            </a:extLst>
          </p:cNvPr>
          <p:cNvSpPr/>
          <p:nvPr/>
        </p:nvSpPr>
        <p:spPr>
          <a:xfrm>
            <a:off x="10936224" y="5687568"/>
            <a:ext cx="164592" cy="164592"/>
          </a:xfrm>
          <a:prstGeom prst="diamond">
            <a:avLst/>
          </a:prstGeom>
          <a:solidFill>
            <a:srgbClr val="123B5D"/>
          </a:solidFill>
          <a:ln w="12700">
            <a:solidFill>
              <a:srgbClr val="123B5D"/>
            </a:solidFill>
            <a:prstDash val="solid"/>
          </a:ln>
        </p:spPr>
        <p:txBody>
          <a:bodyPr/>
          <a:lstStyle/>
          <a:p>
            <a:endParaRPr lang="en-IN" sz="2400">
              <a:solidFill>
                <a:prstClr val="black"/>
              </a:solidFill>
              <a:latin typeface="+mj-lt"/>
            </a:endParaRPr>
          </a:p>
        </p:txBody>
      </p:sp>
      <p:sp>
        <p:nvSpPr>
          <p:cNvPr id="176" name="Text 158">
            <a:extLst>
              <a:ext uri="{FF2B5EF4-FFF2-40B4-BE49-F238E27FC236}">
                <a16:creationId xmlns:a16="http://schemas.microsoft.com/office/drawing/2014/main" id="{45026960-E34F-82CD-07F6-757F5C4FE97D}"/>
              </a:ext>
            </a:extLst>
          </p:cNvPr>
          <p:cNvSpPr/>
          <p:nvPr/>
        </p:nvSpPr>
        <p:spPr>
          <a:xfrm>
            <a:off x="10543032" y="5888736"/>
            <a:ext cx="786384" cy="118872"/>
          </a:xfrm>
          <a:prstGeom prst="rect">
            <a:avLst/>
          </a:prstGeom>
          <a:noFill/>
          <a:ln/>
        </p:spPr>
        <p:txBody>
          <a:bodyPr wrap="square" lIns="0" tIns="0" rIns="0" bIns="0" rtlCol="0" anchor="ctr">
            <a:normAutofit/>
          </a:bodyPr>
          <a:lstStyle/>
          <a:p>
            <a:pPr algn="ctr"/>
            <a:r>
              <a:rPr lang="en-US" sz="700" b="1" dirty="0">
                <a:solidFill>
                  <a:srgbClr val="0B2739"/>
                </a:solidFill>
                <a:latin typeface="+mj-lt"/>
              </a:rPr>
              <a:t>State ownership</a:t>
            </a:r>
            <a:endParaRPr lang="en-US" sz="700" dirty="0">
              <a:solidFill>
                <a:prstClr val="black"/>
              </a:solidFill>
              <a:latin typeface="+mj-lt"/>
            </a:endParaRPr>
          </a:p>
        </p:txBody>
      </p:sp>
      <p:sp>
        <p:nvSpPr>
          <p:cNvPr id="177" name="Text 159">
            <a:extLst>
              <a:ext uri="{FF2B5EF4-FFF2-40B4-BE49-F238E27FC236}">
                <a16:creationId xmlns:a16="http://schemas.microsoft.com/office/drawing/2014/main" id="{89D4675A-21AC-7363-D988-D7E7C48362FD}"/>
              </a:ext>
            </a:extLst>
          </p:cNvPr>
          <p:cNvSpPr/>
          <p:nvPr/>
        </p:nvSpPr>
        <p:spPr>
          <a:xfrm>
            <a:off x="502920" y="5705856"/>
            <a:ext cx="822960" cy="128016"/>
          </a:xfrm>
          <a:prstGeom prst="rect">
            <a:avLst/>
          </a:prstGeom>
          <a:noFill/>
          <a:ln/>
        </p:spPr>
        <p:txBody>
          <a:bodyPr wrap="square" lIns="0" tIns="0" rIns="0" bIns="0" rtlCol="0" anchor="ctr"/>
          <a:lstStyle/>
          <a:p>
            <a:r>
              <a:rPr lang="en-US" sz="900" b="1" dirty="0">
                <a:solidFill>
                  <a:srgbClr val="43B02A"/>
                </a:solidFill>
                <a:latin typeface="+mj-lt"/>
              </a:rPr>
              <a:t>KEY GATES</a:t>
            </a:r>
            <a:endParaRPr lang="en-US" sz="900" dirty="0">
              <a:solidFill>
                <a:prstClr val="black"/>
              </a:solidFill>
              <a:latin typeface="+mj-lt"/>
            </a:endParaRPr>
          </a:p>
        </p:txBody>
      </p:sp>
      <p:sp>
        <p:nvSpPr>
          <p:cNvPr id="178" name="Shape 160">
            <a:extLst>
              <a:ext uri="{FF2B5EF4-FFF2-40B4-BE49-F238E27FC236}">
                <a16:creationId xmlns:a16="http://schemas.microsoft.com/office/drawing/2014/main" id="{5A3A9EBD-7AAE-3319-035E-7385085DD02C}"/>
              </a:ext>
            </a:extLst>
          </p:cNvPr>
          <p:cNvSpPr/>
          <p:nvPr/>
        </p:nvSpPr>
        <p:spPr>
          <a:xfrm>
            <a:off x="1417320" y="5769864"/>
            <a:ext cx="10058400" cy="914"/>
          </a:xfrm>
          <a:prstGeom prst="line">
            <a:avLst/>
          </a:prstGeom>
          <a:noFill/>
          <a:ln w="13970">
            <a:solidFill>
              <a:srgbClr val="B7C9D0"/>
            </a:solidFill>
            <a:prstDash val="solid"/>
          </a:ln>
        </p:spPr>
        <p:txBody>
          <a:bodyPr/>
          <a:lstStyle/>
          <a:p>
            <a:endParaRPr lang="en-IN" sz="2400">
              <a:solidFill>
                <a:prstClr val="black"/>
              </a:solidFill>
              <a:latin typeface="+mj-lt"/>
            </a:endParaRPr>
          </a:p>
        </p:txBody>
      </p:sp>
      <p:sp>
        <p:nvSpPr>
          <p:cNvPr id="179" name="Shape 161">
            <a:extLst>
              <a:ext uri="{FF2B5EF4-FFF2-40B4-BE49-F238E27FC236}">
                <a16:creationId xmlns:a16="http://schemas.microsoft.com/office/drawing/2014/main" id="{1140AA5F-A60F-6DDD-02C8-1B4DB367720A}"/>
              </a:ext>
            </a:extLst>
          </p:cNvPr>
          <p:cNvSpPr/>
          <p:nvPr/>
        </p:nvSpPr>
        <p:spPr>
          <a:xfrm>
            <a:off x="475488" y="6126480"/>
            <a:ext cx="11064240" cy="411480"/>
          </a:xfrm>
          <a:prstGeom prst="roundRect">
            <a:avLst>
              <a:gd name="adj" fmla="val 11111"/>
            </a:avLst>
          </a:prstGeom>
          <a:solidFill>
            <a:srgbClr val="0B2739"/>
          </a:solidFill>
          <a:ln w="12700">
            <a:solidFill>
              <a:srgbClr val="0B2739"/>
            </a:solidFill>
            <a:prstDash val="solid"/>
          </a:ln>
        </p:spPr>
        <p:txBody>
          <a:bodyPr/>
          <a:lstStyle/>
          <a:p>
            <a:endParaRPr lang="en-IN" sz="2400">
              <a:solidFill>
                <a:prstClr val="black"/>
              </a:solidFill>
              <a:latin typeface="+mj-lt"/>
            </a:endParaRPr>
          </a:p>
        </p:txBody>
      </p:sp>
      <p:sp>
        <p:nvSpPr>
          <p:cNvPr id="180" name="Text 162">
            <a:extLst>
              <a:ext uri="{FF2B5EF4-FFF2-40B4-BE49-F238E27FC236}">
                <a16:creationId xmlns:a16="http://schemas.microsoft.com/office/drawing/2014/main" id="{A682266C-6EF8-851B-1780-B74E69E4496C}"/>
              </a:ext>
            </a:extLst>
          </p:cNvPr>
          <p:cNvSpPr/>
          <p:nvPr/>
        </p:nvSpPr>
        <p:spPr>
          <a:xfrm>
            <a:off x="713232" y="6272784"/>
            <a:ext cx="1344168" cy="118872"/>
          </a:xfrm>
          <a:prstGeom prst="rect">
            <a:avLst/>
          </a:prstGeom>
          <a:noFill/>
          <a:ln/>
        </p:spPr>
        <p:txBody>
          <a:bodyPr wrap="square" lIns="0" tIns="0" rIns="0" bIns="0" rtlCol="0" anchor="ctr"/>
          <a:lstStyle/>
          <a:p>
            <a:r>
              <a:rPr lang="en-US" sz="800" b="1" dirty="0">
                <a:solidFill>
                  <a:srgbClr val="86BC25"/>
                </a:solidFill>
                <a:latin typeface="+mj-lt"/>
              </a:rPr>
              <a:t>CONTINUOUS ENABLERS</a:t>
            </a:r>
            <a:endParaRPr lang="en-US" sz="800" dirty="0">
              <a:solidFill>
                <a:prstClr val="black"/>
              </a:solidFill>
              <a:latin typeface="+mj-lt"/>
            </a:endParaRPr>
          </a:p>
        </p:txBody>
      </p:sp>
      <p:pic>
        <p:nvPicPr>
          <p:cNvPr id="181" name="Image 6" descr="preencoded.png">
            <a:extLst>
              <a:ext uri="{FF2B5EF4-FFF2-40B4-BE49-F238E27FC236}">
                <a16:creationId xmlns:a16="http://schemas.microsoft.com/office/drawing/2014/main" id="{6A1669AA-4C13-4BB0-3307-74F512F3800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240280" y="6236208"/>
            <a:ext cx="164592" cy="164592"/>
          </a:xfrm>
          <a:prstGeom prst="rect">
            <a:avLst/>
          </a:prstGeom>
        </p:spPr>
      </p:pic>
      <p:sp>
        <p:nvSpPr>
          <p:cNvPr id="182" name="Text 163">
            <a:extLst>
              <a:ext uri="{FF2B5EF4-FFF2-40B4-BE49-F238E27FC236}">
                <a16:creationId xmlns:a16="http://schemas.microsoft.com/office/drawing/2014/main" id="{CB393274-F4B1-62D0-6A67-FB1620B59C77}"/>
              </a:ext>
            </a:extLst>
          </p:cNvPr>
          <p:cNvSpPr/>
          <p:nvPr/>
        </p:nvSpPr>
        <p:spPr>
          <a:xfrm>
            <a:off x="2468880" y="6236208"/>
            <a:ext cx="1234440" cy="128016"/>
          </a:xfrm>
          <a:prstGeom prst="rect">
            <a:avLst/>
          </a:prstGeom>
          <a:noFill/>
          <a:ln/>
        </p:spPr>
        <p:txBody>
          <a:bodyPr wrap="square" lIns="0" tIns="0" rIns="0" bIns="0" rtlCol="0" anchor="ctr">
            <a:normAutofit/>
          </a:bodyPr>
          <a:lstStyle/>
          <a:p>
            <a:pPr algn="ctr"/>
            <a:r>
              <a:rPr lang="en-US" sz="800" b="1" dirty="0">
                <a:solidFill>
                  <a:srgbClr val="FFFFFF"/>
                </a:solidFill>
                <a:latin typeface="+mj-lt"/>
              </a:rPr>
              <a:t>Capacity building</a:t>
            </a:r>
            <a:endParaRPr lang="en-US" sz="800" dirty="0">
              <a:solidFill>
                <a:prstClr val="black"/>
              </a:solidFill>
              <a:latin typeface="+mj-lt"/>
            </a:endParaRPr>
          </a:p>
        </p:txBody>
      </p:sp>
      <p:pic>
        <p:nvPicPr>
          <p:cNvPr id="183" name="Image 7" descr="preencoded.png">
            <a:extLst>
              <a:ext uri="{FF2B5EF4-FFF2-40B4-BE49-F238E27FC236}">
                <a16:creationId xmlns:a16="http://schemas.microsoft.com/office/drawing/2014/main" id="{F5B891C6-1229-6635-ADB1-C7AF655FA0E9}"/>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959352" y="6236208"/>
            <a:ext cx="164592" cy="164592"/>
          </a:xfrm>
          <a:prstGeom prst="rect">
            <a:avLst/>
          </a:prstGeom>
        </p:spPr>
      </p:pic>
      <p:sp>
        <p:nvSpPr>
          <p:cNvPr id="184" name="Text 164">
            <a:extLst>
              <a:ext uri="{FF2B5EF4-FFF2-40B4-BE49-F238E27FC236}">
                <a16:creationId xmlns:a16="http://schemas.microsoft.com/office/drawing/2014/main" id="{BE08DBC8-5CFE-5A18-31EF-1550758A596F}"/>
              </a:ext>
            </a:extLst>
          </p:cNvPr>
          <p:cNvSpPr/>
          <p:nvPr/>
        </p:nvSpPr>
        <p:spPr>
          <a:xfrm>
            <a:off x="4187952" y="6236208"/>
            <a:ext cx="1234440" cy="128016"/>
          </a:xfrm>
          <a:prstGeom prst="rect">
            <a:avLst/>
          </a:prstGeom>
          <a:noFill/>
          <a:ln/>
        </p:spPr>
        <p:txBody>
          <a:bodyPr wrap="square" lIns="0" tIns="0" rIns="0" bIns="0" rtlCol="0" anchor="ctr">
            <a:normAutofit/>
          </a:bodyPr>
          <a:lstStyle/>
          <a:p>
            <a:pPr algn="ctr"/>
            <a:r>
              <a:rPr lang="en-US" sz="800" b="1" dirty="0">
                <a:solidFill>
                  <a:srgbClr val="FFFFFF"/>
                </a:solidFill>
                <a:latin typeface="+mj-lt"/>
              </a:rPr>
              <a:t>Ecosystem development</a:t>
            </a:r>
            <a:endParaRPr lang="en-US" sz="800" dirty="0">
              <a:solidFill>
                <a:prstClr val="black"/>
              </a:solidFill>
              <a:latin typeface="+mj-lt"/>
            </a:endParaRPr>
          </a:p>
        </p:txBody>
      </p:sp>
      <p:pic>
        <p:nvPicPr>
          <p:cNvPr id="185" name="Image 8" descr="preencoded.png">
            <a:extLst>
              <a:ext uri="{FF2B5EF4-FFF2-40B4-BE49-F238E27FC236}">
                <a16:creationId xmlns:a16="http://schemas.microsoft.com/office/drawing/2014/main" id="{7D66402D-7E49-22E8-2890-44BBED576D76}"/>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678424" y="6236208"/>
            <a:ext cx="164592" cy="164592"/>
          </a:xfrm>
          <a:prstGeom prst="rect">
            <a:avLst/>
          </a:prstGeom>
        </p:spPr>
      </p:pic>
      <p:sp>
        <p:nvSpPr>
          <p:cNvPr id="186" name="Text 165">
            <a:extLst>
              <a:ext uri="{FF2B5EF4-FFF2-40B4-BE49-F238E27FC236}">
                <a16:creationId xmlns:a16="http://schemas.microsoft.com/office/drawing/2014/main" id="{3BC0CC3C-B2C6-377F-5A34-FF5AB8F2B6FE}"/>
              </a:ext>
            </a:extLst>
          </p:cNvPr>
          <p:cNvSpPr/>
          <p:nvPr/>
        </p:nvSpPr>
        <p:spPr>
          <a:xfrm>
            <a:off x="5907024" y="6236208"/>
            <a:ext cx="1234440" cy="128016"/>
          </a:xfrm>
          <a:prstGeom prst="rect">
            <a:avLst/>
          </a:prstGeom>
          <a:noFill/>
          <a:ln/>
        </p:spPr>
        <p:txBody>
          <a:bodyPr wrap="square" lIns="0" tIns="0" rIns="0" bIns="0" rtlCol="0" anchor="ctr">
            <a:normAutofit/>
          </a:bodyPr>
          <a:lstStyle/>
          <a:p>
            <a:pPr algn="ctr"/>
            <a:r>
              <a:rPr lang="en-US" sz="800" b="1" dirty="0">
                <a:solidFill>
                  <a:srgbClr val="FFFFFF"/>
                </a:solidFill>
                <a:latin typeface="+mj-lt"/>
              </a:rPr>
              <a:t>O&amp;M and monitoring</a:t>
            </a:r>
            <a:endParaRPr lang="en-US" sz="800" dirty="0">
              <a:solidFill>
                <a:prstClr val="black"/>
              </a:solidFill>
              <a:latin typeface="+mj-lt"/>
            </a:endParaRPr>
          </a:p>
        </p:txBody>
      </p:sp>
      <p:pic>
        <p:nvPicPr>
          <p:cNvPr id="187" name="Image 9" descr="preencoded.png">
            <a:extLst>
              <a:ext uri="{FF2B5EF4-FFF2-40B4-BE49-F238E27FC236}">
                <a16:creationId xmlns:a16="http://schemas.microsoft.com/office/drawing/2014/main" id="{0F2F74E9-69D9-11C4-7FDE-43600AC317A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397496" y="6236208"/>
            <a:ext cx="164592" cy="164592"/>
          </a:xfrm>
          <a:prstGeom prst="rect">
            <a:avLst/>
          </a:prstGeom>
        </p:spPr>
      </p:pic>
      <p:sp>
        <p:nvSpPr>
          <p:cNvPr id="188" name="Text 166">
            <a:extLst>
              <a:ext uri="{FF2B5EF4-FFF2-40B4-BE49-F238E27FC236}">
                <a16:creationId xmlns:a16="http://schemas.microsoft.com/office/drawing/2014/main" id="{29D3AFEA-5D95-7790-DBE5-CD94301E5137}"/>
              </a:ext>
            </a:extLst>
          </p:cNvPr>
          <p:cNvSpPr/>
          <p:nvPr/>
        </p:nvSpPr>
        <p:spPr>
          <a:xfrm>
            <a:off x="7626096" y="6236208"/>
            <a:ext cx="1234440" cy="128016"/>
          </a:xfrm>
          <a:prstGeom prst="rect">
            <a:avLst/>
          </a:prstGeom>
          <a:noFill/>
          <a:ln/>
        </p:spPr>
        <p:txBody>
          <a:bodyPr wrap="square" lIns="0" tIns="0" rIns="0" bIns="0" rtlCol="0" anchor="ctr">
            <a:normAutofit/>
          </a:bodyPr>
          <a:lstStyle/>
          <a:p>
            <a:pPr algn="ctr"/>
            <a:r>
              <a:rPr lang="en-US" sz="800" b="1" dirty="0">
                <a:solidFill>
                  <a:srgbClr val="FFFFFF"/>
                </a:solidFill>
                <a:latin typeface="+mj-lt"/>
              </a:rPr>
              <a:t>Responsible AI</a:t>
            </a:r>
            <a:endParaRPr lang="en-US" sz="800" dirty="0">
              <a:solidFill>
                <a:prstClr val="black"/>
              </a:solidFill>
              <a:latin typeface="+mj-lt"/>
            </a:endParaRPr>
          </a:p>
        </p:txBody>
      </p:sp>
      <p:pic>
        <p:nvPicPr>
          <p:cNvPr id="189" name="Image 10" descr="preencoded.png">
            <a:extLst>
              <a:ext uri="{FF2B5EF4-FFF2-40B4-BE49-F238E27FC236}">
                <a16:creationId xmlns:a16="http://schemas.microsoft.com/office/drawing/2014/main" id="{CB8022D5-FBC5-F8ED-C323-0185AA1E3F6D}"/>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116568" y="6236208"/>
            <a:ext cx="164592" cy="164592"/>
          </a:xfrm>
          <a:prstGeom prst="rect">
            <a:avLst/>
          </a:prstGeom>
        </p:spPr>
      </p:pic>
      <p:sp>
        <p:nvSpPr>
          <p:cNvPr id="190" name="Text 167">
            <a:extLst>
              <a:ext uri="{FF2B5EF4-FFF2-40B4-BE49-F238E27FC236}">
                <a16:creationId xmlns:a16="http://schemas.microsoft.com/office/drawing/2014/main" id="{78C26F3D-4689-1503-9CF7-6FBD80121B20}"/>
              </a:ext>
            </a:extLst>
          </p:cNvPr>
          <p:cNvSpPr/>
          <p:nvPr/>
        </p:nvSpPr>
        <p:spPr>
          <a:xfrm>
            <a:off x="9345168" y="6236208"/>
            <a:ext cx="1234440" cy="128016"/>
          </a:xfrm>
          <a:prstGeom prst="rect">
            <a:avLst/>
          </a:prstGeom>
          <a:noFill/>
          <a:ln/>
        </p:spPr>
        <p:txBody>
          <a:bodyPr wrap="square" lIns="0" tIns="0" rIns="0" bIns="0" rtlCol="0" anchor="ctr">
            <a:normAutofit/>
          </a:bodyPr>
          <a:lstStyle/>
          <a:p>
            <a:pPr algn="ctr"/>
            <a:r>
              <a:rPr lang="en-US" sz="800" b="1" dirty="0">
                <a:solidFill>
                  <a:srgbClr val="FFFFFF"/>
                </a:solidFill>
                <a:latin typeface="+mj-lt"/>
              </a:rPr>
              <a:t>Value tracking</a:t>
            </a:r>
            <a:endParaRPr lang="en-US" sz="800" dirty="0">
              <a:solidFill>
                <a:prstClr val="black"/>
              </a:solidFill>
              <a:latin typeface="+mj-lt"/>
            </a:endParaRPr>
          </a:p>
        </p:txBody>
      </p:sp>
    </p:spTree>
    <p:extLst>
      <p:ext uri="{BB962C8B-B14F-4D97-AF65-F5344CB8AC3E}">
        <p14:creationId xmlns:p14="http://schemas.microsoft.com/office/powerpoint/2010/main" val="9445364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E8B25-F246-68C3-6307-2DADB2D3004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CD4724B-C49F-75A9-3792-5F6B67A8F66F}"/>
              </a:ext>
            </a:extLst>
          </p:cNvPr>
          <p:cNvSpPr txBox="1"/>
          <p:nvPr/>
        </p:nvSpPr>
        <p:spPr>
          <a:xfrm>
            <a:off x="257174" y="194126"/>
            <a:ext cx="10852786" cy="677108"/>
          </a:xfrm>
          <a:prstGeom prst="rect">
            <a:avLst/>
          </a:prstGeom>
          <a:noFill/>
        </p:spPr>
        <p:txBody>
          <a:bodyPr wrap="square">
            <a:spAutoFit/>
          </a:bodyPr>
          <a:lstStyle/>
          <a:p>
            <a:r>
              <a:rPr lang="en-US" sz="2000" b="1" dirty="0">
                <a:latin typeface="+mj-lt"/>
              </a:rPr>
              <a:t>Capacity Building Framework: </a:t>
            </a:r>
            <a:r>
              <a:rPr lang="en-US" b="1" dirty="0">
                <a:solidFill>
                  <a:srgbClr val="0B2739"/>
                </a:solidFill>
                <a:latin typeface="+mj-lt"/>
              </a:rPr>
              <a:t>Build an AI-ready workforce and innovation ecosystem</a:t>
            </a:r>
            <a:endParaRPr lang="en-US" dirty="0">
              <a:latin typeface="+mj-lt"/>
            </a:endParaRPr>
          </a:p>
          <a:p>
            <a:endParaRPr lang="en-US" i="1" dirty="0">
              <a:latin typeface="+mj-lt"/>
            </a:endParaRPr>
          </a:p>
        </p:txBody>
      </p:sp>
      <p:grpSp>
        <p:nvGrpSpPr>
          <p:cNvPr id="3" name="Group 2">
            <a:extLst>
              <a:ext uri="{FF2B5EF4-FFF2-40B4-BE49-F238E27FC236}">
                <a16:creationId xmlns:a16="http://schemas.microsoft.com/office/drawing/2014/main" id="{D070197B-17D9-93AE-4805-C7E7E7FCF0D1}"/>
              </a:ext>
            </a:extLst>
          </p:cNvPr>
          <p:cNvGrpSpPr/>
          <p:nvPr/>
        </p:nvGrpSpPr>
        <p:grpSpPr>
          <a:xfrm>
            <a:off x="0" y="680575"/>
            <a:ext cx="5752976" cy="151621"/>
            <a:chOff x="0" y="786578"/>
            <a:chExt cx="5752976" cy="151621"/>
          </a:xfrm>
        </p:grpSpPr>
        <p:cxnSp>
          <p:nvCxnSpPr>
            <p:cNvPr id="5" name="Straight Connector 4">
              <a:extLst>
                <a:ext uri="{FF2B5EF4-FFF2-40B4-BE49-F238E27FC236}">
                  <a16:creationId xmlns:a16="http://schemas.microsoft.com/office/drawing/2014/main" id="{42EB7A22-00D8-EEAA-B68D-99F2EC56BDFB}"/>
                </a:ext>
              </a:extLst>
            </p:cNvPr>
            <p:cNvCxnSpPr>
              <a:cxnSpLocks/>
            </p:cNvCxnSpPr>
            <p:nvPr/>
          </p:nvCxnSpPr>
          <p:spPr>
            <a:xfrm>
              <a:off x="0" y="862388"/>
              <a:ext cx="5673213" cy="0"/>
            </a:xfrm>
            <a:prstGeom prst="line">
              <a:avLst/>
            </a:prstGeom>
            <a:ln>
              <a:solidFill>
                <a:srgbClr val="92D050"/>
              </a:solidFill>
            </a:ln>
          </p:spPr>
          <p:style>
            <a:lnRef idx="2">
              <a:schemeClr val="accent1"/>
            </a:lnRef>
            <a:fillRef idx="0">
              <a:schemeClr val="accent1"/>
            </a:fillRef>
            <a:effectRef idx="1">
              <a:schemeClr val="accent1"/>
            </a:effectRef>
            <a:fontRef idx="minor">
              <a:schemeClr val="tx1"/>
            </a:fontRef>
          </p:style>
        </p:cxnSp>
        <p:sp>
          <p:nvSpPr>
            <p:cNvPr id="6" name="Diamond 5">
              <a:extLst>
                <a:ext uri="{FF2B5EF4-FFF2-40B4-BE49-F238E27FC236}">
                  <a16:creationId xmlns:a16="http://schemas.microsoft.com/office/drawing/2014/main" id="{300288A9-5456-1437-481F-3E9CA8895027}"/>
                </a:ext>
              </a:extLst>
            </p:cNvPr>
            <p:cNvSpPr/>
            <p:nvPr/>
          </p:nvSpPr>
          <p:spPr>
            <a:xfrm>
              <a:off x="5661536" y="786578"/>
              <a:ext cx="91440" cy="151621"/>
            </a:xfrm>
            <a:prstGeom prst="diamond">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grpSp>
      <p:sp>
        <p:nvSpPr>
          <p:cNvPr id="4" name="Text 2">
            <a:extLst>
              <a:ext uri="{FF2B5EF4-FFF2-40B4-BE49-F238E27FC236}">
                <a16:creationId xmlns:a16="http://schemas.microsoft.com/office/drawing/2014/main" id="{B3370CB6-DEB6-93BD-DD3F-46EAAD79706A}"/>
              </a:ext>
            </a:extLst>
          </p:cNvPr>
          <p:cNvSpPr/>
          <p:nvPr/>
        </p:nvSpPr>
        <p:spPr>
          <a:xfrm>
            <a:off x="510294" y="771734"/>
            <a:ext cx="10881360" cy="246888"/>
          </a:xfrm>
          <a:prstGeom prst="rect">
            <a:avLst/>
          </a:prstGeom>
          <a:noFill/>
          <a:ln/>
        </p:spPr>
        <p:txBody>
          <a:bodyPr wrap="square" lIns="0" tIns="0" rIns="0" bIns="0" rtlCol="0" anchor="ctr"/>
          <a:lstStyle/>
          <a:p>
            <a:r>
              <a:rPr lang="en-US" sz="1050" dirty="0">
                <a:solidFill>
                  <a:srgbClr val="596875"/>
                </a:solidFill>
                <a:latin typeface="+mj-lt"/>
              </a:rPr>
              <a:t>A structured capacity-building model develops responsible AI skills, activates partners and converts awareness into applied innovation</a:t>
            </a:r>
            <a:endParaRPr lang="en-US" sz="1050" dirty="0">
              <a:solidFill>
                <a:prstClr val="black"/>
              </a:solidFill>
              <a:latin typeface="+mj-lt"/>
            </a:endParaRPr>
          </a:p>
        </p:txBody>
      </p:sp>
      <p:sp>
        <p:nvSpPr>
          <p:cNvPr id="7" name="Text 3">
            <a:extLst>
              <a:ext uri="{FF2B5EF4-FFF2-40B4-BE49-F238E27FC236}">
                <a16:creationId xmlns:a16="http://schemas.microsoft.com/office/drawing/2014/main" id="{FC2D9567-DD86-6376-448C-83AD6E2CCB9C}"/>
              </a:ext>
            </a:extLst>
          </p:cNvPr>
          <p:cNvSpPr/>
          <p:nvPr/>
        </p:nvSpPr>
        <p:spPr>
          <a:xfrm>
            <a:off x="530352" y="1042416"/>
            <a:ext cx="1691640" cy="155448"/>
          </a:xfrm>
          <a:prstGeom prst="rect">
            <a:avLst/>
          </a:prstGeom>
          <a:noFill/>
          <a:ln/>
        </p:spPr>
        <p:txBody>
          <a:bodyPr wrap="square" lIns="0" tIns="0" rIns="0" bIns="0" rtlCol="0" anchor="ctr"/>
          <a:lstStyle/>
          <a:p>
            <a:r>
              <a:rPr lang="en-US" sz="1000" b="1" dirty="0">
                <a:solidFill>
                  <a:srgbClr val="43B02A"/>
                </a:solidFill>
                <a:latin typeface="+mj-lt"/>
              </a:rPr>
              <a:t>FOUR FOCUS AREAS</a:t>
            </a:r>
            <a:endParaRPr lang="en-US" sz="1000" dirty="0">
              <a:solidFill>
                <a:prstClr val="black"/>
              </a:solidFill>
              <a:latin typeface="+mj-lt"/>
            </a:endParaRPr>
          </a:p>
        </p:txBody>
      </p:sp>
      <p:sp>
        <p:nvSpPr>
          <p:cNvPr id="8" name="Shape 4">
            <a:extLst>
              <a:ext uri="{FF2B5EF4-FFF2-40B4-BE49-F238E27FC236}">
                <a16:creationId xmlns:a16="http://schemas.microsoft.com/office/drawing/2014/main" id="{A282E20C-16A3-2500-ED2C-3D6C1AB07DFC}"/>
              </a:ext>
            </a:extLst>
          </p:cNvPr>
          <p:cNvSpPr/>
          <p:nvPr/>
        </p:nvSpPr>
        <p:spPr>
          <a:xfrm>
            <a:off x="502920" y="1298448"/>
            <a:ext cx="2057400" cy="1115568"/>
          </a:xfrm>
          <a:prstGeom prst="roundRect">
            <a:avLst>
              <a:gd name="adj" fmla="val 6557"/>
            </a:avLst>
          </a:prstGeom>
          <a:solidFill>
            <a:srgbClr val="FFFFFF"/>
          </a:solidFill>
          <a:ln w="12700">
            <a:solidFill>
              <a:srgbClr val="D8E2E7"/>
            </a:solidFill>
            <a:prstDash val="solid"/>
          </a:ln>
          <a:effectLst>
            <a:outerShdw blurRad="8890" dist="2794" dir="2700000" algn="bl" rotWithShape="0">
              <a:srgbClr val="000000">
                <a:alpha val="8000"/>
              </a:srgbClr>
            </a:outerShdw>
          </a:effectLst>
        </p:spPr>
        <p:txBody>
          <a:bodyPr/>
          <a:lstStyle/>
          <a:p>
            <a:endParaRPr lang="en-IN" sz="2800">
              <a:solidFill>
                <a:prstClr val="black"/>
              </a:solidFill>
              <a:latin typeface="+mj-lt"/>
            </a:endParaRPr>
          </a:p>
        </p:txBody>
      </p:sp>
      <p:sp>
        <p:nvSpPr>
          <p:cNvPr id="9" name="Shape 5">
            <a:extLst>
              <a:ext uri="{FF2B5EF4-FFF2-40B4-BE49-F238E27FC236}">
                <a16:creationId xmlns:a16="http://schemas.microsoft.com/office/drawing/2014/main" id="{C79B741A-7DEA-BA1C-0073-260DA65D90AB}"/>
              </a:ext>
            </a:extLst>
          </p:cNvPr>
          <p:cNvSpPr/>
          <p:nvPr/>
        </p:nvSpPr>
        <p:spPr>
          <a:xfrm>
            <a:off x="502920" y="1298448"/>
            <a:ext cx="2057400" cy="91440"/>
          </a:xfrm>
          <a:prstGeom prst="rect">
            <a:avLst/>
          </a:prstGeom>
          <a:solidFill>
            <a:srgbClr val="43B02A"/>
          </a:solidFill>
          <a:ln w="12700">
            <a:solidFill>
              <a:srgbClr val="43B02A"/>
            </a:solidFill>
            <a:prstDash val="solid"/>
          </a:ln>
        </p:spPr>
        <p:txBody>
          <a:bodyPr/>
          <a:lstStyle/>
          <a:p>
            <a:endParaRPr lang="en-IN" sz="2800">
              <a:solidFill>
                <a:prstClr val="black"/>
              </a:solidFill>
              <a:latin typeface="+mj-lt"/>
            </a:endParaRPr>
          </a:p>
        </p:txBody>
      </p:sp>
      <p:sp>
        <p:nvSpPr>
          <p:cNvPr id="10" name="Shape 6">
            <a:extLst>
              <a:ext uri="{FF2B5EF4-FFF2-40B4-BE49-F238E27FC236}">
                <a16:creationId xmlns:a16="http://schemas.microsoft.com/office/drawing/2014/main" id="{BA038968-5E0D-09F2-EBCE-43EE11886AD2}"/>
              </a:ext>
            </a:extLst>
          </p:cNvPr>
          <p:cNvSpPr/>
          <p:nvPr/>
        </p:nvSpPr>
        <p:spPr>
          <a:xfrm>
            <a:off x="667512" y="1554480"/>
            <a:ext cx="475488" cy="475488"/>
          </a:xfrm>
          <a:prstGeom prst="ellipse">
            <a:avLst/>
          </a:prstGeom>
          <a:solidFill>
            <a:srgbClr val="43B02A"/>
          </a:solidFill>
          <a:ln w="12700">
            <a:solidFill>
              <a:srgbClr val="43B02A"/>
            </a:solidFill>
            <a:prstDash val="solid"/>
          </a:ln>
        </p:spPr>
        <p:txBody>
          <a:bodyPr/>
          <a:lstStyle/>
          <a:p>
            <a:endParaRPr lang="en-IN" sz="2800">
              <a:solidFill>
                <a:prstClr val="black"/>
              </a:solidFill>
              <a:latin typeface="+mj-lt"/>
            </a:endParaRPr>
          </a:p>
        </p:txBody>
      </p:sp>
      <p:pic>
        <p:nvPicPr>
          <p:cNvPr id="11" name="Image 0" descr="preencoded.png">
            <a:extLst>
              <a:ext uri="{FF2B5EF4-FFF2-40B4-BE49-F238E27FC236}">
                <a16:creationId xmlns:a16="http://schemas.microsoft.com/office/drawing/2014/main" id="{B19B5892-CC11-F6E6-FC9B-8C8457C3AAD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13816" y="1700784"/>
            <a:ext cx="182880" cy="182880"/>
          </a:xfrm>
          <a:prstGeom prst="rect">
            <a:avLst/>
          </a:prstGeom>
        </p:spPr>
      </p:pic>
      <p:sp>
        <p:nvSpPr>
          <p:cNvPr id="12" name="Text 7">
            <a:extLst>
              <a:ext uri="{FF2B5EF4-FFF2-40B4-BE49-F238E27FC236}">
                <a16:creationId xmlns:a16="http://schemas.microsoft.com/office/drawing/2014/main" id="{EAD7C3AA-3413-56EC-66F3-9C6D0392912F}"/>
              </a:ext>
            </a:extLst>
          </p:cNvPr>
          <p:cNvSpPr/>
          <p:nvPr/>
        </p:nvSpPr>
        <p:spPr>
          <a:xfrm>
            <a:off x="1252728" y="1517904"/>
            <a:ext cx="1078992" cy="228600"/>
          </a:xfrm>
          <a:prstGeom prst="rect">
            <a:avLst/>
          </a:prstGeom>
          <a:noFill/>
          <a:ln/>
        </p:spPr>
        <p:txBody>
          <a:bodyPr wrap="square" lIns="0" tIns="0" rIns="0" bIns="0" rtlCol="0" anchor="ctr">
            <a:noAutofit/>
          </a:bodyPr>
          <a:lstStyle/>
          <a:p>
            <a:r>
              <a:rPr lang="en-US" sz="1100" b="1" dirty="0">
                <a:solidFill>
                  <a:srgbClr val="0B2739"/>
                </a:solidFill>
                <a:latin typeface="+mj-lt"/>
              </a:rPr>
              <a:t>Responsible AI for Government</a:t>
            </a:r>
            <a:endParaRPr lang="en-US" sz="1100" dirty="0">
              <a:solidFill>
                <a:prstClr val="black"/>
              </a:solidFill>
              <a:latin typeface="+mj-lt"/>
            </a:endParaRPr>
          </a:p>
        </p:txBody>
      </p:sp>
      <p:sp>
        <p:nvSpPr>
          <p:cNvPr id="13" name="Text 8">
            <a:extLst>
              <a:ext uri="{FF2B5EF4-FFF2-40B4-BE49-F238E27FC236}">
                <a16:creationId xmlns:a16="http://schemas.microsoft.com/office/drawing/2014/main" id="{BCC979FE-4C72-9BCE-BEFA-DF663EBE81C9}"/>
              </a:ext>
            </a:extLst>
          </p:cNvPr>
          <p:cNvSpPr/>
          <p:nvPr/>
        </p:nvSpPr>
        <p:spPr>
          <a:xfrm>
            <a:off x="685800" y="2057400"/>
            <a:ext cx="1664208" cy="192024"/>
          </a:xfrm>
          <a:prstGeom prst="rect">
            <a:avLst/>
          </a:prstGeom>
          <a:noFill/>
          <a:ln/>
        </p:spPr>
        <p:txBody>
          <a:bodyPr wrap="square" lIns="0" tIns="0" rIns="0" bIns="0" rtlCol="0" anchor="ctr">
            <a:noAutofit/>
          </a:bodyPr>
          <a:lstStyle/>
          <a:p>
            <a:r>
              <a:rPr lang="en-US" sz="1000" dirty="0">
                <a:solidFill>
                  <a:srgbClr val="596875"/>
                </a:solidFill>
                <a:latin typeface="+mj-lt"/>
              </a:rPr>
              <a:t>Ethics, governance, privacy and accountable adoption.</a:t>
            </a:r>
            <a:endParaRPr lang="en-US" sz="1000" dirty="0">
              <a:solidFill>
                <a:prstClr val="black"/>
              </a:solidFill>
              <a:latin typeface="+mj-lt"/>
            </a:endParaRPr>
          </a:p>
        </p:txBody>
      </p:sp>
      <p:sp>
        <p:nvSpPr>
          <p:cNvPr id="14" name="Shape 9">
            <a:extLst>
              <a:ext uri="{FF2B5EF4-FFF2-40B4-BE49-F238E27FC236}">
                <a16:creationId xmlns:a16="http://schemas.microsoft.com/office/drawing/2014/main" id="{D089ADE2-2A70-C15A-E1E3-76D336BCF13A}"/>
              </a:ext>
            </a:extLst>
          </p:cNvPr>
          <p:cNvSpPr/>
          <p:nvPr/>
        </p:nvSpPr>
        <p:spPr>
          <a:xfrm>
            <a:off x="2724912" y="1298448"/>
            <a:ext cx="2057400" cy="1115568"/>
          </a:xfrm>
          <a:prstGeom prst="roundRect">
            <a:avLst>
              <a:gd name="adj" fmla="val 6557"/>
            </a:avLst>
          </a:prstGeom>
          <a:solidFill>
            <a:srgbClr val="FFFFFF"/>
          </a:solidFill>
          <a:ln w="12700">
            <a:solidFill>
              <a:srgbClr val="D8E2E7"/>
            </a:solidFill>
            <a:prstDash val="solid"/>
          </a:ln>
          <a:effectLst>
            <a:outerShdw blurRad="8890" dist="2794" dir="2700000" algn="bl" rotWithShape="0">
              <a:srgbClr val="000000">
                <a:alpha val="8000"/>
              </a:srgbClr>
            </a:outerShdw>
          </a:effectLst>
        </p:spPr>
        <p:txBody>
          <a:bodyPr/>
          <a:lstStyle/>
          <a:p>
            <a:endParaRPr lang="en-IN" sz="2800">
              <a:solidFill>
                <a:prstClr val="black"/>
              </a:solidFill>
              <a:latin typeface="+mj-lt"/>
            </a:endParaRPr>
          </a:p>
        </p:txBody>
      </p:sp>
      <p:sp>
        <p:nvSpPr>
          <p:cNvPr id="15" name="Shape 10">
            <a:extLst>
              <a:ext uri="{FF2B5EF4-FFF2-40B4-BE49-F238E27FC236}">
                <a16:creationId xmlns:a16="http://schemas.microsoft.com/office/drawing/2014/main" id="{78187747-555B-7FD9-FFF3-FAEA41BF8ADA}"/>
              </a:ext>
            </a:extLst>
          </p:cNvPr>
          <p:cNvSpPr/>
          <p:nvPr/>
        </p:nvSpPr>
        <p:spPr>
          <a:xfrm>
            <a:off x="2724912" y="1298448"/>
            <a:ext cx="2057400" cy="91440"/>
          </a:xfrm>
          <a:prstGeom prst="rect">
            <a:avLst/>
          </a:prstGeom>
          <a:solidFill>
            <a:srgbClr val="007CB0"/>
          </a:solidFill>
          <a:ln w="12700">
            <a:solidFill>
              <a:srgbClr val="007CB0"/>
            </a:solidFill>
            <a:prstDash val="solid"/>
          </a:ln>
        </p:spPr>
        <p:txBody>
          <a:bodyPr/>
          <a:lstStyle/>
          <a:p>
            <a:endParaRPr lang="en-IN" sz="2800">
              <a:solidFill>
                <a:prstClr val="black"/>
              </a:solidFill>
              <a:latin typeface="+mj-lt"/>
            </a:endParaRPr>
          </a:p>
        </p:txBody>
      </p:sp>
      <p:sp>
        <p:nvSpPr>
          <p:cNvPr id="16" name="Shape 11">
            <a:extLst>
              <a:ext uri="{FF2B5EF4-FFF2-40B4-BE49-F238E27FC236}">
                <a16:creationId xmlns:a16="http://schemas.microsoft.com/office/drawing/2014/main" id="{93AC30EA-D32D-B7AF-1180-06064EB8D181}"/>
              </a:ext>
            </a:extLst>
          </p:cNvPr>
          <p:cNvSpPr/>
          <p:nvPr/>
        </p:nvSpPr>
        <p:spPr>
          <a:xfrm>
            <a:off x="2889504" y="1554480"/>
            <a:ext cx="475488" cy="475488"/>
          </a:xfrm>
          <a:prstGeom prst="ellipse">
            <a:avLst/>
          </a:prstGeom>
          <a:solidFill>
            <a:srgbClr val="007CB0"/>
          </a:solidFill>
          <a:ln w="12700">
            <a:solidFill>
              <a:srgbClr val="007CB0"/>
            </a:solidFill>
            <a:prstDash val="solid"/>
          </a:ln>
        </p:spPr>
        <p:txBody>
          <a:bodyPr/>
          <a:lstStyle/>
          <a:p>
            <a:endParaRPr lang="en-IN" sz="2800">
              <a:solidFill>
                <a:prstClr val="black"/>
              </a:solidFill>
              <a:latin typeface="+mj-lt"/>
            </a:endParaRPr>
          </a:p>
        </p:txBody>
      </p:sp>
      <p:pic>
        <p:nvPicPr>
          <p:cNvPr id="17" name="Image 1" descr="preencoded.png">
            <a:extLst>
              <a:ext uri="{FF2B5EF4-FFF2-40B4-BE49-F238E27FC236}">
                <a16:creationId xmlns:a16="http://schemas.microsoft.com/office/drawing/2014/main" id="{90F9DAD6-3043-D928-BE3D-1D6AA6C071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5808" y="1700784"/>
            <a:ext cx="182880" cy="182880"/>
          </a:xfrm>
          <a:prstGeom prst="rect">
            <a:avLst/>
          </a:prstGeom>
        </p:spPr>
      </p:pic>
      <p:sp>
        <p:nvSpPr>
          <p:cNvPr id="18" name="Text 12">
            <a:extLst>
              <a:ext uri="{FF2B5EF4-FFF2-40B4-BE49-F238E27FC236}">
                <a16:creationId xmlns:a16="http://schemas.microsoft.com/office/drawing/2014/main" id="{6810FD88-0A8C-A135-BCDF-EBADF8059181}"/>
              </a:ext>
            </a:extLst>
          </p:cNvPr>
          <p:cNvSpPr/>
          <p:nvPr/>
        </p:nvSpPr>
        <p:spPr>
          <a:xfrm>
            <a:off x="3474720" y="1517904"/>
            <a:ext cx="1078992" cy="228600"/>
          </a:xfrm>
          <a:prstGeom prst="rect">
            <a:avLst/>
          </a:prstGeom>
          <a:noFill/>
          <a:ln/>
        </p:spPr>
        <p:txBody>
          <a:bodyPr wrap="square" lIns="0" tIns="0" rIns="0" bIns="0" rtlCol="0" anchor="ctr">
            <a:noAutofit/>
          </a:bodyPr>
          <a:lstStyle/>
          <a:p>
            <a:r>
              <a:rPr lang="en-US" sz="1100" b="1" dirty="0">
                <a:solidFill>
                  <a:srgbClr val="0B2739"/>
                </a:solidFill>
                <a:latin typeface="+mj-lt"/>
              </a:rPr>
              <a:t>Government capability</a:t>
            </a:r>
            <a:endParaRPr lang="en-US" sz="1100" dirty="0">
              <a:solidFill>
                <a:prstClr val="black"/>
              </a:solidFill>
              <a:latin typeface="+mj-lt"/>
            </a:endParaRPr>
          </a:p>
        </p:txBody>
      </p:sp>
      <p:sp>
        <p:nvSpPr>
          <p:cNvPr id="19" name="Text 13">
            <a:extLst>
              <a:ext uri="{FF2B5EF4-FFF2-40B4-BE49-F238E27FC236}">
                <a16:creationId xmlns:a16="http://schemas.microsoft.com/office/drawing/2014/main" id="{8870F111-5620-1E6B-ED64-76EFF8D2082B}"/>
              </a:ext>
            </a:extLst>
          </p:cNvPr>
          <p:cNvSpPr/>
          <p:nvPr/>
        </p:nvSpPr>
        <p:spPr>
          <a:xfrm>
            <a:off x="2907792" y="2057400"/>
            <a:ext cx="1664208" cy="192024"/>
          </a:xfrm>
          <a:prstGeom prst="rect">
            <a:avLst/>
          </a:prstGeom>
          <a:noFill/>
          <a:ln/>
        </p:spPr>
        <p:txBody>
          <a:bodyPr wrap="square" lIns="0" tIns="0" rIns="0" bIns="0" rtlCol="0" anchor="ctr">
            <a:noAutofit/>
          </a:bodyPr>
          <a:lstStyle/>
          <a:p>
            <a:r>
              <a:rPr lang="en-US" sz="1000" dirty="0">
                <a:solidFill>
                  <a:srgbClr val="596875"/>
                </a:solidFill>
                <a:latin typeface="+mj-lt"/>
              </a:rPr>
              <a:t>Role-based learning for leaders, officers and practitioners.</a:t>
            </a:r>
            <a:endParaRPr lang="en-US" sz="1000" dirty="0">
              <a:solidFill>
                <a:prstClr val="black"/>
              </a:solidFill>
              <a:latin typeface="+mj-lt"/>
            </a:endParaRPr>
          </a:p>
        </p:txBody>
      </p:sp>
      <p:sp>
        <p:nvSpPr>
          <p:cNvPr id="20" name="Shape 14">
            <a:extLst>
              <a:ext uri="{FF2B5EF4-FFF2-40B4-BE49-F238E27FC236}">
                <a16:creationId xmlns:a16="http://schemas.microsoft.com/office/drawing/2014/main" id="{59E511D5-E3C0-8610-65EC-404B6C644F62}"/>
              </a:ext>
            </a:extLst>
          </p:cNvPr>
          <p:cNvSpPr/>
          <p:nvPr/>
        </p:nvSpPr>
        <p:spPr>
          <a:xfrm>
            <a:off x="4946904" y="1298448"/>
            <a:ext cx="2057400" cy="1115568"/>
          </a:xfrm>
          <a:prstGeom prst="roundRect">
            <a:avLst>
              <a:gd name="adj" fmla="val 6557"/>
            </a:avLst>
          </a:prstGeom>
          <a:solidFill>
            <a:srgbClr val="FFFFFF"/>
          </a:solidFill>
          <a:ln w="12700">
            <a:solidFill>
              <a:srgbClr val="D8E2E7"/>
            </a:solidFill>
            <a:prstDash val="solid"/>
          </a:ln>
          <a:effectLst>
            <a:outerShdw blurRad="8890" dist="2794" dir="2700000" algn="bl" rotWithShape="0">
              <a:srgbClr val="000000">
                <a:alpha val="8000"/>
              </a:srgbClr>
            </a:outerShdw>
          </a:effectLst>
        </p:spPr>
        <p:txBody>
          <a:bodyPr/>
          <a:lstStyle/>
          <a:p>
            <a:endParaRPr lang="en-IN" sz="2800">
              <a:solidFill>
                <a:prstClr val="black"/>
              </a:solidFill>
              <a:latin typeface="+mj-lt"/>
            </a:endParaRPr>
          </a:p>
        </p:txBody>
      </p:sp>
      <p:sp>
        <p:nvSpPr>
          <p:cNvPr id="21" name="Shape 15">
            <a:extLst>
              <a:ext uri="{FF2B5EF4-FFF2-40B4-BE49-F238E27FC236}">
                <a16:creationId xmlns:a16="http://schemas.microsoft.com/office/drawing/2014/main" id="{181DFCE3-C37A-0C3F-9D53-2D3B89069595}"/>
              </a:ext>
            </a:extLst>
          </p:cNvPr>
          <p:cNvSpPr/>
          <p:nvPr/>
        </p:nvSpPr>
        <p:spPr>
          <a:xfrm>
            <a:off x="4946904" y="1298448"/>
            <a:ext cx="2057400" cy="91440"/>
          </a:xfrm>
          <a:prstGeom prst="rect">
            <a:avLst/>
          </a:prstGeom>
          <a:solidFill>
            <a:srgbClr val="23B5D6"/>
          </a:solidFill>
          <a:ln w="12700">
            <a:solidFill>
              <a:srgbClr val="23B5D6"/>
            </a:solidFill>
            <a:prstDash val="solid"/>
          </a:ln>
        </p:spPr>
        <p:txBody>
          <a:bodyPr/>
          <a:lstStyle/>
          <a:p>
            <a:endParaRPr lang="en-IN" sz="2800">
              <a:solidFill>
                <a:prstClr val="black"/>
              </a:solidFill>
              <a:latin typeface="+mj-lt"/>
            </a:endParaRPr>
          </a:p>
        </p:txBody>
      </p:sp>
      <p:sp>
        <p:nvSpPr>
          <p:cNvPr id="22" name="Shape 16">
            <a:extLst>
              <a:ext uri="{FF2B5EF4-FFF2-40B4-BE49-F238E27FC236}">
                <a16:creationId xmlns:a16="http://schemas.microsoft.com/office/drawing/2014/main" id="{865FD468-B25B-49F0-59FD-CB20EF426FE5}"/>
              </a:ext>
            </a:extLst>
          </p:cNvPr>
          <p:cNvSpPr/>
          <p:nvPr/>
        </p:nvSpPr>
        <p:spPr>
          <a:xfrm>
            <a:off x="5111496" y="1554480"/>
            <a:ext cx="475488" cy="475488"/>
          </a:xfrm>
          <a:prstGeom prst="ellipse">
            <a:avLst/>
          </a:prstGeom>
          <a:solidFill>
            <a:srgbClr val="23B5D6"/>
          </a:solidFill>
          <a:ln w="12700">
            <a:solidFill>
              <a:srgbClr val="23B5D6"/>
            </a:solidFill>
            <a:prstDash val="solid"/>
          </a:ln>
        </p:spPr>
        <p:txBody>
          <a:bodyPr/>
          <a:lstStyle/>
          <a:p>
            <a:endParaRPr lang="en-IN" sz="2800">
              <a:solidFill>
                <a:prstClr val="black"/>
              </a:solidFill>
              <a:latin typeface="+mj-lt"/>
            </a:endParaRPr>
          </a:p>
        </p:txBody>
      </p:sp>
      <p:pic>
        <p:nvPicPr>
          <p:cNvPr id="23" name="Image 2" descr="preencoded.png">
            <a:extLst>
              <a:ext uri="{FF2B5EF4-FFF2-40B4-BE49-F238E27FC236}">
                <a16:creationId xmlns:a16="http://schemas.microsoft.com/office/drawing/2014/main" id="{971D27CE-E2EC-D99B-3681-9B76B633F47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57800" y="1700784"/>
            <a:ext cx="182880" cy="182880"/>
          </a:xfrm>
          <a:prstGeom prst="rect">
            <a:avLst/>
          </a:prstGeom>
        </p:spPr>
      </p:pic>
      <p:sp>
        <p:nvSpPr>
          <p:cNvPr id="24" name="Text 17">
            <a:extLst>
              <a:ext uri="{FF2B5EF4-FFF2-40B4-BE49-F238E27FC236}">
                <a16:creationId xmlns:a16="http://schemas.microsoft.com/office/drawing/2014/main" id="{86A0836E-2B9B-DFF3-0324-B14315112D5B}"/>
              </a:ext>
            </a:extLst>
          </p:cNvPr>
          <p:cNvSpPr/>
          <p:nvPr/>
        </p:nvSpPr>
        <p:spPr>
          <a:xfrm>
            <a:off x="5696712" y="1517904"/>
            <a:ext cx="1078992" cy="228600"/>
          </a:xfrm>
          <a:prstGeom prst="rect">
            <a:avLst/>
          </a:prstGeom>
          <a:noFill/>
          <a:ln/>
        </p:spPr>
        <p:txBody>
          <a:bodyPr wrap="square" lIns="0" tIns="0" rIns="0" bIns="0" rtlCol="0" anchor="ctr">
            <a:noAutofit/>
          </a:bodyPr>
          <a:lstStyle/>
          <a:p>
            <a:r>
              <a:rPr lang="en-US" sz="1100" b="1" dirty="0">
                <a:solidFill>
                  <a:srgbClr val="0B2739"/>
                </a:solidFill>
                <a:latin typeface="+mj-lt"/>
              </a:rPr>
              <a:t>Academia &amp; talent</a:t>
            </a:r>
            <a:endParaRPr lang="en-US" sz="1100" dirty="0">
              <a:solidFill>
                <a:prstClr val="black"/>
              </a:solidFill>
              <a:latin typeface="+mj-lt"/>
            </a:endParaRPr>
          </a:p>
        </p:txBody>
      </p:sp>
      <p:sp>
        <p:nvSpPr>
          <p:cNvPr id="25" name="Text 18">
            <a:extLst>
              <a:ext uri="{FF2B5EF4-FFF2-40B4-BE49-F238E27FC236}">
                <a16:creationId xmlns:a16="http://schemas.microsoft.com/office/drawing/2014/main" id="{AF3D2B4A-3F59-663A-29FB-B9889DD4391A}"/>
              </a:ext>
            </a:extLst>
          </p:cNvPr>
          <p:cNvSpPr/>
          <p:nvPr/>
        </p:nvSpPr>
        <p:spPr>
          <a:xfrm>
            <a:off x="5129784" y="2057400"/>
            <a:ext cx="1664208" cy="192024"/>
          </a:xfrm>
          <a:prstGeom prst="rect">
            <a:avLst/>
          </a:prstGeom>
          <a:noFill/>
          <a:ln/>
        </p:spPr>
        <p:txBody>
          <a:bodyPr wrap="square" lIns="0" tIns="0" rIns="0" bIns="0" rtlCol="0" anchor="ctr">
            <a:noAutofit/>
          </a:bodyPr>
          <a:lstStyle/>
          <a:p>
            <a:r>
              <a:rPr lang="en-US" sz="1000" dirty="0">
                <a:solidFill>
                  <a:srgbClr val="596875"/>
                </a:solidFill>
                <a:latin typeface="+mj-lt"/>
              </a:rPr>
              <a:t>Faculty development, student programmes and applied labs.</a:t>
            </a:r>
            <a:endParaRPr lang="en-US" sz="1000" dirty="0">
              <a:solidFill>
                <a:prstClr val="black"/>
              </a:solidFill>
              <a:latin typeface="+mj-lt"/>
            </a:endParaRPr>
          </a:p>
        </p:txBody>
      </p:sp>
      <p:sp>
        <p:nvSpPr>
          <p:cNvPr id="26" name="Shape 19">
            <a:extLst>
              <a:ext uri="{FF2B5EF4-FFF2-40B4-BE49-F238E27FC236}">
                <a16:creationId xmlns:a16="http://schemas.microsoft.com/office/drawing/2014/main" id="{4E07AAD7-BC64-5E58-58A4-B34FFBB6A9E4}"/>
              </a:ext>
            </a:extLst>
          </p:cNvPr>
          <p:cNvSpPr/>
          <p:nvPr/>
        </p:nvSpPr>
        <p:spPr>
          <a:xfrm>
            <a:off x="7168896" y="1298448"/>
            <a:ext cx="2057400" cy="1115568"/>
          </a:xfrm>
          <a:prstGeom prst="roundRect">
            <a:avLst>
              <a:gd name="adj" fmla="val 6557"/>
            </a:avLst>
          </a:prstGeom>
          <a:solidFill>
            <a:srgbClr val="FFFFFF"/>
          </a:solidFill>
          <a:ln w="12700">
            <a:solidFill>
              <a:srgbClr val="D8E2E7"/>
            </a:solidFill>
            <a:prstDash val="solid"/>
          </a:ln>
          <a:effectLst>
            <a:outerShdw blurRad="8890" dist="2794" dir="2700000" algn="bl" rotWithShape="0">
              <a:srgbClr val="000000">
                <a:alpha val="8000"/>
              </a:srgbClr>
            </a:outerShdw>
          </a:effectLst>
        </p:spPr>
        <p:txBody>
          <a:bodyPr/>
          <a:lstStyle/>
          <a:p>
            <a:endParaRPr lang="en-IN" sz="2800">
              <a:solidFill>
                <a:prstClr val="black"/>
              </a:solidFill>
              <a:latin typeface="+mj-lt"/>
            </a:endParaRPr>
          </a:p>
        </p:txBody>
      </p:sp>
      <p:sp>
        <p:nvSpPr>
          <p:cNvPr id="27" name="Shape 20">
            <a:extLst>
              <a:ext uri="{FF2B5EF4-FFF2-40B4-BE49-F238E27FC236}">
                <a16:creationId xmlns:a16="http://schemas.microsoft.com/office/drawing/2014/main" id="{5DC13DA6-5045-EF5A-E39C-AF09D68EFD4A}"/>
              </a:ext>
            </a:extLst>
          </p:cNvPr>
          <p:cNvSpPr/>
          <p:nvPr/>
        </p:nvSpPr>
        <p:spPr>
          <a:xfrm>
            <a:off x="7168896" y="1298448"/>
            <a:ext cx="2057400" cy="91440"/>
          </a:xfrm>
          <a:prstGeom prst="rect">
            <a:avLst/>
          </a:prstGeom>
          <a:solidFill>
            <a:srgbClr val="149B91"/>
          </a:solidFill>
          <a:ln w="12700">
            <a:solidFill>
              <a:srgbClr val="149B91"/>
            </a:solidFill>
            <a:prstDash val="solid"/>
          </a:ln>
        </p:spPr>
        <p:txBody>
          <a:bodyPr/>
          <a:lstStyle/>
          <a:p>
            <a:endParaRPr lang="en-IN" sz="2800">
              <a:solidFill>
                <a:prstClr val="black"/>
              </a:solidFill>
              <a:latin typeface="+mj-lt"/>
            </a:endParaRPr>
          </a:p>
        </p:txBody>
      </p:sp>
      <p:sp>
        <p:nvSpPr>
          <p:cNvPr id="28" name="Shape 21">
            <a:extLst>
              <a:ext uri="{FF2B5EF4-FFF2-40B4-BE49-F238E27FC236}">
                <a16:creationId xmlns:a16="http://schemas.microsoft.com/office/drawing/2014/main" id="{7A013772-D10B-E678-5D92-07DF21123631}"/>
              </a:ext>
            </a:extLst>
          </p:cNvPr>
          <p:cNvSpPr/>
          <p:nvPr/>
        </p:nvSpPr>
        <p:spPr>
          <a:xfrm>
            <a:off x="7333488" y="1554480"/>
            <a:ext cx="475488" cy="475488"/>
          </a:xfrm>
          <a:prstGeom prst="ellipse">
            <a:avLst/>
          </a:prstGeom>
          <a:solidFill>
            <a:srgbClr val="149B91"/>
          </a:solidFill>
          <a:ln w="12700">
            <a:solidFill>
              <a:srgbClr val="149B91"/>
            </a:solidFill>
            <a:prstDash val="solid"/>
          </a:ln>
        </p:spPr>
        <p:txBody>
          <a:bodyPr/>
          <a:lstStyle/>
          <a:p>
            <a:endParaRPr lang="en-IN" sz="2800">
              <a:solidFill>
                <a:prstClr val="black"/>
              </a:solidFill>
              <a:latin typeface="+mj-lt"/>
            </a:endParaRPr>
          </a:p>
        </p:txBody>
      </p:sp>
      <p:pic>
        <p:nvPicPr>
          <p:cNvPr id="29" name="Image 3" descr="preencoded.png">
            <a:extLst>
              <a:ext uri="{FF2B5EF4-FFF2-40B4-BE49-F238E27FC236}">
                <a16:creationId xmlns:a16="http://schemas.microsoft.com/office/drawing/2014/main" id="{6C18CFFA-74FF-7A95-9EC3-F44D50AF661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79792" y="1700784"/>
            <a:ext cx="182880" cy="182880"/>
          </a:xfrm>
          <a:prstGeom prst="rect">
            <a:avLst/>
          </a:prstGeom>
        </p:spPr>
      </p:pic>
      <p:sp>
        <p:nvSpPr>
          <p:cNvPr id="30" name="Text 22">
            <a:extLst>
              <a:ext uri="{FF2B5EF4-FFF2-40B4-BE49-F238E27FC236}">
                <a16:creationId xmlns:a16="http://schemas.microsoft.com/office/drawing/2014/main" id="{85CF871F-FDB1-CF3F-7F12-680ED23E8AB8}"/>
              </a:ext>
            </a:extLst>
          </p:cNvPr>
          <p:cNvSpPr/>
          <p:nvPr/>
        </p:nvSpPr>
        <p:spPr>
          <a:xfrm>
            <a:off x="7918704" y="1517904"/>
            <a:ext cx="1078992" cy="228600"/>
          </a:xfrm>
          <a:prstGeom prst="rect">
            <a:avLst/>
          </a:prstGeom>
          <a:noFill/>
          <a:ln/>
        </p:spPr>
        <p:txBody>
          <a:bodyPr wrap="square" lIns="0" tIns="0" rIns="0" bIns="0" rtlCol="0" anchor="ctr">
            <a:noAutofit/>
          </a:bodyPr>
          <a:lstStyle/>
          <a:p>
            <a:r>
              <a:rPr lang="en-US" sz="1100" b="1" dirty="0">
                <a:solidFill>
                  <a:srgbClr val="0B2739"/>
                </a:solidFill>
                <a:latin typeface="+mj-lt"/>
              </a:rPr>
              <a:t>Innovation ecosystem</a:t>
            </a:r>
            <a:endParaRPr lang="en-US" sz="1100" dirty="0">
              <a:solidFill>
                <a:prstClr val="black"/>
              </a:solidFill>
              <a:latin typeface="+mj-lt"/>
            </a:endParaRPr>
          </a:p>
        </p:txBody>
      </p:sp>
      <p:sp>
        <p:nvSpPr>
          <p:cNvPr id="31" name="Text 23">
            <a:extLst>
              <a:ext uri="{FF2B5EF4-FFF2-40B4-BE49-F238E27FC236}">
                <a16:creationId xmlns:a16="http://schemas.microsoft.com/office/drawing/2014/main" id="{DDAF98B5-AC8F-42D7-5C67-03B452AE0E74}"/>
              </a:ext>
            </a:extLst>
          </p:cNvPr>
          <p:cNvSpPr/>
          <p:nvPr/>
        </p:nvSpPr>
        <p:spPr>
          <a:xfrm>
            <a:off x="7351776" y="2057400"/>
            <a:ext cx="1664208" cy="192024"/>
          </a:xfrm>
          <a:prstGeom prst="rect">
            <a:avLst/>
          </a:prstGeom>
          <a:noFill/>
          <a:ln/>
        </p:spPr>
        <p:txBody>
          <a:bodyPr wrap="square" lIns="0" tIns="0" rIns="0" bIns="0" rtlCol="0" anchor="ctr">
            <a:noAutofit/>
          </a:bodyPr>
          <a:lstStyle/>
          <a:p>
            <a:r>
              <a:rPr lang="en-US" sz="1000" dirty="0">
                <a:solidFill>
                  <a:srgbClr val="596875"/>
                </a:solidFill>
                <a:latin typeface="+mj-lt"/>
              </a:rPr>
              <a:t>Partners, hackathons, incubation and industry engagement.</a:t>
            </a:r>
            <a:endParaRPr lang="en-US" sz="1000" dirty="0">
              <a:solidFill>
                <a:prstClr val="black"/>
              </a:solidFill>
              <a:latin typeface="+mj-lt"/>
            </a:endParaRPr>
          </a:p>
        </p:txBody>
      </p:sp>
      <p:sp>
        <p:nvSpPr>
          <p:cNvPr id="33" name="Shape 24">
            <a:extLst>
              <a:ext uri="{FF2B5EF4-FFF2-40B4-BE49-F238E27FC236}">
                <a16:creationId xmlns:a16="http://schemas.microsoft.com/office/drawing/2014/main" id="{71610FAD-A8DB-A049-5BE4-06A245AE8DFD}"/>
              </a:ext>
            </a:extLst>
          </p:cNvPr>
          <p:cNvSpPr/>
          <p:nvPr/>
        </p:nvSpPr>
        <p:spPr>
          <a:xfrm>
            <a:off x="9390888" y="1298448"/>
            <a:ext cx="2057400" cy="1115568"/>
          </a:xfrm>
          <a:prstGeom prst="roundRect">
            <a:avLst>
              <a:gd name="adj" fmla="val 6557"/>
            </a:avLst>
          </a:prstGeom>
          <a:solidFill>
            <a:srgbClr val="FFFFFF"/>
          </a:solidFill>
          <a:ln w="12700">
            <a:solidFill>
              <a:srgbClr val="D8E2E7"/>
            </a:solidFill>
            <a:prstDash val="solid"/>
          </a:ln>
          <a:effectLst>
            <a:outerShdw blurRad="8890" dist="2794" dir="2700000" algn="bl" rotWithShape="0">
              <a:srgbClr val="000000">
                <a:alpha val="8000"/>
              </a:srgbClr>
            </a:outerShdw>
          </a:effectLst>
        </p:spPr>
        <p:txBody>
          <a:bodyPr/>
          <a:lstStyle/>
          <a:p>
            <a:endParaRPr lang="en-IN" sz="2800">
              <a:solidFill>
                <a:prstClr val="black"/>
              </a:solidFill>
              <a:latin typeface="+mj-lt"/>
            </a:endParaRPr>
          </a:p>
        </p:txBody>
      </p:sp>
      <p:sp>
        <p:nvSpPr>
          <p:cNvPr id="35" name="Shape 25">
            <a:extLst>
              <a:ext uri="{FF2B5EF4-FFF2-40B4-BE49-F238E27FC236}">
                <a16:creationId xmlns:a16="http://schemas.microsoft.com/office/drawing/2014/main" id="{F9B122E5-EE06-E471-AC6A-2E31F409CC87}"/>
              </a:ext>
            </a:extLst>
          </p:cNvPr>
          <p:cNvSpPr/>
          <p:nvPr/>
        </p:nvSpPr>
        <p:spPr>
          <a:xfrm>
            <a:off x="9390888" y="1298448"/>
            <a:ext cx="2057400" cy="91440"/>
          </a:xfrm>
          <a:prstGeom prst="rect">
            <a:avLst/>
          </a:prstGeom>
          <a:solidFill>
            <a:srgbClr val="F3BE26"/>
          </a:solidFill>
          <a:ln w="12700">
            <a:solidFill>
              <a:srgbClr val="F3BE26"/>
            </a:solidFill>
            <a:prstDash val="solid"/>
          </a:ln>
        </p:spPr>
        <p:txBody>
          <a:bodyPr/>
          <a:lstStyle/>
          <a:p>
            <a:endParaRPr lang="en-IN" sz="2800">
              <a:solidFill>
                <a:prstClr val="black"/>
              </a:solidFill>
              <a:latin typeface="+mj-lt"/>
            </a:endParaRPr>
          </a:p>
        </p:txBody>
      </p:sp>
      <p:sp>
        <p:nvSpPr>
          <p:cNvPr id="37" name="Shape 26">
            <a:extLst>
              <a:ext uri="{FF2B5EF4-FFF2-40B4-BE49-F238E27FC236}">
                <a16:creationId xmlns:a16="http://schemas.microsoft.com/office/drawing/2014/main" id="{F346B842-7F87-EFA2-B9E2-BE0540B720DA}"/>
              </a:ext>
            </a:extLst>
          </p:cNvPr>
          <p:cNvSpPr/>
          <p:nvPr/>
        </p:nvSpPr>
        <p:spPr>
          <a:xfrm>
            <a:off x="9555480" y="1554480"/>
            <a:ext cx="475488" cy="475488"/>
          </a:xfrm>
          <a:prstGeom prst="ellipse">
            <a:avLst/>
          </a:prstGeom>
          <a:solidFill>
            <a:srgbClr val="F3BE26"/>
          </a:solidFill>
          <a:ln w="12700">
            <a:solidFill>
              <a:srgbClr val="F3BE26"/>
            </a:solidFill>
            <a:prstDash val="solid"/>
          </a:ln>
        </p:spPr>
        <p:txBody>
          <a:bodyPr/>
          <a:lstStyle/>
          <a:p>
            <a:endParaRPr lang="en-IN" sz="2800">
              <a:solidFill>
                <a:prstClr val="black"/>
              </a:solidFill>
              <a:latin typeface="+mj-lt"/>
            </a:endParaRPr>
          </a:p>
        </p:txBody>
      </p:sp>
      <p:pic>
        <p:nvPicPr>
          <p:cNvPr id="39" name="Image 4" descr="preencoded.png">
            <a:extLst>
              <a:ext uri="{FF2B5EF4-FFF2-40B4-BE49-F238E27FC236}">
                <a16:creationId xmlns:a16="http://schemas.microsoft.com/office/drawing/2014/main" id="{0498A984-A5AE-6C70-2FAC-24765761353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701784" y="1700784"/>
            <a:ext cx="182880" cy="182880"/>
          </a:xfrm>
          <a:prstGeom prst="rect">
            <a:avLst/>
          </a:prstGeom>
        </p:spPr>
      </p:pic>
      <p:sp>
        <p:nvSpPr>
          <p:cNvPr id="41" name="Text 27">
            <a:extLst>
              <a:ext uri="{FF2B5EF4-FFF2-40B4-BE49-F238E27FC236}">
                <a16:creationId xmlns:a16="http://schemas.microsoft.com/office/drawing/2014/main" id="{C46AE162-3D6E-F270-065F-215CCE41A405}"/>
              </a:ext>
            </a:extLst>
          </p:cNvPr>
          <p:cNvSpPr/>
          <p:nvPr/>
        </p:nvSpPr>
        <p:spPr>
          <a:xfrm>
            <a:off x="10140696" y="1517904"/>
            <a:ext cx="1078992" cy="228600"/>
          </a:xfrm>
          <a:prstGeom prst="rect">
            <a:avLst/>
          </a:prstGeom>
          <a:noFill/>
          <a:ln/>
        </p:spPr>
        <p:txBody>
          <a:bodyPr wrap="square" lIns="0" tIns="0" rIns="0" bIns="0" rtlCol="0" anchor="ctr">
            <a:noAutofit/>
          </a:bodyPr>
          <a:lstStyle/>
          <a:p>
            <a:r>
              <a:rPr lang="en-US" sz="1100" b="1" dirty="0">
                <a:solidFill>
                  <a:srgbClr val="0B2739"/>
                </a:solidFill>
                <a:latin typeface="+mj-lt"/>
              </a:rPr>
              <a:t>Awareness &amp; outreach</a:t>
            </a:r>
            <a:endParaRPr lang="en-US" sz="1100" dirty="0">
              <a:solidFill>
                <a:prstClr val="black"/>
              </a:solidFill>
              <a:latin typeface="+mj-lt"/>
            </a:endParaRPr>
          </a:p>
        </p:txBody>
      </p:sp>
      <p:sp>
        <p:nvSpPr>
          <p:cNvPr id="43" name="Text 28">
            <a:extLst>
              <a:ext uri="{FF2B5EF4-FFF2-40B4-BE49-F238E27FC236}">
                <a16:creationId xmlns:a16="http://schemas.microsoft.com/office/drawing/2014/main" id="{30740F7F-FCE0-9ADD-F99A-3B65804883AC}"/>
              </a:ext>
            </a:extLst>
          </p:cNvPr>
          <p:cNvSpPr/>
          <p:nvPr/>
        </p:nvSpPr>
        <p:spPr>
          <a:xfrm>
            <a:off x="9573768" y="2057400"/>
            <a:ext cx="1664208" cy="192024"/>
          </a:xfrm>
          <a:prstGeom prst="rect">
            <a:avLst/>
          </a:prstGeom>
          <a:noFill/>
          <a:ln/>
        </p:spPr>
        <p:txBody>
          <a:bodyPr wrap="square" lIns="0" tIns="0" rIns="0" bIns="0" rtlCol="0" anchor="ctr">
            <a:noAutofit/>
          </a:bodyPr>
          <a:lstStyle/>
          <a:p>
            <a:r>
              <a:rPr lang="en-US" sz="1000" dirty="0">
                <a:solidFill>
                  <a:srgbClr val="596875"/>
                </a:solidFill>
                <a:latin typeface="+mj-lt"/>
              </a:rPr>
              <a:t>Campaigns, roadshows and citizen-facing AI literacy.</a:t>
            </a:r>
            <a:endParaRPr lang="en-US" sz="1000" dirty="0">
              <a:solidFill>
                <a:prstClr val="black"/>
              </a:solidFill>
              <a:latin typeface="+mj-lt"/>
            </a:endParaRPr>
          </a:p>
        </p:txBody>
      </p:sp>
      <p:sp>
        <p:nvSpPr>
          <p:cNvPr id="45" name="Text 29">
            <a:extLst>
              <a:ext uri="{FF2B5EF4-FFF2-40B4-BE49-F238E27FC236}">
                <a16:creationId xmlns:a16="http://schemas.microsoft.com/office/drawing/2014/main" id="{E71D2A51-7A6A-40C0-E091-71DAA27DFFA7}"/>
              </a:ext>
            </a:extLst>
          </p:cNvPr>
          <p:cNvSpPr/>
          <p:nvPr/>
        </p:nvSpPr>
        <p:spPr>
          <a:xfrm>
            <a:off x="530352" y="2542032"/>
            <a:ext cx="2148840" cy="155448"/>
          </a:xfrm>
          <a:prstGeom prst="rect">
            <a:avLst/>
          </a:prstGeom>
          <a:noFill/>
          <a:ln/>
        </p:spPr>
        <p:txBody>
          <a:bodyPr wrap="square" lIns="0" tIns="0" rIns="0" bIns="0" rtlCol="0" anchor="ctr"/>
          <a:lstStyle/>
          <a:p>
            <a:r>
              <a:rPr lang="en-US" sz="1000" b="1" dirty="0">
                <a:solidFill>
                  <a:srgbClr val="43B02A"/>
                </a:solidFill>
                <a:latin typeface="+mj-lt"/>
              </a:rPr>
              <a:t>CAPACITY-BUILDING JOURNEY</a:t>
            </a:r>
            <a:endParaRPr lang="en-US" sz="1000" dirty="0">
              <a:solidFill>
                <a:prstClr val="black"/>
              </a:solidFill>
              <a:latin typeface="+mj-lt"/>
            </a:endParaRPr>
          </a:p>
        </p:txBody>
      </p:sp>
      <p:sp>
        <p:nvSpPr>
          <p:cNvPr id="47" name="Shape 30">
            <a:extLst>
              <a:ext uri="{FF2B5EF4-FFF2-40B4-BE49-F238E27FC236}">
                <a16:creationId xmlns:a16="http://schemas.microsoft.com/office/drawing/2014/main" id="{D46CC011-DE41-CC22-3CBE-2D23A1771791}"/>
              </a:ext>
            </a:extLst>
          </p:cNvPr>
          <p:cNvSpPr/>
          <p:nvPr/>
        </p:nvSpPr>
        <p:spPr>
          <a:xfrm>
            <a:off x="502920" y="2816352"/>
            <a:ext cx="1847088" cy="1280160"/>
          </a:xfrm>
          <a:prstGeom prst="roundRect">
            <a:avLst>
              <a:gd name="adj" fmla="val 5714"/>
            </a:avLst>
          </a:prstGeom>
          <a:solidFill>
            <a:srgbClr val="FFFFFF"/>
          </a:solidFill>
          <a:ln w="12700">
            <a:solidFill>
              <a:srgbClr val="D8E2E7"/>
            </a:solidFill>
            <a:prstDash val="solid"/>
          </a:ln>
          <a:effectLst>
            <a:outerShdw blurRad="8890" dist="2794" dir="2700000" algn="bl" rotWithShape="0">
              <a:srgbClr val="000000">
                <a:alpha val="8000"/>
              </a:srgbClr>
            </a:outerShdw>
          </a:effectLst>
        </p:spPr>
        <p:txBody>
          <a:bodyPr/>
          <a:lstStyle/>
          <a:p>
            <a:endParaRPr lang="en-IN" sz="2800">
              <a:solidFill>
                <a:prstClr val="black"/>
              </a:solidFill>
              <a:latin typeface="+mj-lt"/>
            </a:endParaRPr>
          </a:p>
        </p:txBody>
      </p:sp>
      <p:sp>
        <p:nvSpPr>
          <p:cNvPr id="49" name="Shape 31">
            <a:extLst>
              <a:ext uri="{FF2B5EF4-FFF2-40B4-BE49-F238E27FC236}">
                <a16:creationId xmlns:a16="http://schemas.microsoft.com/office/drawing/2014/main" id="{2882ADD5-D063-0654-4E01-7076BC3BA355}"/>
              </a:ext>
            </a:extLst>
          </p:cNvPr>
          <p:cNvSpPr/>
          <p:nvPr/>
        </p:nvSpPr>
        <p:spPr>
          <a:xfrm>
            <a:off x="649224" y="2999232"/>
            <a:ext cx="438912" cy="438912"/>
          </a:xfrm>
          <a:prstGeom prst="ellipse">
            <a:avLst/>
          </a:prstGeom>
          <a:solidFill>
            <a:srgbClr val="43B02A"/>
          </a:solidFill>
          <a:ln w="12700">
            <a:solidFill>
              <a:srgbClr val="43B02A"/>
            </a:solidFill>
            <a:prstDash val="solid"/>
          </a:ln>
        </p:spPr>
        <p:txBody>
          <a:bodyPr/>
          <a:lstStyle/>
          <a:p>
            <a:endParaRPr lang="en-IN" sz="2800">
              <a:solidFill>
                <a:prstClr val="black"/>
              </a:solidFill>
              <a:latin typeface="+mj-lt"/>
            </a:endParaRPr>
          </a:p>
        </p:txBody>
      </p:sp>
      <p:pic>
        <p:nvPicPr>
          <p:cNvPr id="51" name="Image 5" descr="preencoded.png">
            <a:extLst>
              <a:ext uri="{FF2B5EF4-FFF2-40B4-BE49-F238E27FC236}">
                <a16:creationId xmlns:a16="http://schemas.microsoft.com/office/drawing/2014/main" id="{05A7706D-B628-D753-E75E-A98C4EED46B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77240" y="3127248"/>
            <a:ext cx="182880" cy="182880"/>
          </a:xfrm>
          <a:prstGeom prst="rect">
            <a:avLst/>
          </a:prstGeom>
        </p:spPr>
      </p:pic>
      <p:sp>
        <p:nvSpPr>
          <p:cNvPr id="53" name="Text 32">
            <a:extLst>
              <a:ext uri="{FF2B5EF4-FFF2-40B4-BE49-F238E27FC236}">
                <a16:creationId xmlns:a16="http://schemas.microsoft.com/office/drawing/2014/main" id="{BC7C9466-DCEA-4B36-23A3-2569847D2B54}"/>
              </a:ext>
            </a:extLst>
          </p:cNvPr>
          <p:cNvSpPr/>
          <p:nvPr/>
        </p:nvSpPr>
        <p:spPr>
          <a:xfrm>
            <a:off x="1984248" y="2971800"/>
            <a:ext cx="164592" cy="155448"/>
          </a:xfrm>
          <a:prstGeom prst="rect">
            <a:avLst/>
          </a:prstGeom>
          <a:noFill/>
          <a:ln/>
        </p:spPr>
        <p:txBody>
          <a:bodyPr wrap="square" lIns="0" tIns="0" rIns="0" bIns="0" rtlCol="0" anchor="ctr"/>
          <a:lstStyle/>
          <a:p>
            <a:pPr algn="r"/>
            <a:r>
              <a:rPr lang="en-US" sz="1050" b="1" dirty="0">
                <a:solidFill>
                  <a:srgbClr val="43B02A"/>
                </a:solidFill>
                <a:latin typeface="+mj-lt"/>
              </a:rPr>
              <a:t>01</a:t>
            </a:r>
            <a:endParaRPr lang="en-US" sz="1050" dirty="0">
              <a:solidFill>
                <a:prstClr val="black"/>
              </a:solidFill>
              <a:latin typeface="+mj-lt"/>
            </a:endParaRPr>
          </a:p>
        </p:txBody>
      </p:sp>
      <p:sp>
        <p:nvSpPr>
          <p:cNvPr id="55" name="Text 33">
            <a:extLst>
              <a:ext uri="{FF2B5EF4-FFF2-40B4-BE49-F238E27FC236}">
                <a16:creationId xmlns:a16="http://schemas.microsoft.com/office/drawing/2014/main" id="{ECD41974-BA12-01DF-1504-2F9AE703272A}"/>
              </a:ext>
            </a:extLst>
          </p:cNvPr>
          <p:cNvSpPr/>
          <p:nvPr/>
        </p:nvSpPr>
        <p:spPr>
          <a:xfrm>
            <a:off x="658368" y="3547872"/>
            <a:ext cx="1508760" cy="201168"/>
          </a:xfrm>
          <a:prstGeom prst="rect">
            <a:avLst/>
          </a:prstGeom>
          <a:noFill/>
          <a:ln/>
        </p:spPr>
        <p:txBody>
          <a:bodyPr wrap="square" lIns="0" tIns="0" rIns="0" bIns="0" rtlCol="0" anchor="ctr">
            <a:normAutofit/>
          </a:bodyPr>
          <a:lstStyle/>
          <a:p>
            <a:pPr algn="ctr"/>
            <a:r>
              <a:rPr lang="en-US" sz="1100" b="1" dirty="0">
                <a:solidFill>
                  <a:srgbClr val="0B2739"/>
                </a:solidFill>
                <a:latin typeface="+mj-lt"/>
              </a:rPr>
              <a:t>Plan</a:t>
            </a:r>
            <a:endParaRPr lang="en-US" sz="1100" dirty="0">
              <a:solidFill>
                <a:prstClr val="black"/>
              </a:solidFill>
              <a:latin typeface="+mj-lt"/>
            </a:endParaRPr>
          </a:p>
        </p:txBody>
      </p:sp>
      <p:sp>
        <p:nvSpPr>
          <p:cNvPr id="56" name="Text 34">
            <a:extLst>
              <a:ext uri="{FF2B5EF4-FFF2-40B4-BE49-F238E27FC236}">
                <a16:creationId xmlns:a16="http://schemas.microsoft.com/office/drawing/2014/main" id="{C4312DE8-A0C0-5B09-4410-42B6353DD40F}"/>
              </a:ext>
            </a:extLst>
          </p:cNvPr>
          <p:cNvSpPr/>
          <p:nvPr/>
        </p:nvSpPr>
        <p:spPr>
          <a:xfrm>
            <a:off x="667512" y="3822192"/>
            <a:ext cx="1499616" cy="182880"/>
          </a:xfrm>
          <a:prstGeom prst="rect">
            <a:avLst/>
          </a:prstGeom>
          <a:noFill/>
          <a:ln/>
        </p:spPr>
        <p:txBody>
          <a:bodyPr wrap="square" lIns="0" tIns="0" rIns="0" bIns="0" rtlCol="0" anchor="ctr">
            <a:noAutofit/>
          </a:bodyPr>
          <a:lstStyle/>
          <a:p>
            <a:pPr algn="ctr"/>
            <a:r>
              <a:rPr lang="en-US" sz="900" dirty="0">
                <a:solidFill>
                  <a:srgbClr val="596875"/>
                </a:solidFill>
                <a:latin typeface="+mj-lt"/>
              </a:rPr>
              <a:t>Annual calendar, target groups and competency baselines.</a:t>
            </a:r>
            <a:endParaRPr lang="en-US" sz="900" dirty="0">
              <a:solidFill>
                <a:prstClr val="black"/>
              </a:solidFill>
              <a:latin typeface="+mj-lt"/>
            </a:endParaRPr>
          </a:p>
        </p:txBody>
      </p:sp>
      <p:sp>
        <p:nvSpPr>
          <p:cNvPr id="57" name="Shape 35">
            <a:extLst>
              <a:ext uri="{FF2B5EF4-FFF2-40B4-BE49-F238E27FC236}">
                <a16:creationId xmlns:a16="http://schemas.microsoft.com/office/drawing/2014/main" id="{9CE7C2F9-6373-4EC1-8A24-9D348E59CBAD}"/>
              </a:ext>
            </a:extLst>
          </p:cNvPr>
          <p:cNvSpPr/>
          <p:nvPr/>
        </p:nvSpPr>
        <p:spPr>
          <a:xfrm>
            <a:off x="2395728" y="3310128"/>
            <a:ext cx="256032" cy="320040"/>
          </a:xfrm>
          <a:prstGeom prst="chevron">
            <a:avLst/>
          </a:prstGeom>
          <a:solidFill>
            <a:srgbClr val="86BC25"/>
          </a:solidFill>
          <a:ln w="12700">
            <a:solidFill>
              <a:srgbClr val="FFFFFF"/>
            </a:solidFill>
            <a:prstDash val="solid"/>
          </a:ln>
        </p:spPr>
        <p:txBody>
          <a:bodyPr/>
          <a:lstStyle/>
          <a:p>
            <a:endParaRPr lang="en-IN" sz="2800">
              <a:solidFill>
                <a:prstClr val="black"/>
              </a:solidFill>
              <a:latin typeface="+mj-lt"/>
            </a:endParaRPr>
          </a:p>
        </p:txBody>
      </p:sp>
      <p:sp>
        <p:nvSpPr>
          <p:cNvPr id="58" name="Shape 36">
            <a:extLst>
              <a:ext uri="{FF2B5EF4-FFF2-40B4-BE49-F238E27FC236}">
                <a16:creationId xmlns:a16="http://schemas.microsoft.com/office/drawing/2014/main" id="{BCBBA4CC-59CD-F2D2-A44C-7BD0B6AAF120}"/>
              </a:ext>
            </a:extLst>
          </p:cNvPr>
          <p:cNvSpPr/>
          <p:nvPr/>
        </p:nvSpPr>
        <p:spPr>
          <a:xfrm>
            <a:off x="2743200" y="2816352"/>
            <a:ext cx="1847088" cy="1280160"/>
          </a:xfrm>
          <a:prstGeom prst="roundRect">
            <a:avLst>
              <a:gd name="adj" fmla="val 5714"/>
            </a:avLst>
          </a:prstGeom>
          <a:solidFill>
            <a:srgbClr val="FFFFFF"/>
          </a:solidFill>
          <a:ln w="12700">
            <a:solidFill>
              <a:srgbClr val="D8E2E7"/>
            </a:solidFill>
            <a:prstDash val="solid"/>
          </a:ln>
          <a:effectLst>
            <a:outerShdw blurRad="8890" dist="2794" dir="2700000" algn="bl" rotWithShape="0">
              <a:srgbClr val="000000">
                <a:alpha val="8000"/>
              </a:srgbClr>
            </a:outerShdw>
          </a:effectLst>
        </p:spPr>
        <p:txBody>
          <a:bodyPr/>
          <a:lstStyle/>
          <a:p>
            <a:endParaRPr lang="en-IN" sz="2800">
              <a:solidFill>
                <a:prstClr val="black"/>
              </a:solidFill>
              <a:latin typeface="+mj-lt"/>
            </a:endParaRPr>
          </a:p>
        </p:txBody>
      </p:sp>
      <p:sp>
        <p:nvSpPr>
          <p:cNvPr id="59" name="Shape 37">
            <a:extLst>
              <a:ext uri="{FF2B5EF4-FFF2-40B4-BE49-F238E27FC236}">
                <a16:creationId xmlns:a16="http://schemas.microsoft.com/office/drawing/2014/main" id="{6431329B-4674-7192-2348-21D39A12B368}"/>
              </a:ext>
            </a:extLst>
          </p:cNvPr>
          <p:cNvSpPr/>
          <p:nvPr/>
        </p:nvSpPr>
        <p:spPr>
          <a:xfrm>
            <a:off x="2889504" y="2999232"/>
            <a:ext cx="438912" cy="438912"/>
          </a:xfrm>
          <a:prstGeom prst="ellipse">
            <a:avLst/>
          </a:prstGeom>
          <a:solidFill>
            <a:srgbClr val="007CB0"/>
          </a:solidFill>
          <a:ln w="12700">
            <a:solidFill>
              <a:srgbClr val="007CB0"/>
            </a:solidFill>
            <a:prstDash val="solid"/>
          </a:ln>
        </p:spPr>
        <p:txBody>
          <a:bodyPr/>
          <a:lstStyle/>
          <a:p>
            <a:endParaRPr lang="en-IN" sz="2800">
              <a:solidFill>
                <a:prstClr val="black"/>
              </a:solidFill>
              <a:latin typeface="+mj-lt"/>
            </a:endParaRPr>
          </a:p>
        </p:txBody>
      </p:sp>
      <p:pic>
        <p:nvPicPr>
          <p:cNvPr id="60" name="Image 6" descr="preencoded.png">
            <a:extLst>
              <a:ext uri="{FF2B5EF4-FFF2-40B4-BE49-F238E27FC236}">
                <a16:creationId xmlns:a16="http://schemas.microsoft.com/office/drawing/2014/main" id="{70786D3F-26F8-3FEC-C969-EBD32DCFFE7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017520" y="3127248"/>
            <a:ext cx="182880" cy="182880"/>
          </a:xfrm>
          <a:prstGeom prst="rect">
            <a:avLst/>
          </a:prstGeom>
        </p:spPr>
      </p:pic>
      <p:sp>
        <p:nvSpPr>
          <p:cNvPr id="61" name="Text 38">
            <a:extLst>
              <a:ext uri="{FF2B5EF4-FFF2-40B4-BE49-F238E27FC236}">
                <a16:creationId xmlns:a16="http://schemas.microsoft.com/office/drawing/2014/main" id="{0E046667-8C0B-83E4-3A12-AB05914FA06C}"/>
              </a:ext>
            </a:extLst>
          </p:cNvPr>
          <p:cNvSpPr/>
          <p:nvPr/>
        </p:nvSpPr>
        <p:spPr>
          <a:xfrm>
            <a:off x="4224528" y="2971800"/>
            <a:ext cx="164592" cy="155448"/>
          </a:xfrm>
          <a:prstGeom prst="rect">
            <a:avLst/>
          </a:prstGeom>
          <a:noFill/>
          <a:ln/>
        </p:spPr>
        <p:txBody>
          <a:bodyPr wrap="square" lIns="0" tIns="0" rIns="0" bIns="0" rtlCol="0" anchor="ctr"/>
          <a:lstStyle/>
          <a:p>
            <a:pPr algn="r"/>
            <a:r>
              <a:rPr lang="en-US" sz="1050" b="1" dirty="0">
                <a:solidFill>
                  <a:srgbClr val="007CB0"/>
                </a:solidFill>
                <a:latin typeface="+mj-lt"/>
              </a:rPr>
              <a:t>02</a:t>
            </a:r>
            <a:endParaRPr lang="en-US" sz="1050" dirty="0">
              <a:solidFill>
                <a:prstClr val="black"/>
              </a:solidFill>
              <a:latin typeface="+mj-lt"/>
            </a:endParaRPr>
          </a:p>
        </p:txBody>
      </p:sp>
      <p:sp>
        <p:nvSpPr>
          <p:cNvPr id="62" name="Text 39">
            <a:extLst>
              <a:ext uri="{FF2B5EF4-FFF2-40B4-BE49-F238E27FC236}">
                <a16:creationId xmlns:a16="http://schemas.microsoft.com/office/drawing/2014/main" id="{F4B67AB4-7BBF-843A-76DE-FFBEB4F6AA1C}"/>
              </a:ext>
            </a:extLst>
          </p:cNvPr>
          <p:cNvSpPr/>
          <p:nvPr/>
        </p:nvSpPr>
        <p:spPr>
          <a:xfrm>
            <a:off x="2898648" y="3547872"/>
            <a:ext cx="1508760" cy="201168"/>
          </a:xfrm>
          <a:prstGeom prst="rect">
            <a:avLst/>
          </a:prstGeom>
          <a:noFill/>
          <a:ln/>
        </p:spPr>
        <p:txBody>
          <a:bodyPr wrap="square" lIns="0" tIns="0" rIns="0" bIns="0" rtlCol="0" anchor="ctr">
            <a:normAutofit/>
          </a:bodyPr>
          <a:lstStyle/>
          <a:p>
            <a:pPr algn="ctr"/>
            <a:r>
              <a:rPr lang="en-US" sz="1100" b="1" dirty="0">
                <a:solidFill>
                  <a:srgbClr val="0B2739"/>
                </a:solidFill>
                <a:latin typeface="+mj-lt"/>
              </a:rPr>
              <a:t>Design</a:t>
            </a:r>
            <a:endParaRPr lang="en-US" sz="1100" dirty="0">
              <a:solidFill>
                <a:prstClr val="black"/>
              </a:solidFill>
              <a:latin typeface="+mj-lt"/>
            </a:endParaRPr>
          </a:p>
        </p:txBody>
      </p:sp>
      <p:sp>
        <p:nvSpPr>
          <p:cNvPr id="63" name="Text 40">
            <a:extLst>
              <a:ext uri="{FF2B5EF4-FFF2-40B4-BE49-F238E27FC236}">
                <a16:creationId xmlns:a16="http://schemas.microsoft.com/office/drawing/2014/main" id="{A740EAB9-6C25-EB57-90F7-38478A20C947}"/>
              </a:ext>
            </a:extLst>
          </p:cNvPr>
          <p:cNvSpPr/>
          <p:nvPr/>
        </p:nvSpPr>
        <p:spPr>
          <a:xfrm>
            <a:off x="2907792" y="3822192"/>
            <a:ext cx="1499616" cy="182880"/>
          </a:xfrm>
          <a:prstGeom prst="rect">
            <a:avLst/>
          </a:prstGeom>
          <a:noFill/>
          <a:ln/>
        </p:spPr>
        <p:txBody>
          <a:bodyPr wrap="square" lIns="0" tIns="0" rIns="0" bIns="0" rtlCol="0" anchor="ctr">
            <a:noAutofit/>
          </a:bodyPr>
          <a:lstStyle/>
          <a:p>
            <a:pPr algn="ctr"/>
            <a:r>
              <a:rPr lang="en-US" sz="900" dirty="0">
                <a:solidFill>
                  <a:srgbClr val="596875"/>
                </a:solidFill>
                <a:latin typeface="+mj-lt"/>
              </a:rPr>
              <a:t>Beginner, practitioner and advanced learning pathways.</a:t>
            </a:r>
            <a:endParaRPr lang="en-US" sz="900" dirty="0">
              <a:solidFill>
                <a:prstClr val="black"/>
              </a:solidFill>
              <a:latin typeface="+mj-lt"/>
            </a:endParaRPr>
          </a:p>
        </p:txBody>
      </p:sp>
      <p:sp>
        <p:nvSpPr>
          <p:cNvPr id="64" name="Shape 41">
            <a:extLst>
              <a:ext uri="{FF2B5EF4-FFF2-40B4-BE49-F238E27FC236}">
                <a16:creationId xmlns:a16="http://schemas.microsoft.com/office/drawing/2014/main" id="{ECE972CB-70CD-0706-C161-41B461E6EACD}"/>
              </a:ext>
            </a:extLst>
          </p:cNvPr>
          <p:cNvSpPr/>
          <p:nvPr/>
        </p:nvSpPr>
        <p:spPr>
          <a:xfrm>
            <a:off x="4636008" y="3310128"/>
            <a:ext cx="256032" cy="320040"/>
          </a:xfrm>
          <a:prstGeom prst="chevron">
            <a:avLst/>
          </a:prstGeom>
          <a:solidFill>
            <a:srgbClr val="86BC25"/>
          </a:solidFill>
          <a:ln w="12700">
            <a:solidFill>
              <a:srgbClr val="FFFFFF"/>
            </a:solidFill>
            <a:prstDash val="solid"/>
          </a:ln>
        </p:spPr>
        <p:txBody>
          <a:bodyPr/>
          <a:lstStyle/>
          <a:p>
            <a:endParaRPr lang="en-IN" sz="2800">
              <a:solidFill>
                <a:prstClr val="black"/>
              </a:solidFill>
              <a:latin typeface="+mj-lt"/>
            </a:endParaRPr>
          </a:p>
        </p:txBody>
      </p:sp>
      <p:sp>
        <p:nvSpPr>
          <p:cNvPr id="65" name="Shape 42">
            <a:extLst>
              <a:ext uri="{FF2B5EF4-FFF2-40B4-BE49-F238E27FC236}">
                <a16:creationId xmlns:a16="http://schemas.microsoft.com/office/drawing/2014/main" id="{61C416B2-06E5-72AE-4418-A3B831706580}"/>
              </a:ext>
            </a:extLst>
          </p:cNvPr>
          <p:cNvSpPr/>
          <p:nvPr/>
        </p:nvSpPr>
        <p:spPr>
          <a:xfrm>
            <a:off x="4983480" y="2816352"/>
            <a:ext cx="1847088" cy="1280160"/>
          </a:xfrm>
          <a:prstGeom prst="roundRect">
            <a:avLst>
              <a:gd name="adj" fmla="val 5714"/>
            </a:avLst>
          </a:prstGeom>
          <a:solidFill>
            <a:srgbClr val="FFFFFF"/>
          </a:solidFill>
          <a:ln w="12700">
            <a:solidFill>
              <a:srgbClr val="D8E2E7"/>
            </a:solidFill>
            <a:prstDash val="solid"/>
          </a:ln>
          <a:effectLst>
            <a:outerShdw blurRad="8890" dist="2794" dir="2700000" algn="bl" rotWithShape="0">
              <a:srgbClr val="000000">
                <a:alpha val="8000"/>
              </a:srgbClr>
            </a:outerShdw>
          </a:effectLst>
        </p:spPr>
        <p:txBody>
          <a:bodyPr/>
          <a:lstStyle/>
          <a:p>
            <a:endParaRPr lang="en-IN" sz="2800">
              <a:solidFill>
                <a:prstClr val="black"/>
              </a:solidFill>
              <a:latin typeface="+mj-lt"/>
            </a:endParaRPr>
          </a:p>
        </p:txBody>
      </p:sp>
      <p:sp>
        <p:nvSpPr>
          <p:cNvPr id="66" name="Shape 43">
            <a:extLst>
              <a:ext uri="{FF2B5EF4-FFF2-40B4-BE49-F238E27FC236}">
                <a16:creationId xmlns:a16="http://schemas.microsoft.com/office/drawing/2014/main" id="{E12BC4F8-6804-824C-F0FF-CE5EDC5EDFC2}"/>
              </a:ext>
            </a:extLst>
          </p:cNvPr>
          <p:cNvSpPr/>
          <p:nvPr/>
        </p:nvSpPr>
        <p:spPr>
          <a:xfrm>
            <a:off x="5129784" y="2999232"/>
            <a:ext cx="438912" cy="438912"/>
          </a:xfrm>
          <a:prstGeom prst="ellipse">
            <a:avLst/>
          </a:prstGeom>
          <a:solidFill>
            <a:srgbClr val="23B5D6"/>
          </a:solidFill>
          <a:ln w="12700">
            <a:solidFill>
              <a:srgbClr val="23B5D6"/>
            </a:solidFill>
            <a:prstDash val="solid"/>
          </a:ln>
        </p:spPr>
        <p:txBody>
          <a:bodyPr/>
          <a:lstStyle/>
          <a:p>
            <a:endParaRPr lang="en-IN" sz="2800">
              <a:solidFill>
                <a:prstClr val="black"/>
              </a:solidFill>
              <a:latin typeface="+mj-lt"/>
            </a:endParaRPr>
          </a:p>
        </p:txBody>
      </p:sp>
      <p:pic>
        <p:nvPicPr>
          <p:cNvPr id="67" name="Image 7" descr="preencoded.png">
            <a:extLst>
              <a:ext uri="{FF2B5EF4-FFF2-40B4-BE49-F238E27FC236}">
                <a16:creationId xmlns:a16="http://schemas.microsoft.com/office/drawing/2014/main" id="{A484DA4E-DA7F-9D2E-CDB1-282EA1B26AF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257800" y="3127248"/>
            <a:ext cx="182880" cy="182880"/>
          </a:xfrm>
          <a:prstGeom prst="rect">
            <a:avLst/>
          </a:prstGeom>
        </p:spPr>
      </p:pic>
      <p:sp>
        <p:nvSpPr>
          <p:cNvPr id="68" name="Text 44">
            <a:extLst>
              <a:ext uri="{FF2B5EF4-FFF2-40B4-BE49-F238E27FC236}">
                <a16:creationId xmlns:a16="http://schemas.microsoft.com/office/drawing/2014/main" id="{024C02D0-764A-C430-4E68-B1A455E06F0A}"/>
              </a:ext>
            </a:extLst>
          </p:cNvPr>
          <p:cNvSpPr/>
          <p:nvPr/>
        </p:nvSpPr>
        <p:spPr>
          <a:xfrm>
            <a:off x="6464808" y="2971800"/>
            <a:ext cx="164592" cy="155448"/>
          </a:xfrm>
          <a:prstGeom prst="rect">
            <a:avLst/>
          </a:prstGeom>
          <a:noFill/>
          <a:ln/>
        </p:spPr>
        <p:txBody>
          <a:bodyPr wrap="square" lIns="0" tIns="0" rIns="0" bIns="0" rtlCol="0" anchor="ctr"/>
          <a:lstStyle/>
          <a:p>
            <a:pPr algn="r"/>
            <a:r>
              <a:rPr lang="en-US" sz="1050" b="1" dirty="0">
                <a:solidFill>
                  <a:srgbClr val="23B5D6"/>
                </a:solidFill>
                <a:latin typeface="+mj-lt"/>
              </a:rPr>
              <a:t>03</a:t>
            </a:r>
            <a:endParaRPr lang="en-US" sz="1050" dirty="0">
              <a:solidFill>
                <a:prstClr val="black"/>
              </a:solidFill>
              <a:latin typeface="+mj-lt"/>
            </a:endParaRPr>
          </a:p>
        </p:txBody>
      </p:sp>
      <p:sp>
        <p:nvSpPr>
          <p:cNvPr id="69" name="Text 45">
            <a:extLst>
              <a:ext uri="{FF2B5EF4-FFF2-40B4-BE49-F238E27FC236}">
                <a16:creationId xmlns:a16="http://schemas.microsoft.com/office/drawing/2014/main" id="{DD62470E-2425-81FE-F673-E32574871D6D}"/>
              </a:ext>
            </a:extLst>
          </p:cNvPr>
          <p:cNvSpPr/>
          <p:nvPr/>
        </p:nvSpPr>
        <p:spPr>
          <a:xfrm>
            <a:off x="5138928" y="3547872"/>
            <a:ext cx="1508760" cy="201168"/>
          </a:xfrm>
          <a:prstGeom prst="rect">
            <a:avLst/>
          </a:prstGeom>
          <a:noFill/>
          <a:ln/>
        </p:spPr>
        <p:txBody>
          <a:bodyPr wrap="square" lIns="0" tIns="0" rIns="0" bIns="0" rtlCol="0" anchor="ctr">
            <a:normAutofit/>
          </a:bodyPr>
          <a:lstStyle/>
          <a:p>
            <a:pPr algn="ctr"/>
            <a:r>
              <a:rPr lang="en-US" sz="1100" b="1" dirty="0">
                <a:solidFill>
                  <a:srgbClr val="0B2739"/>
                </a:solidFill>
                <a:latin typeface="+mj-lt"/>
              </a:rPr>
              <a:t>Deliver</a:t>
            </a:r>
            <a:endParaRPr lang="en-US" sz="1100" dirty="0">
              <a:solidFill>
                <a:prstClr val="black"/>
              </a:solidFill>
              <a:latin typeface="+mj-lt"/>
            </a:endParaRPr>
          </a:p>
        </p:txBody>
      </p:sp>
      <p:sp>
        <p:nvSpPr>
          <p:cNvPr id="70" name="Text 46">
            <a:extLst>
              <a:ext uri="{FF2B5EF4-FFF2-40B4-BE49-F238E27FC236}">
                <a16:creationId xmlns:a16="http://schemas.microsoft.com/office/drawing/2014/main" id="{4111EE2B-D409-06D5-122E-B380A62320C8}"/>
              </a:ext>
            </a:extLst>
          </p:cNvPr>
          <p:cNvSpPr/>
          <p:nvPr/>
        </p:nvSpPr>
        <p:spPr>
          <a:xfrm>
            <a:off x="5148072" y="3822192"/>
            <a:ext cx="1499616" cy="182880"/>
          </a:xfrm>
          <a:prstGeom prst="rect">
            <a:avLst/>
          </a:prstGeom>
          <a:noFill/>
          <a:ln/>
        </p:spPr>
        <p:txBody>
          <a:bodyPr wrap="square" lIns="0" tIns="0" rIns="0" bIns="0" rtlCol="0" anchor="ctr">
            <a:noAutofit/>
          </a:bodyPr>
          <a:lstStyle/>
          <a:p>
            <a:pPr algn="ctr"/>
            <a:r>
              <a:rPr lang="en-US" sz="900" dirty="0">
                <a:solidFill>
                  <a:srgbClr val="596875"/>
                </a:solidFill>
                <a:latin typeface="+mj-lt"/>
              </a:rPr>
              <a:t>Training, bootcamps, FDPs, labs and internships.</a:t>
            </a:r>
            <a:endParaRPr lang="en-US" sz="900" dirty="0">
              <a:solidFill>
                <a:prstClr val="black"/>
              </a:solidFill>
              <a:latin typeface="+mj-lt"/>
            </a:endParaRPr>
          </a:p>
        </p:txBody>
      </p:sp>
      <p:sp>
        <p:nvSpPr>
          <p:cNvPr id="71" name="Shape 47">
            <a:extLst>
              <a:ext uri="{FF2B5EF4-FFF2-40B4-BE49-F238E27FC236}">
                <a16:creationId xmlns:a16="http://schemas.microsoft.com/office/drawing/2014/main" id="{EFBF1263-AA65-91BD-3DBB-9E11F9BE1567}"/>
              </a:ext>
            </a:extLst>
          </p:cNvPr>
          <p:cNvSpPr/>
          <p:nvPr/>
        </p:nvSpPr>
        <p:spPr>
          <a:xfrm>
            <a:off x="6876288" y="3310128"/>
            <a:ext cx="256032" cy="320040"/>
          </a:xfrm>
          <a:prstGeom prst="chevron">
            <a:avLst/>
          </a:prstGeom>
          <a:solidFill>
            <a:srgbClr val="86BC25"/>
          </a:solidFill>
          <a:ln w="12700">
            <a:solidFill>
              <a:srgbClr val="FFFFFF"/>
            </a:solidFill>
            <a:prstDash val="solid"/>
          </a:ln>
        </p:spPr>
        <p:txBody>
          <a:bodyPr/>
          <a:lstStyle/>
          <a:p>
            <a:endParaRPr lang="en-IN" sz="2800">
              <a:solidFill>
                <a:prstClr val="black"/>
              </a:solidFill>
              <a:latin typeface="+mj-lt"/>
            </a:endParaRPr>
          </a:p>
        </p:txBody>
      </p:sp>
      <p:sp>
        <p:nvSpPr>
          <p:cNvPr id="72" name="Shape 48">
            <a:extLst>
              <a:ext uri="{FF2B5EF4-FFF2-40B4-BE49-F238E27FC236}">
                <a16:creationId xmlns:a16="http://schemas.microsoft.com/office/drawing/2014/main" id="{B6B8941E-464F-202F-2E71-23AB1C3D424D}"/>
              </a:ext>
            </a:extLst>
          </p:cNvPr>
          <p:cNvSpPr/>
          <p:nvPr/>
        </p:nvSpPr>
        <p:spPr>
          <a:xfrm>
            <a:off x="7223760" y="2816352"/>
            <a:ext cx="1847088" cy="1280160"/>
          </a:xfrm>
          <a:prstGeom prst="roundRect">
            <a:avLst>
              <a:gd name="adj" fmla="val 5714"/>
            </a:avLst>
          </a:prstGeom>
          <a:solidFill>
            <a:srgbClr val="FFFFFF"/>
          </a:solidFill>
          <a:ln w="12700">
            <a:solidFill>
              <a:srgbClr val="D8E2E7"/>
            </a:solidFill>
            <a:prstDash val="solid"/>
          </a:ln>
          <a:effectLst>
            <a:outerShdw blurRad="8890" dist="2794" dir="2700000" algn="bl" rotWithShape="0">
              <a:srgbClr val="000000">
                <a:alpha val="8000"/>
              </a:srgbClr>
            </a:outerShdw>
          </a:effectLst>
        </p:spPr>
        <p:txBody>
          <a:bodyPr/>
          <a:lstStyle/>
          <a:p>
            <a:endParaRPr lang="en-IN" sz="2800">
              <a:solidFill>
                <a:prstClr val="black"/>
              </a:solidFill>
              <a:latin typeface="+mj-lt"/>
            </a:endParaRPr>
          </a:p>
        </p:txBody>
      </p:sp>
      <p:sp>
        <p:nvSpPr>
          <p:cNvPr id="73" name="Shape 49">
            <a:extLst>
              <a:ext uri="{FF2B5EF4-FFF2-40B4-BE49-F238E27FC236}">
                <a16:creationId xmlns:a16="http://schemas.microsoft.com/office/drawing/2014/main" id="{DC1FF178-E2E9-52D7-8A35-BD2A3C3D0559}"/>
              </a:ext>
            </a:extLst>
          </p:cNvPr>
          <p:cNvSpPr/>
          <p:nvPr/>
        </p:nvSpPr>
        <p:spPr>
          <a:xfrm>
            <a:off x="7370064" y="2999232"/>
            <a:ext cx="438912" cy="438912"/>
          </a:xfrm>
          <a:prstGeom prst="ellipse">
            <a:avLst/>
          </a:prstGeom>
          <a:solidFill>
            <a:srgbClr val="149B91"/>
          </a:solidFill>
          <a:ln w="12700">
            <a:solidFill>
              <a:srgbClr val="149B91"/>
            </a:solidFill>
            <a:prstDash val="solid"/>
          </a:ln>
        </p:spPr>
        <p:txBody>
          <a:bodyPr/>
          <a:lstStyle/>
          <a:p>
            <a:endParaRPr lang="en-IN" sz="2800">
              <a:solidFill>
                <a:prstClr val="black"/>
              </a:solidFill>
              <a:latin typeface="+mj-lt"/>
            </a:endParaRPr>
          </a:p>
        </p:txBody>
      </p:sp>
      <p:pic>
        <p:nvPicPr>
          <p:cNvPr id="74" name="Image 8" descr="preencoded.png">
            <a:extLst>
              <a:ext uri="{FF2B5EF4-FFF2-40B4-BE49-F238E27FC236}">
                <a16:creationId xmlns:a16="http://schemas.microsoft.com/office/drawing/2014/main" id="{79B6F9D1-665C-5C85-B114-A6306E7D6BB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498080" y="3127248"/>
            <a:ext cx="182880" cy="182880"/>
          </a:xfrm>
          <a:prstGeom prst="rect">
            <a:avLst/>
          </a:prstGeom>
        </p:spPr>
      </p:pic>
      <p:sp>
        <p:nvSpPr>
          <p:cNvPr id="75" name="Text 50">
            <a:extLst>
              <a:ext uri="{FF2B5EF4-FFF2-40B4-BE49-F238E27FC236}">
                <a16:creationId xmlns:a16="http://schemas.microsoft.com/office/drawing/2014/main" id="{419E77D8-673F-2AC0-2CBD-2602D227DA38}"/>
              </a:ext>
            </a:extLst>
          </p:cNvPr>
          <p:cNvSpPr/>
          <p:nvPr/>
        </p:nvSpPr>
        <p:spPr>
          <a:xfrm>
            <a:off x="8705088" y="2971800"/>
            <a:ext cx="164592" cy="155448"/>
          </a:xfrm>
          <a:prstGeom prst="rect">
            <a:avLst/>
          </a:prstGeom>
          <a:noFill/>
          <a:ln/>
        </p:spPr>
        <p:txBody>
          <a:bodyPr wrap="square" lIns="0" tIns="0" rIns="0" bIns="0" rtlCol="0" anchor="ctr"/>
          <a:lstStyle/>
          <a:p>
            <a:pPr algn="r"/>
            <a:r>
              <a:rPr lang="en-US" sz="1050" b="1" dirty="0">
                <a:solidFill>
                  <a:srgbClr val="149B91"/>
                </a:solidFill>
                <a:latin typeface="+mj-lt"/>
              </a:rPr>
              <a:t>04</a:t>
            </a:r>
            <a:endParaRPr lang="en-US" sz="1050" dirty="0">
              <a:solidFill>
                <a:prstClr val="black"/>
              </a:solidFill>
              <a:latin typeface="+mj-lt"/>
            </a:endParaRPr>
          </a:p>
        </p:txBody>
      </p:sp>
      <p:sp>
        <p:nvSpPr>
          <p:cNvPr id="76" name="Text 51">
            <a:extLst>
              <a:ext uri="{FF2B5EF4-FFF2-40B4-BE49-F238E27FC236}">
                <a16:creationId xmlns:a16="http://schemas.microsoft.com/office/drawing/2014/main" id="{9C643662-E02D-AF69-53EC-2C360ABBCFD5}"/>
              </a:ext>
            </a:extLst>
          </p:cNvPr>
          <p:cNvSpPr/>
          <p:nvPr/>
        </p:nvSpPr>
        <p:spPr>
          <a:xfrm>
            <a:off x="7379208" y="3547872"/>
            <a:ext cx="1508760" cy="201168"/>
          </a:xfrm>
          <a:prstGeom prst="rect">
            <a:avLst/>
          </a:prstGeom>
          <a:noFill/>
          <a:ln/>
        </p:spPr>
        <p:txBody>
          <a:bodyPr wrap="square" lIns="0" tIns="0" rIns="0" bIns="0" rtlCol="0" anchor="ctr">
            <a:normAutofit/>
          </a:bodyPr>
          <a:lstStyle/>
          <a:p>
            <a:pPr algn="ctr"/>
            <a:r>
              <a:rPr lang="en-US" sz="1100" b="1" dirty="0">
                <a:solidFill>
                  <a:srgbClr val="0B2739"/>
                </a:solidFill>
                <a:latin typeface="+mj-lt"/>
              </a:rPr>
              <a:t>Activate</a:t>
            </a:r>
            <a:endParaRPr lang="en-US" sz="1100" dirty="0">
              <a:solidFill>
                <a:prstClr val="black"/>
              </a:solidFill>
              <a:latin typeface="+mj-lt"/>
            </a:endParaRPr>
          </a:p>
        </p:txBody>
      </p:sp>
      <p:sp>
        <p:nvSpPr>
          <p:cNvPr id="77" name="Text 52">
            <a:extLst>
              <a:ext uri="{FF2B5EF4-FFF2-40B4-BE49-F238E27FC236}">
                <a16:creationId xmlns:a16="http://schemas.microsoft.com/office/drawing/2014/main" id="{EEC2BFCE-42CF-50DB-3675-8A724040DAEE}"/>
              </a:ext>
            </a:extLst>
          </p:cNvPr>
          <p:cNvSpPr/>
          <p:nvPr/>
        </p:nvSpPr>
        <p:spPr>
          <a:xfrm>
            <a:off x="7388352" y="3822192"/>
            <a:ext cx="1499616" cy="182880"/>
          </a:xfrm>
          <a:prstGeom prst="rect">
            <a:avLst/>
          </a:prstGeom>
          <a:noFill/>
          <a:ln/>
        </p:spPr>
        <p:txBody>
          <a:bodyPr wrap="square" lIns="0" tIns="0" rIns="0" bIns="0" rtlCol="0" anchor="ctr">
            <a:noAutofit/>
          </a:bodyPr>
          <a:lstStyle/>
          <a:p>
            <a:pPr algn="ctr"/>
            <a:r>
              <a:rPr lang="en-US" sz="900" dirty="0">
                <a:solidFill>
                  <a:srgbClr val="596875"/>
                </a:solidFill>
                <a:latin typeface="+mj-lt"/>
              </a:rPr>
              <a:t>Hackathons, innovation challenges and partner programmes.</a:t>
            </a:r>
            <a:endParaRPr lang="en-US" sz="900" dirty="0">
              <a:solidFill>
                <a:prstClr val="black"/>
              </a:solidFill>
              <a:latin typeface="+mj-lt"/>
            </a:endParaRPr>
          </a:p>
        </p:txBody>
      </p:sp>
      <p:sp>
        <p:nvSpPr>
          <p:cNvPr id="78" name="Shape 53">
            <a:extLst>
              <a:ext uri="{FF2B5EF4-FFF2-40B4-BE49-F238E27FC236}">
                <a16:creationId xmlns:a16="http://schemas.microsoft.com/office/drawing/2014/main" id="{6578C7DF-223E-E8AA-8E60-8A73CB7F2924}"/>
              </a:ext>
            </a:extLst>
          </p:cNvPr>
          <p:cNvSpPr/>
          <p:nvPr/>
        </p:nvSpPr>
        <p:spPr>
          <a:xfrm>
            <a:off x="9116568" y="3310128"/>
            <a:ext cx="256032" cy="320040"/>
          </a:xfrm>
          <a:prstGeom prst="chevron">
            <a:avLst/>
          </a:prstGeom>
          <a:solidFill>
            <a:srgbClr val="86BC25"/>
          </a:solidFill>
          <a:ln w="12700">
            <a:solidFill>
              <a:srgbClr val="FFFFFF"/>
            </a:solidFill>
            <a:prstDash val="solid"/>
          </a:ln>
        </p:spPr>
        <p:txBody>
          <a:bodyPr/>
          <a:lstStyle/>
          <a:p>
            <a:endParaRPr lang="en-IN" sz="2800">
              <a:solidFill>
                <a:prstClr val="black"/>
              </a:solidFill>
              <a:latin typeface="+mj-lt"/>
            </a:endParaRPr>
          </a:p>
        </p:txBody>
      </p:sp>
      <p:sp>
        <p:nvSpPr>
          <p:cNvPr id="79" name="Shape 54">
            <a:extLst>
              <a:ext uri="{FF2B5EF4-FFF2-40B4-BE49-F238E27FC236}">
                <a16:creationId xmlns:a16="http://schemas.microsoft.com/office/drawing/2014/main" id="{081A831D-995B-8372-ED9C-BA80A25E3696}"/>
              </a:ext>
            </a:extLst>
          </p:cNvPr>
          <p:cNvSpPr/>
          <p:nvPr/>
        </p:nvSpPr>
        <p:spPr>
          <a:xfrm>
            <a:off x="9464040" y="2816352"/>
            <a:ext cx="1847088" cy="1280160"/>
          </a:xfrm>
          <a:prstGeom prst="roundRect">
            <a:avLst>
              <a:gd name="adj" fmla="val 5714"/>
            </a:avLst>
          </a:prstGeom>
          <a:solidFill>
            <a:srgbClr val="FFFFFF"/>
          </a:solidFill>
          <a:ln w="12700">
            <a:solidFill>
              <a:srgbClr val="D8E2E7"/>
            </a:solidFill>
            <a:prstDash val="solid"/>
          </a:ln>
          <a:effectLst>
            <a:outerShdw blurRad="8890" dist="2794" dir="2700000" algn="bl" rotWithShape="0">
              <a:srgbClr val="000000">
                <a:alpha val="8000"/>
              </a:srgbClr>
            </a:outerShdw>
          </a:effectLst>
        </p:spPr>
        <p:txBody>
          <a:bodyPr/>
          <a:lstStyle/>
          <a:p>
            <a:endParaRPr lang="en-IN" sz="2800">
              <a:solidFill>
                <a:prstClr val="black"/>
              </a:solidFill>
              <a:latin typeface="+mj-lt"/>
            </a:endParaRPr>
          </a:p>
        </p:txBody>
      </p:sp>
      <p:sp>
        <p:nvSpPr>
          <p:cNvPr id="80" name="Shape 55">
            <a:extLst>
              <a:ext uri="{FF2B5EF4-FFF2-40B4-BE49-F238E27FC236}">
                <a16:creationId xmlns:a16="http://schemas.microsoft.com/office/drawing/2014/main" id="{E3C05AEA-2B47-BEF6-D660-62FD92BE3F72}"/>
              </a:ext>
            </a:extLst>
          </p:cNvPr>
          <p:cNvSpPr/>
          <p:nvPr/>
        </p:nvSpPr>
        <p:spPr>
          <a:xfrm>
            <a:off x="9610344" y="2999232"/>
            <a:ext cx="438912" cy="438912"/>
          </a:xfrm>
          <a:prstGeom prst="ellipse">
            <a:avLst/>
          </a:prstGeom>
          <a:solidFill>
            <a:srgbClr val="86BC25"/>
          </a:solidFill>
          <a:ln w="12700">
            <a:solidFill>
              <a:srgbClr val="86BC25"/>
            </a:solidFill>
            <a:prstDash val="solid"/>
          </a:ln>
        </p:spPr>
        <p:txBody>
          <a:bodyPr/>
          <a:lstStyle/>
          <a:p>
            <a:endParaRPr lang="en-IN" sz="2800">
              <a:solidFill>
                <a:prstClr val="black"/>
              </a:solidFill>
              <a:latin typeface="+mj-lt"/>
            </a:endParaRPr>
          </a:p>
        </p:txBody>
      </p:sp>
      <p:pic>
        <p:nvPicPr>
          <p:cNvPr id="81" name="Image 9" descr="preencoded.png">
            <a:extLst>
              <a:ext uri="{FF2B5EF4-FFF2-40B4-BE49-F238E27FC236}">
                <a16:creationId xmlns:a16="http://schemas.microsoft.com/office/drawing/2014/main" id="{6A38853E-59C4-49C9-6C22-9A95C4F9477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738360" y="3127248"/>
            <a:ext cx="182880" cy="182880"/>
          </a:xfrm>
          <a:prstGeom prst="rect">
            <a:avLst/>
          </a:prstGeom>
        </p:spPr>
      </p:pic>
      <p:sp>
        <p:nvSpPr>
          <p:cNvPr id="82" name="Text 56">
            <a:extLst>
              <a:ext uri="{FF2B5EF4-FFF2-40B4-BE49-F238E27FC236}">
                <a16:creationId xmlns:a16="http://schemas.microsoft.com/office/drawing/2014/main" id="{A7E3CFFC-3317-9FE5-924C-468B249533BB}"/>
              </a:ext>
            </a:extLst>
          </p:cNvPr>
          <p:cNvSpPr/>
          <p:nvPr/>
        </p:nvSpPr>
        <p:spPr>
          <a:xfrm>
            <a:off x="10945368" y="2971800"/>
            <a:ext cx="164592" cy="155448"/>
          </a:xfrm>
          <a:prstGeom prst="rect">
            <a:avLst/>
          </a:prstGeom>
          <a:noFill/>
          <a:ln/>
        </p:spPr>
        <p:txBody>
          <a:bodyPr wrap="square" lIns="0" tIns="0" rIns="0" bIns="0" rtlCol="0" anchor="ctr"/>
          <a:lstStyle/>
          <a:p>
            <a:pPr algn="r"/>
            <a:r>
              <a:rPr lang="en-US" sz="1050" b="1" dirty="0">
                <a:solidFill>
                  <a:srgbClr val="86BC25"/>
                </a:solidFill>
                <a:latin typeface="+mj-lt"/>
              </a:rPr>
              <a:t>05</a:t>
            </a:r>
            <a:endParaRPr lang="en-US" sz="1050" dirty="0">
              <a:solidFill>
                <a:prstClr val="black"/>
              </a:solidFill>
              <a:latin typeface="+mj-lt"/>
            </a:endParaRPr>
          </a:p>
        </p:txBody>
      </p:sp>
      <p:sp>
        <p:nvSpPr>
          <p:cNvPr id="83" name="Text 57">
            <a:extLst>
              <a:ext uri="{FF2B5EF4-FFF2-40B4-BE49-F238E27FC236}">
                <a16:creationId xmlns:a16="http://schemas.microsoft.com/office/drawing/2014/main" id="{F3795D32-BDB4-1FC0-4E42-C25ADA3FAF63}"/>
              </a:ext>
            </a:extLst>
          </p:cNvPr>
          <p:cNvSpPr/>
          <p:nvPr/>
        </p:nvSpPr>
        <p:spPr>
          <a:xfrm>
            <a:off x="9619488" y="3547872"/>
            <a:ext cx="1508760" cy="201168"/>
          </a:xfrm>
          <a:prstGeom prst="rect">
            <a:avLst/>
          </a:prstGeom>
          <a:noFill/>
          <a:ln/>
        </p:spPr>
        <p:txBody>
          <a:bodyPr wrap="square" lIns="0" tIns="0" rIns="0" bIns="0" rtlCol="0" anchor="ctr">
            <a:normAutofit/>
          </a:bodyPr>
          <a:lstStyle/>
          <a:p>
            <a:pPr algn="ctr"/>
            <a:r>
              <a:rPr lang="en-US" sz="1100" b="1" dirty="0">
                <a:solidFill>
                  <a:srgbClr val="0B2739"/>
                </a:solidFill>
                <a:latin typeface="+mj-lt"/>
              </a:rPr>
              <a:t>Measure</a:t>
            </a:r>
            <a:endParaRPr lang="en-US" sz="1100" dirty="0">
              <a:solidFill>
                <a:prstClr val="black"/>
              </a:solidFill>
              <a:latin typeface="+mj-lt"/>
            </a:endParaRPr>
          </a:p>
        </p:txBody>
      </p:sp>
      <p:sp>
        <p:nvSpPr>
          <p:cNvPr id="84" name="Text 58">
            <a:extLst>
              <a:ext uri="{FF2B5EF4-FFF2-40B4-BE49-F238E27FC236}">
                <a16:creationId xmlns:a16="http://schemas.microsoft.com/office/drawing/2014/main" id="{EEFD5149-4607-8C6B-44B1-0A547DB3E541}"/>
              </a:ext>
            </a:extLst>
          </p:cNvPr>
          <p:cNvSpPr/>
          <p:nvPr/>
        </p:nvSpPr>
        <p:spPr>
          <a:xfrm>
            <a:off x="9628632" y="3822192"/>
            <a:ext cx="1499616" cy="182880"/>
          </a:xfrm>
          <a:prstGeom prst="rect">
            <a:avLst/>
          </a:prstGeom>
          <a:noFill/>
          <a:ln/>
        </p:spPr>
        <p:txBody>
          <a:bodyPr wrap="square" lIns="0" tIns="0" rIns="0" bIns="0" rtlCol="0" anchor="ctr">
            <a:noAutofit/>
          </a:bodyPr>
          <a:lstStyle/>
          <a:p>
            <a:pPr algn="ctr"/>
            <a:r>
              <a:rPr lang="en-US" sz="900" dirty="0">
                <a:solidFill>
                  <a:srgbClr val="596875"/>
                </a:solidFill>
                <a:latin typeface="+mj-lt"/>
              </a:rPr>
              <a:t>Certification, dashboards and impact assessment.</a:t>
            </a:r>
            <a:endParaRPr lang="en-US" sz="900" dirty="0">
              <a:solidFill>
                <a:prstClr val="black"/>
              </a:solidFill>
              <a:latin typeface="+mj-lt"/>
            </a:endParaRPr>
          </a:p>
        </p:txBody>
      </p:sp>
      <p:sp>
        <p:nvSpPr>
          <p:cNvPr id="85" name="Shape 59">
            <a:extLst>
              <a:ext uri="{FF2B5EF4-FFF2-40B4-BE49-F238E27FC236}">
                <a16:creationId xmlns:a16="http://schemas.microsoft.com/office/drawing/2014/main" id="{EC5BA594-EC44-33B5-C160-27154CB74A81}"/>
              </a:ext>
            </a:extLst>
          </p:cNvPr>
          <p:cNvSpPr/>
          <p:nvPr/>
        </p:nvSpPr>
        <p:spPr>
          <a:xfrm>
            <a:off x="502920" y="4407408"/>
            <a:ext cx="7315200" cy="1481328"/>
          </a:xfrm>
          <a:prstGeom prst="roundRect">
            <a:avLst>
              <a:gd name="adj" fmla="val 5556"/>
            </a:avLst>
          </a:prstGeom>
          <a:solidFill>
            <a:srgbClr val="F1F5F6"/>
          </a:solidFill>
          <a:ln w="12700">
            <a:solidFill>
              <a:srgbClr val="D8E2E7"/>
            </a:solidFill>
            <a:prstDash val="solid"/>
          </a:ln>
        </p:spPr>
        <p:txBody>
          <a:bodyPr/>
          <a:lstStyle/>
          <a:p>
            <a:endParaRPr lang="en-IN" sz="2800">
              <a:solidFill>
                <a:prstClr val="black"/>
              </a:solidFill>
              <a:latin typeface="+mj-lt"/>
            </a:endParaRPr>
          </a:p>
        </p:txBody>
      </p:sp>
      <p:sp>
        <p:nvSpPr>
          <p:cNvPr id="86" name="Text 60">
            <a:extLst>
              <a:ext uri="{FF2B5EF4-FFF2-40B4-BE49-F238E27FC236}">
                <a16:creationId xmlns:a16="http://schemas.microsoft.com/office/drawing/2014/main" id="{63273869-1E04-F757-325F-37306808E60C}"/>
              </a:ext>
            </a:extLst>
          </p:cNvPr>
          <p:cNvSpPr/>
          <p:nvPr/>
        </p:nvSpPr>
        <p:spPr>
          <a:xfrm>
            <a:off x="758952" y="4626864"/>
            <a:ext cx="1554480" cy="155448"/>
          </a:xfrm>
          <a:prstGeom prst="rect">
            <a:avLst/>
          </a:prstGeom>
          <a:noFill/>
          <a:ln/>
        </p:spPr>
        <p:txBody>
          <a:bodyPr wrap="square" lIns="0" tIns="0" rIns="0" bIns="0" rtlCol="0" anchor="ctr"/>
          <a:lstStyle/>
          <a:p>
            <a:r>
              <a:rPr lang="en-US" sz="1000" b="1" dirty="0">
                <a:solidFill>
                  <a:srgbClr val="007CB0"/>
                </a:solidFill>
                <a:latin typeface="+mj-lt"/>
              </a:rPr>
              <a:t>CORE DELIVERABLES</a:t>
            </a:r>
            <a:endParaRPr lang="en-US" sz="1000" dirty="0">
              <a:solidFill>
                <a:prstClr val="black"/>
              </a:solidFill>
              <a:latin typeface="+mj-lt"/>
            </a:endParaRPr>
          </a:p>
        </p:txBody>
      </p:sp>
      <p:sp>
        <p:nvSpPr>
          <p:cNvPr id="87" name="Shape 61">
            <a:extLst>
              <a:ext uri="{FF2B5EF4-FFF2-40B4-BE49-F238E27FC236}">
                <a16:creationId xmlns:a16="http://schemas.microsoft.com/office/drawing/2014/main" id="{A37FEE44-BCF8-0FB7-29CD-24EF49E06F62}"/>
              </a:ext>
            </a:extLst>
          </p:cNvPr>
          <p:cNvSpPr/>
          <p:nvPr/>
        </p:nvSpPr>
        <p:spPr>
          <a:xfrm>
            <a:off x="749808" y="4882896"/>
            <a:ext cx="2212848" cy="448056"/>
          </a:xfrm>
          <a:prstGeom prst="roundRect">
            <a:avLst>
              <a:gd name="adj" fmla="val 12245"/>
            </a:avLst>
          </a:prstGeom>
          <a:solidFill>
            <a:srgbClr val="FFFFFF"/>
          </a:solidFill>
          <a:ln w="12700">
            <a:solidFill>
              <a:srgbClr val="D8E2E7"/>
            </a:solidFill>
            <a:prstDash val="solid"/>
          </a:ln>
        </p:spPr>
        <p:txBody>
          <a:bodyPr/>
          <a:lstStyle/>
          <a:p>
            <a:endParaRPr lang="en-IN" sz="2800">
              <a:solidFill>
                <a:prstClr val="black"/>
              </a:solidFill>
              <a:latin typeface="+mj-lt"/>
            </a:endParaRPr>
          </a:p>
        </p:txBody>
      </p:sp>
      <p:pic>
        <p:nvPicPr>
          <p:cNvPr id="88" name="Image 10" descr="preencoded.png">
            <a:extLst>
              <a:ext uri="{FF2B5EF4-FFF2-40B4-BE49-F238E27FC236}">
                <a16:creationId xmlns:a16="http://schemas.microsoft.com/office/drawing/2014/main" id="{941B888F-CE5B-E1AB-0E90-A186B2B032B0}"/>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77824" y="5010912"/>
            <a:ext cx="182880" cy="182880"/>
          </a:xfrm>
          <a:prstGeom prst="rect">
            <a:avLst/>
          </a:prstGeom>
        </p:spPr>
      </p:pic>
      <p:sp>
        <p:nvSpPr>
          <p:cNvPr id="89" name="Text 62">
            <a:extLst>
              <a:ext uri="{FF2B5EF4-FFF2-40B4-BE49-F238E27FC236}">
                <a16:creationId xmlns:a16="http://schemas.microsoft.com/office/drawing/2014/main" id="{44E172F7-34DF-B086-9DB4-79DF44A03745}"/>
              </a:ext>
            </a:extLst>
          </p:cNvPr>
          <p:cNvSpPr/>
          <p:nvPr/>
        </p:nvSpPr>
        <p:spPr>
          <a:xfrm>
            <a:off x="1143000" y="4992624"/>
            <a:ext cx="1618488" cy="146304"/>
          </a:xfrm>
          <a:prstGeom prst="rect">
            <a:avLst/>
          </a:prstGeom>
          <a:noFill/>
          <a:ln/>
        </p:spPr>
        <p:txBody>
          <a:bodyPr wrap="square" lIns="0" tIns="0" rIns="0" bIns="0" rtlCol="0" anchor="ctr">
            <a:noAutofit/>
          </a:bodyPr>
          <a:lstStyle/>
          <a:p>
            <a:r>
              <a:rPr lang="en-US" sz="1000" b="1" dirty="0">
                <a:solidFill>
                  <a:srgbClr val="0B2739"/>
                </a:solidFill>
                <a:latin typeface="+mj-lt"/>
              </a:rPr>
              <a:t>Annual training calendar</a:t>
            </a:r>
            <a:endParaRPr lang="en-US" sz="1000" dirty="0">
              <a:solidFill>
                <a:prstClr val="black"/>
              </a:solidFill>
              <a:latin typeface="+mj-lt"/>
            </a:endParaRPr>
          </a:p>
        </p:txBody>
      </p:sp>
      <p:sp>
        <p:nvSpPr>
          <p:cNvPr id="90" name="Shape 63">
            <a:extLst>
              <a:ext uri="{FF2B5EF4-FFF2-40B4-BE49-F238E27FC236}">
                <a16:creationId xmlns:a16="http://schemas.microsoft.com/office/drawing/2014/main" id="{3C814A16-4D41-D839-D806-BCDFF9CAF86D}"/>
              </a:ext>
            </a:extLst>
          </p:cNvPr>
          <p:cNvSpPr/>
          <p:nvPr/>
        </p:nvSpPr>
        <p:spPr>
          <a:xfrm>
            <a:off x="3090672" y="4882896"/>
            <a:ext cx="2212848" cy="448056"/>
          </a:xfrm>
          <a:prstGeom prst="roundRect">
            <a:avLst>
              <a:gd name="adj" fmla="val 12245"/>
            </a:avLst>
          </a:prstGeom>
          <a:solidFill>
            <a:srgbClr val="FFFFFF"/>
          </a:solidFill>
          <a:ln w="12700">
            <a:solidFill>
              <a:srgbClr val="D8E2E7"/>
            </a:solidFill>
            <a:prstDash val="solid"/>
          </a:ln>
        </p:spPr>
        <p:txBody>
          <a:bodyPr/>
          <a:lstStyle/>
          <a:p>
            <a:endParaRPr lang="en-IN" sz="2800">
              <a:solidFill>
                <a:prstClr val="black"/>
              </a:solidFill>
              <a:latin typeface="+mj-lt"/>
            </a:endParaRPr>
          </a:p>
        </p:txBody>
      </p:sp>
      <p:pic>
        <p:nvPicPr>
          <p:cNvPr id="91" name="Image 11" descr="preencoded.png">
            <a:extLst>
              <a:ext uri="{FF2B5EF4-FFF2-40B4-BE49-F238E27FC236}">
                <a16:creationId xmlns:a16="http://schemas.microsoft.com/office/drawing/2014/main" id="{445067AB-0F4C-2E56-5C7A-59EF8A488F3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3218688" y="5010912"/>
            <a:ext cx="182880" cy="182880"/>
          </a:xfrm>
          <a:prstGeom prst="rect">
            <a:avLst/>
          </a:prstGeom>
        </p:spPr>
      </p:pic>
      <p:sp>
        <p:nvSpPr>
          <p:cNvPr id="92" name="Text 64">
            <a:extLst>
              <a:ext uri="{FF2B5EF4-FFF2-40B4-BE49-F238E27FC236}">
                <a16:creationId xmlns:a16="http://schemas.microsoft.com/office/drawing/2014/main" id="{C3907193-3D9E-38C5-D47C-B28C6D2F3D1D}"/>
              </a:ext>
            </a:extLst>
          </p:cNvPr>
          <p:cNvSpPr/>
          <p:nvPr/>
        </p:nvSpPr>
        <p:spPr>
          <a:xfrm>
            <a:off x="3483864" y="4992624"/>
            <a:ext cx="1618488" cy="146304"/>
          </a:xfrm>
          <a:prstGeom prst="rect">
            <a:avLst/>
          </a:prstGeom>
          <a:noFill/>
          <a:ln/>
        </p:spPr>
        <p:txBody>
          <a:bodyPr wrap="square" lIns="0" tIns="0" rIns="0" bIns="0" rtlCol="0" anchor="ctr">
            <a:noAutofit/>
          </a:bodyPr>
          <a:lstStyle/>
          <a:p>
            <a:r>
              <a:rPr lang="en-US" sz="1000" b="1" dirty="0">
                <a:solidFill>
                  <a:srgbClr val="0B2739"/>
                </a:solidFill>
                <a:latin typeface="+mj-lt"/>
              </a:rPr>
              <a:t>AI certification framework</a:t>
            </a:r>
            <a:endParaRPr lang="en-US" sz="1000" dirty="0">
              <a:solidFill>
                <a:prstClr val="black"/>
              </a:solidFill>
              <a:latin typeface="+mj-lt"/>
            </a:endParaRPr>
          </a:p>
        </p:txBody>
      </p:sp>
      <p:sp>
        <p:nvSpPr>
          <p:cNvPr id="93" name="Shape 65">
            <a:extLst>
              <a:ext uri="{FF2B5EF4-FFF2-40B4-BE49-F238E27FC236}">
                <a16:creationId xmlns:a16="http://schemas.microsoft.com/office/drawing/2014/main" id="{BBCE4725-6B72-C386-EB42-C00EE05BFAA7}"/>
              </a:ext>
            </a:extLst>
          </p:cNvPr>
          <p:cNvSpPr/>
          <p:nvPr/>
        </p:nvSpPr>
        <p:spPr>
          <a:xfrm>
            <a:off x="5431536" y="4882896"/>
            <a:ext cx="2212848" cy="448056"/>
          </a:xfrm>
          <a:prstGeom prst="roundRect">
            <a:avLst>
              <a:gd name="adj" fmla="val 12245"/>
            </a:avLst>
          </a:prstGeom>
          <a:solidFill>
            <a:srgbClr val="FFFFFF"/>
          </a:solidFill>
          <a:ln w="12700">
            <a:solidFill>
              <a:srgbClr val="D8E2E7"/>
            </a:solidFill>
            <a:prstDash val="solid"/>
          </a:ln>
        </p:spPr>
        <p:txBody>
          <a:bodyPr/>
          <a:lstStyle/>
          <a:p>
            <a:endParaRPr lang="en-IN" sz="2800">
              <a:solidFill>
                <a:prstClr val="black"/>
              </a:solidFill>
              <a:latin typeface="+mj-lt"/>
            </a:endParaRPr>
          </a:p>
        </p:txBody>
      </p:sp>
      <p:pic>
        <p:nvPicPr>
          <p:cNvPr id="94" name="Image 12" descr="preencoded.png">
            <a:extLst>
              <a:ext uri="{FF2B5EF4-FFF2-40B4-BE49-F238E27FC236}">
                <a16:creationId xmlns:a16="http://schemas.microsoft.com/office/drawing/2014/main" id="{0A16B426-3DC4-202A-C435-AD06DF0C578B}"/>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559552" y="5010912"/>
            <a:ext cx="182880" cy="182880"/>
          </a:xfrm>
          <a:prstGeom prst="rect">
            <a:avLst/>
          </a:prstGeom>
        </p:spPr>
      </p:pic>
      <p:sp>
        <p:nvSpPr>
          <p:cNvPr id="95" name="Text 66">
            <a:extLst>
              <a:ext uri="{FF2B5EF4-FFF2-40B4-BE49-F238E27FC236}">
                <a16:creationId xmlns:a16="http://schemas.microsoft.com/office/drawing/2014/main" id="{A81629D8-0343-06C7-06DC-05609A45363C}"/>
              </a:ext>
            </a:extLst>
          </p:cNvPr>
          <p:cNvSpPr/>
          <p:nvPr/>
        </p:nvSpPr>
        <p:spPr>
          <a:xfrm>
            <a:off x="5824728" y="4992624"/>
            <a:ext cx="1618488" cy="146304"/>
          </a:xfrm>
          <a:prstGeom prst="rect">
            <a:avLst/>
          </a:prstGeom>
          <a:noFill/>
          <a:ln/>
        </p:spPr>
        <p:txBody>
          <a:bodyPr wrap="square" lIns="0" tIns="0" rIns="0" bIns="0" rtlCol="0" anchor="ctr">
            <a:noAutofit/>
          </a:bodyPr>
          <a:lstStyle/>
          <a:p>
            <a:r>
              <a:rPr lang="en-US" sz="1000" b="1" dirty="0">
                <a:solidFill>
                  <a:srgbClr val="0B2739"/>
                </a:solidFill>
                <a:latin typeface="+mj-lt"/>
              </a:rPr>
              <a:t>Government learning programmes</a:t>
            </a:r>
            <a:endParaRPr lang="en-US" sz="1000" dirty="0">
              <a:solidFill>
                <a:prstClr val="black"/>
              </a:solidFill>
              <a:latin typeface="+mj-lt"/>
            </a:endParaRPr>
          </a:p>
        </p:txBody>
      </p:sp>
      <p:sp>
        <p:nvSpPr>
          <p:cNvPr id="96" name="Shape 67">
            <a:extLst>
              <a:ext uri="{FF2B5EF4-FFF2-40B4-BE49-F238E27FC236}">
                <a16:creationId xmlns:a16="http://schemas.microsoft.com/office/drawing/2014/main" id="{FC9F5B6D-1A98-0C14-A038-3C8266560D35}"/>
              </a:ext>
            </a:extLst>
          </p:cNvPr>
          <p:cNvSpPr/>
          <p:nvPr/>
        </p:nvSpPr>
        <p:spPr>
          <a:xfrm>
            <a:off x="749808" y="5422392"/>
            <a:ext cx="2212848" cy="448056"/>
          </a:xfrm>
          <a:prstGeom prst="roundRect">
            <a:avLst>
              <a:gd name="adj" fmla="val 12245"/>
            </a:avLst>
          </a:prstGeom>
          <a:solidFill>
            <a:srgbClr val="FFFFFF"/>
          </a:solidFill>
          <a:ln w="12700">
            <a:solidFill>
              <a:srgbClr val="D8E2E7"/>
            </a:solidFill>
            <a:prstDash val="solid"/>
          </a:ln>
        </p:spPr>
        <p:txBody>
          <a:bodyPr/>
          <a:lstStyle/>
          <a:p>
            <a:endParaRPr lang="en-IN" sz="2800">
              <a:solidFill>
                <a:prstClr val="black"/>
              </a:solidFill>
              <a:latin typeface="+mj-lt"/>
            </a:endParaRPr>
          </a:p>
        </p:txBody>
      </p:sp>
      <p:pic>
        <p:nvPicPr>
          <p:cNvPr id="97" name="Image 13" descr="preencoded.png">
            <a:extLst>
              <a:ext uri="{FF2B5EF4-FFF2-40B4-BE49-F238E27FC236}">
                <a16:creationId xmlns:a16="http://schemas.microsoft.com/office/drawing/2014/main" id="{6F793EB2-D670-BD23-B9B3-DA9D586C3FC6}"/>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877824" y="5550408"/>
            <a:ext cx="182880" cy="182880"/>
          </a:xfrm>
          <a:prstGeom prst="rect">
            <a:avLst/>
          </a:prstGeom>
        </p:spPr>
      </p:pic>
      <p:sp>
        <p:nvSpPr>
          <p:cNvPr id="98" name="Text 68">
            <a:extLst>
              <a:ext uri="{FF2B5EF4-FFF2-40B4-BE49-F238E27FC236}">
                <a16:creationId xmlns:a16="http://schemas.microsoft.com/office/drawing/2014/main" id="{2551AD99-6E41-8EBA-19DF-D66607C69345}"/>
              </a:ext>
            </a:extLst>
          </p:cNvPr>
          <p:cNvSpPr/>
          <p:nvPr/>
        </p:nvSpPr>
        <p:spPr>
          <a:xfrm>
            <a:off x="1143000" y="5532120"/>
            <a:ext cx="1618488" cy="146304"/>
          </a:xfrm>
          <a:prstGeom prst="rect">
            <a:avLst/>
          </a:prstGeom>
          <a:noFill/>
          <a:ln/>
        </p:spPr>
        <p:txBody>
          <a:bodyPr wrap="square" lIns="0" tIns="0" rIns="0" bIns="0" rtlCol="0" anchor="ctr">
            <a:noAutofit/>
          </a:bodyPr>
          <a:lstStyle/>
          <a:p>
            <a:r>
              <a:rPr lang="en-US" sz="1000" b="1" dirty="0">
                <a:solidFill>
                  <a:srgbClr val="0B2739"/>
                </a:solidFill>
                <a:latin typeface="+mj-lt"/>
              </a:rPr>
              <a:t>Faculty &amp; student programmes</a:t>
            </a:r>
            <a:endParaRPr lang="en-US" sz="1000" dirty="0">
              <a:solidFill>
                <a:prstClr val="black"/>
              </a:solidFill>
              <a:latin typeface="+mj-lt"/>
            </a:endParaRPr>
          </a:p>
        </p:txBody>
      </p:sp>
      <p:sp>
        <p:nvSpPr>
          <p:cNvPr id="99" name="Shape 69">
            <a:extLst>
              <a:ext uri="{FF2B5EF4-FFF2-40B4-BE49-F238E27FC236}">
                <a16:creationId xmlns:a16="http://schemas.microsoft.com/office/drawing/2014/main" id="{5AF32904-2AB2-F95C-C7AA-7EC7F00BB75B}"/>
              </a:ext>
            </a:extLst>
          </p:cNvPr>
          <p:cNvSpPr/>
          <p:nvPr/>
        </p:nvSpPr>
        <p:spPr>
          <a:xfrm>
            <a:off x="3090672" y="5422392"/>
            <a:ext cx="2212848" cy="448056"/>
          </a:xfrm>
          <a:prstGeom prst="roundRect">
            <a:avLst>
              <a:gd name="adj" fmla="val 12245"/>
            </a:avLst>
          </a:prstGeom>
          <a:solidFill>
            <a:srgbClr val="FFFFFF"/>
          </a:solidFill>
          <a:ln w="12700">
            <a:solidFill>
              <a:srgbClr val="D8E2E7"/>
            </a:solidFill>
            <a:prstDash val="solid"/>
          </a:ln>
        </p:spPr>
        <p:txBody>
          <a:bodyPr/>
          <a:lstStyle/>
          <a:p>
            <a:endParaRPr lang="en-IN" sz="2800">
              <a:solidFill>
                <a:prstClr val="black"/>
              </a:solidFill>
              <a:latin typeface="+mj-lt"/>
            </a:endParaRPr>
          </a:p>
        </p:txBody>
      </p:sp>
      <p:pic>
        <p:nvPicPr>
          <p:cNvPr id="100" name="Image 14" descr="preencoded.png">
            <a:extLst>
              <a:ext uri="{FF2B5EF4-FFF2-40B4-BE49-F238E27FC236}">
                <a16:creationId xmlns:a16="http://schemas.microsoft.com/office/drawing/2014/main" id="{92EE595E-0605-EDC5-DCB3-49892E7FEC56}"/>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3218688" y="5550408"/>
            <a:ext cx="182880" cy="182880"/>
          </a:xfrm>
          <a:prstGeom prst="rect">
            <a:avLst/>
          </a:prstGeom>
        </p:spPr>
      </p:pic>
      <p:sp>
        <p:nvSpPr>
          <p:cNvPr id="101" name="Text 70">
            <a:extLst>
              <a:ext uri="{FF2B5EF4-FFF2-40B4-BE49-F238E27FC236}">
                <a16:creationId xmlns:a16="http://schemas.microsoft.com/office/drawing/2014/main" id="{9DCB546E-7419-3C8B-9E53-24E3531F1DBF}"/>
              </a:ext>
            </a:extLst>
          </p:cNvPr>
          <p:cNvSpPr/>
          <p:nvPr/>
        </p:nvSpPr>
        <p:spPr>
          <a:xfrm>
            <a:off x="3483864" y="5532120"/>
            <a:ext cx="1618488" cy="146304"/>
          </a:xfrm>
          <a:prstGeom prst="rect">
            <a:avLst/>
          </a:prstGeom>
          <a:noFill/>
          <a:ln/>
        </p:spPr>
        <p:txBody>
          <a:bodyPr wrap="square" lIns="0" tIns="0" rIns="0" bIns="0" rtlCol="0" anchor="ctr">
            <a:noAutofit/>
          </a:bodyPr>
          <a:lstStyle/>
          <a:p>
            <a:r>
              <a:rPr lang="en-US" sz="1000" b="1" dirty="0">
                <a:solidFill>
                  <a:srgbClr val="0B2739"/>
                </a:solidFill>
                <a:latin typeface="+mj-lt"/>
              </a:rPr>
              <a:t>Hackathons &amp; innovation challenges</a:t>
            </a:r>
            <a:endParaRPr lang="en-US" sz="1000" dirty="0">
              <a:solidFill>
                <a:prstClr val="black"/>
              </a:solidFill>
              <a:latin typeface="+mj-lt"/>
            </a:endParaRPr>
          </a:p>
        </p:txBody>
      </p:sp>
      <p:sp>
        <p:nvSpPr>
          <p:cNvPr id="102" name="Shape 71">
            <a:extLst>
              <a:ext uri="{FF2B5EF4-FFF2-40B4-BE49-F238E27FC236}">
                <a16:creationId xmlns:a16="http://schemas.microsoft.com/office/drawing/2014/main" id="{C4E1696E-3276-4816-EB50-8AE86DD9F936}"/>
              </a:ext>
            </a:extLst>
          </p:cNvPr>
          <p:cNvSpPr/>
          <p:nvPr/>
        </p:nvSpPr>
        <p:spPr>
          <a:xfrm>
            <a:off x="5431536" y="5422392"/>
            <a:ext cx="2212848" cy="448056"/>
          </a:xfrm>
          <a:prstGeom prst="roundRect">
            <a:avLst>
              <a:gd name="adj" fmla="val 12245"/>
            </a:avLst>
          </a:prstGeom>
          <a:solidFill>
            <a:srgbClr val="FFFFFF"/>
          </a:solidFill>
          <a:ln w="12700">
            <a:solidFill>
              <a:srgbClr val="D8E2E7"/>
            </a:solidFill>
            <a:prstDash val="solid"/>
          </a:ln>
        </p:spPr>
        <p:txBody>
          <a:bodyPr/>
          <a:lstStyle/>
          <a:p>
            <a:endParaRPr lang="en-IN" sz="2800">
              <a:solidFill>
                <a:prstClr val="black"/>
              </a:solidFill>
              <a:latin typeface="+mj-lt"/>
            </a:endParaRPr>
          </a:p>
        </p:txBody>
      </p:sp>
      <p:pic>
        <p:nvPicPr>
          <p:cNvPr id="103" name="Image 15" descr="preencoded.png">
            <a:extLst>
              <a:ext uri="{FF2B5EF4-FFF2-40B4-BE49-F238E27FC236}">
                <a16:creationId xmlns:a16="http://schemas.microsoft.com/office/drawing/2014/main" id="{E38B2ECD-0D9F-9A6E-09B6-56AC3B4AC536}"/>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5559552" y="5550408"/>
            <a:ext cx="182880" cy="182880"/>
          </a:xfrm>
          <a:prstGeom prst="rect">
            <a:avLst/>
          </a:prstGeom>
        </p:spPr>
      </p:pic>
      <p:sp>
        <p:nvSpPr>
          <p:cNvPr id="104" name="Text 72">
            <a:extLst>
              <a:ext uri="{FF2B5EF4-FFF2-40B4-BE49-F238E27FC236}">
                <a16:creationId xmlns:a16="http://schemas.microsoft.com/office/drawing/2014/main" id="{60622387-A0DF-E718-2417-9B152C63B84C}"/>
              </a:ext>
            </a:extLst>
          </p:cNvPr>
          <p:cNvSpPr/>
          <p:nvPr/>
        </p:nvSpPr>
        <p:spPr>
          <a:xfrm>
            <a:off x="5824728" y="5532120"/>
            <a:ext cx="1618488" cy="146304"/>
          </a:xfrm>
          <a:prstGeom prst="rect">
            <a:avLst/>
          </a:prstGeom>
          <a:noFill/>
          <a:ln/>
        </p:spPr>
        <p:txBody>
          <a:bodyPr wrap="square" lIns="0" tIns="0" rIns="0" bIns="0" rtlCol="0" anchor="ctr">
            <a:noAutofit/>
          </a:bodyPr>
          <a:lstStyle/>
          <a:p>
            <a:r>
              <a:rPr lang="en-US" sz="1000" b="1" dirty="0">
                <a:solidFill>
                  <a:srgbClr val="0B2739"/>
                </a:solidFill>
                <a:latin typeface="+mj-lt"/>
              </a:rPr>
              <a:t>Targets and impact dashboard</a:t>
            </a:r>
            <a:endParaRPr lang="en-US" sz="1000" dirty="0">
              <a:solidFill>
                <a:prstClr val="black"/>
              </a:solidFill>
              <a:latin typeface="+mj-lt"/>
            </a:endParaRPr>
          </a:p>
        </p:txBody>
      </p:sp>
      <p:sp>
        <p:nvSpPr>
          <p:cNvPr id="105" name="Shape 73">
            <a:extLst>
              <a:ext uri="{FF2B5EF4-FFF2-40B4-BE49-F238E27FC236}">
                <a16:creationId xmlns:a16="http://schemas.microsoft.com/office/drawing/2014/main" id="{4343FB6A-14DF-37E5-16E2-2DFCBBD7FC7C}"/>
              </a:ext>
            </a:extLst>
          </p:cNvPr>
          <p:cNvSpPr/>
          <p:nvPr/>
        </p:nvSpPr>
        <p:spPr>
          <a:xfrm>
            <a:off x="8046720" y="4407408"/>
            <a:ext cx="3566160" cy="1481328"/>
          </a:xfrm>
          <a:prstGeom prst="roundRect">
            <a:avLst>
              <a:gd name="adj" fmla="val 5556"/>
            </a:avLst>
          </a:prstGeom>
          <a:solidFill>
            <a:srgbClr val="0B2739"/>
          </a:solidFill>
          <a:ln w="12700">
            <a:solidFill>
              <a:srgbClr val="0B2739"/>
            </a:solidFill>
            <a:prstDash val="solid"/>
          </a:ln>
          <a:effectLst>
            <a:outerShdw blurRad="10160" dist="3556" dir="2700000" algn="bl" rotWithShape="0">
              <a:srgbClr val="000000">
                <a:alpha val="10000"/>
              </a:srgbClr>
            </a:outerShdw>
          </a:effectLst>
        </p:spPr>
        <p:txBody>
          <a:bodyPr/>
          <a:lstStyle/>
          <a:p>
            <a:endParaRPr lang="en-IN" sz="2800">
              <a:solidFill>
                <a:prstClr val="black"/>
              </a:solidFill>
              <a:latin typeface="+mj-lt"/>
            </a:endParaRPr>
          </a:p>
        </p:txBody>
      </p:sp>
      <p:sp>
        <p:nvSpPr>
          <p:cNvPr id="106" name="Text 74">
            <a:extLst>
              <a:ext uri="{FF2B5EF4-FFF2-40B4-BE49-F238E27FC236}">
                <a16:creationId xmlns:a16="http://schemas.microsoft.com/office/drawing/2014/main" id="{0E2FA6A1-7DBE-D086-C0A7-5DAE757FC229}"/>
              </a:ext>
            </a:extLst>
          </p:cNvPr>
          <p:cNvSpPr/>
          <p:nvPr/>
        </p:nvSpPr>
        <p:spPr>
          <a:xfrm>
            <a:off x="8302752" y="4626864"/>
            <a:ext cx="1737360" cy="155448"/>
          </a:xfrm>
          <a:prstGeom prst="rect">
            <a:avLst/>
          </a:prstGeom>
          <a:noFill/>
          <a:ln/>
        </p:spPr>
        <p:txBody>
          <a:bodyPr wrap="square" lIns="0" tIns="0" rIns="0" bIns="0" rtlCol="0" anchor="ctr"/>
          <a:lstStyle/>
          <a:p>
            <a:r>
              <a:rPr lang="en-US" sz="1000" b="1" dirty="0">
                <a:solidFill>
                  <a:srgbClr val="86BC25"/>
                </a:solidFill>
                <a:latin typeface="+mj-lt"/>
              </a:rPr>
              <a:t>DELOITTE ACCELERATOR</a:t>
            </a:r>
            <a:endParaRPr lang="en-US" sz="1000" dirty="0">
              <a:solidFill>
                <a:prstClr val="black"/>
              </a:solidFill>
              <a:latin typeface="+mj-lt"/>
            </a:endParaRPr>
          </a:p>
        </p:txBody>
      </p:sp>
      <p:sp>
        <p:nvSpPr>
          <p:cNvPr id="107" name="Text 75">
            <a:extLst>
              <a:ext uri="{FF2B5EF4-FFF2-40B4-BE49-F238E27FC236}">
                <a16:creationId xmlns:a16="http://schemas.microsoft.com/office/drawing/2014/main" id="{34989AA2-C3D1-2BD5-8304-718E15229DC5}"/>
              </a:ext>
            </a:extLst>
          </p:cNvPr>
          <p:cNvSpPr/>
          <p:nvPr/>
        </p:nvSpPr>
        <p:spPr>
          <a:xfrm>
            <a:off x="8302752" y="4919472"/>
            <a:ext cx="2834640" cy="228600"/>
          </a:xfrm>
          <a:prstGeom prst="rect">
            <a:avLst/>
          </a:prstGeom>
          <a:noFill/>
          <a:ln/>
        </p:spPr>
        <p:txBody>
          <a:bodyPr wrap="square" lIns="0" tIns="0" rIns="0" bIns="0" rtlCol="0" anchor="ctr"/>
          <a:lstStyle/>
          <a:p>
            <a:r>
              <a:rPr lang="en-US" b="1" dirty="0">
                <a:solidFill>
                  <a:srgbClr val="FFFFFF"/>
                </a:solidFill>
                <a:latin typeface="+mj-lt"/>
              </a:rPr>
              <a:t>Capacity-building framework</a:t>
            </a:r>
            <a:endParaRPr lang="en-US" dirty="0">
              <a:solidFill>
                <a:prstClr val="black"/>
              </a:solidFill>
              <a:latin typeface="+mj-lt"/>
            </a:endParaRPr>
          </a:p>
        </p:txBody>
      </p:sp>
      <p:sp>
        <p:nvSpPr>
          <p:cNvPr id="108" name="Shape 76">
            <a:extLst>
              <a:ext uri="{FF2B5EF4-FFF2-40B4-BE49-F238E27FC236}">
                <a16:creationId xmlns:a16="http://schemas.microsoft.com/office/drawing/2014/main" id="{95F61F34-E0F2-3CC3-3642-BC64D0254A08}"/>
              </a:ext>
            </a:extLst>
          </p:cNvPr>
          <p:cNvSpPr/>
          <p:nvPr/>
        </p:nvSpPr>
        <p:spPr>
          <a:xfrm>
            <a:off x="8302752" y="5340096"/>
            <a:ext cx="365760" cy="365760"/>
          </a:xfrm>
          <a:prstGeom prst="ellipse">
            <a:avLst/>
          </a:prstGeom>
          <a:solidFill>
            <a:srgbClr val="86BC25"/>
          </a:solidFill>
          <a:ln w="12700">
            <a:solidFill>
              <a:srgbClr val="86BC25"/>
            </a:solidFill>
            <a:prstDash val="solid"/>
          </a:ln>
        </p:spPr>
        <p:txBody>
          <a:bodyPr/>
          <a:lstStyle/>
          <a:p>
            <a:endParaRPr lang="en-IN" sz="2800">
              <a:solidFill>
                <a:prstClr val="black"/>
              </a:solidFill>
              <a:latin typeface="+mj-lt"/>
            </a:endParaRPr>
          </a:p>
        </p:txBody>
      </p:sp>
      <p:pic>
        <p:nvPicPr>
          <p:cNvPr id="109" name="Image 16" descr="preencoded.png">
            <a:extLst>
              <a:ext uri="{FF2B5EF4-FFF2-40B4-BE49-F238E27FC236}">
                <a16:creationId xmlns:a16="http://schemas.microsoft.com/office/drawing/2014/main" id="{5A5E8A67-3144-AED4-6291-EFA35053EC07}"/>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8412480" y="5449824"/>
            <a:ext cx="146304" cy="146304"/>
          </a:xfrm>
          <a:prstGeom prst="rect">
            <a:avLst/>
          </a:prstGeom>
        </p:spPr>
      </p:pic>
      <p:sp>
        <p:nvSpPr>
          <p:cNvPr id="110" name="Shape 77">
            <a:extLst>
              <a:ext uri="{FF2B5EF4-FFF2-40B4-BE49-F238E27FC236}">
                <a16:creationId xmlns:a16="http://schemas.microsoft.com/office/drawing/2014/main" id="{5A262A14-4F3C-6959-A31A-33A2A936CB0C}"/>
              </a:ext>
            </a:extLst>
          </p:cNvPr>
          <p:cNvSpPr/>
          <p:nvPr/>
        </p:nvSpPr>
        <p:spPr>
          <a:xfrm>
            <a:off x="8686800" y="5440680"/>
            <a:ext cx="155448" cy="164592"/>
          </a:xfrm>
          <a:prstGeom prst="chevron">
            <a:avLst/>
          </a:prstGeom>
          <a:solidFill>
            <a:srgbClr val="7A929F"/>
          </a:solidFill>
          <a:ln w="12700">
            <a:solidFill>
              <a:srgbClr val="7A929F"/>
            </a:solidFill>
            <a:prstDash val="solid"/>
          </a:ln>
        </p:spPr>
        <p:txBody>
          <a:bodyPr/>
          <a:lstStyle/>
          <a:p>
            <a:endParaRPr lang="en-IN" sz="2800">
              <a:solidFill>
                <a:prstClr val="black"/>
              </a:solidFill>
              <a:latin typeface="+mj-lt"/>
            </a:endParaRPr>
          </a:p>
        </p:txBody>
      </p:sp>
      <p:sp>
        <p:nvSpPr>
          <p:cNvPr id="111" name="Shape 78">
            <a:extLst>
              <a:ext uri="{FF2B5EF4-FFF2-40B4-BE49-F238E27FC236}">
                <a16:creationId xmlns:a16="http://schemas.microsoft.com/office/drawing/2014/main" id="{55FB7675-7CC7-7FD8-F70F-CDFA1DCF3DE7}"/>
              </a:ext>
            </a:extLst>
          </p:cNvPr>
          <p:cNvSpPr/>
          <p:nvPr/>
        </p:nvSpPr>
        <p:spPr>
          <a:xfrm>
            <a:off x="8878824" y="5340096"/>
            <a:ext cx="365760" cy="365760"/>
          </a:xfrm>
          <a:prstGeom prst="ellipse">
            <a:avLst/>
          </a:prstGeom>
          <a:solidFill>
            <a:srgbClr val="23B5D6"/>
          </a:solidFill>
          <a:ln w="12700">
            <a:solidFill>
              <a:srgbClr val="23B5D6"/>
            </a:solidFill>
            <a:prstDash val="solid"/>
          </a:ln>
        </p:spPr>
        <p:txBody>
          <a:bodyPr/>
          <a:lstStyle/>
          <a:p>
            <a:endParaRPr lang="en-IN" sz="2800">
              <a:solidFill>
                <a:prstClr val="black"/>
              </a:solidFill>
              <a:latin typeface="+mj-lt"/>
            </a:endParaRPr>
          </a:p>
        </p:txBody>
      </p:sp>
      <p:pic>
        <p:nvPicPr>
          <p:cNvPr id="112" name="Image 17" descr="preencoded.png">
            <a:extLst>
              <a:ext uri="{FF2B5EF4-FFF2-40B4-BE49-F238E27FC236}">
                <a16:creationId xmlns:a16="http://schemas.microsoft.com/office/drawing/2014/main" id="{1BB2271C-BD7A-6C81-C991-2B76D817D77E}"/>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8988552" y="5449824"/>
            <a:ext cx="146304" cy="146304"/>
          </a:xfrm>
          <a:prstGeom prst="rect">
            <a:avLst/>
          </a:prstGeom>
        </p:spPr>
      </p:pic>
      <p:sp>
        <p:nvSpPr>
          <p:cNvPr id="113" name="Shape 79">
            <a:extLst>
              <a:ext uri="{FF2B5EF4-FFF2-40B4-BE49-F238E27FC236}">
                <a16:creationId xmlns:a16="http://schemas.microsoft.com/office/drawing/2014/main" id="{25A14048-A755-F660-EA2F-6F1E6DA89E5D}"/>
              </a:ext>
            </a:extLst>
          </p:cNvPr>
          <p:cNvSpPr/>
          <p:nvPr/>
        </p:nvSpPr>
        <p:spPr>
          <a:xfrm>
            <a:off x="9262872" y="5440680"/>
            <a:ext cx="155448" cy="164592"/>
          </a:xfrm>
          <a:prstGeom prst="chevron">
            <a:avLst/>
          </a:prstGeom>
          <a:solidFill>
            <a:srgbClr val="7A929F"/>
          </a:solidFill>
          <a:ln w="12700">
            <a:solidFill>
              <a:srgbClr val="7A929F"/>
            </a:solidFill>
            <a:prstDash val="solid"/>
          </a:ln>
        </p:spPr>
        <p:txBody>
          <a:bodyPr/>
          <a:lstStyle/>
          <a:p>
            <a:endParaRPr lang="en-IN" sz="2800">
              <a:solidFill>
                <a:prstClr val="black"/>
              </a:solidFill>
              <a:latin typeface="+mj-lt"/>
            </a:endParaRPr>
          </a:p>
        </p:txBody>
      </p:sp>
      <p:sp>
        <p:nvSpPr>
          <p:cNvPr id="114" name="Shape 80">
            <a:extLst>
              <a:ext uri="{FF2B5EF4-FFF2-40B4-BE49-F238E27FC236}">
                <a16:creationId xmlns:a16="http://schemas.microsoft.com/office/drawing/2014/main" id="{59D1E281-E20A-5334-29B2-61A41C22636B}"/>
              </a:ext>
            </a:extLst>
          </p:cNvPr>
          <p:cNvSpPr/>
          <p:nvPr/>
        </p:nvSpPr>
        <p:spPr>
          <a:xfrm>
            <a:off x="9454896" y="5340096"/>
            <a:ext cx="365760" cy="365760"/>
          </a:xfrm>
          <a:prstGeom prst="ellipse">
            <a:avLst/>
          </a:prstGeom>
          <a:solidFill>
            <a:srgbClr val="86BC25"/>
          </a:solidFill>
          <a:ln w="12700">
            <a:solidFill>
              <a:srgbClr val="86BC25"/>
            </a:solidFill>
            <a:prstDash val="solid"/>
          </a:ln>
        </p:spPr>
        <p:txBody>
          <a:bodyPr/>
          <a:lstStyle/>
          <a:p>
            <a:endParaRPr lang="en-IN" sz="2800">
              <a:solidFill>
                <a:prstClr val="black"/>
              </a:solidFill>
              <a:latin typeface="+mj-lt"/>
            </a:endParaRPr>
          </a:p>
        </p:txBody>
      </p:sp>
      <p:pic>
        <p:nvPicPr>
          <p:cNvPr id="115" name="Image 18" descr="preencoded.png">
            <a:extLst>
              <a:ext uri="{FF2B5EF4-FFF2-40B4-BE49-F238E27FC236}">
                <a16:creationId xmlns:a16="http://schemas.microsoft.com/office/drawing/2014/main" id="{3B038473-9F19-3050-B5FE-430565DE322E}"/>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9564624" y="5449824"/>
            <a:ext cx="146304" cy="146304"/>
          </a:xfrm>
          <a:prstGeom prst="rect">
            <a:avLst/>
          </a:prstGeom>
        </p:spPr>
      </p:pic>
      <p:sp>
        <p:nvSpPr>
          <p:cNvPr id="116" name="Shape 81">
            <a:extLst>
              <a:ext uri="{FF2B5EF4-FFF2-40B4-BE49-F238E27FC236}">
                <a16:creationId xmlns:a16="http://schemas.microsoft.com/office/drawing/2014/main" id="{08A7548F-57EC-875E-EC70-F5F1450D0615}"/>
              </a:ext>
            </a:extLst>
          </p:cNvPr>
          <p:cNvSpPr/>
          <p:nvPr/>
        </p:nvSpPr>
        <p:spPr>
          <a:xfrm>
            <a:off x="9838944" y="5440680"/>
            <a:ext cx="155448" cy="164592"/>
          </a:xfrm>
          <a:prstGeom prst="chevron">
            <a:avLst/>
          </a:prstGeom>
          <a:solidFill>
            <a:srgbClr val="7A929F"/>
          </a:solidFill>
          <a:ln w="12700">
            <a:solidFill>
              <a:srgbClr val="7A929F"/>
            </a:solidFill>
            <a:prstDash val="solid"/>
          </a:ln>
        </p:spPr>
        <p:txBody>
          <a:bodyPr/>
          <a:lstStyle/>
          <a:p>
            <a:endParaRPr lang="en-IN" sz="2800">
              <a:solidFill>
                <a:prstClr val="black"/>
              </a:solidFill>
              <a:latin typeface="+mj-lt"/>
            </a:endParaRPr>
          </a:p>
        </p:txBody>
      </p:sp>
      <p:sp>
        <p:nvSpPr>
          <p:cNvPr id="117" name="Shape 82">
            <a:extLst>
              <a:ext uri="{FF2B5EF4-FFF2-40B4-BE49-F238E27FC236}">
                <a16:creationId xmlns:a16="http://schemas.microsoft.com/office/drawing/2014/main" id="{3AE26E9A-9CCC-BBD1-D3A6-3C3E984DB3D8}"/>
              </a:ext>
            </a:extLst>
          </p:cNvPr>
          <p:cNvSpPr/>
          <p:nvPr/>
        </p:nvSpPr>
        <p:spPr>
          <a:xfrm>
            <a:off x="10030968" y="5340096"/>
            <a:ext cx="365760" cy="365760"/>
          </a:xfrm>
          <a:prstGeom prst="ellipse">
            <a:avLst/>
          </a:prstGeom>
          <a:solidFill>
            <a:srgbClr val="23B5D6"/>
          </a:solidFill>
          <a:ln w="12700">
            <a:solidFill>
              <a:srgbClr val="23B5D6"/>
            </a:solidFill>
            <a:prstDash val="solid"/>
          </a:ln>
        </p:spPr>
        <p:txBody>
          <a:bodyPr/>
          <a:lstStyle/>
          <a:p>
            <a:endParaRPr lang="en-IN" sz="2800">
              <a:solidFill>
                <a:prstClr val="black"/>
              </a:solidFill>
              <a:latin typeface="+mj-lt"/>
            </a:endParaRPr>
          </a:p>
        </p:txBody>
      </p:sp>
      <p:pic>
        <p:nvPicPr>
          <p:cNvPr id="118" name="Image 19" descr="preencoded.png">
            <a:extLst>
              <a:ext uri="{FF2B5EF4-FFF2-40B4-BE49-F238E27FC236}">
                <a16:creationId xmlns:a16="http://schemas.microsoft.com/office/drawing/2014/main" id="{91E5F444-4426-15A5-A74F-4758A2C10ED0}"/>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10140696" y="5449824"/>
            <a:ext cx="146304" cy="146304"/>
          </a:xfrm>
          <a:prstGeom prst="rect">
            <a:avLst/>
          </a:prstGeom>
        </p:spPr>
      </p:pic>
      <p:sp>
        <p:nvSpPr>
          <p:cNvPr id="119" name="Shape 83">
            <a:extLst>
              <a:ext uri="{FF2B5EF4-FFF2-40B4-BE49-F238E27FC236}">
                <a16:creationId xmlns:a16="http://schemas.microsoft.com/office/drawing/2014/main" id="{F14A4426-2C1A-9DC6-DF26-80EE7DB4762B}"/>
              </a:ext>
            </a:extLst>
          </p:cNvPr>
          <p:cNvSpPr/>
          <p:nvPr/>
        </p:nvSpPr>
        <p:spPr>
          <a:xfrm>
            <a:off x="10415016" y="5440680"/>
            <a:ext cx="155448" cy="164592"/>
          </a:xfrm>
          <a:prstGeom prst="chevron">
            <a:avLst/>
          </a:prstGeom>
          <a:solidFill>
            <a:srgbClr val="7A929F"/>
          </a:solidFill>
          <a:ln w="12700">
            <a:solidFill>
              <a:srgbClr val="7A929F"/>
            </a:solidFill>
            <a:prstDash val="solid"/>
          </a:ln>
        </p:spPr>
        <p:txBody>
          <a:bodyPr/>
          <a:lstStyle/>
          <a:p>
            <a:endParaRPr lang="en-IN" sz="2800">
              <a:solidFill>
                <a:prstClr val="black"/>
              </a:solidFill>
              <a:latin typeface="+mj-lt"/>
            </a:endParaRPr>
          </a:p>
        </p:txBody>
      </p:sp>
      <p:sp>
        <p:nvSpPr>
          <p:cNvPr id="120" name="Shape 84">
            <a:extLst>
              <a:ext uri="{FF2B5EF4-FFF2-40B4-BE49-F238E27FC236}">
                <a16:creationId xmlns:a16="http://schemas.microsoft.com/office/drawing/2014/main" id="{EF24BB57-3F90-FC80-FB0E-11AC20D5E1C6}"/>
              </a:ext>
            </a:extLst>
          </p:cNvPr>
          <p:cNvSpPr/>
          <p:nvPr/>
        </p:nvSpPr>
        <p:spPr>
          <a:xfrm>
            <a:off x="10607040" y="5340096"/>
            <a:ext cx="365760" cy="365760"/>
          </a:xfrm>
          <a:prstGeom prst="ellipse">
            <a:avLst/>
          </a:prstGeom>
          <a:solidFill>
            <a:srgbClr val="86BC25"/>
          </a:solidFill>
          <a:ln w="12700">
            <a:solidFill>
              <a:srgbClr val="86BC25"/>
            </a:solidFill>
            <a:prstDash val="solid"/>
          </a:ln>
        </p:spPr>
        <p:txBody>
          <a:bodyPr/>
          <a:lstStyle/>
          <a:p>
            <a:endParaRPr lang="en-IN" sz="2800">
              <a:solidFill>
                <a:prstClr val="black"/>
              </a:solidFill>
              <a:latin typeface="+mj-lt"/>
            </a:endParaRPr>
          </a:p>
        </p:txBody>
      </p:sp>
      <p:pic>
        <p:nvPicPr>
          <p:cNvPr id="121" name="Image 20" descr="preencoded.png">
            <a:extLst>
              <a:ext uri="{FF2B5EF4-FFF2-40B4-BE49-F238E27FC236}">
                <a16:creationId xmlns:a16="http://schemas.microsoft.com/office/drawing/2014/main" id="{9D4C572C-1E6C-BCF6-CEF4-3BE062C3B3F2}"/>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10716768" y="5449824"/>
            <a:ext cx="146304" cy="146304"/>
          </a:xfrm>
          <a:prstGeom prst="rect">
            <a:avLst/>
          </a:prstGeom>
        </p:spPr>
      </p:pic>
      <p:sp>
        <p:nvSpPr>
          <p:cNvPr id="122" name="Shape 85">
            <a:extLst>
              <a:ext uri="{FF2B5EF4-FFF2-40B4-BE49-F238E27FC236}">
                <a16:creationId xmlns:a16="http://schemas.microsoft.com/office/drawing/2014/main" id="{D8502D8B-A90B-4DAB-DE4B-70A6CCC37158}"/>
              </a:ext>
            </a:extLst>
          </p:cNvPr>
          <p:cNvSpPr/>
          <p:nvPr/>
        </p:nvSpPr>
        <p:spPr>
          <a:xfrm>
            <a:off x="502920" y="6117336"/>
            <a:ext cx="11109960" cy="393192"/>
          </a:xfrm>
          <a:prstGeom prst="roundRect">
            <a:avLst>
              <a:gd name="adj" fmla="val 13953"/>
            </a:avLst>
          </a:prstGeom>
          <a:solidFill>
            <a:srgbClr val="EFF6DF"/>
          </a:solidFill>
          <a:ln w="12700">
            <a:solidFill>
              <a:srgbClr val="D0E1B0"/>
            </a:solidFill>
            <a:prstDash val="solid"/>
          </a:ln>
        </p:spPr>
        <p:txBody>
          <a:bodyPr/>
          <a:lstStyle/>
          <a:p>
            <a:endParaRPr lang="en-IN" sz="2800">
              <a:solidFill>
                <a:prstClr val="black"/>
              </a:solidFill>
              <a:latin typeface="+mj-lt"/>
            </a:endParaRPr>
          </a:p>
        </p:txBody>
      </p:sp>
      <p:pic>
        <p:nvPicPr>
          <p:cNvPr id="123" name="Image 21" descr="preencoded.png">
            <a:extLst>
              <a:ext uri="{FF2B5EF4-FFF2-40B4-BE49-F238E27FC236}">
                <a16:creationId xmlns:a16="http://schemas.microsoft.com/office/drawing/2014/main" id="{9A552FBF-90D1-E713-C4FF-E4E098EC37E7}"/>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731520" y="6236208"/>
            <a:ext cx="164592" cy="164592"/>
          </a:xfrm>
          <a:prstGeom prst="rect">
            <a:avLst/>
          </a:prstGeom>
        </p:spPr>
      </p:pic>
      <p:sp>
        <p:nvSpPr>
          <p:cNvPr id="124" name="Text 86">
            <a:extLst>
              <a:ext uri="{FF2B5EF4-FFF2-40B4-BE49-F238E27FC236}">
                <a16:creationId xmlns:a16="http://schemas.microsoft.com/office/drawing/2014/main" id="{679BA8D9-1BF6-DC9C-E300-AEE43A2F3B48}"/>
              </a:ext>
            </a:extLst>
          </p:cNvPr>
          <p:cNvSpPr/>
          <p:nvPr/>
        </p:nvSpPr>
        <p:spPr>
          <a:xfrm>
            <a:off x="1051560" y="6217920"/>
            <a:ext cx="658368" cy="128016"/>
          </a:xfrm>
          <a:prstGeom prst="rect">
            <a:avLst/>
          </a:prstGeom>
          <a:noFill/>
          <a:ln/>
        </p:spPr>
        <p:txBody>
          <a:bodyPr wrap="square" lIns="0" tIns="0" rIns="0" bIns="0" rtlCol="0" anchor="ctr"/>
          <a:lstStyle/>
          <a:p>
            <a:r>
              <a:rPr lang="en-US" sz="900" b="1" dirty="0">
                <a:solidFill>
                  <a:srgbClr val="43B02A"/>
                </a:solidFill>
                <a:latin typeface="+mj-lt"/>
              </a:rPr>
              <a:t>OUTCOME</a:t>
            </a:r>
            <a:endParaRPr lang="en-US" sz="900" dirty="0">
              <a:solidFill>
                <a:prstClr val="black"/>
              </a:solidFill>
              <a:latin typeface="+mj-lt"/>
            </a:endParaRPr>
          </a:p>
        </p:txBody>
      </p:sp>
      <p:sp>
        <p:nvSpPr>
          <p:cNvPr id="125" name="Text 87">
            <a:extLst>
              <a:ext uri="{FF2B5EF4-FFF2-40B4-BE49-F238E27FC236}">
                <a16:creationId xmlns:a16="http://schemas.microsoft.com/office/drawing/2014/main" id="{0BB30875-E4D6-8AF6-3BC3-BECAF5FC34E2}"/>
              </a:ext>
            </a:extLst>
          </p:cNvPr>
          <p:cNvSpPr/>
          <p:nvPr/>
        </p:nvSpPr>
        <p:spPr>
          <a:xfrm>
            <a:off x="1737360" y="6208776"/>
            <a:ext cx="9445752" cy="146304"/>
          </a:xfrm>
          <a:prstGeom prst="rect">
            <a:avLst/>
          </a:prstGeom>
          <a:noFill/>
          <a:ln/>
        </p:spPr>
        <p:txBody>
          <a:bodyPr wrap="square" lIns="0" tIns="0" rIns="0" bIns="0" rtlCol="0" anchor="ctr">
            <a:normAutofit lnSpcReduction="10000"/>
          </a:bodyPr>
          <a:lstStyle/>
          <a:p>
            <a:pPr algn="ctr"/>
            <a:r>
              <a:rPr lang="en-US" sz="1050" b="1" dirty="0">
                <a:solidFill>
                  <a:srgbClr val="0B2739"/>
                </a:solidFill>
                <a:latin typeface="+mj-lt"/>
              </a:rPr>
              <a:t>A certified, responsible and innovation-oriented talent pipeline that enables departments and ecosystem partners to adopt AI sustainably.</a:t>
            </a:r>
            <a:endParaRPr lang="en-US" sz="1050" dirty="0">
              <a:solidFill>
                <a:prstClr val="black"/>
              </a:solidFill>
              <a:latin typeface="+mj-lt"/>
            </a:endParaRPr>
          </a:p>
        </p:txBody>
      </p:sp>
    </p:spTree>
    <p:extLst>
      <p:ext uri="{BB962C8B-B14F-4D97-AF65-F5344CB8AC3E}">
        <p14:creationId xmlns:p14="http://schemas.microsoft.com/office/powerpoint/2010/main" val="29316472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7C04C-00D8-F0FA-F210-06EEEE92BA7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40F582A-ACEB-B8D1-B22D-2362614F08B5}"/>
              </a:ext>
            </a:extLst>
          </p:cNvPr>
          <p:cNvSpPr txBox="1"/>
          <p:nvPr/>
        </p:nvSpPr>
        <p:spPr>
          <a:xfrm>
            <a:off x="190499" y="19735"/>
            <a:ext cx="8562975" cy="677108"/>
          </a:xfrm>
          <a:prstGeom prst="rect">
            <a:avLst/>
          </a:prstGeom>
          <a:noFill/>
        </p:spPr>
        <p:txBody>
          <a:bodyPr wrap="square">
            <a:spAutoFit/>
          </a:bodyPr>
          <a:lstStyle/>
          <a:p>
            <a:r>
              <a:rPr lang="en-US" sz="2000" b="1" dirty="0">
                <a:latin typeface="+mj-lt"/>
              </a:rPr>
              <a:t>Governance Structure</a:t>
            </a:r>
            <a:br>
              <a:rPr lang="en-US" dirty="0">
                <a:latin typeface="+mj-lt"/>
              </a:rPr>
            </a:br>
            <a:r>
              <a:rPr lang="en-US" i="1" dirty="0">
                <a:latin typeface="+mj-lt"/>
              </a:rPr>
              <a:t>Proposed Structure</a:t>
            </a:r>
          </a:p>
        </p:txBody>
      </p:sp>
      <p:grpSp>
        <p:nvGrpSpPr>
          <p:cNvPr id="3" name="Group 2">
            <a:extLst>
              <a:ext uri="{FF2B5EF4-FFF2-40B4-BE49-F238E27FC236}">
                <a16:creationId xmlns:a16="http://schemas.microsoft.com/office/drawing/2014/main" id="{20CF07BB-8EB9-6980-54AC-72D4166DE090}"/>
              </a:ext>
            </a:extLst>
          </p:cNvPr>
          <p:cNvGrpSpPr/>
          <p:nvPr/>
        </p:nvGrpSpPr>
        <p:grpSpPr>
          <a:xfrm>
            <a:off x="0" y="680575"/>
            <a:ext cx="5752976" cy="151621"/>
            <a:chOff x="0" y="786578"/>
            <a:chExt cx="5752976" cy="151621"/>
          </a:xfrm>
        </p:grpSpPr>
        <p:cxnSp>
          <p:nvCxnSpPr>
            <p:cNvPr id="5" name="Straight Connector 4">
              <a:extLst>
                <a:ext uri="{FF2B5EF4-FFF2-40B4-BE49-F238E27FC236}">
                  <a16:creationId xmlns:a16="http://schemas.microsoft.com/office/drawing/2014/main" id="{A6E28BD9-F660-B25E-4BBD-8C1BAF73659F}"/>
                </a:ext>
              </a:extLst>
            </p:cNvPr>
            <p:cNvCxnSpPr>
              <a:cxnSpLocks/>
            </p:cNvCxnSpPr>
            <p:nvPr/>
          </p:nvCxnSpPr>
          <p:spPr>
            <a:xfrm>
              <a:off x="0" y="862388"/>
              <a:ext cx="5673213" cy="0"/>
            </a:xfrm>
            <a:prstGeom prst="line">
              <a:avLst/>
            </a:prstGeom>
            <a:ln>
              <a:solidFill>
                <a:srgbClr val="92D050"/>
              </a:solidFill>
            </a:ln>
          </p:spPr>
          <p:style>
            <a:lnRef idx="2">
              <a:schemeClr val="accent1"/>
            </a:lnRef>
            <a:fillRef idx="0">
              <a:schemeClr val="accent1"/>
            </a:fillRef>
            <a:effectRef idx="1">
              <a:schemeClr val="accent1"/>
            </a:effectRef>
            <a:fontRef idx="minor">
              <a:schemeClr val="tx1"/>
            </a:fontRef>
          </p:style>
        </p:cxnSp>
        <p:sp>
          <p:nvSpPr>
            <p:cNvPr id="6" name="Diamond 5">
              <a:extLst>
                <a:ext uri="{FF2B5EF4-FFF2-40B4-BE49-F238E27FC236}">
                  <a16:creationId xmlns:a16="http://schemas.microsoft.com/office/drawing/2014/main" id="{E51E38AA-0B31-1F9C-A2ED-683A182159B2}"/>
                </a:ext>
              </a:extLst>
            </p:cNvPr>
            <p:cNvSpPr/>
            <p:nvPr/>
          </p:nvSpPr>
          <p:spPr>
            <a:xfrm>
              <a:off x="5661536" y="786578"/>
              <a:ext cx="91440" cy="151621"/>
            </a:xfrm>
            <a:prstGeom prst="diamond">
              <a:avLst/>
            </a:prstGeom>
            <a:solidFill>
              <a:srgbClr val="92D050"/>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j-lt"/>
              </a:endParaRPr>
            </a:p>
          </p:txBody>
        </p:sp>
      </p:grpSp>
      <p:sp>
        <p:nvSpPr>
          <p:cNvPr id="4" name="Title 2">
            <a:extLst>
              <a:ext uri="{FF2B5EF4-FFF2-40B4-BE49-F238E27FC236}">
                <a16:creationId xmlns:a16="http://schemas.microsoft.com/office/drawing/2014/main" id="{A0027BFA-12D7-9ADE-22B9-6C141490CC5B}"/>
              </a:ext>
            </a:extLst>
          </p:cNvPr>
          <p:cNvSpPr txBox="1">
            <a:spLocks/>
          </p:cNvSpPr>
          <p:nvPr/>
        </p:nvSpPr>
        <p:spPr bwMode="gray">
          <a:xfrm>
            <a:off x="309349" y="1216039"/>
            <a:ext cx="10286236" cy="313578"/>
          </a:xfrm>
          <a:prstGeom prst="rect">
            <a:avLst/>
          </a:prstGeom>
        </p:spPr>
        <p:txBody>
          <a:bodyPr vert="horz" lIns="0" tIns="0" rIns="0" bIns="0" rtlCol="0" anchor="t" anchorCtr="0">
            <a:noAutofit/>
          </a:bodyPr>
          <a:lstStyle>
            <a:lvl1pPr algn="l" defTabSz="914400" rtl="0" eaLnBrk="1" latinLnBrk="0" hangingPunct="1">
              <a:spcBef>
                <a:spcPct val="0"/>
              </a:spcBef>
              <a:buNone/>
              <a:defRPr sz="2000" kern="1200">
                <a:solidFill>
                  <a:schemeClr val="tx1"/>
                </a:solidFill>
                <a:latin typeface="Verdana" panose="020B0604030504040204" pitchFamily="34" charset="0"/>
                <a:ea typeface="Verdana" panose="020B0604030504040204" pitchFamily="34" charset="0"/>
                <a:cs typeface="Calibri Light" panose="020F0302020204030204" pitchFamily="34" charset="0"/>
              </a:defRPr>
            </a:lvl1pPr>
          </a:lstStyle>
          <a:p>
            <a:pPr>
              <a:defRPr/>
            </a:pPr>
            <a:endParaRPr lang="en-US" dirty="0">
              <a:solidFill>
                <a:prstClr val="black"/>
              </a:solidFill>
              <a:latin typeface="+mj-lt"/>
              <a:ea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D0B83CA8-96A1-9120-DA0F-3F3EBB87650C}"/>
              </a:ext>
            </a:extLst>
          </p:cNvPr>
          <p:cNvSpPr txBox="1"/>
          <p:nvPr/>
        </p:nvSpPr>
        <p:spPr>
          <a:xfrm>
            <a:off x="264688" y="1267157"/>
            <a:ext cx="11528559" cy="276999"/>
          </a:xfrm>
          <a:prstGeom prst="rect">
            <a:avLst/>
          </a:prstGeom>
          <a:solidFill>
            <a:sysClr val="window" lastClr="FFFFFF">
              <a:lumMod val="95000"/>
            </a:sysClr>
          </a:solidFill>
        </p:spPr>
        <p:txBody>
          <a:bodyPr wrap="square" rtlCol="0">
            <a:spAutoFit/>
          </a:bodyPr>
          <a:lstStyle/>
          <a:p>
            <a:pPr algn="ctr" defTabSz="1219170">
              <a:defRPr/>
            </a:pPr>
            <a:r>
              <a:rPr lang="en-US" sz="1200" b="1" kern="0" dirty="0">
                <a:solidFill>
                  <a:prstClr val="black"/>
                </a:solidFill>
                <a:latin typeface="+mj-lt"/>
                <a:ea typeface="Calibri" panose="020F0502020204030204" pitchFamily="34" charset="0"/>
                <a:cs typeface="Calibri" panose="020F0502020204030204" pitchFamily="34" charset="0"/>
              </a:rPr>
              <a:t>We will ensure support for the project at all levels through robust governance processes</a:t>
            </a:r>
          </a:p>
        </p:txBody>
      </p:sp>
      <p:sp>
        <p:nvSpPr>
          <p:cNvPr id="8" name="Rectangle 7">
            <a:extLst>
              <a:ext uri="{FF2B5EF4-FFF2-40B4-BE49-F238E27FC236}">
                <a16:creationId xmlns:a16="http://schemas.microsoft.com/office/drawing/2014/main" id="{DB73EBC8-54AF-CC3F-CFB2-960FAADD39EF}"/>
              </a:ext>
            </a:extLst>
          </p:cNvPr>
          <p:cNvSpPr/>
          <p:nvPr/>
        </p:nvSpPr>
        <p:spPr bwMode="gray">
          <a:xfrm>
            <a:off x="334956" y="1601178"/>
            <a:ext cx="4104620" cy="256832"/>
          </a:xfrm>
          <a:prstGeom prst="rect">
            <a:avLst/>
          </a:prstGeom>
          <a:solidFill>
            <a:srgbClr val="62B5E5"/>
          </a:solidFill>
          <a:ln w="3175" algn="ctr">
            <a:noFill/>
            <a:miter lim="800000"/>
            <a:headEnd/>
            <a:tailEnd/>
          </a:ln>
        </p:spPr>
        <p:txBody>
          <a:bodyPr wrap="square" lIns="88680" tIns="88680" rIns="88680" bIns="88680" rtlCol="0" anchor="ctr"/>
          <a:lstStyle/>
          <a:p>
            <a:pPr algn="ctr" defTabSz="1216183">
              <a:defRPr/>
            </a:pPr>
            <a:r>
              <a:rPr lang="en-US" sz="1200" b="1" kern="0" dirty="0">
                <a:solidFill>
                  <a:prstClr val="white"/>
                </a:solidFill>
                <a:latin typeface="+mj-lt"/>
                <a:ea typeface="Calibri" panose="020F0502020204030204" pitchFamily="34" charset="0"/>
                <a:cs typeface="Calibri" panose="020F0502020204030204" pitchFamily="34" charset="0"/>
              </a:rPr>
              <a:t>Strategic Governance</a:t>
            </a:r>
          </a:p>
        </p:txBody>
      </p:sp>
      <p:sp>
        <p:nvSpPr>
          <p:cNvPr id="9" name="Rectangle 8">
            <a:extLst>
              <a:ext uri="{FF2B5EF4-FFF2-40B4-BE49-F238E27FC236}">
                <a16:creationId xmlns:a16="http://schemas.microsoft.com/office/drawing/2014/main" id="{2E13D93B-E90C-ADEF-2D30-02E49AB56C78}"/>
              </a:ext>
            </a:extLst>
          </p:cNvPr>
          <p:cNvSpPr/>
          <p:nvPr/>
        </p:nvSpPr>
        <p:spPr bwMode="gray">
          <a:xfrm>
            <a:off x="334956" y="1857170"/>
            <a:ext cx="4104620" cy="742693"/>
          </a:xfrm>
          <a:prstGeom prst="rect">
            <a:avLst/>
          </a:prstGeom>
          <a:solidFill>
            <a:sysClr val="window" lastClr="FFFFFF"/>
          </a:solidFill>
          <a:ln w="3175" algn="ctr">
            <a:solidFill>
              <a:srgbClr val="62B5E5"/>
            </a:solidFill>
            <a:miter lim="800000"/>
            <a:headEnd/>
            <a:tailEnd/>
          </a:ln>
        </p:spPr>
        <p:txBody>
          <a:bodyPr wrap="square" lIns="88680" tIns="88680" rIns="88680" bIns="88680" rtlCol="0" anchor="t"/>
          <a:lstStyle/>
          <a:p>
            <a:pPr marL="182432" indent="-182432" defTabSz="912160">
              <a:spcBef>
                <a:spcPts val="200"/>
              </a:spcBef>
              <a:spcAft>
                <a:spcPts val="200"/>
              </a:spcAft>
              <a:buFont typeface="Arial" pitchFamily="34" charset="0"/>
              <a:buChar char="•"/>
              <a:defRPr/>
            </a:pPr>
            <a:r>
              <a:rPr lang="en-US" sz="1050" kern="0" dirty="0">
                <a:solidFill>
                  <a:prstClr val="black"/>
                </a:solidFill>
                <a:latin typeface="+mj-lt"/>
                <a:ea typeface="Calibri" panose="020F0502020204030204" pitchFamily="34" charset="0"/>
                <a:cs typeface="Calibri" panose="020F0502020204030204" pitchFamily="34" charset="0"/>
              </a:rPr>
              <a:t>Provide </a:t>
            </a:r>
            <a:r>
              <a:rPr lang="en-US" sz="1050" b="1" kern="0" dirty="0">
                <a:solidFill>
                  <a:prstClr val="black"/>
                </a:solidFill>
                <a:latin typeface="+mj-lt"/>
                <a:ea typeface="Calibri" panose="020F0502020204030204" pitchFamily="34" charset="0"/>
                <a:cs typeface="Calibri" panose="020F0502020204030204" pitchFamily="34" charset="0"/>
              </a:rPr>
              <a:t>guidance and advise</a:t>
            </a:r>
            <a:r>
              <a:rPr lang="en-US" sz="1050" kern="0" dirty="0">
                <a:solidFill>
                  <a:prstClr val="black"/>
                </a:solidFill>
                <a:latin typeface="+mj-lt"/>
                <a:ea typeface="Calibri" panose="020F0502020204030204" pitchFamily="34" charset="0"/>
                <a:cs typeface="Calibri" panose="020F0502020204030204" pitchFamily="34" charset="0"/>
              </a:rPr>
              <a:t> client through the engagement journey</a:t>
            </a:r>
          </a:p>
          <a:p>
            <a:pPr marL="182432" indent="-182432" defTabSz="912160">
              <a:spcBef>
                <a:spcPts val="200"/>
              </a:spcBef>
              <a:spcAft>
                <a:spcPts val="200"/>
              </a:spcAft>
              <a:buFont typeface="Arial" pitchFamily="34" charset="0"/>
              <a:buChar char="•"/>
              <a:defRPr/>
            </a:pPr>
            <a:r>
              <a:rPr lang="en-US" sz="1050" b="1" kern="0" dirty="0">
                <a:solidFill>
                  <a:prstClr val="black"/>
                </a:solidFill>
                <a:latin typeface="+mj-lt"/>
                <a:ea typeface="Calibri" panose="020F0502020204030204" pitchFamily="34" charset="0"/>
                <a:cs typeface="Calibri" panose="020F0502020204030204" pitchFamily="34" charset="0"/>
              </a:rPr>
              <a:t>Review and approve</a:t>
            </a:r>
            <a:r>
              <a:rPr lang="en-US" sz="1050" kern="0" dirty="0">
                <a:solidFill>
                  <a:prstClr val="black"/>
                </a:solidFill>
                <a:latin typeface="+mj-lt"/>
                <a:ea typeface="Calibri" panose="020F0502020204030204" pitchFamily="34" charset="0"/>
                <a:cs typeface="Calibri" panose="020F0502020204030204" pitchFamily="34" charset="0"/>
              </a:rPr>
              <a:t> recommendations of engagement team</a:t>
            </a:r>
          </a:p>
        </p:txBody>
      </p:sp>
      <p:sp>
        <p:nvSpPr>
          <p:cNvPr id="10" name="Rectangle 9">
            <a:extLst>
              <a:ext uri="{FF2B5EF4-FFF2-40B4-BE49-F238E27FC236}">
                <a16:creationId xmlns:a16="http://schemas.microsoft.com/office/drawing/2014/main" id="{8B804EA3-C6C0-F87D-8B0D-5812FE8CE1D2}"/>
              </a:ext>
            </a:extLst>
          </p:cNvPr>
          <p:cNvSpPr/>
          <p:nvPr/>
        </p:nvSpPr>
        <p:spPr bwMode="gray">
          <a:xfrm>
            <a:off x="334956" y="3083833"/>
            <a:ext cx="4104620" cy="256832"/>
          </a:xfrm>
          <a:prstGeom prst="rect">
            <a:avLst/>
          </a:prstGeom>
          <a:solidFill>
            <a:srgbClr val="62B5E5"/>
          </a:solidFill>
          <a:ln w="3175" algn="ctr">
            <a:noFill/>
            <a:miter lim="800000"/>
            <a:headEnd/>
            <a:tailEnd/>
          </a:ln>
        </p:spPr>
        <p:txBody>
          <a:bodyPr wrap="square" lIns="88680" tIns="88680" rIns="88680" bIns="88680" rtlCol="0" anchor="ctr"/>
          <a:lstStyle/>
          <a:p>
            <a:pPr algn="ctr" defTabSz="1216183">
              <a:defRPr/>
            </a:pPr>
            <a:r>
              <a:rPr lang="en-US" sz="1200" b="1" kern="0" dirty="0">
                <a:solidFill>
                  <a:prstClr val="white"/>
                </a:solidFill>
                <a:latin typeface="+mj-lt"/>
                <a:ea typeface="Calibri" panose="020F0502020204030204" pitchFamily="34" charset="0"/>
                <a:cs typeface="Calibri" panose="020F0502020204030204" pitchFamily="34" charset="0"/>
              </a:rPr>
              <a:t>Relationship Governance</a:t>
            </a:r>
          </a:p>
        </p:txBody>
      </p:sp>
      <p:sp>
        <p:nvSpPr>
          <p:cNvPr id="11" name="Rectangle 10">
            <a:extLst>
              <a:ext uri="{FF2B5EF4-FFF2-40B4-BE49-F238E27FC236}">
                <a16:creationId xmlns:a16="http://schemas.microsoft.com/office/drawing/2014/main" id="{56202AB5-3DA6-4BA8-27FD-B9F55E45AEFA}"/>
              </a:ext>
            </a:extLst>
          </p:cNvPr>
          <p:cNvSpPr/>
          <p:nvPr/>
        </p:nvSpPr>
        <p:spPr bwMode="gray">
          <a:xfrm>
            <a:off x="334956" y="3339826"/>
            <a:ext cx="4104620" cy="1239720"/>
          </a:xfrm>
          <a:prstGeom prst="rect">
            <a:avLst/>
          </a:prstGeom>
          <a:solidFill>
            <a:sysClr val="window" lastClr="FFFFFF"/>
          </a:solidFill>
          <a:ln w="3175" algn="ctr">
            <a:solidFill>
              <a:srgbClr val="62B5E5"/>
            </a:solidFill>
            <a:miter lim="800000"/>
            <a:headEnd/>
            <a:tailEnd/>
          </a:ln>
        </p:spPr>
        <p:txBody>
          <a:bodyPr wrap="square" lIns="88680" tIns="88680" rIns="88680" bIns="88680" rtlCol="0" anchor="t"/>
          <a:lstStyle/>
          <a:p>
            <a:pPr marL="182432" indent="-182432" defTabSz="912160">
              <a:spcBef>
                <a:spcPts val="200"/>
              </a:spcBef>
              <a:spcAft>
                <a:spcPts val="200"/>
              </a:spcAft>
              <a:buFont typeface="Arial" pitchFamily="34" charset="0"/>
              <a:buChar char="•"/>
              <a:defRPr/>
            </a:pPr>
            <a:r>
              <a:rPr lang="en-US" sz="1050" kern="0" dirty="0">
                <a:solidFill>
                  <a:prstClr val="black"/>
                </a:solidFill>
                <a:latin typeface="+mj-lt"/>
                <a:ea typeface="Calibri" panose="020F0502020204030204" pitchFamily="34" charset="0"/>
                <a:cs typeface="Calibri" panose="020F0502020204030204" pitchFamily="34" charset="0"/>
              </a:rPr>
              <a:t>Provide </a:t>
            </a:r>
            <a:r>
              <a:rPr lang="en-US" sz="1050" b="1" kern="0" dirty="0">
                <a:solidFill>
                  <a:prstClr val="black"/>
                </a:solidFill>
                <a:latin typeface="+mj-lt"/>
                <a:ea typeface="Calibri" panose="020F0502020204030204" pitchFamily="34" charset="0"/>
                <a:cs typeface="Calibri" panose="020F0502020204030204" pitchFamily="34" charset="0"/>
              </a:rPr>
              <a:t>on-site client support</a:t>
            </a:r>
            <a:r>
              <a:rPr lang="en-US" sz="1050" kern="0" dirty="0">
                <a:solidFill>
                  <a:prstClr val="black"/>
                </a:solidFill>
                <a:latin typeface="+mj-lt"/>
                <a:ea typeface="Calibri" panose="020F0502020204030204" pitchFamily="34" charset="0"/>
                <a:cs typeface="Calibri" panose="020F0502020204030204" pitchFamily="34" charset="0"/>
              </a:rPr>
              <a:t> and weave an integrated solution</a:t>
            </a:r>
          </a:p>
          <a:p>
            <a:pPr marL="182432" indent="-182432" defTabSz="912160">
              <a:spcBef>
                <a:spcPts val="200"/>
              </a:spcBef>
              <a:spcAft>
                <a:spcPts val="200"/>
              </a:spcAft>
              <a:buFont typeface="Arial" pitchFamily="34" charset="0"/>
              <a:buChar char="•"/>
              <a:defRPr/>
            </a:pPr>
            <a:r>
              <a:rPr lang="en-US" sz="1050" b="1" kern="0" dirty="0">
                <a:solidFill>
                  <a:prstClr val="black"/>
                </a:solidFill>
                <a:latin typeface="+mj-lt"/>
                <a:ea typeface="Calibri" panose="020F0502020204030204" pitchFamily="34" charset="0"/>
                <a:cs typeface="Calibri" panose="020F0502020204030204" pitchFamily="34" charset="0"/>
              </a:rPr>
              <a:t>Orchestrate</a:t>
            </a:r>
            <a:r>
              <a:rPr lang="en-US" sz="1050" kern="0" dirty="0">
                <a:solidFill>
                  <a:prstClr val="black"/>
                </a:solidFill>
                <a:latin typeface="+mj-lt"/>
                <a:ea typeface="Calibri" panose="020F0502020204030204" pitchFamily="34" charset="0"/>
                <a:cs typeface="Calibri" panose="020F0502020204030204" pitchFamily="34" charset="0"/>
              </a:rPr>
              <a:t> with individual work stream leads to drive the intended outcome</a:t>
            </a:r>
          </a:p>
          <a:p>
            <a:pPr marL="182432" indent="-182432" defTabSz="912160">
              <a:spcBef>
                <a:spcPts val="200"/>
              </a:spcBef>
              <a:spcAft>
                <a:spcPts val="200"/>
              </a:spcAft>
              <a:buFont typeface="Arial" pitchFamily="34" charset="0"/>
              <a:buChar char="•"/>
              <a:defRPr/>
            </a:pPr>
            <a:r>
              <a:rPr lang="en-US" sz="1050" b="1" kern="0" dirty="0">
                <a:solidFill>
                  <a:prstClr val="black"/>
                </a:solidFill>
                <a:latin typeface="+mj-lt"/>
                <a:ea typeface="Calibri" panose="020F0502020204030204" pitchFamily="34" charset="0"/>
                <a:cs typeface="Calibri" panose="020F0502020204030204" pitchFamily="34" charset="0"/>
              </a:rPr>
              <a:t>Review</a:t>
            </a:r>
            <a:r>
              <a:rPr lang="en-US" sz="1050" kern="0" dirty="0">
                <a:solidFill>
                  <a:prstClr val="black"/>
                </a:solidFill>
                <a:latin typeface="+mj-lt"/>
                <a:ea typeface="Calibri" panose="020F0502020204030204" pitchFamily="34" charset="0"/>
                <a:cs typeface="Calibri" panose="020F0502020204030204" pitchFamily="34" charset="0"/>
              </a:rPr>
              <a:t> deliverables prepared by engagement team</a:t>
            </a:r>
          </a:p>
          <a:p>
            <a:pPr marL="182432" indent="-182432" defTabSz="912160">
              <a:spcBef>
                <a:spcPts val="200"/>
              </a:spcBef>
              <a:spcAft>
                <a:spcPts val="200"/>
              </a:spcAft>
              <a:buFont typeface="Arial" pitchFamily="34" charset="0"/>
              <a:buChar char="•"/>
              <a:defRPr/>
            </a:pPr>
            <a:r>
              <a:rPr lang="en-US" sz="1050" b="1" kern="0" dirty="0">
                <a:solidFill>
                  <a:prstClr val="black"/>
                </a:solidFill>
                <a:latin typeface="+mj-lt"/>
                <a:ea typeface="Calibri" panose="020F0502020204030204" pitchFamily="34" charset="0"/>
                <a:cs typeface="Calibri" panose="020F0502020204030204" pitchFamily="34" charset="0"/>
              </a:rPr>
              <a:t>Suggest</a:t>
            </a:r>
            <a:r>
              <a:rPr lang="en-US" sz="1050" kern="0" dirty="0">
                <a:solidFill>
                  <a:prstClr val="black"/>
                </a:solidFill>
                <a:latin typeface="+mj-lt"/>
                <a:ea typeface="Calibri" panose="020F0502020204030204" pitchFamily="34" charset="0"/>
                <a:cs typeface="Calibri" panose="020F0502020204030204" pitchFamily="34" charset="0"/>
              </a:rPr>
              <a:t> action points for the implementation of assessment findings</a:t>
            </a:r>
          </a:p>
        </p:txBody>
      </p:sp>
      <p:sp>
        <p:nvSpPr>
          <p:cNvPr id="12" name="Rectangle 11">
            <a:extLst>
              <a:ext uri="{FF2B5EF4-FFF2-40B4-BE49-F238E27FC236}">
                <a16:creationId xmlns:a16="http://schemas.microsoft.com/office/drawing/2014/main" id="{952BB8A3-0F63-BF73-E497-7F3806667982}"/>
              </a:ext>
            </a:extLst>
          </p:cNvPr>
          <p:cNvSpPr/>
          <p:nvPr/>
        </p:nvSpPr>
        <p:spPr bwMode="gray">
          <a:xfrm>
            <a:off x="349759" y="5035353"/>
            <a:ext cx="4104620" cy="256832"/>
          </a:xfrm>
          <a:prstGeom prst="rect">
            <a:avLst/>
          </a:prstGeom>
          <a:solidFill>
            <a:srgbClr val="62B5E5"/>
          </a:solidFill>
          <a:ln w="3175" algn="ctr">
            <a:noFill/>
            <a:miter lim="800000"/>
            <a:headEnd/>
            <a:tailEnd/>
          </a:ln>
        </p:spPr>
        <p:txBody>
          <a:bodyPr wrap="square" lIns="88680" tIns="88680" rIns="88680" bIns="88680" rtlCol="0" anchor="ctr"/>
          <a:lstStyle/>
          <a:p>
            <a:pPr algn="ctr" defTabSz="1216183">
              <a:defRPr/>
            </a:pPr>
            <a:r>
              <a:rPr lang="en-US" sz="1200" b="1" kern="0" dirty="0">
                <a:solidFill>
                  <a:prstClr val="white"/>
                </a:solidFill>
                <a:latin typeface="+mj-lt"/>
                <a:ea typeface="Calibri" panose="020F0502020204030204" pitchFamily="34" charset="0"/>
                <a:cs typeface="Calibri" panose="020F0502020204030204" pitchFamily="34" charset="0"/>
              </a:rPr>
              <a:t>Operational Governance</a:t>
            </a:r>
          </a:p>
        </p:txBody>
      </p:sp>
      <p:sp>
        <p:nvSpPr>
          <p:cNvPr id="13" name="Rectangle 12">
            <a:extLst>
              <a:ext uri="{FF2B5EF4-FFF2-40B4-BE49-F238E27FC236}">
                <a16:creationId xmlns:a16="http://schemas.microsoft.com/office/drawing/2014/main" id="{510EC118-102A-E37A-638F-CD7DFDBE28E9}"/>
              </a:ext>
            </a:extLst>
          </p:cNvPr>
          <p:cNvSpPr/>
          <p:nvPr/>
        </p:nvSpPr>
        <p:spPr bwMode="gray">
          <a:xfrm>
            <a:off x="349759" y="5291346"/>
            <a:ext cx="4104620" cy="1018334"/>
          </a:xfrm>
          <a:prstGeom prst="rect">
            <a:avLst/>
          </a:prstGeom>
          <a:solidFill>
            <a:sysClr val="window" lastClr="FFFFFF"/>
          </a:solidFill>
          <a:ln w="3175" algn="ctr">
            <a:solidFill>
              <a:srgbClr val="62B5E5"/>
            </a:solidFill>
            <a:miter lim="800000"/>
            <a:headEnd/>
            <a:tailEnd/>
          </a:ln>
        </p:spPr>
        <p:txBody>
          <a:bodyPr wrap="square" lIns="88680" tIns="88680" rIns="88680" bIns="88680" rtlCol="0" anchor="t"/>
          <a:lstStyle/>
          <a:p>
            <a:pPr marL="182432" indent="-182432" defTabSz="912160">
              <a:spcBef>
                <a:spcPts val="200"/>
              </a:spcBef>
              <a:spcAft>
                <a:spcPts val="200"/>
              </a:spcAft>
              <a:buFont typeface="Arial" pitchFamily="34" charset="0"/>
              <a:buChar char="•"/>
              <a:defRPr/>
            </a:pPr>
            <a:r>
              <a:rPr lang="en-US" sz="1050" b="1" kern="0" dirty="0">
                <a:solidFill>
                  <a:prstClr val="black"/>
                </a:solidFill>
                <a:latin typeface="+mj-lt"/>
                <a:ea typeface="Calibri" panose="020F0502020204030204" pitchFamily="34" charset="0"/>
                <a:cs typeface="Calibri" panose="020F0502020204030204" pitchFamily="34" charset="0"/>
              </a:rPr>
              <a:t>Remotely deployed</a:t>
            </a:r>
            <a:r>
              <a:rPr lang="en-US" sz="1050" kern="0" dirty="0">
                <a:solidFill>
                  <a:prstClr val="black"/>
                </a:solidFill>
                <a:latin typeface="+mj-lt"/>
                <a:ea typeface="Calibri" panose="020F0502020204030204" pitchFamily="34" charset="0"/>
                <a:cs typeface="Calibri" panose="020F0502020204030204" pitchFamily="34" charset="0"/>
              </a:rPr>
              <a:t>, collaborates with on-site team for process related inputs</a:t>
            </a:r>
          </a:p>
          <a:p>
            <a:pPr marL="182432" indent="-182432" defTabSz="912160">
              <a:spcBef>
                <a:spcPts val="200"/>
              </a:spcBef>
              <a:spcAft>
                <a:spcPts val="200"/>
              </a:spcAft>
              <a:buFont typeface="Arial" pitchFamily="34" charset="0"/>
              <a:buChar char="•"/>
              <a:defRPr/>
            </a:pPr>
            <a:r>
              <a:rPr lang="en-US" sz="1050" kern="0" dirty="0">
                <a:solidFill>
                  <a:prstClr val="black"/>
                </a:solidFill>
                <a:latin typeface="+mj-lt"/>
                <a:ea typeface="Calibri" panose="020F0502020204030204" pitchFamily="34" charset="0"/>
                <a:cs typeface="Calibri" panose="020F0502020204030204" pitchFamily="34" charset="0"/>
              </a:rPr>
              <a:t>Generate and implement </a:t>
            </a:r>
            <a:r>
              <a:rPr lang="en-US" sz="1050" b="1" kern="0" dirty="0">
                <a:solidFill>
                  <a:prstClr val="black"/>
                </a:solidFill>
                <a:latin typeface="+mj-lt"/>
                <a:ea typeface="Calibri" panose="020F0502020204030204" pitchFamily="34" charset="0"/>
                <a:cs typeface="Calibri" panose="020F0502020204030204" pitchFamily="34" charset="0"/>
              </a:rPr>
              <a:t>solution options</a:t>
            </a:r>
            <a:r>
              <a:rPr lang="en-US" sz="1050" kern="0" dirty="0">
                <a:solidFill>
                  <a:prstClr val="black"/>
                </a:solidFill>
                <a:latin typeface="+mj-lt"/>
                <a:ea typeface="Calibri" panose="020F0502020204030204" pitchFamily="34" charset="0"/>
                <a:cs typeface="Calibri" panose="020F0502020204030204" pitchFamily="34" charset="0"/>
              </a:rPr>
              <a:t> </a:t>
            </a:r>
          </a:p>
          <a:p>
            <a:pPr marL="182432" indent="-182432" defTabSz="912160">
              <a:spcBef>
                <a:spcPts val="200"/>
              </a:spcBef>
              <a:spcAft>
                <a:spcPts val="200"/>
              </a:spcAft>
              <a:buFont typeface="Arial" pitchFamily="34" charset="0"/>
              <a:buChar char="•"/>
              <a:defRPr/>
            </a:pPr>
            <a:r>
              <a:rPr lang="en-US" sz="1050" b="1" kern="0" dirty="0">
                <a:solidFill>
                  <a:prstClr val="black"/>
                </a:solidFill>
                <a:latin typeface="+mj-lt"/>
                <a:ea typeface="Calibri" panose="020F0502020204030204" pitchFamily="34" charset="0"/>
                <a:cs typeface="Calibri" panose="020F0502020204030204" pitchFamily="34" charset="0"/>
              </a:rPr>
              <a:t>Implement</a:t>
            </a:r>
            <a:r>
              <a:rPr lang="en-US" sz="1050" kern="0" dirty="0">
                <a:solidFill>
                  <a:prstClr val="black"/>
                </a:solidFill>
                <a:latin typeface="+mj-lt"/>
                <a:ea typeface="Calibri" panose="020F0502020204030204" pitchFamily="34" charset="0"/>
                <a:cs typeface="Calibri" panose="020F0502020204030204" pitchFamily="34" charset="0"/>
              </a:rPr>
              <a:t> process re-engineering measures and prepare impact findings</a:t>
            </a:r>
          </a:p>
        </p:txBody>
      </p:sp>
      <p:cxnSp>
        <p:nvCxnSpPr>
          <p:cNvPr id="14" name="Straight Arrow Connector 13">
            <a:extLst>
              <a:ext uri="{FF2B5EF4-FFF2-40B4-BE49-F238E27FC236}">
                <a16:creationId xmlns:a16="http://schemas.microsoft.com/office/drawing/2014/main" id="{3C76947D-B139-C3FE-BCA3-CBFEBDB304EC}"/>
              </a:ext>
            </a:extLst>
          </p:cNvPr>
          <p:cNvCxnSpPr>
            <a:cxnSpLocks/>
          </p:cNvCxnSpPr>
          <p:nvPr/>
        </p:nvCxnSpPr>
        <p:spPr>
          <a:xfrm>
            <a:off x="2387266" y="2600312"/>
            <a:ext cx="0" cy="494502"/>
          </a:xfrm>
          <a:prstGeom prst="straightConnector1">
            <a:avLst/>
          </a:prstGeom>
          <a:noFill/>
          <a:ln w="3175" cap="flat" cmpd="sng" algn="ctr">
            <a:solidFill>
              <a:srgbClr val="17618C"/>
            </a:solidFill>
            <a:prstDash val="solid"/>
            <a:headEnd type="triangle" w="lg" len="lg"/>
            <a:tailEnd type="triangle" w="lg" len="lg"/>
          </a:ln>
          <a:effectLst/>
        </p:spPr>
      </p:cxnSp>
      <p:cxnSp>
        <p:nvCxnSpPr>
          <p:cNvPr id="15" name="Straight Arrow Connector 14">
            <a:extLst>
              <a:ext uri="{FF2B5EF4-FFF2-40B4-BE49-F238E27FC236}">
                <a16:creationId xmlns:a16="http://schemas.microsoft.com/office/drawing/2014/main" id="{DBF225E8-7220-ED7E-637F-25CD9A8CE707}"/>
              </a:ext>
            </a:extLst>
          </p:cNvPr>
          <p:cNvCxnSpPr>
            <a:cxnSpLocks/>
          </p:cNvCxnSpPr>
          <p:nvPr/>
        </p:nvCxnSpPr>
        <p:spPr>
          <a:xfrm>
            <a:off x="2387266" y="4576109"/>
            <a:ext cx="0" cy="462680"/>
          </a:xfrm>
          <a:prstGeom prst="straightConnector1">
            <a:avLst/>
          </a:prstGeom>
          <a:noFill/>
          <a:ln w="3175" cap="flat" cmpd="sng" algn="ctr">
            <a:solidFill>
              <a:srgbClr val="17618C"/>
            </a:solidFill>
            <a:prstDash val="solid"/>
            <a:headEnd type="triangle" w="lg" len="lg"/>
            <a:tailEnd type="triangle" w="lg" len="lg"/>
          </a:ln>
          <a:effectLst/>
        </p:spPr>
      </p:cxnSp>
      <p:sp>
        <p:nvSpPr>
          <p:cNvPr id="16" name="Rectangle 15">
            <a:extLst>
              <a:ext uri="{FF2B5EF4-FFF2-40B4-BE49-F238E27FC236}">
                <a16:creationId xmlns:a16="http://schemas.microsoft.com/office/drawing/2014/main" id="{27D7D5D1-2861-8F2D-4169-D5B721B1E1F2}"/>
              </a:ext>
            </a:extLst>
          </p:cNvPr>
          <p:cNvSpPr/>
          <p:nvPr/>
        </p:nvSpPr>
        <p:spPr bwMode="gray">
          <a:xfrm>
            <a:off x="2584896" y="2666167"/>
            <a:ext cx="2189131" cy="259634"/>
          </a:xfrm>
          <a:prstGeom prst="rect">
            <a:avLst/>
          </a:prstGeom>
          <a:solidFill>
            <a:sysClr val="window" lastClr="FFFFFF">
              <a:lumMod val="85000"/>
            </a:sysClr>
          </a:solidFill>
          <a:ln w="3175" algn="ctr">
            <a:noFill/>
            <a:miter lim="800000"/>
            <a:headEnd/>
            <a:tailEnd/>
          </a:ln>
        </p:spPr>
        <p:txBody>
          <a:bodyPr wrap="square" lIns="88680" tIns="88680" rIns="88680" bIns="88680" rtlCol="0" anchor="ctr"/>
          <a:lstStyle/>
          <a:p>
            <a:pPr algn="ctr" defTabSz="1216183">
              <a:lnSpc>
                <a:spcPct val="106000"/>
              </a:lnSpc>
              <a:defRPr/>
            </a:pPr>
            <a:r>
              <a:rPr lang="en-US" sz="1048" kern="0" dirty="0">
                <a:solidFill>
                  <a:prstClr val="black"/>
                </a:solidFill>
                <a:latin typeface="+mj-lt"/>
                <a:ea typeface="Calibri" panose="020F0502020204030204" pitchFamily="34" charset="0"/>
                <a:cs typeface="Calibri" panose="020F0502020204030204" pitchFamily="34" charset="0"/>
              </a:rPr>
              <a:t>Approvals &amp; Guidance</a:t>
            </a:r>
          </a:p>
        </p:txBody>
      </p:sp>
      <p:sp>
        <p:nvSpPr>
          <p:cNvPr id="17" name="Rectangle 16">
            <a:extLst>
              <a:ext uri="{FF2B5EF4-FFF2-40B4-BE49-F238E27FC236}">
                <a16:creationId xmlns:a16="http://schemas.microsoft.com/office/drawing/2014/main" id="{137D23D8-EDEC-0C75-519B-34A2B063A11F}"/>
              </a:ext>
            </a:extLst>
          </p:cNvPr>
          <p:cNvSpPr/>
          <p:nvPr/>
        </p:nvSpPr>
        <p:spPr bwMode="gray">
          <a:xfrm>
            <a:off x="2584896" y="4643657"/>
            <a:ext cx="2189131" cy="236031"/>
          </a:xfrm>
          <a:prstGeom prst="rect">
            <a:avLst/>
          </a:prstGeom>
          <a:solidFill>
            <a:sysClr val="window" lastClr="FFFFFF">
              <a:lumMod val="85000"/>
            </a:sysClr>
          </a:solidFill>
          <a:ln w="3175" algn="ctr">
            <a:noFill/>
            <a:miter lim="800000"/>
            <a:headEnd/>
            <a:tailEnd/>
          </a:ln>
        </p:spPr>
        <p:txBody>
          <a:bodyPr wrap="square" lIns="88680" tIns="88680" rIns="88680" bIns="88680" rtlCol="0" anchor="ctr"/>
          <a:lstStyle/>
          <a:p>
            <a:pPr algn="ctr" defTabSz="1216183">
              <a:lnSpc>
                <a:spcPct val="106000"/>
              </a:lnSpc>
              <a:defRPr/>
            </a:pPr>
            <a:r>
              <a:rPr lang="en-US" sz="1048" kern="0" dirty="0">
                <a:solidFill>
                  <a:prstClr val="black"/>
                </a:solidFill>
                <a:latin typeface="+mj-lt"/>
                <a:ea typeface="Calibri" panose="020F0502020204030204" pitchFamily="34" charset="0"/>
                <a:cs typeface="Calibri" panose="020F0502020204030204" pitchFamily="34" charset="0"/>
              </a:rPr>
              <a:t>Quality Review</a:t>
            </a:r>
          </a:p>
        </p:txBody>
      </p:sp>
      <p:sp>
        <p:nvSpPr>
          <p:cNvPr id="18" name="Rectangle 17">
            <a:extLst>
              <a:ext uri="{FF2B5EF4-FFF2-40B4-BE49-F238E27FC236}">
                <a16:creationId xmlns:a16="http://schemas.microsoft.com/office/drawing/2014/main" id="{C6565302-FBB9-5BCF-994E-1861E6FA4CC3}"/>
              </a:ext>
            </a:extLst>
          </p:cNvPr>
          <p:cNvSpPr/>
          <p:nvPr/>
        </p:nvSpPr>
        <p:spPr bwMode="gray">
          <a:xfrm>
            <a:off x="4589832" y="1601177"/>
            <a:ext cx="6142386" cy="244795"/>
          </a:xfrm>
          <a:prstGeom prst="rect">
            <a:avLst/>
          </a:prstGeom>
          <a:solidFill>
            <a:srgbClr val="007680"/>
          </a:solidFill>
          <a:ln w="3175" algn="ctr">
            <a:noFill/>
            <a:miter lim="800000"/>
            <a:headEnd/>
            <a:tailEnd/>
          </a:ln>
        </p:spPr>
        <p:txBody>
          <a:bodyPr wrap="square" lIns="88680" tIns="88680" rIns="88680" bIns="88680" rtlCol="0" anchor="ctr"/>
          <a:lstStyle/>
          <a:p>
            <a:pPr algn="ctr" defTabSz="1216183">
              <a:defRPr/>
            </a:pPr>
            <a:r>
              <a:rPr lang="en-US" sz="1200" b="1" dirty="0">
                <a:solidFill>
                  <a:prstClr val="white"/>
                </a:solidFill>
                <a:latin typeface="+mj-lt"/>
                <a:ea typeface="Calibri" panose="020F0502020204030204" pitchFamily="34" charset="0"/>
                <a:cs typeface="Calibri" panose="020F0502020204030204" pitchFamily="34" charset="0"/>
              </a:rPr>
              <a:t>Steering Committee</a:t>
            </a:r>
          </a:p>
        </p:txBody>
      </p:sp>
      <p:sp>
        <p:nvSpPr>
          <p:cNvPr id="19" name="Rectangle 18">
            <a:extLst>
              <a:ext uri="{FF2B5EF4-FFF2-40B4-BE49-F238E27FC236}">
                <a16:creationId xmlns:a16="http://schemas.microsoft.com/office/drawing/2014/main" id="{3590B14F-6C06-2360-DC6F-2B47FBAD37C0}"/>
              </a:ext>
            </a:extLst>
          </p:cNvPr>
          <p:cNvSpPr/>
          <p:nvPr/>
        </p:nvSpPr>
        <p:spPr bwMode="gray">
          <a:xfrm>
            <a:off x="4589832" y="1857170"/>
            <a:ext cx="6142386" cy="742693"/>
          </a:xfrm>
          <a:prstGeom prst="rect">
            <a:avLst/>
          </a:prstGeom>
          <a:solidFill>
            <a:sysClr val="window" lastClr="FFFFFF"/>
          </a:solidFill>
          <a:ln w="3175" algn="ctr">
            <a:solidFill>
              <a:srgbClr val="007680"/>
            </a:solidFill>
            <a:miter lim="800000"/>
            <a:headEnd/>
            <a:tailEnd/>
          </a:ln>
        </p:spPr>
        <p:txBody>
          <a:bodyPr wrap="square" lIns="88680" tIns="88680" rIns="88680" bIns="88680" rtlCol="0" anchor="t"/>
          <a:lstStyle/>
          <a:p>
            <a:pPr marL="182432" indent="-182432" defTabSz="912160">
              <a:spcBef>
                <a:spcPts val="300"/>
              </a:spcBef>
              <a:spcAft>
                <a:spcPts val="300"/>
              </a:spcAft>
              <a:buFont typeface="Arial" pitchFamily="34" charset="0"/>
              <a:buChar char="•"/>
              <a:defRPr/>
            </a:pPr>
            <a:endParaRPr lang="en-US" sz="1397" kern="0" dirty="0">
              <a:solidFill>
                <a:prstClr val="black"/>
              </a:solidFill>
              <a:latin typeface="+mj-lt"/>
              <a:ea typeface="Calibri" panose="020F0502020204030204" pitchFamily="34" charset="0"/>
              <a:cs typeface="Calibri" panose="020F0502020204030204" pitchFamily="34" charset="0"/>
            </a:endParaRPr>
          </a:p>
        </p:txBody>
      </p:sp>
      <p:sp>
        <p:nvSpPr>
          <p:cNvPr id="20" name="Rectangle 19">
            <a:extLst>
              <a:ext uri="{FF2B5EF4-FFF2-40B4-BE49-F238E27FC236}">
                <a16:creationId xmlns:a16="http://schemas.microsoft.com/office/drawing/2014/main" id="{2F2E319F-F4E4-901F-2666-D8AD32BC3167}"/>
              </a:ext>
            </a:extLst>
          </p:cNvPr>
          <p:cNvSpPr/>
          <p:nvPr/>
        </p:nvSpPr>
        <p:spPr bwMode="gray">
          <a:xfrm>
            <a:off x="7836536" y="1923994"/>
            <a:ext cx="2730202" cy="177971"/>
          </a:xfrm>
          <a:prstGeom prst="rect">
            <a:avLst/>
          </a:prstGeom>
          <a:solidFill>
            <a:srgbClr val="0097A9"/>
          </a:solidFill>
          <a:ln w="3175" algn="ctr">
            <a:noFill/>
            <a:miter lim="800000"/>
            <a:headEnd/>
            <a:tailEnd/>
          </a:ln>
        </p:spPr>
        <p:txBody>
          <a:bodyPr wrap="square" lIns="88680" tIns="88680" rIns="88680" bIns="88680" rtlCol="0" anchor="ctr"/>
          <a:lstStyle/>
          <a:p>
            <a:pPr algn="ctr" defTabSz="1216183">
              <a:lnSpc>
                <a:spcPct val="106000"/>
              </a:lnSpc>
              <a:defRPr/>
            </a:pPr>
            <a:r>
              <a:rPr lang="en-US" sz="1200" kern="0" dirty="0">
                <a:solidFill>
                  <a:prstClr val="white"/>
                </a:solidFill>
                <a:latin typeface="+mj-lt"/>
                <a:ea typeface="Calibri" panose="020F0502020204030204" pitchFamily="34" charset="0"/>
                <a:cs typeface="Calibri" panose="020F0502020204030204" pitchFamily="34" charset="0"/>
              </a:rPr>
              <a:t>Government of Sikkim</a:t>
            </a:r>
          </a:p>
        </p:txBody>
      </p:sp>
      <p:sp>
        <p:nvSpPr>
          <p:cNvPr id="21" name="Rectangle 161">
            <a:extLst>
              <a:ext uri="{FF2B5EF4-FFF2-40B4-BE49-F238E27FC236}">
                <a16:creationId xmlns:a16="http://schemas.microsoft.com/office/drawing/2014/main" id="{11C40523-6B8E-E4C1-B6FF-40D652A733C0}"/>
              </a:ext>
            </a:extLst>
          </p:cNvPr>
          <p:cNvSpPr/>
          <p:nvPr/>
        </p:nvSpPr>
        <p:spPr>
          <a:xfrm>
            <a:off x="7836536" y="2114588"/>
            <a:ext cx="1194403" cy="428053"/>
          </a:xfrm>
          <a:prstGeom prst="rect">
            <a:avLst/>
          </a:prstGeom>
          <a:solidFill>
            <a:srgbClr val="DDEFE8"/>
          </a:solidFill>
          <a:ln w="3175" cap="flat" cmpd="sng" algn="ctr">
            <a:solidFill>
              <a:srgbClr val="0097A9"/>
            </a:solidFill>
            <a:prstDash val="solid"/>
          </a:ln>
          <a:effectLst/>
        </p:spPr>
        <p:txBody>
          <a:bodyPr wrap="none" lIns="0" rIns="0" rtlCol="0" anchor="ctr"/>
          <a:lstStyle/>
          <a:p>
            <a:pPr algn="ctr" defTabSz="1216183">
              <a:defRPr/>
            </a:pPr>
            <a:r>
              <a:rPr lang="en-US" sz="998" b="1" kern="0" dirty="0">
                <a:solidFill>
                  <a:prstClr val="black"/>
                </a:solidFill>
                <a:latin typeface="+mj-lt"/>
                <a:ea typeface="Calibri" panose="020F0502020204030204" pitchFamily="34" charset="0"/>
                <a:cs typeface="Calibri" panose="020F0502020204030204" pitchFamily="34" charset="0"/>
              </a:rPr>
              <a:t>Project</a:t>
            </a:r>
          </a:p>
          <a:p>
            <a:pPr algn="ctr" defTabSz="1216183">
              <a:defRPr/>
            </a:pPr>
            <a:r>
              <a:rPr lang="en-US" sz="998" b="1" kern="0" dirty="0">
                <a:solidFill>
                  <a:prstClr val="black"/>
                </a:solidFill>
                <a:latin typeface="+mj-lt"/>
                <a:ea typeface="Calibri" panose="020F0502020204030204" pitchFamily="34" charset="0"/>
                <a:cs typeface="Calibri" panose="020F0502020204030204" pitchFamily="34" charset="0"/>
              </a:rPr>
              <a:t>Sponsor</a:t>
            </a:r>
          </a:p>
        </p:txBody>
      </p:sp>
      <p:sp>
        <p:nvSpPr>
          <p:cNvPr id="22" name="Rectangle 164">
            <a:extLst>
              <a:ext uri="{FF2B5EF4-FFF2-40B4-BE49-F238E27FC236}">
                <a16:creationId xmlns:a16="http://schemas.microsoft.com/office/drawing/2014/main" id="{66934E49-27BB-45C3-94D0-A925C750C5DA}"/>
              </a:ext>
            </a:extLst>
          </p:cNvPr>
          <p:cNvSpPr/>
          <p:nvPr/>
        </p:nvSpPr>
        <p:spPr>
          <a:xfrm>
            <a:off x="9303153" y="2114588"/>
            <a:ext cx="1263585" cy="428053"/>
          </a:xfrm>
          <a:prstGeom prst="rect">
            <a:avLst/>
          </a:prstGeom>
          <a:solidFill>
            <a:srgbClr val="DDEFE8"/>
          </a:solidFill>
          <a:ln w="3175" cap="flat" cmpd="sng" algn="ctr">
            <a:solidFill>
              <a:srgbClr val="0097A9"/>
            </a:solidFill>
            <a:prstDash val="solid"/>
          </a:ln>
          <a:effectLst/>
        </p:spPr>
        <p:txBody>
          <a:bodyPr wrap="none" lIns="0" rIns="0" rtlCol="0" anchor="ctr"/>
          <a:lstStyle/>
          <a:p>
            <a:pPr algn="ctr" defTabSz="1216183">
              <a:defRPr/>
            </a:pPr>
            <a:r>
              <a:rPr lang="en-US" sz="998" b="1" kern="0" dirty="0">
                <a:solidFill>
                  <a:prstClr val="black"/>
                </a:solidFill>
                <a:latin typeface="+mj-lt"/>
                <a:ea typeface="Calibri" panose="020F0502020204030204" pitchFamily="34" charset="0"/>
                <a:cs typeface="Calibri" panose="020F0502020204030204" pitchFamily="34" charset="0"/>
              </a:rPr>
              <a:t>Other Key</a:t>
            </a:r>
          </a:p>
          <a:p>
            <a:pPr algn="ctr" defTabSz="1216183">
              <a:defRPr/>
            </a:pPr>
            <a:r>
              <a:rPr lang="en-US" sz="998" b="1" kern="0" dirty="0">
                <a:solidFill>
                  <a:prstClr val="black"/>
                </a:solidFill>
                <a:latin typeface="+mj-lt"/>
                <a:ea typeface="Calibri" panose="020F0502020204030204" pitchFamily="34" charset="0"/>
                <a:cs typeface="Calibri" panose="020F0502020204030204" pitchFamily="34" charset="0"/>
              </a:rPr>
              <a:t>Stakeholders</a:t>
            </a:r>
          </a:p>
        </p:txBody>
      </p:sp>
      <p:sp>
        <p:nvSpPr>
          <p:cNvPr id="23" name="Rectangle 22">
            <a:extLst>
              <a:ext uri="{FF2B5EF4-FFF2-40B4-BE49-F238E27FC236}">
                <a16:creationId xmlns:a16="http://schemas.microsoft.com/office/drawing/2014/main" id="{7F481A86-A69E-1F5C-C9C0-5F457D7241D6}"/>
              </a:ext>
            </a:extLst>
          </p:cNvPr>
          <p:cNvSpPr/>
          <p:nvPr/>
        </p:nvSpPr>
        <p:spPr bwMode="gray">
          <a:xfrm>
            <a:off x="4588286" y="3083833"/>
            <a:ext cx="6143932" cy="204581"/>
          </a:xfrm>
          <a:prstGeom prst="rect">
            <a:avLst/>
          </a:prstGeom>
          <a:solidFill>
            <a:srgbClr val="007680"/>
          </a:solidFill>
          <a:ln w="3175" algn="ctr">
            <a:noFill/>
            <a:miter lim="800000"/>
            <a:headEnd/>
            <a:tailEnd/>
          </a:ln>
        </p:spPr>
        <p:txBody>
          <a:bodyPr wrap="square" lIns="88680" tIns="88680" rIns="88680" bIns="88680" rtlCol="0" anchor="ctr"/>
          <a:lstStyle/>
          <a:p>
            <a:pPr algn="ctr" defTabSz="1216183">
              <a:defRPr/>
            </a:pPr>
            <a:r>
              <a:rPr lang="en-US" sz="1200" b="1" dirty="0">
                <a:solidFill>
                  <a:prstClr val="white"/>
                </a:solidFill>
                <a:latin typeface="+mj-lt"/>
                <a:ea typeface="Calibri" panose="020F0502020204030204" pitchFamily="34" charset="0"/>
                <a:cs typeface="Calibri" panose="020F0502020204030204" pitchFamily="34" charset="0"/>
              </a:rPr>
              <a:t>Project Management Team</a:t>
            </a:r>
          </a:p>
        </p:txBody>
      </p:sp>
      <p:sp>
        <p:nvSpPr>
          <p:cNvPr id="24" name="Rectangle 23">
            <a:extLst>
              <a:ext uri="{FF2B5EF4-FFF2-40B4-BE49-F238E27FC236}">
                <a16:creationId xmlns:a16="http://schemas.microsoft.com/office/drawing/2014/main" id="{D4DD7EEA-0660-E347-6D12-36ECFEA2AEF8}"/>
              </a:ext>
            </a:extLst>
          </p:cNvPr>
          <p:cNvSpPr/>
          <p:nvPr/>
        </p:nvSpPr>
        <p:spPr bwMode="gray">
          <a:xfrm>
            <a:off x="4566302" y="3339825"/>
            <a:ext cx="6155438" cy="1239720"/>
          </a:xfrm>
          <a:prstGeom prst="rect">
            <a:avLst/>
          </a:prstGeom>
          <a:solidFill>
            <a:sysClr val="window" lastClr="FFFFFF"/>
          </a:solidFill>
          <a:ln w="3175" algn="ctr">
            <a:solidFill>
              <a:srgbClr val="007680"/>
            </a:solidFill>
            <a:miter lim="800000"/>
            <a:headEnd/>
            <a:tailEnd/>
          </a:ln>
        </p:spPr>
        <p:txBody>
          <a:bodyPr wrap="square" lIns="88680" tIns="88680" rIns="88680" bIns="88680" rtlCol="0" anchor="t"/>
          <a:lstStyle/>
          <a:p>
            <a:pPr marL="182432" indent="-182432" defTabSz="912160">
              <a:spcBef>
                <a:spcPts val="300"/>
              </a:spcBef>
              <a:spcAft>
                <a:spcPts val="300"/>
              </a:spcAft>
              <a:buFont typeface="Arial" pitchFamily="34" charset="0"/>
              <a:buChar char="•"/>
              <a:defRPr/>
            </a:pPr>
            <a:endParaRPr lang="en-US" sz="1397" kern="0" dirty="0">
              <a:solidFill>
                <a:prstClr val="black"/>
              </a:solidFill>
              <a:latin typeface="+mj-lt"/>
              <a:ea typeface="Calibri" panose="020F0502020204030204" pitchFamily="34" charset="0"/>
              <a:cs typeface="Calibri" panose="020F0502020204030204" pitchFamily="34" charset="0"/>
            </a:endParaRPr>
          </a:p>
        </p:txBody>
      </p:sp>
      <p:sp>
        <p:nvSpPr>
          <p:cNvPr id="25" name="Rectangle 24">
            <a:extLst>
              <a:ext uri="{FF2B5EF4-FFF2-40B4-BE49-F238E27FC236}">
                <a16:creationId xmlns:a16="http://schemas.microsoft.com/office/drawing/2014/main" id="{28EC53EF-46BD-6DF5-3A2F-5A9D772B0196}"/>
              </a:ext>
            </a:extLst>
          </p:cNvPr>
          <p:cNvSpPr/>
          <p:nvPr/>
        </p:nvSpPr>
        <p:spPr bwMode="gray">
          <a:xfrm>
            <a:off x="4658937" y="3438414"/>
            <a:ext cx="2880000" cy="288000"/>
          </a:xfrm>
          <a:prstGeom prst="rect">
            <a:avLst/>
          </a:prstGeom>
          <a:solidFill>
            <a:srgbClr val="86BC25"/>
          </a:solidFill>
          <a:ln w="3175" algn="ctr">
            <a:noFill/>
            <a:miter lim="800000"/>
            <a:headEnd/>
            <a:tailEnd/>
          </a:ln>
        </p:spPr>
        <p:txBody>
          <a:bodyPr wrap="square" lIns="88680" tIns="88680" rIns="88680" bIns="88680" rtlCol="0" anchor="ctr"/>
          <a:lstStyle/>
          <a:p>
            <a:pPr algn="ctr" defTabSz="1216183">
              <a:lnSpc>
                <a:spcPct val="106000"/>
              </a:lnSpc>
              <a:defRPr/>
            </a:pPr>
            <a:r>
              <a:rPr lang="en-US" sz="1200" kern="0" dirty="0">
                <a:solidFill>
                  <a:prstClr val="white"/>
                </a:solidFill>
                <a:latin typeface="+mj-lt"/>
                <a:ea typeface="Calibri" panose="020F0502020204030204" pitchFamily="34" charset="0"/>
                <a:cs typeface="Calibri" panose="020F0502020204030204" pitchFamily="34" charset="0"/>
              </a:rPr>
              <a:t>Deloitte</a:t>
            </a:r>
          </a:p>
        </p:txBody>
      </p:sp>
      <p:sp>
        <p:nvSpPr>
          <p:cNvPr id="26" name="Rectangle 161">
            <a:extLst>
              <a:ext uri="{FF2B5EF4-FFF2-40B4-BE49-F238E27FC236}">
                <a16:creationId xmlns:a16="http://schemas.microsoft.com/office/drawing/2014/main" id="{904F6685-4AA6-CF3E-5F64-A91855A230E5}"/>
              </a:ext>
            </a:extLst>
          </p:cNvPr>
          <p:cNvSpPr/>
          <p:nvPr/>
        </p:nvSpPr>
        <p:spPr>
          <a:xfrm>
            <a:off x="7648505" y="3801141"/>
            <a:ext cx="2880000" cy="288000"/>
          </a:xfrm>
          <a:prstGeom prst="rect">
            <a:avLst/>
          </a:prstGeom>
          <a:solidFill>
            <a:srgbClr val="DDEFE8"/>
          </a:solidFill>
          <a:ln w="3175" cap="flat" cmpd="sng" algn="ctr">
            <a:solidFill>
              <a:srgbClr val="0097A9"/>
            </a:solidFill>
            <a:prstDash val="solid"/>
          </a:ln>
          <a:effectLst/>
        </p:spPr>
        <p:txBody>
          <a:bodyPr lIns="0" rIns="0" rtlCol="0" anchor="ctr"/>
          <a:lstStyle/>
          <a:p>
            <a:pPr algn="ctr" defTabSz="1216183">
              <a:defRPr/>
            </a:pPr>
            <a:r>
              <a:rPr lang="en-US" sz="1000" b="1" kern="0" dirty="0">
                <a:solidFill>
                  <a:prstClr val="black"/>
                </a:solidFill>
                <a:latin typeface="+mj-lt"/>
                <a:ea typeface="Calibri" panose="020F0502020204030204" pitchFamily="34" charset="0"/>
                <a:cs typeface="Calibri" panose="020F0502020204030204" pitchFamily="34" charset="0"/>
              </a:rPr>
              <a:t>Project Manager</a:t>
            </a:r>
          </a:p>
        </p:txBody>
      </p:sp>
      <p:sp>
        <p:nvSpPr>
          <p:cNvPr id="27" name="Rectangle 161">
            <a:extLst>
              <a:ext uri="{FF2B5EF4-FFF2-40B4-BE49-F238E27FC236}">
                <a16:creationId xmlns:a16="http://schemas.microsoft.com/office/drawing/2014/main" id="{7A49341F-9585-48BD-CA28-42937BEEB780}"/>
              </a:ext>
            </a:extLst>
          </p:cNvPr>
          <p:cNvSpPr/>
          <p:nvPr/>
        </p:nvSpPr>
        <p:spPr>
          <a:xfrm>
            <a:off x="7648504" y="4169435"/>
            <a:ext cx="2880000" cy="288000"/>
          </a:xfrm>
          <a:prstGeom prst="rect">
            <a:avLst/>
          </a:prstGeom>
          <a:solidFill>
            <a:srgbClr val="DDEFE8"/>
          </a:solidFill>
          <a:ln w="3175" cap="flat" cmpd="sng" algn="ctr">
            <a:solidFill>
              <a:srgbClr val="0097A9"/>
            </a:solidFill>
            <a:prstDash val="solid"/>
          </a:ln>
          <a:effectLst/>
        </p:spPr>
        <p:txBody>
          <a:bodyPr lIns="0" rIns="0" rtlCol="0" anchor="ctr"/>
          <a:lstStyle/>
          <a:p>
            <a:pPr algn="ctr" defTabSz="1216183"/>
            <a:r>
              <a:rPr lang="en-US" sz="1000" b="1" kern="0" dirty="0">
                <a:solidFill>
                  <a:prstClr val="black"/>
                </a:solidFill>
                <a:latin typeface="+mj-lt"/>
                <a:ea typeface="Calibri" panose="020F0502020204030204" pitchFamily="34" charset="0"/>
                <a:cs typeface="Calibri" panose="020F0502020204030204" pitchFamily="34" charset="0"/>
              </a:rPr>
              <a:t>Process Owners</a:t>
            </a:r>
          </a:p>
        </p:txBody>
      </p:sp>
      <p:sp>
        <p:nvSpPr>
          <p:cNvPr id="28" name="Rectangle 27">
            <a:extLst>
              <a:ext uri="{FF2B5EF4-FFF2-40B4-BE49-F238E27FC236}">
                <a16:creationId xmlns:a16="http://schemas.microsoft.com/office/drawing/2014/main" id="{D39D525C-BF18-3CD0-EF0A-308FCD7D2C72}"/>
              </a:ext>
            </a:extLst>
          </p:cNvPr>
          <p:cNvSpPr/>
          <p:nvPr/>
        </p:nvSpPr>
        <p:spPr bwMode="gray">
          <a:xfrm>
            <a:off x="4589833" y="5035353"/>
            <a:ext cx="6123826" cy="256832"/>
          </a:xfrm>
          <a:prstGeom prst="rect">
            <a:avLst/>
          </a:prstGeom>
          <a:solidFill>
            <a:srgbClr val="007680"/>
          </a:solidFill>
          <a:ln w="3175" algn="ctr">
            <a:noFill/>
            <a:miter lim="800000"/>
            <a:headEnd/>
            <a:tailEnd/>
          </a:ln>
        </p:spPr>
        <p:txBody>
          <a:bodyPr wrap="square" lIns="88680" tIns="88680" rIns="88680" bIns="88680" rtlCol="0" anchor="ctr"/>
          <a:lstStyle/>
          <a:p>
            <a:pPr algn="ctr" defTabSz="1216183">
              <a:defRPr/>
            </a:pPr>
            <a:r>
              <a:rPr lang="en-US" sz="1200" b="1" dirty="0">
                <a:solidFill>
                  <a:prstClr val="white"/>
                </a:solidFill>
                <a:latin typeface="+mj-lt"/>
                <a:ea typeface="Calibri" panose="020F0502020204030204" pitchFamily="34" charset="0"/>
                <a:cs typeface="Calibri" panose="020F0502020204030204" pitchFamily="34" charset="0"/>
              </a:rPr>
              <a:t>Implementation Team</a:t>
            </a:r>
          </a:p>
        </p:txBody>
      </p:sp>
      <p:sp>
        <p:nvSpPr>
          <p:cNvPr id="29" name="Rectangle 28">
            <a:extLst>
              <a:ext uri="{FF2B5EF4-FFF2-40B4-BE49-F238E27FC236}">
                <a16:creationId xmlns:a16="http://schemas.microsoft.com/office/drawing/2014/main" id="{A0A421D6-9F82-E3AF-4020-16DEA405E301}"/>
              </a:ext>
            </a:extLst>
          </p:cNvPr>
          <p:cNvSpPr/>
          <p:nvPr/>
        </p:nvSpPr>
        <p:spPr bwMode="gray">
          <a:xfrm>
            <a:off x="4589833" y="5291346"/>
            <a:ext cx="6123826" cy="1014190"/>
          </a:xfrm>
          <a:prstGeom prst="rect">
            <a:avLst/>
          </a:prstGeom>
          <a:solidFill>
            <a:sysClr val="window" lastClr="FFFFFF"/>
          </a:solidFill>
          <a:ln w="3175" algn="ctr">
            <a:solidFill>
              <a:srgbClr val="007680"/>
            </a:solidFill>
            <a:miter lim="800000"/>
            <a:headEnd/>
            <a:tailEnd/>
          </a:ln>
        </p:spPr>
        <p:txBody>
          <a:bodyPr wrap="square" lIns="88680" tIns="88680" rIns="88680" bIns="88680" rtlCol="0" anchor="t"/>
          <a:lstStyle/>
          <a:p>
            <a:pPr marL="182432" indent="-182432" defTabSz="912160">
              <a:spcBef>
                <a:spcPts val="300"/>
              </a:spcBef>
              <a:spcAft>
                <a:spcPts val="300"/>
              </a:spcAft>
              <a:buFont typeface="Arial" pitchFamily="34" charset="0"/>
              <a:buChar char="•"/>
              <a:defRPr/>
            </a:pPr>
            <a:endParaRPr lang="en-US" sz="1397" kern="0" dirty="0">
              <a:solidFill>
                <a:prstClr val="black"/>
              </a:solidFill>
              <a:latin typeface="+mj-lt"/>
              <a:ea typeface="Calibri" panose="020F0502020204030204" pitchFamily="34" charset="0"/>
              <a:cs typeface="Calibri" panose="020F0502020204030204" pitchFamily="34" charset="0"/>
            </a:endParaRPr>
          </a:p>
        </p:txBody>
      </p:sp>
      <p:sp>
        <p:nvSpPr>
          <p:cNvPr id="30" name="Rectangle 161">
            <a:extLst>
              <a:ext uri="{FF2B5EF4-FFF2-40B4-BE49-F238E27FC236}">
                <a16:creationId xmlns:a16="http://schemas.microsoft.com/office/drawing/2014/main" id="{C2FBB78E-034A-5C6E-E769-95DAC0E77984}"/>
              </a:ext>
            </a:extLst>
          </p:cNvPr>
          <p:cNvSpPr/>
          <p:nvPr/>
        </p:nvSpPr>
        <p:spPr>
          <a:xfrm>
            <a:off x="9781712" y="5716337"/>
            <a:ext cx="868347" cy="511688"/>
          </a:xfrm>
          <a:prstGeom prst="rect">
            <a:avLst/>
          </a:prstGeom>
          <a:solidFill>
            <a:srgbClr val="DDEFE8"/>
          </a:solidFill>
          <a:ln w="3175" cap="flat" cmpd="sng" algn="ctr">
            <a:noFill/>
            <a:prstDash val="solid"/>
          </a:ln>
          <a:effectLst/>
        </p:spPr>
        <p:txBody>
          <a:bodyPr lIns="0" rIns="0" rtlCol="0" anchor="ctr"/>
          <a:lstStyle/>
          <a:p>
            <a:pPr algn="ctr" defTabSz="1216183">
              <a:defRPr/>
            </a:pPr>
            <a:r>
              <a:rPr lang="en-US" sz="1000" kern="0" dirty="0">
                <a:solidFill>
                  <a:srgbClr val="004F59"/>
                </a:solidFill>
                <a:latin typeface="+mj-lt"/>
                <a:ea typeface="Calibri" panose="020F0502020204030204" pitchFamily="34" charset="0"/>
                <a:cs typeface="Calibri" panose="020F0502020204030204" pitchFamily="34" charset="0"/>
              </a:rPr>
              <a:t>Project Enablers</a:t>
            </a:r>
          </a:p>
        </p:txBody>
      </p:sp>
      <p:sp>
        <p:nvSpPr>
          <p:cNvPr id="31" name="Rectangle 161">
            <a:extLst>
              <a:ext uri="{FF2B5EF4-FFF2-40B4-BE49-F238E27FC236}">
                <a16:creationId xmlns:a16="http://schemas.microsoft.com/office/drawing/2014/main" id="{D89788CB-79B6-5E93-FBF3-835B7786C037}"/>
              </a:ext>
            </a:extLst>
          </p:cNvPr>
          <p:cNvSpPr/>
          <p:nvPr/>
        </p:nvSpPr>
        <p:spPr>
          <a:xfrm>
            <a:off x="4645605" y="4183138"/>
            <a:ext cx="2880000" cy="288000"/>
          </a:xfrm>
          <a:prstGeom prst="rect">
            <a:avLst/>
          </a:prstGeom>
          <a:solidFill>
            <a:srgbClr val="86BC25">
              <a:lumMod val="20000"/>
              <a:lumOff val="80000"/>
            </a:srgbClr>
          </a:solidFill>
          <a:ln w="3175" cap="flat" cmpd="sng" algn="ctr">
            <a:solidFill>
              <a:srgbClr val="86BC25"/>
            </a:solidFill>
            <a:prstDash val="solid"/>
          </a:ln>
          <a:effectLst/>
        </p:spPr>
        <p:txBody>
          <a:bodyPr lIns="0" rIns="0" rtlCol="0" anchor="ctr"/>
          <a:lstStyle/>
          <a:p>
            <a:pPr algn="ctr" defTabSz="1216183">
              <a:defRPr/>
            </a:pPr>
            <a:r>
              <a:rPr lang="en-US" sz="1000" b="1" kern="0" dirty="0">
                <a:solidFill>
                  <a:prstClr val="black"/>
                </a:solidFill>
                <a:latin typeface="+mj-lt"/>
                <a:ea typeface="Calibri" panose="020F0502020204030204" pitchFamily="34" charset="0"/>
                <a:cs typeface="Calibri" panose="020F0502020204030204" pitchFamily="34" charset="0"/>
              </a:rPr>
              <a:t>Technical Lead</a:t>
            </a:r>
          </a:p>
        </p:txBody>
      </p:sp>
      <p:sp>
        <p:nvSpPr>
          <p:cNvPr id="32" name="Rectangle 161">
            <a:extLst>
              <a:ext uri="{FF2B5EF4-FFF2-40B4-BE49-F238E27FC236}">
                <a16:creationId xmlns:a16="http://schemas.microsoft.com/office/drawing/2014/main" id="{BE6D1BB3-B1F5-8768-AC50-6B170F60FAB2}"/>
              </a:ext>
            </a:extLst>
          </p:cNvPr>
          <p:cNvSpPr/>
          <p:nvPr/>
        </p:nvSpPr>
        <p:spPr>
          <a:xfrm>
            <a:off x="8232644" y="5716337"/>
            <a:ext cx="1480090" cy="214884"/>
          </a:xfrm>
          <a:prstGeom prst="rect">
            <a:avLst/>
          </a:prstGeom>
          <a:solidFill>
            <a:srgbClr val="86BC25">
              <a:lumMod val="20000"/>
              <a:lumOff val="80000"/>
            </a:srgbClr>
          </a:solidFill>
          <a:ln w="3175" cap="flat" cmpd="sng" algn="ctr">
            <a:solidFill>
              <a:srgbClr val="86BC25"/>
            </a:solidFill>
            <a:prstDash val="solid"/>
          </a:ln>
          <a:effectLst/>
        </p:spPr>
        <p:txBody>
          <a:bodyPr lIns="0" rIns="0" rtlCol="0" anchor="ctr"/>
          <a:lstStyle/>
          <a:p>
            <a:pPr algn="ctr" defTabSz="1216183">
              <a:defRPr/>
            </a:pPr>
            <a:r>
              <a:rPr lang="en-US" sz="1000" b="1" kern="0" dirty="0">
                <a:solidFill>
                  <a:prstClr val="black"/>
                </a:solidFill>
                <a:latin typeface="+mj-lt"/>
                <a:ea typeface="Calibri" panose="020F0502020204030204" pitchFamily="34" charset="0"/>
                <a:cs typeface="Calibri" panose="020F0502020204030204" pitchFamily="34" charset="0"/>
              </a:rPr>
              <a:t>Data Engineers</a:t>
            </a:r>
          </a:p>
        </p:txBody>
      </p:sp>
      <p:sp>
        <p:nvSpPr>
          <p:cNvPr id="33" name="Rectangle 161">
            <a:extLst>
              <a:ext uri="{FF2B5EF4-FFF2-40B4-BE49-F238E27FC236}">
                <a16:creationId xmlns:a16="http://schemas.microsoft.com/office/drawing/2014/main" id="{8C61F48D-0A20-D736-3F2B-B71AD3531F36}"/>
              </a:ext>
            </a:extLst>
          </p:cNvPr>
          <p:cNvSpPr/>
          <p:nvPr/>
        </p:nvSpPr>
        <p:spPr>
          <a:xfrm>
            <a:off x="6453568" y="5716337"/>
            <a:ext cx="1480090" cy="214884"/>
          </a:xfrm>
          <a:prstGeom prst="rect">
            <a:avLst/>
          </a:prstGeom>
          <a:solidFill>
            <a:srgbClr val="86BC25">
              <a:lumMod val="20000"/>
              <a:lumOff val="80000"/>
            </a:srgbClr>
          </a:solidFill>
          <a:ln w="3175" cap="flat" cmpd="sng" algn="ctr">
            <a:solidFill>
              <a:srgbClr val="86BC25"/>
            </a:solidFill>
            <a:prstDash val="solid"/>
          </a:ln>
          <a:effectLst/>
        </p:spPr>
        <p:txBody>
          <a:bodyPr lIns="0" rIns="0" rtlCol="0" anchor="ctr"/>
          <a:lstStyle/>
          <a:p>
            <a:pPr algn="ctr" defTabSz="1216183">
              <a:defRPr/>
            </a:pPr>
            <a:r>
              <a:rPr lang="en-US" sz="1000" b="1" kern="0" dirty="0">
                <a:solidFill>
                  <a:prstClr val="black"/>
                </a:solidFill>
                <a:latin typeface="+mj-lt"/>
                <a:ea typeface="Calibri" panose="020F0502020204030204" pitchFamily="34" charset="0"/>
                <a:cs typeface="Calibri" panose="020F0502020204030204" pitchFamily="34" charset="0"/>
              </a:rPr>
              <a:t>Data Analysts</a:t>
            </a:r>
          </a:p>
        </p:txBody>
      </p:sp>
      <p:sp>
        <p:nvSpPr>
          <p:cNvPr id="34" name="Rectangle 161">
            <a:extLst>
              <a:ext uri="{FF2B5EF4-FFF2-40B4-BE49-F238E27FC236}">
                <a16:creationId xmlns:a16="http://schemas.microsoft.com/office/drawing/2014/main" id="{E706FB57-2D78-43DD-C546-7D416FFE65DB}"/>
              </a:ext>
            </a:extLst>
          </p:cNvPr>
          <p:cNvSpPr/>
          <p:nvPr/>
        </p:nvSpPr>
        <p:spPr>
          <a:xfrm>
            <a:off x="4671990" y="5716338"/>
            <a:ext cx="1480090" cy="214884"/>
          </a:xfrm>
          <a:prstGeom prst="rect">
            <a:avLst/>
          </a:prstGeom>
          <a:solidFill>
            <a:srgbClr val="86BC25">
              <a:lumMod val="20000"/>
              <a:lumOff val="80000"/>
            </a:srgbClr>
          </a:solidFill>
          <a:ln w="3175" cap="flat" cmpd="sng" algn="ctr">
            <a:solidFill>
              <a:srgbClr val="86BC25"/>
            </a:solidFill>
            <a:prstDash val="solid"/>
          </a:ln>
          <a:effectLst/>
        </p:spPr>
        <p:txBody>
          <a:bodyPr lIns="0" rIns="0" rtlCol="0" anchor="ctr"/>
          <a:lstStyle/>
          <a:p>
            <a:pPr algn="ctr" defTabSz="1216183">
              <a:defRPr/>
            </a:pPr>
            <a:r>
              <a:rPr lang="en-US" sz="1000" b="1" kern="0" dirty="0">
                <a:solidFill>
                  <a:prstClr val="black"/>
                </a:solidFill>
                <a:latin typeface="+mj-lt"/>
                <a:ea typeface="Calibri" panose="020F0502020204030204" pitchFamily="34" charset="0"/>
                <a:cs typeface="Calibri" panose="020F0502020204030204" pitchFamily="34" charset="0"/>
              </a:rPr>
              <a:t>SMEs</a:t>
            </a:r>
          </a:p>
        </p:txBody>
      </p:sp>
      <p:sp>
        <p:nvSpPr>
          <p:cNvPr id="35" name="Rectangle 161">
            <a:extLst>
              <a:ext uri="{FF2B5EF4-FFF2-40B4-BE49-F238E27FC236}">
                <a16:creationId xmlns:a16="http://schemas.microsoft.com/office/drawing/2014/main" id="{5D7B2F5D-2A3C-0C8B-49D8-C6F2A051D455}"/>
              </a:ext>
            </a:extLst>
          </p:cNvPr>
          <p:cNvSpPr/>
          <p:nvPr/>
        </p:nvSpPr>
        <p:spPr>
          <a:xfrm>
            <a:off x="4658936" y="3794749"/>
            <a:ext cx="2880000" cy="288000"/>
          </a:xfrm>
          <a:prstGeom prst="rect">
            <a:avLst/>
          </a:prstGeom>
          <a:solidFill>
            <a:srgbClr val="86BC25">
              <a:lumMod val="20000"/>
              <a:lumOff val="80000"/>
            </a:srgbClr>
          </a:solidFill>
          <a:ln w="3175" cap="flat" cmpd="sng" algn="ctr">
            <a:solidFill>
              <a:srgbClr val="86BC25"/>
            </a:solidFill>
            <a:prstDash val="solid"/>
          </a:ln>
          <a:effectLst/>
        </p:spPr>
        <p:txBody>
          <a:bodyPr lIns="0" rIns="0" rtlCol="0" anchor="ctr"/>
          <a:lstStyle/>
          <a:p>
            <a:pPr algn="ctr" defTabSz="1216183">
              <a:defRPr/>
            </a:pPr>
            <a:r>
              <a:rPr lang="en-US" sz="1000" b="1" kern="0" dirty="0">
                <a:solidFill>
                  <a:prstClr val="black"/>
                </a:solidFill>
                <a:latin typeface="+mj-lt"/>
                <a:ea typeface="Calibri" panose="020F0502020204030204" pitchFamily="34" charset="0"/>
                <a:cs typeface="Calibri" panose="020F0502020204030204" pitchFamily="34" charset="0"/>
              </a:rPr>
              <a:t>Project Manager</a:t>
            </a:r>
          </a:p>
        </p:txBody>
      </p:sp>
      <p:sp>
        <p:nvSpPr>
          <p:cNvPr id="36" name="Rectangle 35">
            <a:extLst>
              <a:ext uri="{FF2B5EF4-FFF2-40B4-BE49-F238E27FC236}">
                <a16:creationId xmlns:a16="http://schemas.microsoft.com/office/drawing/2014/main" id="{ECACD77B-CF79-D902-B37B-CDBEB352ACE4}"/>
              </a:ext>
            </a:extLst>
          </p:cNvPr>
          <p:cNvSpPr/>
          <p:nvPr/>
        </p:nvSpPr>
        <p:spPr bwMode="gray">
          <a:xfrm>
            <a:off x="4852572" y="2662023"/>
            <a:ext cx="2189131" cy="259634"/>
          </a:xfrm>
          <a:prstGeom prst="rect">
            <a:avLst/>
          </a:prstGeom>
          <a:solidFill>
            <a:sysClr val="window" lastClr="FFFFFF">
              <a:lumMod val="85000"/>
            </a:sysClr>
          </a:solidFill>
          <a:ln w="3175" algn="ctr">
            <a:noFill/>
            <a:miter lim="800000"/>
            <a:headEnd/>
            <a:tailEnd/>
          </a:ln>
        </p:spPr>
        <p:txBody>
          <a:bodyPr wrap="square" lIns="88680" tIns="88680" rIns="88680" bIns="88680" rtlCol="0" anchor="ctr"/>
          <a:lstStyle/>
          <a:p>
            <a:pPr algn="ctr" defTabSz="1216183">
              <a:lnSpc>
                <a:spcPct val="106000"/>
              </a:lnSpc>
              <a:defRPr/>
            </a:pPr>
            <a:r>
              <a:rPr lang="en-US" sz="1048" kern="0" dirty="0">
                <a:solidFill>
                  <a:prstClr val="black"/>
                </a:solidFill>
                <a:latin typeface="+mj-lt"/>
                <a:ea typeface="Calibri" panose="020F0502020204030204" pitchFamily="34" charset="0"/>
                <a:cs typeface="Calibri" panose="020F0502020204030204" pitchFamily="34" charset="0"/>
              </a:rPr>
              <a:t>Status Reporting</a:t>
            </a:r>
          </a:p>
        </p:txBody>
      </p:sp>
      <p:sp>
        <p:nvSpPr>
          <p:cNvPr id="37" name="Rectangle 36">
            <a:extLst>
              <a:ext uri="{FF2B5EF4-FFF2-40B4-BE49-F238E27FC236}">
                <a16:creationId xmlns:a16="http://schemas.microsoft.com/office/drawing/2014/main" id="{F67A3ABE-9A89-80DD-EAD5-E4F598B6CB0A}"/>
              </a:ext>
            </a:extLst>
          </p:cNvPr>
          <p:cNvSpPr/>
          <p:nvPr/>
        </p:nvSpPr>
        <p:spPr bwMode="gray">
          <a:xfrm>
            <a:off x="7120248" y="2662023"/>
            <a:ext cx="2189131" cy="259634"/>
          </a:xfrm>
          <a:prstGeom prst="rect">
            <a:avLst/>
          </a:prstGeom>
          <a:solidFill>
            <a:sysClr val="window" lastClr="FFFFFF">
              <a:lumMod val="85000"/>
            </a:sysClr>
          </a:solidFill>
          <a:ln w="3175" algn="ctr">
            <a:noFill/>
            <a:miter lim="800000"/>
            <a:headEnd/>
            <a:tailEnd/>
          </a:ln>
        </p:spPr>
        <p:txBody>
          <a:bodyPr wrap="square" lIns="88680" tIns="88680" rIns="88680" bIns="88680" rtlCol="0" anchor="ctr"/>
          <a:lstStyle/>
          <a:p>
            <a:pPr algn="ctr" defTabSz="1216183">
              <a:lnSpc>
                <a:spcPct val="106000"/>
              </a:lnSpc>
              <a:defRPr/>
            </a:pPr>
            <a:r>
              <a:rPr lang="en-US" sz="1048" kern="0" dirty="0">
                <a:solidFill>
                  <a:prstClr val="black"/>
                </a:solidFill>
                <a:latin typeface="+mj-lt"/>
                <a:ea typeface="Calibri" panose="020F0502020204030204" pitchFamily="34" charset="0"/>
                <a:cs typeface="Calibri" panose="020F0502020204030204" pitchFamily="34" charset="0"/>
              </a:rPr>
              <a:t>Risks &amp; Escalations</a:t>
            </a:r>
          </a:p>
        </p:txBody>
      </p:sp>
      <p:sp>
        <p:nvSpPr>
          <p:cNvPr id="38" name="Rectangle 37">
            <a:extLst>
              <a:ext uri="{FF2B5EF4-FFF2-40B4-BE49-F238E27FC236}">
                <a16:creationId xmlns:a16="http://schemas.microsoft.com/office/drawing/2014/main" id="{2D3A4B75-8A40-5A4B-A4BC-015811288AA5}"/>
              </a:ext>
            </a:extLst>
          </p:cNvPr>
          <p:cNvSpPr/>
          <p:nvPr/>
        </p:nvSpPr>
        <p:spPr bwMode="gray">
          <a:xfrm>
            <a:off x="4852572" y="4639513"/>
            <a:ext cx="2189131" cy="236031"/>
          </a:xfrm>
          <a:prstGeom prst="rect">
            <a:avLst/>
          </a:prstGeom>
          <a:solidFill>
            <a:sysClr val="window" lastClr="FFFFFF">
              <a:lumMod val="85000"/>
            </a:sysClr>
          </a:solidFill>
          <a:ln w="3175" algn="ctr">
            <a:noFill/>
            <a:miter lim="800000"/>
            <a:headEnd/>
            <a:tailEnd/>
          </a:ln>
        </p:spPr>
        <p:txBody>
          <a:bodyPr wrap="square" lIns="88680" tIns="88680" rIns="88680" bIns="88680" rtlCol="0" anchor="ctr"/>
          <a:lstStyle/>
          <a:p>
            <a:pPr algn="ctr" defTabSz="1216183">
              <a:lnSpc>
                <a:spcPct val="106000"/>
              </a:lnSpc>
              <a:defRPr/>
            </a:pPr>
            <a:r>
              <a:rPr lang="en-US" sz="1048" kern="0" dirty="0">
                <a:solidFill>
                  <a:prstClr val="black"/>
                </a:solidFill>
                <a:latin typeface="+mj-lt"/>
                <a:ea typeface="Calibri" panose="020F0502020204030204" pitchFamily="34" charset="0"/>
                <a:cs typeface="Calibri" panose="020F0502020204030204" pitchFamily="34" charset="0"/>
              </a:rPr>
              <a:t>Deliverables Approvals</a:t>
            </a:r>
          </a:p>
        </p:txBody>
      </p:sp>
      <p:sp>
        <p:nvSpPr>
          <p:cNvPr id="39" name="Rectangle 38">
            <a:extLst>
              <a:ext uri="{FF2B5EF4-FFF2-40B4-BE49-F238E27FC236}">
                <a16:creationId xmlns:a16="http://schemas.microsoft.com/office/drawing/2014/main" id="{56A990FF-F047-F2FC-D6B0-F37572E9375E}"/>
              </a:ext>
            </a:extLst>
          </p:cNvPr>
          <p:cNvSpPr/>
          <p:nvPr/>
        </p:nvSpPr>
        <p:spPr bwMode="gray">
          <a:xfrm>
            <a:off x="7120248" y="4639513"/>
            <a:ext cx="2189131" cy="236031"/>
          </a:xfrm>
          <a:prstGeom prst="rect">
            <a:avLst/>
          </a:prstGeom>
          <a:solidFill>
            <a:sysClr val="window" lastClr="FFFFFF">
              <a:lumMod val="85000"/>
            </a:sysClr>
          </a:solidFill>
          <a:ln w="3175" algn="ctr">
            <a:noFill/>
            <a:miter lim="800000"/>
            <a:headEnd/>
            <a:tailEnd/>
          </a:ln>
        </p:spPr>
        <p:txBody>
          <a:bodyPr wrap="square" lIns="88680" tIns="88680" rIns="88680" bIns="88680" rtlCol="0" anchor="ctr"/>
          <a:lstStyle/>
          <a:p>
            <a:pPr algn="ctr" defTabSz="1216183">
              <a:lnSpc>
                <a:spcPct val="106000"/>
              </a:lnSpc>
              <a:defRPr/>
            </a:pPr>
            <a:r>
              <a:rPr lang="en-US" sz="1048" kern="0" dirty="0">
                <a:solidFill>
                  <a:prstClr val="black"/>
                </a:solidFill>
                <a:latin typeface="+mj-lt"/>
                <a:ea typeface="Calibri" panose="020F0502020204030204" pitchFamily="34" charset="0"/>
                <a:cs typeface="Calibri" panose="020F0502020204030204" pitchFamily="34" charset="0"/>
              </a:rPr>
              <a:t>Status Reporting</a:t>
            </a:r>
          </a:p>
        </p:txBody>
      </p:sp>
      <p:sp>
        <p:nvSpPr>
          <p:cNvPr id="40" name="Freeform 189">
            <a:extLst>
              <a:ext uri="{FF2B5EF4-FFF2-40B4-BE49-F238E27FC236}">
                <a16:creationId xmlns:a16="http://schemas.microsoft.com/office/drawing/2014/main" id="{60796AB2-4759-60B7-23C0-B415DC118E89}"/>
              </a:ext>
            </a:extLst>
          </p:cNvPr>
          <p:cNvSpPr>
            <a:spLocks noChangeAspect="1" noEditPoints="1"/>
          </p:cNvSpPr>
          <p:nvPr/>
        </p:nvSpPr>
        <p:spPr bwMode="auto">
          <a:xfrm>
            <a:off x="11174132" y="1835263"/>
            <a:ext cx="367042" cy="344494"/>
          </a:xfrm>
          <a:custGeom>
            <a:avLst/>
            <a:gdLst>
              <a:gd name="T0" fmla="*/ 0 w 512"/>
              <a:gd name="T1" fmla="*/ 256 h 512"/>
              <a:gd name="T2" fmla="*/ 512 w 512"/>
              <a:gd name="T3" fmla="*/ 256 h 512"/>
              <a:gd name="T4" fmla="*/ 416 w 512"/>
              <a:gd name="T5" fmla="*/ 330 h 512"/>
              <a:gd name="T6" fmla="*/ 394 w 512"/>
              <a:gd name="T7" fmla="*/ 341 h 512"/>
              <a:gd name="T8" fmla="*/ 384 w 512"/>
              <a:gd name="T9" fmla="*/ 320 h 512"/>
              <a:gd name="T10" fmla="*/ 371 w 512"/>
              <a:gd name="T11" fmla="*/ 334 h 512"/>
              <a:gd name="T12" fmla="*/ 338 w 512"/>
              <a:gd name="T13" fmla="*/ 359 h 512"/>
              <a:gd name="T14" fmla="*/ 318 w 512"/>
              <a:gd name="T15" fmla="*/ 376 h 512"/>
              <a:gd name="T16" fmla="*/ 277 w 512"/>
              <a:gd name="T17" fmla="*/ 370 h 512"/>
              <a:gd name="T18" fmla="*/ 250 w 512"/>
              <a:gd name="T19" fmla="*/ 384 h 512"/>
              <a:gd name="T20" fmla="*/ 217 w 512"/>
              <a:gd name="T21" fmla="*/ 381 h 512"/>
              <a:gd name="T22" fmla="*/ 172 w 512"/>
              <a:gd name="T23" fmla="*/ 368 h 512"/>
              <a:gd name="T24" fmla="*/ 128 w 512"/>
              <a:gd name="T25" fmla="*/ 320 h 512"/>
              <a:gd name="T26" fmla="*/ 117 w 512"/>
              <a:gd name="T27" fmla="*/ 341 h 512"/>
              <a:gd name="T28" fmla="*/ 96 w 512"/>
              <a:gd name="T29" fmla="*/ 330 h 512"/>
              <a:gd name="T30" fmla="*/ 106 w 512"/>
              <a:gd name="T31" fmla="*/ 170 h 512"/>
              <a:gd name="T32" fmla="*/ 106 w 512"/>
              <a:gd name="T33" fmla="*/ 149 h 512"/>
              <a:gd name="T34" fmla="*/ 128 w 512"/>
              <a:gd name="T35" fmla="*/ 160 h 512"/>
              <a:gd name="T36" fmla="*/ 224 w 512"/>
              <a:gd name="T37" fmla="*/ 181 h 512"/>
              <a:gd name="T38" fmla="*/ 261 w 512"/>
              <a:gd name="T39" fmla="*/ 161 h 512"/>
              <a:gd name="T40" fmla="*/ 343 w 512"/>
              <a:gd name="T41" fmla="*/ 181 h 512"/>
              <a:gd name="T42" fmla="*/ 384 w 512"/>
              <a:gd name="T43" fmla="*/ 160 h 512"/>
              <a:gd name="T44" fmla="*/ 405 w 512"/>
              <a:gd name="T45" fmla="*/ 149 h 512"/>
              <a:gd name="T46" fmla="*/ 405 w 512"/>
              <a:gd name="T47" fmla="*/ 170 h 512"/>
              <a:gd name="T48" fmla="*/ 416 w 512"/>
              <a:gd name="T49" fmla="*/ 330 h 512"/>
              <a:gd name="T50" fmla="*/ 350 w 512"/>
              <a:gd name="T51" fmla="*/ 328 h 512"/>
              <a:gd name="T52" fmla="*/ 335 w 512"/>
              <a:gd name="T53" fmla="*/ 337 h 512"/>
              <a:gd name="T54" fmla="*/ 328 w 512"/>
              <a:gd name="T55" fmla="*/ 332 h 512"/>
              <a:gd name="T56" fmla="*/ 294 w 512"/>
              <a:gd name="T57" fmla="*/ 274 h 512"/>
              <a:gd name="T58" fmla="*/ 275 w 512"/>
              <a:gd name="T59" fmla="*/ 284 h 512"/>
              <a:gd name="T60" fmla="*/ 310 w 512"/>
              <a:gd name="T61" fmla="*/ 343 h 512"/>
              <a:gd name="T62" fmla="*/ 290 w 512"/>
              <a:gd name="T63" fmla="*/ 353 h 512"/>
              <a:gd name="T64" fmla="*/ 243 w 512"/>
              <a:gd name="T65" fmla="*/ 296 h 512"/>
              <a:gd name="T66" fmla="*/ 260 w 512"/>
              <a:gd name="T67" fmla="*/ 345 h 512"/>
              <a:gd name="T68" fmla="*/ 256 w 512"/>
              <a:gd name="T69" fmla="*/ 361 h 512"/>
              <a:gd name="T70" fmla="*/ 239 w 512"/>
              <a:gd name="T71" fmla="*/ 357 h 512"/>
              <a:gd name="T72" fmla="*/ 228 w 512"/>
              <a:gd name="T73" fmla="*/ 337 h 512"/>
              <a:gd name="T74" fmla="*/ 220 w 512"/>
              <a:gd name="T75" fmla="*/ 325 h 512"/>
              <a:gd name="T76" fmla="*/ 202 w 512"/>
              <a:gd name="T77" fmla="*/ 337 h 512"/>
              <a:gd name="T78" fmla="*/ 207 w 512"/>
              <a:gd name="T79" fmla="*/ 363 h 512"/>
              <a:gd name="T80" fmla="*/ 158 w 512"/>
              <a:gd name="T81" fmla="*/ 304 h 512"/>
              <a:gd name="T82" fmla="*/ 128 w 512"/>
              <a:gd name="T83" fmla="*/ 298 h 512"/>
              <a:gd name="T84" fmla="*/ 184 w 512"/>
              <a:gd name="T85" fmla="*/ 202 h 512"/>
              <a:gd name="T86" fmla="*/ 160 w 512"/>
              <a:gd name="T87" fmla="*/ 234 h 512"/>
              <a:gd name="T88" fmla="*/ 193 w 512"/>
              <a:gd name="T89" fmla="*/ 266 h 512"/>
              <a:gd name="T90" fmla="*/ 349 w 512"/>
              <a:gd name="T91" fmla="*/ 319 h 512"/>
              <a:gd name="T92" fmla="*/ 384 w 512"/>
              <a:gd name="T93" fmla="*/ 202 h 512"/>
              <a:gd name="T94" fmla="*/ 362 w 512"/>
              <a:gd name="T95" fmla="*/ 298 h 512"/>
              <a:gd name="T96" fmla="*/ 322 w 512"/>
              <a:gd name="T97" fmla="*/ 230 h 512"/>
              <a:gd name="T98" fmla="*/ 190 w 512"/>
              <a:gd name="T99" fmla="*/ 245 h 512"/>
              <a:gd name="T100" fmla="*/ 181 w 512"/>
              <a:gd name="T101" fmla="*/ 234 h 512"/>
              <a:gd name="T102" fmla="*/ 268 w 512"/>
              <a:gd name="T103" fmla="*/ 182 h 512"/>
              <a:gd name="T104" fmla="*/ 341 w 512"/>
              <a:gd name="T105" fmla="*/ 20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6" y="330"/>
                </a:moveTo>
                <a:cubicBezTo>
                  <a:pt x="416" y="336"/>
                  <a:pt x="411" y="341"/>
                  <a:pt x="405" y="341"/>
                </a:cubicBezTo>
                <a:cubicBezTo>
                  <a:pt x="394" y="341"/>
                  <a:pt x="394" y="341"/>
                  <a:pt x="394" y="341"/>
                </a:cubicBezTo>
                <a:cubicBezTo>
                  <a:pt x="388" y="341"/>
                  <a:pt x="384" y="336"/>
                  <a:pt x="384" y="330"/>
                </a:cubicBezTo>
                <a:cubicBezTo>
                  <a:pt x="384" y="320"/>
                  <a:pt x="384" y="320"/>
                  <a:pt x="384" y="320"/>
                </a:cubicBezTo>
                <a:cubicBezTo>
                  <a:pt x="371" y="320"/>
                  <a:pt x="371" y="320"/>
                  <a:pt x="371" y="320"/>
                </a:cubicBezTo>
                <a:cubicBezTo>
                  <a:pt x="372" y="324"/>
                  <a:pt x="372" y="329"/>
                  <a:pt x="371" y="334"/>
                </a:cubicBezTo>
                <a:cubicBezTo>
                  <a:pt x="368" y="342"/>
                  <a:pt x="363" y="350"/>
                  <a:pt x="355" y="354"/>
                </a:cubicBezTo>
                <a:cubicBezTo>
                  <a:pt x="350" y="357"/>
                  <a:pt x="344" y="359"/>
                  <a:pt x="338" y="359"/>
                </a:cubicBezTo>
                <a:cubicBezTo>
                  <a:pt x="336" y="359"/>
                  <a:pt x="334" y="358"/>
                  <a:pt x="332" y="358"/>
                </a:cubicBezTo>
                <a:cubicBezTo>
                  <a:pt x="330" y="365"/>
                  <a:pt x="325" y="372"/>
                  <a:pt x="318" y="376"/>
                </a:cubicBezTo>
                <a:cubicBezTo>
                  <a:pt x="313" y="380"/>
                  <a:pt x="307" y="381"/>
                  <a:pt x="301" y="381"/>
                </a:cubicBezTo>
                <a:cubicBezTo>
                  <a:pt x="292" y="381"/>
                  <a:pt x="283" y="377"/>
                  <a:pt x="277" y="370"/>
                </a:cubicBezTo>
                <a:cubicBezTo>
                  <a:pt x="274" y="374"/>
                  <a:pt x="271" y="377"/>
                  <a:pt x="267" y="379"/>
                </a:cubicBezTo>
                <a:cubicBezTo>
                  <a:pt x="261" y="382"/>
                  <a:pt x="256" y="384"/>
                  <a:pt x="250" y="384"/>
                </a:cubicBezTo>
                <a:cubicBezTo>
                  <a:pt x="241" y="384"/>
                  <a:pt x="232" y="380"/>
                  <a:pt x="226" y="374"/>
                </a:cubicBezTo>
                <a:cubicBezTo>
                  <a:pt x="224" y="376"/>
                  <a:pt x="221" y="379"/>
                  <a:pt x="217" y="381"/>
                </a:cubicBezTo>
                <a:cubicBezTo>
                  <a:pt x="212" y="384"/>
                  <a:pt x="207" y="385"/>
                  <a:pt x="202" y="385"/>
                </a:cubicBezTo>
                <a:cubicBezTo>
                  <a:pt x="190" y="385"/>
                  <a:pt x="178" y="379"/>
                  <a:pt x="172" y="368"/>
                </a:cubicBezTo>
                <a:cubicBezTo>
                  <a:pt x="143" y="320"/>
                  <a:pt x="143" y="320"/>
                  <a:pt x="143" y="320"/>
                </a:cubicBezTo>
                <a:cubicBezTo>
                  <a:pt x="128" y="320"/>
                  <a:pt x="128" y="320"/>
                  <a:pt x="128" y="320"/>
                </a:cubicBezTo>
                <a:cubicBezTo>
                  <a:pt x="128" y="330"/>
                  <a:pt x="128" y="330"/>
                  <a:pt x="128" y="330"/>
                </a:cubicBezTo>
                <a:cubicBezTo>
                  <a:pt x="128" y="336"/>
                  <a:pt x="123" y="341"/>
                  <a:pt x="117" y="341"/>
                </a:cubicBezTo>
                <a:cubicBezTo>
                  <a:pt x="106" y="341"/>
                  <a:pt x="106" y="341"/>
                  <a:pt x="106" y="341"/>
                </a:cubicBezTo>
                <a:cubicBezTo>
                  <a:pt x="100" y="341"/>
                  <a:pt x="96" y="336"/>
                  <a:pt x="96" y="330"/>
                </a:cubicBezTo>
                <a:cubicBezTo>
                  <a:pt x="96" y="324"/>
                  <a:pt x="100" y="320"/>
                  <a:pt x="106" y="320"/>
                </a:cubicBezTo>
                <a:cubicBezTo>
                  <a:pt x="106" y="170"/>
                  <a:pt x="106" y="170"/>
                  <a:pt x="106" y="170"/>
                </a:cubicBezTo>
                <a:cubicBezTo>
                  <a:pt x="100" y="170"/>
                  <a:pt x="96" y="166"/>
                  <a:pt x="96" y="160"/>
                </a:cubicBezTo>
                <a:cubicBezTo>
                  <a:pt x="96" y="154"/>
                  <a:pt x="100" y="149"/>
                  <a:pt x="106" y="149"/>
                </a:cubicBezTo>
                <a:cubicBezTo>
                  <a:pt x="117" y="149"/>
                  <a:pt x="117" y="149"/>
                  <a:pt x="117" y="149"/>
                </a:cubicBezTo>
                <a:cubicBezTo>
                  <a:pt x="123" y="149"/>
                  <a:pt x="128" y="154"/>
                  <a:pt x="128" y="160"/>
                </a:cubicBezTo>
                <a:cubicBezTo>
                  <a:pt x="128" y="181"/>
                  <a:pt x="128" y="181"/>
                  <a:pt x="128" y="181"/>
                </a:cubicBezTo>
                <a:cubicBezTo>
                  <a:pt x="224" y="181"/>
                  <a:pt x="224" y="181"/>
                  <a:pt x="224" y="181"/>
                </a:cubicBezTo>
                <a:cubicBezTo>
                  <a:pt x="224" y="181"/>
                  <a:pt x="224" y="181"/>
                  <a:pt x="224" y="181"/>
                </a:cubicBezTo>
                <a:cubicBezTo>
                  <a:pt x="261" y="161"/>
                  <a:pt x="261" y="161"/>
                  <a:pt x="261" y="161"/>
                </a:cubicBezTo>
                <a:cubicBezTo>
                  <a:pt x="264" y="160"/>
                  <a:pt x="267" y="159"/>
                  <a:pt x="269" y="160"/>
                </a:cubicBezTo>
                <a:cubicBezTo>
                  <a:pt x="343" y="181"/>
                  <a:pt x="343" y="181"/>
                  <a:pt x="343" y="181"/>
                </a:cubicBezTo>
                <a:cubicBezTo>
                  <a:pt x="384" y="181"/>
                  <a:pt x="384" y="181"/>
                  <a:pt x="384" y="181"/>
                </a:cubicBezTo>
                <a:cubicBezTo>
                  <a:pt x="384" y="160"/>
                  <a:pt x="384" y="160"/>
                  <a:pt x="384" y="160"/>
                </a:cubicBezTo>
                <a:cubicBezTo>
                  <a:pt x="384" y="154"/>
                  <a:pt x="388" y="149"/>
                  <a:pt x="394" y="149"/>
                </a:cubicBezTo>
                <a:cubicBezTo>
                  <a:pt x="405" y="149"/>
                  <a:pt x="405" y="149"/>
                  <a:pt x="405" y="149"/>
                </a:cubicBezTo>
                <a:cubicBezTo>
                  <a:pt x="411" y="149"/>
                  <a:pt x="416" y="154"/>
                  <a:pt x="416" y="160"/>
                </a:cubicBezTo>
                <a:cubicBezTo>
                  <a:pt x="416" y="166"/>
                  <a:pt x="411" y="170"/>
                  <a:pt x="405" y="170"/>
                </a:cubicBezTo>
                <a:cubicBezTo>
                  <a:pt x="405" y="320"/>
                  <a:pt x="405" y="320"/>
                  <a:pt x="405" y="320"/>
                </a:cubicBezTo>
                <a:cubicBezTo>
                  <a:pt x="411" y="320"/>
                  <a:pt x="416" y="324"/>
                  <a:pt x="416" y="330"/>
                </a:cubicBezTo>
                <a:close/>
                <a:moveTo>
                  <a:pt x="349" y="319"/>
                </a:moveTo>
                <a:cubicBezTo>
                  <a:pt x="350" y="322"/>
                  <a:pt x="351" y="325"/>
                  <a:pt x="350" y="328"/>
                </a:cubicBezTo>
                <a:cubicBezTo>
                  <a:pt x="349" y="332"/>
                  <a:pt x="347" y="334"/>
                  <a:pt x="344" y="336"/>
                </a:cubicBezTo>
                <a:cubicBezTo>
                  <a:pt x="342" y="337"/>
                  <a:pt x="338" y="338"/>
                  <a:pt x="335" y="337"/>
                </a:cubicBezTo>
                <a:cubicBezTo>
                  <a:pt x="332" y="336"/>
                  <a:pt x="330" y="334"/>
                  <a:pt x="328" y="332"/>
                </a:cubicBezTo>
                <a:cubicBezTo>
                  <a:pt x="328" y="332"/>
                  <a:pt x="328" y="332"/>
                  <a:pt x="328" y="332"/>
                </a:cubicBezTo>
                <a:cubicBezTo>
                  <a:pt x="328" y="332"/>
                  <a:pt x="328" y="332"/>
                  <a:pt x="328" y="331"/>
                </a:cubicBezTo>
                <a:cubicBezTo>
                  <a:pt x="294" y="274"/>
                  <a:pt x="294" y="274"/>
                  <a:pt x="294" y="274"/>
                </a:cubicBezTo>
                <a:cubicBezTo>
                  <a:pt x="291" y="268"/>
                  <a:pt x="284" y="267"/>
                  <a:pt x="279" y="270"/>
                </a:cubicBezTo>
                <a:cubicBezTo>
                  <a:pt x="274" y="273"/>
                  <a:pt x="272" y="279"/>
                  <a:pt x="275" y="284"/>
                </a:cubicBezTo>
                <a:cubicBezTo>
                  <a:pt x="310" y="343"/>
                  <a:pt x="310" y="343"/>
                  <a:pt x="310" y="343"/>
                </a:cubicBezTo>
                <a:cubicBezTo>
                  <a:pt x="310" y="343"/>
                  <a:pt x="310" y="343"/>
                  <a:pt x="310" y="343"/>
                </a:cubicBezTo>
                <a:cubicBezTo>
                  <a:pt x="313" y="348"/>
                  <a:pt x="313" y="355"/>
                  <a:pt x="307" y="358"/>
                </a:cubicBezTo>
                <a:cubicBezTo>
                  <a:pt x="301" y="361"/>
                  <a:pt x="294" y="359"/>
                  <a:pt x="290" y="353"/>
                </a:cubicBezTo>
                <a:cubicBezTo>
                  <a:pt x="258" y="300"/>
                  <a:pt x="258" y="300"/>
                  <a:pt x="258" y="300"/>
                </a:cubicBezTo>
                <a:cubicBezTo>
                  <a:pt x="255" y="295"/>
                  <a:pt x="249" y="293"/>
                  <a:pt x="243" y="296"/>
                </a:cubicBezTo>
                <a:cubicBezTo>
                  <a:pt x="238" y="299"/>
                  <a:pt x="237" y="306"/>
                  <a:pt x="240" y="311"/>
                </a:cubicBezTo>
                <a:cubicBezTo>
                  <a:pt x="260" y="345"/>
                  <a:pt x="260" y="345"/>
                  <a:pt x="260" y="345"/>
                </a:cubicBezTo>
                <a:cubicBezTo>
                  <a:pt x="262" y="347"/>
                  <a:pt x="262" y="350"/>
                  <a:pt x="261" y="353"/>
                </a:cubicBezTo>
                <a:cubicBezTo>
                  <a:pt x="261" y="356"/>
                  <a:pt x="259" y="359"/>
                  <a:pt x="256" y="361"/>
                </a:cubicBezTo>
                <a:cubicBezTo>
                  <a:pt x="250" y="364"/>
                  <a:pt x="243" y="362"/>
                  <a:pt x="239" y="357"/>
                </a:cubicBezTo>
                <a:cubicBezTo>
                  <a:pt x="239" y="357"/>
                  <a:pt x="239" y="357"/>
                  <a:pt x="239" y="357"/>
                </a:cubicBezTo>
                <a:cubicBezTo>
                  <a:pt x="228" y="337"/>
                  <a:pt x="228" y="337"/>
                  <a:pt x="228" y="337"/>
                </a:cubicBezTo>
                <a:cubicBezTo>
                  <a:pt x="228" y="337"/>
                  <a:pt x="228" y="337"/>
                  <a:pt x="228" y="337"/>
                </a:cubicBezTo>
                <a:cubicBezTo>
                  <a:pt x="228" y="337"/>
                  <a:pt x="228" y="337"/>
                  <a:pt x="228" y="337"/>
                </a:cubicBezTo>
                <a:cubicBezTo>
                  <a:pt x="220" y="325"/>
                  <a:pt x="220" y="325"/>
                  <a:pt x="220" y="325"/>
                </a:cubicBezTo>
                <a:cubicBezTo>
                  <a:pt x="217" y="320"/>
                  <a:pt x="210" y="319"/>
                  <a:pt x="206" y="322"/>
                </a:cubicBezTo>
                <a:cubicBezTo>
                  <a:pt x="201" y="325"/>
                  <a:pt x="199" y="332"/>
                  <a:pt x="202" y="337"/>
                </a:cubicBezTo>
                <a:cubicBezTo>
                  <a:pt x="210" y="348"/>
                  <a:pt x="210" y="348"/>
                  <a:pt x="210" y="348"/>
                </a:cubicBezTo>
                <a:cubicBezTo>
                  <a:pt x="211" y="350"/>
                  <a:pt x="214" y="358"/>
                  <a:pt x="207" y="363"/>
                </a:cubicBezTo>
                <a:cubicBezTo>
                  <a:pt x="201" y="366"/>
                  <a:pt x="193" y="362"/>
                  <a:pt x="190" y="357"/>
                </a:cubicBezTo>
                <a:cubicBezTo>
                  <a:pt x="158" y="304"/>
                  <a:pt x="158" y="304"/>
                  <a:pt x="158" y="304"/>
                </a:cubicBezTo>
                <a:cubicBezTo>
                  <a:pt x="156" y="300"/>
                  <a:pt x="153" y="298"/>
                  <a:pt x="149" y="298"/>
                </a:cubicBezTo>
                <a:cubicBezTo>
                  <a:pt x="128" y="298"/>
                  <a:pt x="128" y="298"/>
                  <a:pt x="128" y="298"/>
                </a:cubicBezTo>
                <a:cubicBezTo>
                  <a:pt x="128" y="202"/>
                  <a:pt x="128" y="202"/>
                  <a:pt x="128" y="202"/>
                </a:cubicBezTo>
                <a:cubicBezTo>
                  <a:pt x="184" y="202"/>
                  <a:pt x="184" y="202"/>
                  <a:pt x="184" y="202"/>
                </a:cubicBezTo>
                <a:cubicBezTo>
                  <a:pt x="176" y="207"/>
                  <a:pt x="176" y="207"/>
                  <a:pt x="176" y="207"/>
                </a:cubicBezTo>
                <a:cubicBezTo>
                  <a:pt x="166" y="213"/>
                  <a:pt x="160" y="223"/>
                  <a:pt x="160" y="234"/>
                </a:cubicBezTo>
                <a:cubicBezTo>
                  <a:pt x="160" y="244"/>
                  <a:pt x="164" y="254"/>
                  <a:pt x="170" y="260"/>
                </a:cubicBezTo>
                <a:cubicBezTo>
                  <a:pt x="177" y="265"/>
                  <a:pt x="185" y="267"/>
                  <a:pt x="193" y="266"/>
                </a:cubicBezTo>
                <a:cubicBezTo>
                  <a:pt x="307" y="247"/>
                  <a:pt x="307" y="247"/>
                  <a:pt x="307" y="247"/>
                </a:cubicBezTo>
                <a:lnTo>
                  <a:pt x="349" y="319"/>
                </a:lnTo>
                <a:close/>
                <a:moveTo>
                  <a:pt x="341" y="202"/>
                </a:moveTo>
                <a:cubicBezTo>
                  <a:pt x="384" y="202"/>
                  <a:pt x="384" y="202"/>
                  <a:pt x="384" y="202"/>
                </a:cubicBezTo>
                <a:cubicBezTo>
                  <a:pt x="384" y="298"/>
                  <a:pt x="384" y="298"/>
                  <a:pt x="384" y="298"/>
                </a:cubicBezTo>
                <a:cubicBezTo>
                  <a:pt x="362" y="298"/>
                  <a:pt x="362" y="298"/>
                  <a:pt x="362" y="298"/>
                </a:cubicBezTo>
                <a:cubicBezTo>
                  <a:pt x="362" y="298"/>
                  <a:pt x="362" y="299"/>
                  <a:pt x="361" y="299"/>
                </a:cubicBezTo>
                <a:cubicBezTo>
                  <a:pt x="322" y="230"/>
                  <a:pt x="322" y="230"/>
                  <a:pt x="322" y="230"/>
                </a:cubicBezTo>
                <a:cubicBezTo>
                  <a:pt x="320" y="226"/>
                  <a:pt x="316" y="224"/>
                  <a:pt x="311" y="225"/>
                </a:cubicBezTo>
                <a:cubicBezTo>
                  <a:pt x="190" y="245"/>
                  <a:pt x="190" y="245"/>
                  <a:pt x="190" y="245"/>
                </a:cubicBezTo>
                <a:cubicBezTo>
                  <a:pt x="187" y="246"/>
                  <a:pt x="185" y="245"/>
                  <a:pt x="184" y="244"/>
                </a:cubicBezTo>
                <a:cubicBezTo>
                  <a:pt x="182" y="242"/>
                  <a:pt x="181" y="238"/>
                  <a:pt x="181" y="234"/>
                </a:cubicBezTo>
                <a:cubicBezTo>
                  <a:pt x="181" y="229"/>
                  <a:pt x="184" y="227"/>
                  <a:pt x="186" y="226"/>
                </a:cubicBezTo>
                <a:cubicBezTo>
                  <a:pt x="268" y="182"/>
                  <a:pt x="268" y="182"/>
                  <a:pt x="268" y="182"/>
                </a:cubicBezTo>
                <a:cubicBezTo>
                  <a:pt x="338" y="202"/>
                  <a:pt x="338" y="202"/>
                  <a:pt x="338" y="202"/>
                </a:cubicBezTo>
                <a:cubicBezTo>
                  <a:pt x="339" y="202"/>
                  <a:pt x="340" y="202"/>
                  <a:pt x="341" y="202"/>
                </a:cubicBezTo>
                <a:close/>
              </a:path>
            </a:pathLst>
          </a:custGeom>
          <a:solidFill>
            <a:srgbClr val="046A38"/>
          </a:solidFill>
          <a:ln>
            <a:noFill/>
          </a:ln>
        </p:spPr>
        <p:txBody>
          <a:bodyPr vert="horz" wrap="square" lIns="91440" tIns="45720" rIns="91440" bIns="45720" numCol="1" anchor="t" anchorCtr="0" compatLnSpc="1">
            <a:prstTxWarp prst="textNoShape">
              <a:avLst/>
            </a:prstTxWarp>
          </a:bodyPr>
          <a:lstStyle/>
          <a:p>
            <a:pPr defTabSz="1219170"/>
            <a:endParaRPr lang="en-US" sz="2000" dirty="0">
              <a:solidFill>
                <a:prstClr val="black"/>
              </a:solidFill>
              <a:latin typeface="+mj-lt"/>
              <a:ea typeface="Calibri" panose="020F0502020204030204" pitchFamily="34" charset="0"/>
              <a:cs typeface="Calibri" panose="020F0502020204030204" pitchFamily="34" charset="0"/>
            </a:endParaRPr>
          </a:p>
        </p:txBody>
      </p:sp>
      <p:sp>
        <p:nvSpPr>
          <p:cNvPr id="41" name="object 59">
            <a:extLst>
              <a:ext uri="{FF2B5EF4-FFF2-40B4-BE49-F238E27FC236}">
                <a16:creationId xmlns:a16="http://schemas.microsoft.com/office/drawing/2014/main" id="{D40132C4-7AE1-7B82-0AE1-E45EFBF90FBF}"/>
              </a:ext>
            </a:extLst>
          </p:cNvPr>
          <p:cNvSpPr txBox="1"/>
          <p:nvPr/>
        </p:nvSpPr>
        <p:spPr>
          <a:xfrm>
            <a:off x="10773474" y="2267803"/>
            <a:ext cx="1203850" cy="335348"/>
          </a:xfrm>
          <a:prstGeom prst="rect">
            <a:avLst/>
          </a:prstGeom>
        </p:spPr>
        <p:txBody>
          <a:bodyPr vert="horz" wrap="square" lIns="0" tIns="1206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5080" indent="15240" algn="ctr">
              <a:spcBef>
                <a:spcPts val="95"/>
              </a:spcBef>
            </a:pPr>
            <a:r>
              <a:rPr lang="en-US" sz="1050" b="1" spc="-10" dirty="0">
                <a:solidFill>
                  <a:prstClr val="black"/>
                </a:solidFill>
                <a:latin typeface="+mj-lt"/>
                <a:ea typeface="Calibri" panose="020F0502020204030204" pitchFamily="34" charset="0"/>
                <a:cs typeface="Calibri" panose="020F0502020204030204" pitchFamily="34" charset="0"/>
              </a:rPr>
              <a:t>Fortnightly/</a:t>
            </a:r>
            <a:br>
              <a:rPr lang="en-US" sz="1050" b="1" spc="-10" dirty="0">
                <a:solidFill>
                  <a:prstClr val="black"/>
                </a:solidFill>
                <a:latin typeface="+mj-lt"/>
                <a:ea typeface="Calibri" panose="020F0502020204030204" pitchFamily="34" charset="0"/>
                <a:cs typeface="Calibri" panose="020F0502020204030204" pitchFamily="34" charset="0"/>
              </a:rPr>
            </a:br>
            <a:r>
              <a:rPr lang="en-US" sz="1050" b="1" spc="-10" dirty="0">
                <a:solidFill>
                  <a:prstClr val="black"/>
                </a:solidFill>
                <a:latin typeface="+mj-lt"/>
                <a:ea typeface="Calibri" panose="020F0502020204030204" pitchFamily="34" charset="0"/>
                <a:cs typeface="Calibri" panose="020F0502020204030204" pitchFamily="34" charset="0"/>
              </a:rPr>
              <a:t>Milestone Cadence</a:t>
            </a:r>
            <a:endParaRPr lang="en-US" sz="1050" dirty="0">
              <a:solidFill>
                <a:prstClr val="black"/>
              </a:solidFill>
              <a:latin typeface="+mj-lt"/>
              <a:ea typeface="Calibri" panose="020F0502020204030204" pitchFamily="34" charset="0"/>
              <a:cs typeface="Calibri" panose="020F0502020204030204" pitchFamily="34" charset="0"/>
            </a:endParaRPr>
          </a:p>
        </p:txBody>
      </p:sp>
      <p:sp>
        <p:nvSpPr>
          <p:cNvPr id="42" name="Freeform 189">
            <a:extLst>
              <a:ext uri="{FF2B5EF4-FFF2-40B4-BE49-F238E27FC236}">
                <a16:creationId xmlns:a16="http://schemas.microsoft.com/office/drawing/2014/main" id="{68EE2821-319B-EEC1-C959-A4BCB6D6CE67}"/>
              </a:ext>
            </a:extLst>
          </p:cNvPr>
          <p:cNvSpPr>
            <a:spLocks noChangeAspect="1" noEditPoints="1"/>
          </p:cNvSpPr>
          <p:nvPr/>
        </p:nvSpPr>
        <p:spPr bwMode="auto">
          <a:xfrm>
            <a:off x="11174659" y="3454071"/>
            <a:ext cx="367042" cy="344494"/>
          </a:xfrm>
          <a:custGeom>
            <a:avLst/>
            <a:gdLst>
              <a:gd name="T0" fmla="*/ 0 w 512"/>
              <a:gd name="T1" fmla="*/ 256 h 512"/>
              <a:gd name="T2" fmla="*/ 512 w 512"/>
              <a:gd name="T3" fmla="*/ 256 h 512"/>
              <a:gd name="T4" fmla="*/ 416 w 512"/>
              <a:gd name="T5" fmla="*/ 330 h 512"/>
              <a:gd name="T6" fmla="*/ 394 w 512"/>
              <a:gd name="T7" fmla="*/ 341 h 512"/>
              <a:gd name="T8" fmla="*/ 384 w 512"/>
              <a:gd name="T9" fmla="*/ 320 h 512"/>
              <a:gd name="T10" fmla="*/ 371 w 512"/>
              <a:gd name="T11" fmla="*/ 334 h 512"/>
              <a:gd name="T12" fmla="*/ 338 w 512"/>
              <a:gd name="T13" fmla="*/ 359 h 512"/>
              <a:gd name="T14" fmla="*/ 318 w 512"/>
              <a:gd name="T15" fmla="*/ 376 h 512"/>
              <a:gd name="T16" fmla="*/ 277 w 512"/>
              <a:gd name="T17" fmla="*/ 370 h 512"/>
              <a:gd name="T18" fmla="*/ 250 w 512"/>
              <a:gd name="T19" fmla="*/ 384 h 512"/>
              <a:gd name="T20" fmla="*/ 217 w 512"/>
              <a:gd name="T21" fmla="*/ 381 h 512"/>
              <a:gd name="T22" fmla="*/ 172 w 512"/>
              <a:gd name="T23" fmla="*/ 368 h 512"/>
              <a:gd name="T24" fmla="*/ 128 w 512"/>
              <a:gd name="T25" fmla="*/ 320 h 512"/>
              <a:gd name="T26" fmla="*/ 117 w 512"/>
              <a:gd name="T27" fmla="*/ 341 h 512"/>
              <a:gd name="T28" fmla="*/ 96 w 512"/>
              <a:gd name="T29" fmla="*/ 330 h 512"/>
              <a:gd name="T30" fmla="*/ 106 w 512"/>
              <a:gd name="T31" fmla="*/ 170 h 512"/>
              <a:gd name="T32" fmla="*/ 106 w 512"/>
              <a:gd name="T33" fmla="*/ 149 h 512"/>
              <a:gd name="T34" fmla="*/ 128 w 512"/>
              <a:gd name="T35" fmla="*/ 160 h 512"/>
              <a:gd name="T36" fmla="*/ 224 w 512"/>
              <a:gd name="T37" fmla="*/ 181 h 512"/>
              <a:gd name="T38" fmla="*/ 261 w 512"/>
              <a:gd name="T39" fmla="*/ 161 h 512"/>
              <a:gd name="T40" fmla="*/ 343 w 512"/>
              <a:gd name="T41" fmla="*/ 181 h 512"/>
              <a:gd name="T42" fmla="*/ 384 w 512"/>
              <a:gd name="T43" fmla="*/ 160 h 512"/>
              <a:gd name="T44" fmla="*/ 405 w 512"/>
              <a:gd name="T45" fmla="*/ 149 h 512"/>
              <a:gd name="T46" fmla="*/ 405 w 512"/>
              <a:gd name="T47" fmla="*/ 170 h 512"/>
              <a:gd name="T48" fmla="*/ 416 w 512"/>
              <a:gd name="T49" fmla="*/ 330 h 512"/>
              <a:gd name="T50" fmla="*/ 350 w 512"/>
              <a:gd name="T51" fmla="*/ 328 h 512"/>
              <a:gd name="T52" fmla="*/ 335 w 512"/>
              <a:gd name="T53" fmla="*/ 337 h 512"/>
              <a:gd name="T54" fmla="*/ 328 w 512"/>
              <a:gd name="T55" fmla="*/ 332 h 512"/>
              <a:gd name="T56" fmla="*/ 294 w 512"/>
              <a:gd name="T57" fmla="*/ 274 h 512"/>
              <a:gd name="T58" fmla="*/ 275 w 512"/>
              <a:gd name="T59" fmla="*/ 284 h 512"/>
              <a:gd name="T60" fmla="*/ 310 w 512"/>
              <a:gd name="T61" fmla="*/ 343 h 512"/>
              <a:gd name="T62" fmla="*/ 290 w 512"/>
              <a:gd name="T63" fmla="*/ 353 h 512"/>
              <a:gd name="T64" fmla="*/ 243 w 512"/>
              <a:gd name="T65" fmla="*/ 296 h 512"/>
              <a:gd name="T66" fmla="*/ 260 w 512"/>
              <a:gd name="T67" fmla="*/ 345 h 512"/>
              <a:gd name="T68" fmla="*/ 256 w 512"/>
              <a:gd name="T69" fmla="*/ 361 h 512"/>
              <a:gd name="T70" fmla="*/ 239 w 512"/>
              <a:gd name="T71" fmla="*/ 357 h 512"/>
              <a:gd name="T72" fmla="*/ 228 w 512"/>
              <a:gd name="T73" fmla="*/ 337 h 512"/>
              <a:gd name="T74" fmla="*/ 220 w 512"/>
              <a:gd name="T75" fmla="*/ 325 h 512"/>
              <a:gd name="T76" fmla="*/ 202 w 512"/>
              <a:gd name="T77" fmla="*/ 337 h 512"/>
              <a:gd name="T78" fmla="*/ 207 w 512"/>
              <a:gd name="T79" fmla="*/ 363 h 512"/>
              <a:gd name="T80" fmla="*/ 158 w 512"/>
              <a:gd name="T81" fmla="*/ 304 h 512"/>
              <a:gd name="T82" fmla="*/ 128 w 512"/>
              <a:gd name="T83" fmla="*/ 298 h 512"/>
              <a:gd name="T84" fmla="*/ 184 w 512"/>
              <a:gd name="T85" fmla="*/ 202 h 512"/>
              <a:gd name="T86" fmla="*/ 160 w 512"/>
              <a:gd name="T87" fmla="*/ 234 h 512"/>
              <a:gd name="T88" fmla="*/ 193 w 512"/>
              <a:gd name="T89" fmla="*/ 266 h 512"/>
              <a:gd name="T90" fmla="*/ 349 w 512"/>
              <a:gd name="T91" fmla="*/ 319 h 512"/>
              <a:gd name="T92" fmla="*/ 384 w 512"/>
              <a:gd name="T93" fmla="*/ 202 h 512"/>
              <a:gd name="T94" fmla="*/ 362 w 512"/>
              <a:gd name="T95" fmla="*/ 298 h 512"/>
              <a:gd name="T96" fmla="*/ 322 w 512"/>
              <a:gd name="T97" fmla="*/ 230 h 512"/>
              <a:gd name="T98" fmla="*/ 190 w 512"/>
              <a:gd name="T99" fmla="*/ 245 h 512"/>
              <a:gd name="T100" fmla="*/ 181 w 512"/>
              <a:gd name="T101" fmla="*/ 234 h 512"/>
              <a:gd name="T102" fmla="*/ 268 w 512"/>
              <a:gd name="T103" fmla="*/ 182 h 512"/>
              <a:gd name="T104" fmla="*/ 341 w 512"/>
              <a:gd name="T105" fmla="*/ 20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6" y="330"/>
                </a:moveTo>
                <a:cubicBezTo>
                  <a:pt x="416" y="336"/>
                  <a:pt x="411" y="341"/>
                  <a:pt x="405" y="341"/>
                </a:cubicBezTo>
                <a:cubicBezTo>
                  <a:pt x="394" y="341"/>
                  <a:pt x="394" y="341"/>
                  <a:pt x="394" y="341"/>
                </a:cubicBezTo>
                <a:cubicBezTo>
                  <a:pt x="388" y="341"/>
                  <a:pt x="384" y="336"/>
                  <a:pt x="384" y="330"/>
                </a:cubicBezTo>
                <a:cubicBezTo>
                  <a:pt x="384" y="320"/>
                  <a:pt x="384" y="320"/>
                  <a:pt x="384" y="320"/>
                </a:cubicBezTo>
                <a:cubicBezTo>
                  <a:pt x="371" y="320"/>
                  <a:pt x="371" y="320"/>
                  <a:pt x="371" y="320"/>
                </a:cubicBezTo>
                <a:cubicBezTo>
                  <a:pt x="372" y="324"/>
                  <a:pt x="372" y="329"/>
                  <a:pt x="371" y="334"/>
                </a:cubicBezTo>
                <a:cubicBezTo>
                  <a:pt x="368" y="342"/>
                  <a:pt x="363" y="350"/>
                  <a:pt x="355" y="354"/>
                </a:cubicBezTo>
                <a:cubicBezTo>
                  <a:pt x="350" y="357"/>
                  <a:pt x="344" y="359"/>
                  <a:pt x="338" y="359"/>
                </a:cubicBezTo>
                <a:cubicBezTo>
                  <a:pt x="336" y="359"/>
                  <a:pt x="334" y="358"/>
                  <a:pt x="332" y="358"/>
                </a:cubicBezTo>
                <a:cubicBezTo>
                  <a:pt x="330" y="365"/>
                  <a:pt x="325" y="372"/>
                  <a:pt x="318" y="376"/>
                </a:cubicBezTo>
                <a:cubicBezTo>
                  <a:pt x="313" y="380"/>
                  <a:pt x="307" y="381"/>
                  <a:pt x="301" y="381"/>
                </a:cubicBezTo>
                <a:cubicBezTo>
                  <a:pt x="292" y="381"/>
                  <a:pt x="283" y="377"/>
                  <a:pt x="277" y="370"/>
                </a:cubicBezTo>
                <a:cubicBezTo>
                  <a:pt x="274" y="374"/>
                  <a:pt x="271" y="377"/>
                  <a:pt x="267" y="379"/>
                </a:cubicBezTo>
                <a:cubicBezTo>
                  <a:pt x="261" y="382"/>
                  <a:pt x="256" y="384"/>
                  <a:pt x="250" y="384"/>
                </a:cubicBezTo>
                <a:cubicBezTo>
                  <a:pt x="241" y="384"/>
                  <a:pt x="232" y="380"/>
                  <a:pt x="226" y="374"/>
                </a:cubicBezTo>
                <a:cubicBezTo>
                  <a:pt x="224" y="376"/>
                  <a:pt x="221" y="379"/>
                  <a:pt x="217" y="381"/>
                </a:cubicBezTo>
                <a:cubicBezTo>
                  <a:pt x="212" y="384"/>
                  <a:pt x="207" y="385"/>
                  <a:pt x="202" y="385"/>
                </a:cubicBezTo>
                <a:cubicBezTo>
                  <a:pt x="190" y="385"/>
                  <a:pt x="178" y="379"/>
                  <a:pt x="172" y="368"/>
                </a:cubicBezTo>
                <a:cubicBezTo>
                  <a:pt x="143" y="320"/>
                  <a:pt x="143" y="320"/>
                  <a:pt x="143" y="320"/>
                </a:cubicBezTo>
                <a:cubicBezTo>
                  <a:pt x="128" y="320"/>
                  <a:pt x="128" y="320"/>
                  <a:pt x="128" y="320"/>
                </a:cubicBezTo>
                <a:cubicBezTo>
                  <a:pt x="128" y="330"/>
                  <a:pt x="128" y="330"/>
                  <a:pt x="128" y="330"/>
                </a:cubicBezTo>
                <a:cubicBezTo>
                  <a:pt x="128" y="336"/>
                  <a:pt x="123" y="341"/>
                  <a:pt x="117" y="341"/>
                </a:cubicBezTo>
                <a:cubicBezTo>
                  <a:pt x="106" y="341"/>
                  <a:pt x="106" y="341"/>
                  <a:pt x="106" y="341"/>
                </a:cubicBezTo>
                <a:cubicBezTo>
                  <a:pt x="100" y="341"/>
                  <a:pt x="96" y="336"/>
                  <a:pt x="96" y="330"/>
                </a:cubicBezTo>
                <a:cubicBezTo>
                  <a:pt x="96" y="324"/>
                  <a:pt x="100" y="320"/>
                  <a:pt x="106" y="320"/>
                </a:cubicBezTo>
                <a:cubicBezTo>
                  <a:pt x="106" y="170"/>
                  <a:pt x="106" y="170"/>
                  <a:pt x="106" y="170"/>
                </a:cubicBezTo>
                <a:cubicBezTo>
                  <a:pt x="100" y="170"/>
                  <a:pt x="96" y="166"/>
                  <a:pt x="96" y="160"/>
                </a:cubicBezTo>
                <a:cubicBezTo>
                  <a:pt x="96" y="154"/>
                  <a:pt x="100" y="149"/>
                  <a:pt x="106" y="149"/>
                </a:cubicBezTo>
                <a:cubicBezTo>
                  <a:pt x="117" y="149"/>
                  <a:pt x="117" y="149"/>
                  <a:pt x="117" y="149"/>
                </a:cubicBezTo>
                <a:cubicBezTo>
                  <a:pt x="123" y="149"/>
                  <a:pt x="128" y="154"/>
                  <a:pt x="128" y="160"/>
                </a:cubicBezTo>
                <a:cubicBezTo>
                  <a:pt x="128" y="181"/>
                  <a:pt x="128" y="181"/>
                  <a:pt x="128" y="181"/>
                </a:cubicBezTo>
                <a:cubicBezTo>
                  <a:pt x="224" y="181"/>
                  <a:pt x="224" y="181"/>
                  <a:pt x="224" y="181"/>
                </a:cubicBezTo>
                <a:cubicBezTo>
                  <a:pt x="224" y="181"/>
                  <a:pt x="224" y="181"/>
                  <a:pt x="224" y="181"/>
                </a:cubicBezTo>
                <a:cubicBezTo>
                  <a:pt x="261" y="161"/>
                  <a:pt x="261" y="161"/>
                  <a:pt x="261" y="161"/>
                </a:cubicBezTo>
                <a:cubicBezTo>
                  <a:pt x="264" y="160"/>
                  <a:pt x="267" y="159"/>
                  <a:pt x="269" y="160"/>
                </a:cubicBezTo>
                <a:cubicBezTo>
                  <a:pt x="343" y="181"/>
                  <a:pt x="343" y="181"/>
                  <a:pt x="343" y="181"/>
                </a:cubicBezTo>
                <a:cubicBezTo>
                  <a:pt x="384" y="181"/>
                  <a:pt x="384" y="181"/>
                  <a:pt x="384" y="181"/>
                </a:cubicBezTo>
                <a:cubicBezTo>
                  <a:pt x="384" y="160"/>
                  <a:pt x="384" y="160"/>
                  <a:pt x="384" y="160"/>
                </a:cubicBezTo>
                <a:cubicBezTo>
                  <a:pt x="384" y="154"/>
                  <a:pt x="388" y="149"/>
                  <a:pt x="394" y="149"/>
                </a:cubicBezTo>
                <a:cubicBezTo>
                  <a:pt x="405" y="149"/>
                  <a:pt x="405" y="149"/>
                  <a:pt x="405" y="149"/>
                </a:cubicBezTo>
                <a:cubicBezTo>
                  <a:pt x="411" y="149"/>
                  <a:pt x="416" y="154"/>
                  <a:pt x="416" y="160"/>
                </a:cubicBezTo>
                <a:cubicBezTo>
                  <a:pt x="416" y="166"/>
                  <a:pt x="411" y="170"/>
                  <a:pt x="405" y="170"/>
                </a:cubicBezTo>
                <a:cubicBezTo>
                  <a:pt x="405" y="320"/>
                  <a:pt x="405" y="320"/>
                  <a:pt x="405" y="320"/>
                </a:cubicBezTo>
                <a:cubicBezTo>
                  <a:pt x="411" y="320"/>
                  <a:pt x="416" y="324"/>
                  <a:pt x="416" y="330"/>
                </a:cubicBezTo>
                <a:close/>
                <a:moveTo>
                  <a:pt x="349" y="319"/>
                </a:moveTo>
                <a:cubicBezTo>
                  <a:pt x="350" y="322"/>
                  <a:pt x="351" y="325"/>
                  <a:pt x="350" y="328"/>
                </a:cubicBezTo>
                <a:cubicBezTo>
                  <a:pt x="349" y="332"/>
                  <a:pt x="347" y="334"/>
                  <a:pt x="344" y="336"/>
                </a:cubicBezTo>
                <a:cubicBezTo>
                  <a:pt x="342" y="337"/>
                  <a:pt x="338" y="338"/>
                  <a:pt x="335" y="337"/>
                </a:cubicBezTo>
                <a:cubicBezTo>
                  <a:pt x="332" y="336"/>
                  <a:pt x="330" y="334"/>
                  <a:pt x="328" y="332"/>
                </a:cubicBezTo>
                <a:cubicBezTo>
                  <a:pt x="328" y="332"/>
                  <a:pt x="328" y="332"/>
                  <a:pt x="328" y="332"/>
                </a:cubicBezTo>
                <a:cubicBezTo>
                  <a:pt x="328" y="332"/>
                  <a:pt x="328" y="332"/>
                  <a:pt x="328" y="331"/>
                </a:cubicBezTo>
                <a:cubicBezTo>
                  <a:pt x="294" y="274"/>
                  <a:pt x="294" y="274"/>
                  <a:pt x="294" y="274"/>
                </a:cubicBezTo>
                <a:cubicBezTo>
                  <a:pt x="291" y="268"/>
                  <a:pt x="284" y="267"/>
                  <a:pt x="279" y="270"/>
                </a:cubicBezTo>
                <a:cubicBezTo>
                  <a:pt x="274" y="273"/>
                  <a:pt x="272" y="279"/>
                  <a:pt x="275" y="284"/>
                </a:cubicBezTo>
                <a:cubicBezTo>
                  <a:pt x="310" y="343"/>
                  <a:pt x="310" y="343"/>
                  <a:pt x="310" y="343"/>
                </a:cubicBezTo>
                <a:cubicBezTo>
                  <a:pt x="310" y="343"/>
                  <a:pt x="310" y="343"/>
                  <a:pt x="310" y="343"/>
                </a:cubicBezTo>
                <a:cubicBezTo>
                  <a:pt x="313" y="348"/>
                  <a:pt x="313" y="355"/>
                  <a:pt x="307" y="358"/>
                </a:cubicBezTo>
                <a:cubicBezTo>
                  <a:pt x="301" y="361"/>
                  <a:pt x="294" y="359"/>
                  <a:pt x="290" y="353"/>
                </a:cubicBezTo>
                <a:cubicBezTo>
                  <a:pt x="258" y="300"/>
                  <a:pt x="258" y="300"/>
                  <a:pt x="258" y="300"/>
                </a:cubicBezTo>
                <a:cubicBezTo>
                  <a:pt x="255" y="295"/>
                  <a:pt x="249" y="293"/>
                  <a:pt x="243" y="296"/>
                </a:cubicBezTo>
                <a:cubicBezTo>
                  <a:pt x="238" y="299"/>
                  <a:pt x="237" y="306"/>
                  <a:pt x="240" y="311"/>
                </a:cubicBezTo>
                <a:cubicBezTo>
                  <a:pt x="260" y="345"/>
                  <a:pt x="260" y="345"/>
                  <a:pt x="260" y="345"/>
                </a:cubicBezTo>
                <a:cubicBezTo>
                  <a:pt x="262" y="347"/>
                  <a:pt x="262" y="350"/>
                  <a:pt x="261" y="353"/>
                </a:cubicBezTo>
                <a:cubicBezTo>
                  <a:pt x="261" y="356"/>
                  <a:pt x="259" y="359"/>
                  <a:pt x="256" y="361"/>
                </a:cubicBezTo>
                <a:cubicBezTo>
                  <a:pt x="250" y="364"/>
                  <a:pt x="243" y="362"/>
                  <a:pt x="239" y="357"/>
                </a:cubicBezTo>
                <a:cubicBezTo>
                  <a:pt x="239" y="357"/>
                  <a:pt x="239" y="357"/>
                  <a:pt x="239" y="357"/>
                </a:cubicBezTo>
                <a:cubicBezTo>
                  <a:pt x="228" y="337"/>
                  <a:pt x="228" y="337"/>
                  <a:pt x="228" y="337"/>
                </a:cubicBezTo>
                <a:cubicBezTo>
                  <a:pt x="228" y="337"/>
                  <a:pt x="228" y="337"/>
                  <a:pt x="228" y="337"/>
                </a:cubicBezTo>
                <a:cubicBezTo>
                  <a:pt x="228" y="337"/>
                  <a:pt x="228" y="337"/>
                  <a:pt x="228" y="337"/>
                </a:cubicBezTo>
                <a:cubicBezTo>
                  <a:pt x="220" y="325"/>
                  <a:pt x="220" y="325"/>
                  <a:pt x="220" y="325"/>
                </a:cubicBezTo>
                <a:cubicBezTo>
                  <a:pt x="217" y="320"/>
                  <a:pt x="210" y="319"/>
                  <a:pt x="206" y="322"/>
                </a:cubicBezTo>
                <a:cubicBezTo>
                  <a:pt x="201" y="325"/>
                  <a:pt x="199" y="332"/>
                  <a:pt x="202" y="337"/>
                </a:cubicBezTo>
                <a:cubicBezTo>
                  <a:pt x="210" y="348"/>
                  <a:pt x="210" y="348"/>
                  <a:pt x="210" y="348"/>
                </a:cubicBezTo>
                <a:cubicBezTo>
                  <a:pt x="211" y="350"/>
                  <a:pt x="214" y="358"/>
                  <a:pt x="207" y="363"/>
                </a:cubicBezTo>
                <a:cubicBezTo>
                  <a:pt x="201" y="366"/>
                  <a:pt x="193" y="362"/>
                  <a:pt x="190" y="357"/>
                </a:cubicBezTo>
                <a:cubicBezTo>
                  <a:pt x="158" y="304"/>
                  <a:pt x="158" y="304"/>
                  <a:pt x="158" y="304"/>
                </a:cubicBezTo>
                <a:cubicBezTo>
                  <a:pt x="156" y="300"/>
                  <a:pt x="153" y="298"/>
                  <a:pt x="149" y="298"/>
                </a:cubicBezTo>
                <a:cubicBezTo>
                  <a:pt x="128" y="298"/>
                  <a:pt x="128" y="298"/>
                  <a:pt x="128" y="298"/>
                </a:cubicBezTo>
                <a:cubicBezTo>
                  <a:pt x="128" y="202"/>
                  <a:pt x="128" y="202"/>
                  <a:pt x="128" y="202"/>
                </a:cubicBezTo>
                <a:cubicBezTo>
                  <a:pt x="184" y="202"/>
                  <a:pt x="184" y="202"/>
                  <a:pt x="184" y="202"/>
                </a:cubicBezTo>
                <a:cubicBezTo>
                  <a:pt x="176" y="207"/>
                  <a:pt x="176" y="207"/>
                  <a:pt x="176" y="207"/>
                </a:cubicBezTo>
                <a:cubicBezTo>
                  <a:pt x="166" y="213"/>
                  <a:pt x="160" y="223"/>
                  <a:pt x="160" y="234"/>
                </a:cubicBezTo>
                <a:cubicBezTo>
                  <a:pt x="160" y="244"/>
                  <a:pt x="164" y="254"/>
                  <a:pt x="170" y="260"/>
                </a:cubicBezTo>
                <a:cubicBezTo>
                  <a:pt x="177" y="265"/>
                  <a:pt x="185" y="267"/>
                  <a:pt x="193" y="266"/>
                </a:cubicBezTo>
                <a:cubicBezTo>
                  <a:pt x="307" y="247"/>
                  <a:pt x="307" y="247"/>
                  <a:pt x="307" y="247"/>
                </a:cubicBezTo>
                <a:lnTo>
                  <a:pt x="349" y="319"/>
                </a:lnTo>
                <a:close/>
                <a:moveTo>
                  <a:pt x="341" y="202"/>
                </a:moveTo>
                <a:cubicBezTo>
                  <a:pt x="384" y="202"/>
                  <a:pt x="384" y="202"/>
                  <a:pt x="384" y="202"/>
                </a:cubicBezTo>
                <a:cubicBezTo>
                  <a:pt x="384" y="298"/>
                  <a:pt x="384" y="298"/>
                  <a:pt x="384" y="298"/>
                </a:cubicBezTo>
                <a:cubicBezTo>
                  <a:pt x="362" y="298"/>
                  <a:pt x="362" y="298"/>
                  <a:pt x="362" y="298"/>
                </a:cubicBezTo>
                <a:cubicBezTo>
                  <a:pt x="362" y="298"/>
                  <a:pt x="362" y="299"/>
                  <a:pt x="361" y="299"/>
                </a:cubicBezTo>
                <a:cubicBezTo>
                  <a:pt x="322" y="230"/>
                  <a:pt x="322" y="230"/>
                  <a:pt x="322" y="230"/>
                </a:cubicBezTo>
                <a:cubicBezTo>
                  <a:pt x="320" y="226"/>
                  <a:pt x="316" y="224"/>
                  <a:pt x="311" y="225"/>
                </a:cubicBezTo>
                <a:cubicBezTo>
                  <a:pt x="190" y="245"/>
                  <a:pt x="190" y="245"/>
                  <a:pt x="190" y="245"/>
                </a:cubicBezTo>
                <a:cubicBezTo>
                  <a:pt x="187" y="246"/>
                  <a:pt x="185" y="245"/>
                  <a:pt x="184" y="244"/>
                </a:cubicBezTo>
                <a:cubicBezTo>
                  <a:pt x="182" y="242"/>
                  <a:pt x="181" y="238"/>
                  <a:pt x="181" y="234"/>
                </a:cubicBezTo>
                <a:cubicBezTo>
                  <a:pt x="181" y="229"/>
                  <a:pt x="184" y="227"/>
                  <a:pt x="186" y="226"/>
                </a:cubicBezTo>
                <a:cubicBezTo>
                  <a:pt x="268" y="182"/>
                  <a:pt x="268" y="182"/>
                  <a:pt x="268" y="182"/>
                </a:cubicBezTo>
                <a:cubicBezTo>
                  <a:pt x="338" y="202"/>
                  <a:pt x="338" y="202"/>
                  <a:pt x="338" y="202"/>
                </a:cubicBezTo>
                <a:cubicBezTo>
                  <a:pt x="339" y="202"/>
                  <a:pt x="340" y="202"/>
                  <a:pt x="341" y="202"/>
                </a:cubicBezTo>
                <a:close/>
              </a:path>
            </a:pathLst>
          </a:custGeom>
          <a:solidFill>
            <a:srgbClr val="046A38"/>
          </a:solidFill>
          <a:ln>
            <a:noFill/>
          </a:ln>
        </p:spPr>
        <p:txBody>
          <a:bodyPr vert="horz" wrap="square" lIns="91440" tIns="45720" rIns="91440" bIns="45720" numCol="1" anchor="t" anchorCtr="0" compatLnSpc="1">
            <a:prstTxWarp prst="textNoShape">
              <a:avLst/>
            </a:prstTxWarp>
          </a:bodyPr>
          <a:lstStyle/>
          <a:p>
            <a:pPr defTabSz="1219170"/>
            <a:endParaRPr lang="en-US" sz="2000" dirty="0">
              <a:solidFill>
                <a:prstClr val="black"/>
              </a:solidFill>
              <a:latin typeface="+mj-lt"/>
              <a:ea typeface="Calibri" panose="020F0502020204030204" pitchFamily="34" charset="0"/>
              <a:cs typeface="Calibri" panose="020F0502020204030204" pitchFamily="34" charset="0"/>
            </a:endParaRPr>
          </a:p>
        </p:txBody>
      </p:sp>
      <p:sp>
        <p:nvSpPr>
          <p:cNvPr id="43" name="object 59">
            <a:extLst>
              <a:ext uri="{FF2B5EF4-FFF2-40B4-BE49-F238E27FC236}">
                <a16:creationId xmlns:a16="http://schemas.microsoft.com/office/drawing/2014/main" id="{9878A9D7-7E21-9199-8ECC-C8CD3460D97F}"/>
              </a:ext>
            </a:extLst>
          </p:cNvPr>
          <p:cNvSpPr txBox="1"/>
          <p:nvPr/>
        </p:nvSpPr>
        <p:spPr>
          <a:xfrm>
            <a:off x="10862947" y="3886611"/>
            <a:ext cx="1025958" cy="348172"/>
          </a:xfrm>
          <a:prstGeom prst="rect">
            <a:avLst/>
          </a:prstGeom>
        </p:spPr>
        <p:txBody>
          <a:bodyPr vert="horz" wrap="square" lIns="0" tIns="1206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5080" indent="15240" algn="ctr">
              <a:spcBef>
                <a:spcPts val="95"/>
              </a:spcBef>
            </a:pPr>
            <a:r>
              <a:rPr lang="en-US" sz="1050" b="1" spc="-10" dirty="0">
                <a:solidFill>
                  <a:prstClr val="black"/>
                </a:solidFill>
                <a:latin typeface="+mj-lt"/>
                <a:ea typeface="Calibri" panose="020F0502020204030204" pitchFamily="34" charset="0"/>
                <a:cs typeface="Calibri" panose="020F0502020204030204" pitchFamily="34" charset="0"/>
              </a:rPr>
              <a:t>Weekly </a:t>
            </a:r>
          </a:p>
          <a:p>
            <a:pPr marL="12700" marR="5080" indent="15240" algn="ctr">
              <a:spcBef>
                <a:spcPts val="95"/>
              </a:spcBef>
            </a:pPr>
            <a:r>
              <a:rPr lang="en-US" sz="1050" b="1" spc="-10" dirty="0">
                <a:solidFill>
                  <a:prstClr val="black"/>
                </a:solidFill>
                <a:latin typeface="+mj-lt"/>
                <a:ea typeface="Calibri" panose="020F0502020204030204" pitchFamily="34" charset="0"/>
                <a:cs typeface="Calibri" panose="020F0502020204030204" pitchFamily="34" charset="0"/>
              </a:rPr>
              <a:t>Cadence</a:t>
            </a:r>
            <a:endParaRPr lang="en-US" sz="1050" dirty="0">
              <a:solidFill>
                <a:prstClr val="black"/>
              </a:solidFill>
              <a:latin typeface="+mj-lt"/>
              <a:ea typeface="Calibri" panose="020F0502020204030204" pitchFamily="34" charset="0"/>
              <a:cs typeface="Calibri" panose="020F0502020204030204" pitchFamily="34" charset="0"/>
            </a:endParaRPr>
          </a:p>
        </p:txBody>
      </p:sp>
      <p:sp>
        <p:nvSpPr>
          <p:cNvPr id="44" name="Freeform 189">
            <a:extLst>
              <a:ext uri="{FF2B5EF4-FFF2-40B4-BE49-F238E27FC236}">
                <a16:creationId xmlns:a16="http://schemas.microsoft.com/office/drawing/2014/main" id="{59B19347-818A-B106-F37E-597FE6EE63EB}"/>
              </a:ext>
            </a:extLst>
          </p:cNvPr>
          <p:cNvSpPr>
            <a:spLocks noChangeAspect="1" noEditPoints="1"/>
          </p:cNvSpPr>
          <p:nvPr/>
        </p:nvSpPr>
        <p:spPr bwMode="auto">
          <a:xfrm>
            <a:off x="11174132" y="5242687"/>
            <a:ext cx="367042" cy="344494"/>
          </a:xfrm>
          <a:custGeom>
            <a:avLst/>
            <a:gdLst>
              <a:gd name="T0" fmla="*/ 0 w 512"/>
              <a:gd name="T1" fmla="*/ 256 h 512"/>
              <a:gd name="T2" fmla="*/ 512 w 512"/>
              <a:gd name="T3" fmla="*/ 256 h 512"/>
              <a:gd name="T4" fmla="*/ 416 w 512"/>
              <a:gd name="T5" fmla="*/ 330 h 512"/>
              <a:gd name="T6" fmla="*/ 394 w 512"/>
              <a:gd name="T7" fmla="*/ 341 h 512"/>
              <a:gd name="T8" fmla="*/ 384 w 512"/>
              <a:gd name="T9" fmla="*/ 320 h 512"/>
              <a:gd name="T10" fmla="*/ 371 w 512"/>
              <a:gd name="T11" fmla="*/ 334 h 512"/>
              <a:gd name="T12" fmla="*/ 338 w 512"/>
              <a:gd name="T13" fmla="*/ 359 h 512"/>
              <a:gd name="T14" fmla="*/ 318 w 512"/>
              <a:gd name="T15" fmla="*/ 376 h 512"/>
              <a:gd name="T16" fmla="*/ 277 w 512"/>
              <a:gd name="T17" fmla="*/ 370 h 512"/>
              <a:gd name="T18" fmla="*/ 250 w 512"/>
              <a:gd name="T19" fmla="*/ 384 h 512"/>
              <a:gd name="T20" fmla="*/ 217 w 512"/>
              <a:gd name="T21" fmla="*/ 381 h 512"/>
              <a:gd name="T22" fmla="*/ 172 w 512"/>
              <a:gd name="T23" fmla="*/ 368 h 512"/>
              <a:gd name="T24" fmla="*/ 128 w 512"/>
              <a:gd name="T25" fmla="*/ 320 h 512"/>
              <a:gd name="T26" fmla="*/ 117 w 512"/>
              <a:gd name="T27" fmla="*/ 341 h 512"/>
              <a:gd name="T28" fmla="*/ 96 w 512"/>
              <a:gd name="T29" fmla="*/ 330 h 512"/>
              <a:gd name="T30" fmla="*/ 106 w 512"/>
              <a:gd name="T31" fmla="*/ 170 h 512"/>
              <a:gd name="T32" fmla="*/ 106 w 512"/>
              <a:gd name="T33" fmla="*/ 149 h 512"/>
              <a:gd name="T34" fmla="*/ 128 w 512"/>
              <a:gd name="T35" fmla="*/ 160 h 512"/>
              <a:gd name="T36" fmla="*/ 224 w 512"/>
              <a:gd name="T37" fmla="*/ 181 h 512"/>
              <a:gd name="T38" fmla="*/ 261 w 512"/>
              <a:gd name="T39" fmla="*/ 161 h 512"/>
              <a:gd name="T40" fmla="*/ 343 w 512"/>
              <a:gd name="T41" fmla="*/ 181 h 512"/>
              <a:gd name="T42" fmla="*/ 384 w 512"/>
              <a:gd name="T43" fmla="*/ 160 h 512"/>
              <a:gd name="T44" fmla="*/ 405 w 512"/>
              <a:gd name="T45" fmla="*/ 149 h 512"/>
              <a:gd name="T46" fmla="*/ 405 w 512"/>
              <a:gd name="T47" fmla="*/ 170 h 512"/>
              <a:gd name="T48" fmla="*/ 416 w 512"/>
              <a:gd name="T49" fmla="*/ 330 h 512"/>
              <a:gd name="T50" fmla="*/ 350 w 512"/>
              <a:gd name="T51" fmla="*/ 328 h 512"/>
              <a:gd name="T52" fmla="*/ 335 w 512"/>
              <a:gd name="T53" fmla="*/ 337 h 512"/>
              <a:gd name="T54" fmla="*/ 328 w 512"/>
              <a:gd name="T55" fmla="*/ 332 h 512"/>
              <a:gd name="T56" fmla="*/ 294 w 512"/>
              <a:gd name="T57" fmla="*/ 274 h 512"/>
              <a:gd name="T58" fmla="*/ 275 w 512"/>
              <a:gd name="T59" fmla="*/ 284 h 512"/>
              <a:gd name="T60" fmla="*/ 310 w 512"/>
              <a:gd name="T61" fmla="*/ 343 h 512"/>
              <a:gd name="T62" fmla="*/ 290 w 512"/>
              <a:gd name="T63" fmla="*/ 353 h 512"/>
              <a:gd name="T64" fmla="*/ 243 w 512"/>
              <a:gd name="T65" fmla="*/ 296 h 512"/>
              <a:gd name="T66" fmla="*/ 260 w 512"/>
              <a:gd name="T67" fmla="*/ 345 h 512"/>
              <a:gd name="T68" fmla="*/ 256 w 512"/>
              <a:gd name="T69" fmla="*/ 361 h 512"/>
              <a:gd name="T70" fmla="*/ 239 w 512"/>
              <a:gd name="T71" fmla="*/ 357 h 512"/>
              <a:gd name="T72" fmla="*/ 228 w 512"/>
              <a:gd name="T73" fmla="*/ 337 h 512"/>
              <a:gd name="T74" fmla="*/ 220 w 512"/>
              <a:gd name="T75" fmla="*/ 325 h 512"/>
              <a:gd name="T76" fmla="*/ 202 w 512"/>
              <a:gd name="T77" fmla="*/ 337 h 512"/>
              <a:gd name="T78" fmla="*/ 207 w 512"/>
              <a:gd name="T79" fmla="*/ 363 h 512"/>
              <a:gd name="T80" fmla="*/ 158 w 512"/>
              <a:gd name="T81" fmla="*/ 304 h 512"/>
              <a:gd name="T82" fmla="*/ 128 w 512"/>
              <a:gd name="T83" fmla="*/ 298 h 512"/>
              <a:gd name="T84" fmla="*/ 184 w 512"/>
              <a:gd name="T85" fmla="*/ 202 h 512"/>
              <a:gd name="T86" fmla="*/ 160 w 512"/>
              <a:gd name="T87" fmla="*/ 234 h 512"/>
              <a:gd name="T88" fmla="*/ 193 w 512"/>
              <a:gd name="T89" fmla="*/ 266 h 512"/>
              <a:gd name="T90" fmla="*/ 349 w 512"/>
              <a:gd name="T91" fmla="*/ 319 h 512"/>
              <a:gd name="T92" fmla="*/ 384 w 512"/>
              <a:gd name="T93" fmla="*/ 202 h 512"/>
              <a:gd name="T94" fmla="*/ 362 w 512"/>
              <a:gd name="T95" fmla="*/ 298 h 512"/>
              <a:gd name="T96" fmla="*/ 322 w 512"/>
              <a:gd name="T97" fmla="*/ 230 h 512"/>
              <a:gd name="T98" fmla="*/ 190 w 512"/>
              <a:gd name="T99" fmla="*/ 245 h 512"/>
              <a:gd name="T100" fmla="*/ 181 w 512"/>
              <a:gd name="T101" fmla="*/ 234 h 512"/>
              <a:gd name="T102" fmla="*/ 268 w 512"/>
              <a:gd name="T103" fmla="*/ 182 h 512"/>
              <a:gd name="T104" fmla="*/ 341 w 512"/>
              <a:gd name="T105" fmla="*/ 202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16" y="330"/>
                </a:moveTo>
                <a:cubicBezTo>
                  <a:pt x="416" y="336"/>
                  <a:pt x="411" y="341"/>
                  <a:pt x="405" y="341"/>
                </a:cubicBezTo>
                <a:cubicBezTo>
                  <a:pt x="394" y="341"/>
                  <a:pt x="394" y="341"/>
                  <a:pt x="394" y="341"/>
                </a:cubicBezTo>
                <a:cubicBezTo>
                  <a:pt x="388" y="341"/>
                  <a:pt x="384" y="336"/>
                  <a:pt x="384" y="330"/>
                </a:cubicBezTo>
                <a:cubicBezTo>
                  <a:pt x="384" y="320"/>
                  <a:pt x="384" y="320"/>
                  <a:pt x="384" y="320"/>
                </a:cubicBezTo>
                <a:cubicBezTo>
                  <a:pt x="371" y="320"/>
                  <a:pt x="371" y="320"/>
                  <a:pt x="371" y="320"/>
                </a:cubicBezTo>
                <a:cubicBezTo>
                  <a:pt x="372" y="324"/>
                  <a:pt x="372" y="329"/>
                  <a:pt x="371" y="334"/>
                </a:cubicBezTo>
                <a:cubicBezTo>
                  <a:pt x="368" y="342"/>
                  <a:pt x="363" y="350"/>
                  <a:pt x="355" y="354"/>
                </a:cubicBezTo>
                <a:cubicBezTo>
                  <a:pt x="350" y="357"/>
                  <a:pt x="344" y="359"/>
                  <a:pt x="338" y="359"/>
                </a:cubicBezTo>
                <a:cubicBezTo>
                  <a:pt x="336" y="359"/>
                  <a:pt x="334" y="358"/>
                  <a:pt x="332" y="358"/>
                </a:cubicBezTo>
                <a:cubicBezTo>
                  <a:pt x="330" y="365"/>
                  <a:pt x="325" y="372"/>
                  <a:pt x="318" y="376"/>
                </a:cubicBezTo>
                <a:cubicBezTo>
                  <a:pt x="313" y="380"/>
                  <a:pt x="307" y="381"/>
                  <a:pt x="301" y="381"/>
                </a:cubicBezTo>
                <a:cubicBezTo>
                  <a:pt x="292" y="381"/>
                  <a:pt x="283" y="377"/>
                  <a:pt x="277" y="370"/>
                </a:cubicBezTo>
                <a:cubicBezTo>
                  <a:pt x="274" y="374"/>
                  <a:pt x="271" y="377"/>
                  <a:pt x="267" y="379"/>
                </a:cubicBezTo>
                <a:cubicBezTo>
                  <a:pt x="261" y="382"/>
                  <a:pt x="256" y="384"/>
                  <a:pt x="250" y="384"/>
                </a:cubicBezTo>
                <a:cubicBezTo>
                  <a:pt x="241" y="384"/>
                  <a:pt x="232" y="380"/>
                  <a:pt x="226" y="374"/>
                </a:cubicBezTo>
                <a:cubicBezTo>
                  <a:pt x="224" y="376"/>
                  <a:pt x="221" y="379"/>
                  <a:pt x="217" y="381"/>
                </a:cubicBezTo>
                <a:cubicBezTo>
                  <a:pt x="212" y="384"/>
                  <a:pt x="207" y="385"/>
                  <a:pt x="202" y="385"/>
                </a:cubicBezTo>
                <a:cubicBezTo>
                  <a:pt x="190" y="385"/>
                  <a:pt x="178" y="379"/>
                  <a:pt x="172" y="368"/>
                </a:cubicBezTo>
                <a:cubicBezTo>
                  <a:pt x="143" y="320"/>
                  <a:pt x="143" y="320"/>
                  <a:pt x="143" y="320"/>
                </a:cubicBezTo>
                <a:cubicBezTo>
                  <a:pt x="128" y="320"/>
                  <a:pt x="128" y="320"/>
                  <a:pt x="128" y="320"/>
                </a:cubicBezTo>
                <a:cubicBezTo>
                  <a:pt x="128" y="330"/>
                  <a:pt x="128" y="330"/>
                  <a:pt x="128" y="330"/>
                </a:cubicBezTo>
                <a:cubicBezTo>
                  <a:pt x="128" y="336"/>
                  <a:pt x="123" y="341"/>
                  <a:pt x="117" y="341"/>
                </a:cubicBezTo>
                <a:cubicBezTo>
                  <a:pt x="106" y="341"/>
                  <a:pt x="106" y="341"/>
                  <a:pt x="106" y="341"/>
                </a:cubicBezTo>
                <a:cubicBezTo>
                  <a:pt x="100" y="341"/>
                  <a:pt x="96" y="336"/>
                  <a:pt x="96" y="330"/>
                </a:cubicBezTo>
                <a:cubicBezTo>
                  <a:pt x="96" y="324"/>
                  <a:pt x="100" y="320"/>
                  <a:pt x="106" y="320"/>
                </a:cubicBezTo>
                <a:cubicBezTo>
                  <a:pt x="106" y="170"/>
                  <a:pt x="106" y="170"/>
                  <a:pt x="106" y="170"/>
                </a:cubicBezTo>
                <a:cubicBezTo>
                  <a:pt x="100" y="170"/>
                  <a:pt x="96" y="166"/>
                  <a:pt x="96" y="160"/>
                </a:cubicBezTo>
                <a:cubicBezTo>
                  <a:pt x="96" y="154"/>
                  <a:pt x="100" y="149"/>
                  <a:pt x="106" y="149"/>
                </a:cubicBezTo>
                <a:cubicBezTo>
                  <a:pt x="117" y="149"/>
                  <a:pt x="117" y="149"/>
                  <a:pt x="117" y="149"/>
                </a:cubicBezTo>
                <a:cubicBezTo>
                  <a:pt x="123" y="149"/>
                  <a:pt x="128" y="154"/>
                  <a:pt x="128" y="160"/>
                </a:cubicBezTo>
                <a:cubicBezTo>
                  <a:pt x="128" y="181"/>
                  <a:pt x="128" y="181"/>
                  <a:pt x="128" y="181"/>
                </a:cubicBezTo>
                <a:cubicBezTo>
                  <a:pt x="224" y="181"/>
                  <a:pt x="224" y="181"/>
                  <a:pt x="224" y="181"/>
                </a:cubicBezTo>
                <a:cubicBezTo>
                  <a:pt x="224" y="181"/>
                  <a:pt x="224" y="181"/>
                  <a:pt x="224" y="181"/>
                </a:cubicBezTo>
                <a:cubicBezTo>
                  <a:pt x="261" y="161"/>
                  <a:pt x="261" y="161"/>
                  <a:pt x="261" y="161"/>
                </a:cubicBezTo>
                <a:cubicBezTo>
                  <a:pt x="264" y="160"/>
                  <a:pt x="267" y="159"/>
                  <a:pt x="269" y="160"/>
                </a:cubicBezTo>
                <a:cubicBezTo>
                  <a:pt x="343" y="181"/>
                  <a:pt x="343" y="181"/>
                  <a:pt x="343" y="181"/>
                </a:cubicBezTo>
                <a:cubicBezTo>
                  <a:pt x="384" y="181"/>
                  <a:pt x="384" y="181"/>
                  <a:pt x="384" y="181"/>
                </a:cubicBezTo>
                <a:cubicBezTo>
                  <a:pt x="384" y="160"/>
                  <a:pt x="384" y="160"/>
                  <a:pt x="384" y="160"/>
                </a:cubicBezTo>
                <a:cubicBezTo>
                  <a:pt x="384" y="154"/>
                  <a:pt x="388" y="149"/>
                  <a:pt x="394" y="149"/>
                </a:cubicBezTo>
                <a:cubicBezTo>
                  <a:pt x="405" y="149"/>
                  <a:pt x="405" y="149"/>
                  <a:pt x="405" y="149"/>
                </a:cubicBezTo>
                <a:cubicBezTo>
                  <a:pt x="411" y="149"/>
                  <a:pt x="416" y="154"/>
                  <a:pt x="416" y="160"/>
                </a:cubicBezTo>
                <a:cubicBezTo>
                  <a:pt x="416" y="166"/>
                  <a:pt x="411" y="170"/>
                  <a:pt x="405" y="170"/>
                </a:cubicBezTo>
                <a:cubicBezTo>
                  <a:pt x="405" y="320"/>
                  <a:pt x="405" y="320"/>
                  <a:pt x="405" y="320"/>
                </a:cubicBezTo>
                <a:cubicBezTo>
                  <a:pt x="411" y="320"/>
                  <a:pt x="416" y="324"/>
                  <a:pt x="416" y="330"/>
                </a:cubicBezTo>
                <a:close/>
                <a:moveTo>
                  <a:pt x="349" y="319"/>
                </a:moveTo>
                <a:cubicBezTo>
                  <a:pt x="350" y="322"/>
                  <a:pt x="351" y="325"/>
                  <a:pt x="350" y="328"/>
                </a:cubicBezTo>
                <a:cubicBezTo>
                  <a:pt x="349" y="332"/>
                  <a:pt x="347" y="334"/>
                  <a:pt x="344" y="336"/>
                </a:cubicBezTo>
                <a:cubicBezTo>
                  <a:pt x="342" y="337"/>
                  <a:pt x="338" y="338"/>
                  <a:pt x="335" y="337"/>
                </a:cubicBezTo>
                <a:cubicBezTo>
                  <a:pt x="332" y="336"/>
                  <a:pt x="330" y="334"/>
                  <a:pt x="328" y="332"/>
                </a:cubicBezTo>
                <a:cubicBezTo>
                  <a:pt x="328" y="332"/>
                  <a:pt x="328" y="332"/>
                  <a:pt x="328" y="332"/>
                </a:cubicBezTo>
                <a:cubicBezTo>
                  <a:pt x="328" y="332"/>
                  <a:pt x="328" y="332"/>
                  <a:pt x="328" y="331"/>
                </a:cubicBezTo>
                <a:cubicBezTo>
                  <a:pt x="294" y="274"/>
                  <a:pt x="294" y="274"/>
                  <a:pt x="294" y="274"/>
                </a:cubicBezTo>
                <a:cubicBezTo>
                  <a:pt x="291" y="268"/>
                  <a:pt x="284" y="267"/>
                  <a:pt x="279" y="270"/>
                </a:cubicBezTo>
                <a:cubicBezTo>
                  <a:pt x="274" y="273"/>
                  <a:pt x="272" y="279"/>
                  <a:pt x="275" y="284"/>
                </a:cubicBezTo>
                <a:cubicBezTo>
                  <a:pt x="310" y="343"/>
                  <a:pt x="310" y="343"/>
                  <a:pt x="310" y="343"/>
                </a:cubicBezTo>
                <a:cubicBezTo>
                  <a:pt x="310" y="343"/>
                  <a:pt x="310" y="343"/>
                  <a:pt x="310" y="343"/>
                </a:cubicBezTo>
                <a:cubicBezTo>
                  <a:pt x="313" y="348"/>
                  <a:pt x="313" y="355"/>
                  <a:pt x="307" y="358"/>
                </a:cubicBezTo>
                <a:cubicBezTo>
                  <a:pt x="301" y="361"/>
                  <a:pt x="294" y="359"/>
                  <a:pt x="290" y="353"/>
                </a:cubicBezTo>
                <a:cubicBezTo>
                  <a:pt x="258" y="300"/>
                  <a:pt x="258" y="300"/>
                  <a:pt x="258" y="300"/>
                </a:cubicBezTo>
                <a:cubicBezTo>
                  <a:pt x="255" y="295"/>
                  <a:pt x="249" y="293"/>
                  <a:pt x="243" y="296"/>
                </a:cubicBezTo>
                <a:cubicBezTo>
                  <a:pt x="238" y="299"/>
                  <a:pt x="237" y="306"/>
                  <a:pt x="240" y="311"/>
                </a:cubicBezTo>
                <a:cubicBezTo>
                  <a:pt x="260" y="345"/>
                  <a:pt x="260" y="345"/>
                  <a:pt x="260" y="345"/>
                </a:cubicBezTo>
                <a:cubicBezTo>
                  <a:pt x="262" y="347"/>
                  <a:pt x="262" y="350"/>
                  <a:pt x="261" y="353"/>
                </a:cubicBezTo>
                <a:cubicBezTo>
                  <a:pt x="261" y="356"/>
                  <a:pt x="259" y="359"/>
                  <a:pt x="256" y="361"/>
                </a:cubicBezTo>
                <a:cubicBezTo>
                  <a:pt x="250" y="364"/>
                  <a:pt x="243" y="362"/>
                  <a:pt x="239" y="357"/>
                </a:cubicBezTo>
                <a:cubicBezTo>
                  <a:pt x="239" y="357"/>
                  <a:pt x="239" y="357"/>
                  <a:pt x="239" y="357"/>
                </a:cubicBezTo>
                <a:cubicBezTo>
                  <a:pt x="228" y="337"/>
                  <a:pt x="228" y="337"/>
                  <a:pt x="228" y="337"/>
                </a:cubicBezTo>
                <a:cubicBezTo>
                  <a:pt x="228" y="337"/>
                  <a:pt x="228" y="337"/>
                  <a:pt x="228" y="337"/>
                </a:cubicBezTo>
                <a:cubicBezTo>
                  <a:pt x="228" y="337"/>
                  <a:pt x="228" y="337"/>
                  <a:pt x="228" y="337"/>
                </a:cubicBezTo>
                <a:cubicBezTo>
                  <a:pt x="220" y="325"/>
                  <a:pt x="220" y="325"/>
                  <a:pt x="220" y="325"/>
                </a:cubicBezTo>
                <a:cubicBezTo>
                  <a:pt x="217" y="320"/>
                  <a:pt x="210" y="319"/>
                  <a:pt x="206" y="322"/>
                </a:cubicBezTo>
                <a:cubicBezTo>
                  <a:pt x="201" y="325"/>
                  <a:pt x="199" y="332"/>
                  <a:pt x="202" y="337"/>
                </a:cubicBezTo>
                <a:cubicBezTo>
                  <a:pt x="210" y="348"/>
                  <a:pt x="210" y="348"/>
                  <a:pt x="210" y="348"/>
                </a:cubicBezTo>
                <a:cubicBezTo>
                  <a:pt x="211" y="350"/>
                  <a:pt x="214" y="358"/>
                  <a:pt x="207" y="363"/>
                </a:cubicBezTo>
                <a:cubicBezTo>
                  <a:pt x="201" y="366"/>
                  <a:pt x="193" y="362"/>
                  <a:pt x="190" y="357"/>
                </a:cubicBezTo>
                <a:cubicBezTo>
                  <a:pt x="158" y="304"/>
                  <a:pt x="158" y="304"/>
                  <a:pt x="158" y="304"/>
                </a:cubicBezTo>
                <a:cubicBezTo>
                  <a:pt x="156" y="300"/>
                  <a:pt x="153" y="298"/>
                  <a:pt x="149" y="298"/>
                </a:cubicBezTo>
                <a:cubicBezTo>
                  <a:pt x="128" y="298"/>
                  <a:pt x="128" y="298"/>
                  <a:pt x="128" y="298"/>
                </a:cubicBezTo>
                <a:cubicBezTo>
                  <a:pt x="128" y="202"/>
                  <a:pt x="128" y="202"/>
                  <a:pt x="128" y="202"/>
                </a:cubicBezTo>
                <a:cubicBezTo>
                  <a:pt x="184" y="202"/>
                  <a:pt x="184" y="202"/>
                  <a:pt x="184" y="202"/>
                </a:cubicBezTo>
                <a:cubicBezTo>
                  <a:pt x="176" y="207"/>
                  <a:pt x="176" y="207"/>
                  <a:pt x="176" y="207"/>
                </a:cubicBezTo>
                <a:cubicBezTo>
                  <a:pt x="166" y="213"/>
                  <a:pt x="160" y="223"/>
                  <a:pt x="160" y="234"/>
                </a:cubicBezTo>
                <a:cubicBezTo>
                  <a:pt x="160" y="244"/>
                  <a:pt x="164" y="254"/>
                  <a:pt x="170" y="260"/>
                </a:cubicBezTo>
                <a:cubicBezTo>
                  <a:pt x="177" y="265"/>
                  <a:pt x="185" y="267"/>
                  <a:pt x="193" y="266"/>
                </a:cubicBezTo>
                <a:cubicBezTo>
                  <a:pt x="307" y="247"/>
                  <a:pt x="307" y="247"/>
                  <a:pt x="307" y="247"/>
                </a:cubicBezTo>
                <a:lnTo>
                  <a:pt x="349" y="319"/>
                </a:lnTo>
                <a:close/>
                <a:moveTo>
                  <a:pt x="341" y="202"/>
                </a:moveTo>
                <a:cubicBezTo>
                  <a:pt x="384" y="202"/>
                  <a:pt x="384" y="202"/>
                  <a:pt x="384" y="202"/>
                </a:cubicBezTo>
                <a:cubicBezTo>
                  <a:pt x="384" y="298"/>
                  <a:pt x="384" y="298"/>
                  <a:pt x="384" y="298"/>
                </a:cubicBezTo>
                <a:cubicBezTo>
                  <a:pt x="362" y="298"/>
                  <a:pt x="362" y="298"/>
                  <a:pt x="362" y="298"/>
                </a:cubicBezTo>
                <a:cubicBezTo>
                  <a:pt x="362" y="298"/>
                  <a:pt x="362" y="299"/>
                  <a:pt x="361" y="299"/>
                </a:cubicBezTo>
                <a:cubicBezTo>
                  <a:pt x="322" y="230"/>
                  <a:pt x="322" y="230"/>
                  <a:pt x="322" y="230"/>
                </a:cubicBezTo>
                <a:cubicBezTo>
                  <a:pt x="320" y="226"/>
                  <a:pt x="316" y="224"/>
                  <a:pt x="311" y="225"/>
                </a:cubicBezTo>
                <a:cubicBezTo>
                  <a:pt x="190" y="245"/>
                  <a:pt x="190" y="245"/>
                  <a:pt x="190" y="245"/>
                </a:cubicBezTo>
                <a:cubicBezTo>
                  <a:pt x="187" y="246"/>
                  <a:pt x="185" y="245"/>
                  <a:pt x="184" y="244"/>
                </a:cubicBezTo>
                <a:cubicBezTo>
                  <a:pt x="182" y="242"/>
                  <a:pt x="181" y="238"/>
                  <a:pt x="181" y="234"/>
                </a:cubicBezTo>
                <a:cubicBezTo>
                  <a:pt x="181" y="229"/>
                  <a:pt x="184" y="227"/>
                  <a:pt x="186" y="226"/>
                </a:cubicBezTo>
                <a:cubicBezTo>
                  <a:pt x="268" y="182"/>
                  <a:pt x="268" y="182"/>
                  <a:pt x="268" y="182"/>
                </a:cubicBezTo>
                <a:cubicBezTo>
                  <a:pt x="338" y="202"/>
                  <a:pt x="338" y="202"/>
                  <a:pt x="338" y="202"/>
                </a:cubicBezTo>
                <a:cubicBezTo>
                  <a:pt x="339" y="202"/>
                  <a:pt x="340" y="202"/>
                  <a:pt x="341" y="202"/>
                </a:cubicBezTo>
                <a:close/>
              </a:path>
            </a:pathLst>
          </a:custGeom>
          <a:solidFill>
            <a:srgbClr val="046A38"/>
          </a:solidFill>
          <a:ln>
            <a:noFill/>
          </a:ln>
        </p:spPr>
        <p:txBody>
          <a:bodyPr vert="horz" wrap="square" lIns="91440" tIns="45720" rIns="91440" bIns="45720" numCol="1" anchor="t" anchorCtr="0" compatLnSpc="1">
            <a:prstTxWarp prst="textNoShape">
              <a:avLst/>
            </a:prstTxWarp>
          </a:bodyPr>
          <a:lstStyle/>
          <a:p>
            <a:pPr defTabSz="1219170"/>
            <a:endParaRPr lang="en-US" sz="2000" dirty="0">
              <a:solidFill>
                <a:prstClr val="black"/>
              </a:solidFill>
              <a:latin typeface="+mj-lt"/>
              <a:ea typeface="Calibri" panose="020F0502020204030204" pitchFamily="34" charset="0"/>
              <a:cs typeface="Calibri" panose="020F0502020204030204" pitchFamily="34" charset="0"/>
            </a:endParaRPr>
          </a:p>
        </p:txBody>
      </p:sp>
      <p:sp>
        <p:nvSpPr>
          <p:cNvPr id="45" name="object 59">
            <a:extLst>
              <a:ext uri="{FF2B5EF4-FFF2-40B4-BE49-F238E27FC236}">
                <a16:creationId xmlns:a16="http://schemas.microsoft.com/office/drawing/2014/main" id="{E1E115B1-5DF8-53F2-98DE-BF40A2409700}"/>
              </a:ext>
            </a:extLst>
          </p:cNvPr>
          <p:cNvSpPr txBox="1"/>
          <p:nvPr/>
        </p:nvSpPr>
        <p:spPr>
          <a:xfrm>
            <a:off x="10862420" y="5675228"/>
            <a:ext cx="1025958" cy="348172"/>
          </a:xfrm>
          <a:prstGeom prst="rect">
            <a:avLst/>
          </a:prstGeom>
        </p:spPr>
        <p:txBody>
          <a:bodyPr vert="horz" wrap="square" lIns="0" tIns="1206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marR="5080" indent="15240" algn="ctr">
              <a:spcBef>
                <a:spcPts val="95"/>
              </a:spcBef>
            </a:pPr>
            <a:r>
              <a:rPr lang="en-US" sz="1050" b="1" spc="-10" dirty="0">
                <a:solidFill>
                  <a:prstClr val="black"/>
                </a:solidFill>
                <a:latin typeface="+mj-lt"/>
                <a:ea typeface="Calibri" panose="020F0502020204030204" pitchFamily="34" charset="0"/>
                <a:cs typeface="Calibri" panose="020F0502020204030204" pitchFamily="34" charset="0"/>
              </a:rPr>
              <a:t>Daily</a:t>
            </a:r>
          </a:p>
          <a:p>
            <a:pPr marL="12700" marR="5080" indent="15240" algn="ctr">
              <a:spcBef>
                <a:spcPts val="95"/>
              </a:spcBef>
            </a:pPr>
            <a:r>
              <a:rPr lang="en-US" sz="1050" b="1" spc="-10" dirty="0">
                <a:solidFill>
                  <a:prstClr val="black"/>
                </a:solidFill>
                <a:latin typeface="+mj-lt"/>
                <a:ea typeface="Calibri" panose="020F0502020204030204" pitchFamily="34" charset="0"/>
                <a:cs typeface="Calibri" panose="020F0502020204030204" pitchFamily="34" charset="0"/>
              </a:rPr>
              <a:t>Cadence</a:t>
            </a:r>
            <a:endParaRPr lang="en-US" sz="1050" dirty="0">
              <a:solidFill>
                <a:prstClr val="black"/>
              </a:solidFill>
              <a:latin typeface="+mj-lt"/>
              <a:ea typeface="Calibri" panose="020F0502020204030204" pitchFamily="34" charset="0"/>
              <a:cs typeface="Calibri" panose="020F0502020204030204" pitchFamily="34" charset="0"/>
            </a:endParaRPr>
          </a:p>
        </p:txBody>
      </p:sp>
      <p:sp>
        <p:nvSpPr>
          <p:cNvPr id="46" name="Rectangle 45">
            <a:extLst>
              <a:ext uri="{FF2B5EF4-FFF2-40B4-BE49-F238E27FC236}">
                <a16:creationId xmlns:a16="http://schemas.microsoft.com/office/drawing/2014/main" id="{6AC0AA7E-1B24-BEE4-02F1-9F843ACA3128}"/>
              </a:ext>
            </a:extLst>
          </p:cNvPr>
          <p:cNvSpPr/>
          <p:nvPr/>
        </p:nvSpPr>
        <p:spPr bwMode="gray">
          <a:xfrm>
            <a:off x="9781712" y="5333294"/>
            <a:ext cx="868347" cy="341934"/>
          </a:xfrm>
          <a:prstGeom prst="rect">
            <a:avLst/>
          </a:prstGeom>
          <a:solidFill>
            <a:srgbClr val="0097A9"/>
          </a:solidFill>
          <a:ln w="3175" algn="ctr">
            <a:noFill/>
            <a:miter lim="800000"/>
            <a:headEnd/>
            <a:tailEnd/>
          </a:ln>
        </p:spPr>
        <p:txBody>
          <a:bodyPr wrap="square" lIns="88680" tIns="88680" rIns="88680" bIns="88680" rtlCol="0" anchor="ctr"/>
          <a:lstStyle/>
          <a:p>
            <a:pPr algn="ctr" defTabSz="1216183">
              <a:lnSpc>
                <a:spcPct val="106000"/>
              </a:lnSpc>
              <a:defRPr/>
            </a:pPr>
            <a:r>
              <a:rPr lang="en-US" sz="1200" kern="0" dirty="0">
                <a:solidFill>
                  <a:prstClr val="white"/>
                </a:solidFill>
                <a:latin typeface="+mj-lt"/>
                <a:ea typeface="Calibri" panose="020F0502020204030204" pitchFamily="34" charset="0"/>
                <a:cs typeface="Calibri" panose="020F0502020204030204" pitchFamily="34" charset="0"/>
              </a:rPr>
              <a:t>GoSk</a:t>
            </a:r>
          </a:p>
        </p:txBody>
      </p:sp>
      <p:sp>
        <p:nvSpPr>
          <p:cNvPr id="47" name="Rectangle 46">
            <a:extLst>
              <a:ext uri="{FF2B5EF4-FFF2-40B4-BE49-F238E27FC236}">
                <a16:creationId xmlns:a16="http://schemas.microsoft.com/office/drawing/2014/main" id="{020F5376-AA5E-DE10-EE97-F3FA562ADF3B}"/>
              </a:ext>
            </a:extLst>
          </p:cNvPr>
          <p:cNvSpPr/>
          <p:nvPr/>
        </p:nvSpPr>
        <p:spPr bwMode="gray">
          <a:xfrm>
            <a:off x="4671989" y="5333294"/>
            <a:ext cx="5046123" cy="341934"/>
          </a:xfrm>
          <a:prstGeom prst="rect">
            <a:avLst/>
          </a:prstGeom>
          <a:solidFill>
            <a:srgbClr val="86BC25"/>
          </a:solidFill>
          <a:ln w="3175" algn="ctr">
            <a:noFill/>
            <a:miter lim="800000"/>
            <a:headEnd/>
            <a:tailEnd/>
          </a:ln>
        </p:spPr>
        <p:txBody>
          <a:bodyPr wrap="square" lIns="88680" tIns="88680" rIns="88680" bIns="88680" rtlCol="0" anchor="ctr"/>
          <a:lstStyle/>
          <a:p>
            <a:pPr algn="ctr" defTabSz="1216183">
              <a:lnSpc>
                <a:spcPct val="106000"/>
              </a:lnSpc>
              <a:defRPr/>
            </a:pPr>
            <a:r>
              <a:rPr lang="en-US" sz="1200" kern="0" dirty="0">
                <a:solidFill>
                  <a:prstClr val="white"/>
                </a:solidFill>
                <a:latin typeface="+mj-lt"/>
                <a:ea typeface="Calibri" panose="020F0502020204030204" pitchFamily="34" charset="0"/>
                <a:cs typeface="Calibri" panose="020F0502020204030204" pitchFamily="34" charset="0"/>
              </a:rPr>
              <a:t>Deloitte</a:t>
            </a:r>
          </a:p>
        </p:txBody>
      </p:sp>
      <p:sp>
        <p:nvSpPr>
          <p:cNvPr id="48" name="Rectangle 161">
            <a:extLst>
              <a:ext uri="{FF2B5EF4-FFF2-40B4-BE49-F238E27FC236}">
                <a16:creationId xmlns:a16="http://schemas.microsoft.com/office/drawing/2014/main" id="{079A5C63-AC3D-932A-FA27-FEDE4EF68720}"/>
              </a:ext>
            </a:extLst>
          </p:cNvPr>
          <p:cNvSpPr/>
          <p:nvPr/>
        </p:nvSpPr>
        <p:spPr>
          <a:xfrm>
            <a:off x="8230142" y="6008711"/>
            <a:ext cx="1480090" cy="214884"/>
          </a:xfrm>
          <a:prstGeom prst="rect">
            <a:avLst/>
          </a:prstGeom>
          <a:solidFill>
            <a:srgbClr val="86BC25">
              <a:lumMod val="20000"/>
              <a:lumOff val="80000"/>
            </a:srgbClr>
          </a:solidFill>
          <a:ln w="3175" cap="flat" cmpd="sng" algn="ctr">
            <a:solidFill>
              <a:srgbClr val="86BC25"/>
            </a:solidFill>
            <a:prstDash val="solid"/>
          </a:ln>
          <a:effectLst/>
        </p:spPr>
        <p:txBody>
          <a:bodyPr lIns="0" rIns="0" rtlCol="0" anchor="ctr"/>
          <a:lstStyle/>
          <a:p>
            <a:pPr algn="ctr" defTabSz="1216183">
              <a:defRPr/>
            </a:pPr>
            <a:r>
              <a:rPr lang="en-US" sz="1000" b="1" kern="0" dirty="0">
                <a:solidFill>
                  <a:prstClr val="black"/>
                </a:solidFill>
                <a:latin typeface="+mj-lt"/>
                <a:ea typeface="Calibri" panose="020F0502020204030204" pitchFamily="34" charset="0"/>
                <a:cs typeface="Calibri" panose="020F0502020204030204" pitchFamily="34" charset="0"/>
              </a:rPr>
              <a:t>Full Stack Developers</a:t>
            </a:r>
          </a:p>
        </p:txBody>
      </p:sp>
      <p:sp>
        <p:nvSpPr>
          <p:cNvPr id="49" name="Rectangle 161">
            <a:extLst>
              <a:ext uri="{FF2B5EF4-FFF2-40B4-BE49-F238E27FC236}">
                <a16:creationId xmlns:a16="http://schemas.microsoft.com/office/drawing/2014/main" id="{969E71DA-0531-B6BB-EDFF-5118893D8FA4}"/>
              </a:ext>
            </a:extLst>
          </p:cNvPr>
          <p:cNvSpPr/>
          <p:nvPr/>
        </p:nvSpPr>
        <p:spPr>
          <a:xfrm>
            <a:off x="6451066" y="6008711"/>
            <a:ext cx="1480090" cy="214884"/>
          </a:xfrm>
          <a:prstGeom prst="rect">
            <a:avLst/>
          </a:prstGeom>
          <a:solidFill>
            <a:srgbClr val="86BC25">
              <a:lumMod val="20000"/>
              <a:lumOff val="80000"/>
            </a:srgbClr>
          </a:solidFill>
          <a:ln w="3175" cap="flat" cmpd="sng" algn="ctr">
            <a:solidFill>
              <a:srgbClr val="86BC25"/>
            </a:solidFill>
            <a:prstDash val="solid"/>
          </a:ln>
          <a:effectLst/>
        </p:spPr>
        <p:txBody>
          <a:bodyPr lIns="0" rIns="0" rtlCol="0" anchor="ctr"/>
          <a:lstStyle/>
          <a:p>
            <a:pPr algn="ctr" defTabSz="1216183">
              <a:defRPr/>
            </a:pPr>
            <a:r>
              <a:rPr lang="en-US" sz="1000" b="1" kern="0" dirty="0">
                <a:solidFill>
                  <a:prstClr val="black"/>
                </a:solidFill>
                <a:latin typeface="+mj-lt"/>
                <a:ea typeface="Calibri" panose="020F0502020204030204" pitchFamily="34" charset="0"/>
                <a:cs typeface="Calibri" panose="020F0502020204030204" pitchFamily="34" charset="0"/>
              </a:rPr>
              <a:t>Visualization Experts</a:t>
            </a:r>
          </a:p>
        </p:txBody>
      </p:sp>
      <p:sp>
        <p:nvSpPr>
          <p:cNvPr id="50" name="Rectangle 161">
            <a:extLst>
              <a:ext uri="{FF2B5EF4-FFF2-40B4-BE49-F238E27FC236}">
                <a16:creationId xmlns:a16="http://schemas.microsoft.com/office/drawing/2014/main" id="{A9E5B6F9-E383-6C30-81D2-49677EA6994D}"/>
              </a:ext>
            </a:extLst>
          </p:cNvPr>
          <p:cNvSpPr/>
          <p:nvPr/>
        </p:nvSpPr>
        <p:spPr>
          <a:xfrm>
            <a:off x="4669488" y="6008712"/>
            <a:ext cx="1480090" cy="214884"/>
          </a:xfrm>
          <a:prstGeom prst="rect">
            <a:avLst/>
          </a:prstGeom>
          <a:solidFill>
            <a:srgbClr val="86BC25">
              <a:lumMod val="20000"/>
              <a:lumOff val="80000"/>
            </a:srgbClr>
          </a:solidFill>
          <a:ln w="3175" cap="flat" cmpd="sng" algn="ctr">
            <a:solidFill>
              <a:srgbClr val="86BC25"/>
            </a:solidFill>
            <a:prstDash val="solid"/>
          </a:ln>
          <a:effectLst/>
        </p:spPr>
        <p:txBody>
          <a:bodyPr lIns="0" rIns="0" rtlCol="0" anchor="ctr"/>
          <a:lstStyle/>
          <a:p>
            <a:pPr algn="ctr" defTabSz="1216183">
              <a:defRPr/>
            </a:pPr>
            <a:r>
              <a:rPr lang="en-US" sz="1000" b="1" kern="0" dirty="0">
                <a:solidFill>
                  <a:prstClr val="black"/>
                </a:solidFill>
                <a:latin typeface="+mj-lt"/>
                <a:ea typeface="Calibri" panose="020F0502020204030204" pitchFamily="34" charset="0"/>
                <a:cs typeface="Calibri" panose="020F0502020204030204" pitchFamily="34" charset="0"/>
              </a:rPr>
              <a:t>AI/ML Engineers</a:t>
            </a:r>
          </a:p>
        </p:txBody>
      </p:sp>
      <p:sp>
        <p:nvSpPr>
          <p:cNvPr id="51" name="Rectangle 50">
            <a:extLst>
              <a:ext uri="{FF2B5EF4-FFF2-40B4-BE49-F238E27FC236}">
                <a16:creationId xmlns:a16="http://schemas.microsoft.com/office/drawing/2014/main" id="{3CCDE5EA-C179-86B5-2A4A-8E8E8D53C780}"/>
              </a:ext>
            </a:extLst>
          </p:cNvPr>
          <p:cNvSpPr/>
          <p:nvPr/>
        </p:nvSpPr>
        <p:spPr bwMode="gray">
          <a:xfrm>
            <a:off x="4671989" y="1903076"/>
            <a:ext cx="2540146" cy="192407"/>
          </a:xfrm>
          <a:prstGeom prst="rect">
            <a:avLst/>
          </a:prstGeom>
          <a:solidFill>
            <a:srgbClr val="86BC25"/>
          </a:solidFill>
          <a:ln w="3175" algn="ctr">
            <a:noFill/>
            <a:miter lim="800000"/>
            <a:headEnd/>
            <a:tailEnd/>
          </a:ln>
        </p:spPr>
        <p:txBody>
          <a:bodyPr wrap="square" lIns="88680" tIns="88680" rIns="88680" bIns="88680" rtlCol="0" anchor="ctr"/>
          <a:lstStyle/>
          <a:p>
            <a:pPr algn="ctr" defTabSz="1216183">
              <a:lnSpc>
                <a:spcPct val="106000"/>
              </a:lnSpc>
              <a:defRPr/>
            </a:pPr>
            <a:r>
              <a:rPr lang="en-US" sz="1200" kern="0" dirty="0">
                <a:solidFill>
                  <a:prstClr val="white"/>
                </a:solidFill>
                <a:latin typeface="+mj-lt"/>
                <a:ea typeface="Calibri" panose="020F0502020204030204" pitchFamily="34" charset="0"/>
                <a:cs typeface="Calibri" panose="020F0502020204030204" pitchFamily="34" charset="0"/>
              </a:rPr>
              <a:t>Deloitte</a:t>
            </a:r>
          </a:p>
        </p:txBody>
      </p:sp>
      <p:sp>
        <p:nvSpPr>
          <p:cNvPr id="52" name="Rectangle 161">
            <a:extLst>
              <a:ext uri="{FF2B5EF4-FFF2-40B4-BE49-F238E27FC236}">
                <a16:creationId xmlns:a16="http://schemas.microsoft.com/office/drawing/2014/main" id="{16A7881E-D1BF-5B99-6C04-03EA5090EA36}"/>
              </a:ext>
            </a:extLst>
          </p:cNvPr>
          <p:cNvSpPr/>
          <p:nvPr/>
        </p:nvSpPr>
        <p:spPr>
          <a:xfrm>
            <a:off x="4671990" y="2136844"/>
            <a:ext cx="2540146" cy="192408"/>
          </a:xfrm>
          <a:prstGeom prst="rect">
            <a:avLst/>
          </a:prstGeom>
          <a:solidFill>
            <a:srgbClr val="86BC25">
              <a:lumMod val="20000"/>
              <a:lumOff val="80000"/>
            </a:srgbClr>
          </a:solidFill>
          <a:ln w="3175" cap="flat" cmpd="sng" algn="ctr">
            <a:solidFill>
              <a:srgbClr val="86BC25"/>
            </a:solidFill>
            <a:prstDash val="solid"/>
          </a:ln>
          <a:effectLst/>
        </p:spPr>
        <p:txBody>
          <a:bodyPr wrap="none" lIns="0" rIns="0" rtlCol="0" anchor="ctr"/>
          <a:lstStyle/>
          <a:p>
            <a:pPr marL="45720" algn="ctr" defTabSz="1216183">
              <a:defRPr/>
            </a:pPr>
            <a:r>
              <a:rPr lang="en-US" sz="898" b="1" kern="0" dirty="0">
                <a:solidFill>
                  <a:prstClr val="black"/>
                </a:solidFill>
                <a:latin typeface="+mj-lt"/>
                <a:ea typeface="Calibri" panose="020F0502020204030204" pitchFamily="34" charset="0"/>
                <a:cs typeface="Calibri" panose="020F0502020204030204" pitchFamily="34" charset="0"/>
              </a:rPr>
              <a:t>Engagement Partner</a:t>
            </a:r>
          </a:p>
        </p:txBody>
      </p:sp>
      <p:sp>
        <p:nvSpPr>
          <p:cNvPr id="53" name="Rectangle 161">
            <a:extLst>
              <a:ext uri="{FF2B5EF4-FFF2-40B4-BE49-F238E27FC236}">
                <a16:creationId xmlns:a16="http://schemas.microsoft.com/office/drawing/2014/main" id="{39954B0D-F0DC-A2CF-3ACA-4A6F506E1669}"/>
              </a:ext>
            </a:extLst>
          </p:cNvPr>
          <p:cNvSpPr/>
          <p:nvPr/>
        </p:nvSpPr>
        <p:spPr>
          <a:xfrm>
            <a:off x="4671989" y="2370613"/>
            <a:ext cx="2540146" cy="192408"/>
          </a:xfrm>
          <a:prstGeom prst="rect">
            <a:avLst/>
          </a:prstGeom>
          <a:solidFill>
            <a:srgbClr val="86BC25">
              <a:lumMod val="20000"/>
              <a:lumOff val="80000"/>
            </a:srgbClr>
          </a:solidFill>
          <a:ln w="3175" cap="flat" cmpd="sng" algn="ctr">
            <a:solidFill>
              <a:srgbClr val="86BC25"/>
            </a:solidFill>
            <a:prstDash val="solid"/>
          </a:ln>
          <a:effectLst/>
        </p:spPr>
        <p:txBody>
          <a:bodyPr wrap="none" lIns="0" rIns="0" rtlCol="0" anchor="ctr"/>
          <a:lstStyle/>
          <a:p>
            <a:pPr marL="45720" algn="ctr" defTabSz="1216183">
              <a:defRPr/>
            </a:pPr>
            <a:r>
              <a:rPr lang="en-US" sz="898" b="1" kern="0" dirty="0">
                <a:solidFill>
                  <a:prstClr val="black"/>
                </a:solidFill>
                <a:latin typeface="+mj-lt"/>
                <a:ea typeface="Calibri" panose="020F0502020204030204" pitchFamily="34" charset="0"/>
                <a:cs typeface="Calibri" panose="020F0502020204030204" pitchFamily="34" charset="0"/>
              </a:rPr>
              <a:t>Engagement Director</a:t>
            </a:r>
          </a:p>
        </p:txBody>
      </p:sp>
      <p:sp>
        <p:nvSpPr>
          <p:cNvPr id="54" name="Rectangle: Rounded Corners 53">
            <a:extLst>
              <a:ext uri="{FF2B5EF4-FFF2-40B4-BE49-F238E27FC236}">
                <a16:creationId xmlns:a16="http://schemas.microsoft.com/office/drawing/2014/main" id="{7D59CF58-DBF0-F5F8-4597-6B43238628B6}"/>
              </a:ext>
            </a:extLst>
          </p:cNvPr>
          <p:cNvSpPr/>
          <p:nvPr/>
        </p:nvSpPr>
        <p:spPr>
          <a:xfrm>
            <a:off x="80010" y="3018828"/>
            <a:ext cx="12028799" cy="1904658"/>
          </a:xfrm>
          <a:prstGeom prst="roundRect">
            <a:avLst/>
          </a:prstGeom>
          <a:noFill/>
          <a:ln>
            <a:solidFill>
              <a:srgbClr val="FFC000"/>
            </a:solidFill>
            <a:prstDash val="lgDashDot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j-lt"/>
              <a:ea typeface="Calibri" panose="020F0502020204030204" pitchFamily="34" charset="0"/>
              <a:cs typeface="Calibri" panose="020F0502020204030204" pitchFamily="34" charset="0"/>
            </a:endParaRPr>
          </a:p>
        </p:txBody>
      </p:sp>
      <p:sp>
        <p:nvSpPr>
          <p:cNvPr id="55" name="Rectangle: Rounded Corners 54">
            <a:extLst>
              <a:ext uri="{FF2B5EF4-FFF2-40B4-BE49-F238E27FC236}">
                <a16:creationId xmlns:a16="http://schemas.microsoft.com/office/drawing/2014/main" id="{E0A6D688-A3D8-364E-E72D-B46C6F5CA6C2}"/>
              </a:ext>
            </a:extLst>
          </p:cNvPr>
          <p:cNvSpPr/>
          <p:nvPr/>
        </p:nvSpPr>
        <p:spPr>
          <a:xfrm>
            <a:off x="80010" y="4986367"/>
            <a:ext cx="12028799" cy="1400464"/>
          </a:xfrm>
          <a:prstGeom prst="roundRect">
            <a:avLst/>
          </a:prstGeom>
          <a:noFill/>
          <a:ln>
            <a:solidFill>
              <a:srgbClr val="0070C0"/>
            </a:solidFill>
            <a:prstDash val="lgDashDot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mj-lt"/>
              <a:ea typeface="Calibri" panose="020F0502020204030204" pitchFamily="34" charset="0"/>
              <a:cs typeface="Calibri" panose="020F0502020204030204" pitchFamily="34" charset="0"/>
            </a:endParaRPr>
          </a:p>
        </p:txBody>
      </p:sp>
      <p:sp>
        <p:nvSpPr>
          <p:cNvPr id="56" name="Rectangle: Rounded Corners 55">
            <a:extLst>
              <a:ext uri="{FF2B5EF4-FFF2-40B4-BE49-F238E27FC236}">
                <a16:creationId xmlns:a16="http://schemas.microsoft.com/office/drawing/2014/main" id="{E8AF8919-A32F-F1ED-202B-A7E9066B990E}"/>
              </a:ext>
            </a:extLst>
          </p:cNvPr>
          <p:cNvSpPr/>
          <p:nvPr/>
        </p:nvSpPr>
        <p:spPr>
          <a:xfrm>
            <a:off x="8812397" y="971350"/>
            <a:ext cx="1609461" cy="289101"/>
          </a:xfrm>
          <a:prstGeom prst="roundRect">
            <a:avLst/>
          </a:prstGeom>
          <a:noFill/>
          <a:ln>
            <a:solidFill>
              <a:srgbClr val="FFC000"/>
            </a:solidFill>
            <a:prstDash val="lgDashDot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i="1" dirty="0">
                <a:solidFill>
                  <a:schemeClr val="tx1"/>
                </a:solidFill>
                <a:latin typeface="+mj-lt"/>
                <a:ea typeface="Calibri" panose="020F0502020204030204" pitchFamily="34" charset="0"/>
                <a:cs typeface="Calibri" panose="020F0502020204030204" pitchFamily="34" charset="0"/>
              </a:rPr>
              <a:t>On-Site Deployment</a:t>
            </a:r>
          </a:p>
        </p:txBody>
      </p:sp>
      <p:sp>
        <p:nvSpPr>
          <p:cNvPr id="57" name="Rectangle: Rounded Corners 56">
            <a:extLst>
              <a:ext uri="{FF2B5EF4-FFF2-40B4-BE49-F238E27FC236}">
                <a16:creationId xmlns:a16="http://schemas.microsoft.com/office/drawing/2014/main" id="{144873DA-CD76-F01C-D6D4-0AAF1035A750}"/>
              </a:ext>
            </a:extLst>
          </p:cNvPr>
          <p:cNvSpPr/>
          <p:nvPr/>
        </p:nvSpPr>
        <p:spPr>
          <a:xfrm>
            <a:off x="10521747" y="971349"/>
            <a:ext cx="1609461" cy="289101"/>
          </a:xfrm>
          <a:prstGeom prst="roundRect">
            <a:avLst/>
          </a:prstGeom>
          <a:noFill/>
          <a:ln>
            <a:solidFill>
              <a:srgbClr val="0070C0"/>
            </a:solidFill>
            <a:prstDash val="lgDashDot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i="1" dirty="0">
                <a:solidFill>
                  <a:schemeClr val="tx1"/>
                </a:solidFill>
                <a:latin typeface="+mj-lt"/>
                <a:ea typeface="Calibri" panose="020F0502020204030204" pitchFamily="34" charset="0"/>
                <a:cs typeface="Calibri" panose="020F0502020204030204" pitchFamily="34" charset="0"/>
              </a:rPr>
              <a:t>Remote Deployment</a:t>
            </a:r>
          </a:p>
        </p:txBody>
      </p:sp>
      <p:sp>
        <p:nvSpPr>
          <p:cNvPr id="58" name="Rectangle 57">
            <a:extLst>
              <a:ext uri="{FF2B5EF4-FFF2-40B4-BE49-F238E27FC236}">
                <a16:creationId xmlns:a16="http://schemas.microsoft.com/office/drawing/2014/main" id="{64F24696-4691-0E1E-ABB8-0F1A3A248342}"/>
              </a:ext>
            </a:extLst>
          </p:cNvPr>
          <p:cNvSpPr/>
          <p:nvPr/>
        </p:nvSpPr>
        <p:spPr bwMode="gray">
          <a:xfrm>
            <a:off x="7665838" y="3426827"/>
            <a:ext cx="2880000" cy="290272"/>
          </a:xfrm>
          <a:prstGeom prst="rect">
            <a:avLst/>
          </a:prstGeom>
          <a:solidFill>
            <a:srgbClr val="0097A9"/>
          </a:solidFill>
          <a:ln w="3175" algn="ctr">
            <a:noFill/>
            <a:miter lim="800000"/>
            <a:headEnd/>
            <a:tailEnd/>
          </a:ln>
        </p:spPr>
        <p:txBody>
          <a:bodyPr wrap="square" lIns="88680" tIns="88680" rIns="88680" bIns="88680" rtlCol="0" anchor="ctr"/>
          <a:lstStyle/>
          <a:p>
            <a:pPr algn="ctr" defTabSz="1216183">
              <a:lnSpc>
                <a:spcPct val="106000"/>
              </a:lnSpc>
              <a:defRPr/>
            </a:pPr>
            <a:r>
              <a:rPr lang="en-US" sz="1200" kern="0" dirty="0">
                <a:solidFill>
                  <a:prstClr val="white"/>
                </a:solidFill>
                <a:latin typeface="+mj-lt"/>
                <a:ea typeface="Calibri" panose="020F0502020204030204" pitchFamily="34" charset="0"/>
                <a:cs typeface="Calibri" panose="020F0502020204030204" pitchFamily="34" charset="0"/>
              </a:rPr>
              <a:t>Government of Sikkim</a:t>
            </a:r>
          </a:p>
        </p:txBody>
      </p:sp>
      <p:sp>
        <p:nvSpPr>
          <p:cNvPr id="59" name="Text Placeholder 2">
            <a:extLst>
              <a:ext uri="{FF2B5EF4-FFF2-40B4-BE49-F238E27FC236}">
                <a16:creationId xmlns:a16="http://schemas.microsoft.com/office/drawing/2014/main" id="{9E74A56F-F0D3-075A-32D5-8CA3EBC382E4}"/>
              </a:ext>
            </a:extLst>
          </p:cNvPr>
          <p:cNvSpPr txBox="1">
            <a:spLocks/>
          </p:cNvSpPr>
          <p:nvPr/>
        </p:nvSpPr>
        <p:spPr>
          <a:xfrm>
            <a:off x="363273" y="882082"/>
            <a:ext cx="12028805" cy="573592"/>
          </a:xfrm>
          <a:prstGeom prst="rect">
            <a:avLst/>
          </a:prstGeom>
        </p:spPr>
        <p:txBody>
          <a:bodyPr/>
          <a:lstStyle>
            <a:lvl1pPr marL="228600" indent="-228600" algn="l" defTabSz="914400" rtl="0" eaLnBrk="1" latinLnBrk="0" hangingPunct="1">
              <a:lnSpc>
                <a:spcPct val="100000"/>
              </a:lnSpc>
              <a:spcBef>
                <a:spcPts val="1000"/>
              </a:spcBef>
              <a:buClr>
                <a:schemeClr val="accent5"/>
              </a:buClr>
              <a:buSzPct val="75000"/>
              <a:buFont typeface="Arial" panose="020B0604020202020204" pitchFamily="34" charset="0"/>
              <a:buChar char="•"/>
              <a:defRPr sz="2000" kern="1200" spc="-30">
                <a:solidFill>
                  <a:schemeClr val="tx1"/>
                </a:solidFill>
                <a:latin typeface="+mn-lt"/>
                <a:ea typeface="Open Sans" charset="0"/>
                <a:cs typeface="Open Sans" charset="0"/>
              </a:defRPr>
            </a:lvl1pPr>
            <a:lvl2pPr marL="6858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800" kern="1200" spc="-30">
                <a:solidFill>
                  <a:schemeClr val="tx1"/>
                </a:solidFill>
                <a:latin typeface="+mn-lt"/>
                <a:ea typeface="Open Sans" charset="0"/>
                <a:cs typeface="Open Sans" charset="0"/>
              </a:defRPr>
            </a:lvl2pPr>
            <a:lvl3pPr marL="11430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600" kern="1200" spc="-30">
                <a:solidFill>
                  <a:schemeClr val="tx1"/>
                </a:solidFill>
                <a:latin typeface="+mn-lt"/>
                <a:ea typeface="Open Sans" charset="0"/>
                <a:cs typeface="Open Sans" charset="0"/>
              </a:defRPr>
            </a:lvl3pPr>
            <a:lvl4pPr marL="16002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4pPr>
            <a:lvl5pPr marL="2057400" indent="-228600" algn="l" defTabSz="914400" rtl="0" eaLnBrk="1" latinLnBrk="0" hangingPunct="1">
              <a:lnSpc>
                <a:spcPct val="100000"/>
              </a:lnSpc>
              <a:spcBef>
                <a:spcPts val="500"/>
              </a:spcBef>
              <a:buClr>
                <a:schemeClr val="accent5"/>
              </a:buClr>
              <a:buSzPct val="75000"/>
              <a:buFont typeface="Arial" panose="020B0604020202020204" pitchFamily="34" charset="0"/>
              <a:buChar char="•"/>
              <a:defRPr sz="1400" kern="1200" spc="-30">
                <a:solidFill>
                  <a:schemeClr val="tx1"/>
                </a:solidFill>
                <a:latin typeface="+mn-lt"/>
                <a:ea typeface="Open Sans" charset="0"/>
                <a:cs typeface="Open Sans"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
                <a:srgbClr val="5B9BD5"/>
              </a:buClr>
              <a:buSzPct val="75000"/>
              <a:buFont typeface="Arial" panose="020B0604020202020204" pitchFamily="34" charset="0"/>
              <a:buNone/>
              <a:tabLst/>
              <a:defRPr/>
            </a:pPr>
            <a:r>
              <a:rPr kumimoji="0" lang="en-US" sz="2000" b="0" i="0" u="none" strike="noStrike" kern="1200" cap="none" spc="-30" normalizeH="0" baseline="0" noProof="0" dirty="0">
                <a:ln>
                  <a:noFill/>
                </a:ln>
                <a:solidFill>
                  <a:prstClr val="black"/>
                </a:solidFill>
                <a:effectLst/>
                <a:uLnTx/>
                <a:uFillTx/>
                <a:latin typeface="+mj-lt"/>
                <a:ea typeface="Calibri" panose="020F0502020204030204" pitchFamily="34" charset="0"/>
                <a:cs typeface="Calibri" panose="020F0502020204030204" pitchFamily="34" charset="0"/>
              </a:rPr>
              <a:t>Tentative governance structure and escalation management strategy</a:t>
            </a:r>
          </a:p>
        </p:txBody>
      </p:sp>
    </p:spTree>
    <p:extLst>
      <p:ext uri="{BB962C8B-B14F-4D97-AF65-F5344CB8AC3E}">
        <p14:creationId xmlns:p14="http://schemas.microsoft.com/office/powerpoint/2010/main" val="22709019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C8BAA-0BED-6C89-67C4-3AB5D621C67F}"/>
              </a:ext>
            </a:extLst>
          </p:cNvPr>
          <p:cNvSpPr txBox="1">
            <a:spLocks/>
          </p:cNvSpPr>
          <p:nvPr/>
        </p:nvSpPr>
        <p:spPr bwMode="gray">
          <a:xfrm>
            <a:off x="0" y="503304"/>
            <a:ext cx="12192000" cy="1592403"/>
          </a:xfrm>
          <a:prstGeom prst="rect">
            <a:avLst/>
          </a:prstGeom>
          <a:solidFill>
            <a:srgbClr val="86BC25"/>
          </a:solidFill>
        </p:spPr>
        <p:txBody>
          <a:bodyPr vert="horz" lIns="0" tIns="0" rIns="0" bIns="0" rtlCol="0" anchor="ctr" anchorCtr="0">
            <a:noAutofit/>
          </a:bodyPr>
          <a:lstStyle>
            <a:lvl1pPr algn="l" defTabSz="685800" rtl="0" eaLnBrk="1" latinLnBrk="0" hangingPunct="1">
              <a:lnSpc>
                <a:spcPct val="95000"/>
              </a:lnSpc>
              <a:spcBef>
                <a:spcPct val="0"/>
              </a:spcBef>
              <a:buNone/>
              <a:defRPr sz="3600" b="1" kern="1200">
                <a:solidFill>
                  <a:schemeClr val="bg1"/>
                </a:solidFill>
                <a:latin typeface="+mj-lt"/>
                <a:ea typeface="Open Sans" panose="020B0606030504020204" pitchFamily="34" charset="0"/>
                <a:cs typeface="Open Sans" panose="020B0606030504020204" pitchFamily="34" charset="0"/>
              </a:defRPr>
            </a:lvl1pPr>
          </a:lstStyle>
          <a:p>
            <a:r>
              <a:rPr lang="en-US" sz="2400" dirty="0">
                <a:solidFill>
                  <a:srgbClr val="FFFFFF"/>
                </a:solidFill>
              </a:rPr>
              <a:t>	From AI ambition to statewide public value</a:t>
            </a:r>
            <a:endParaRPr lang="en-US" sz="2400" dirty="0"/>
          </a:p>
        </p:txBody>
      </p:sp>
      <p:pic>
        <p:nvPicPr>
          <p:cNvPr id="3" name="object 6">
            <a:extLst>
              <a:ext uri="{FF2B5EF4-FFF2-40B4-BE49-F238E27FC236}">
                <a16:creationId xmlns:a16="http://schemas.microsoft.com/office/drawing/2014/main" id="{C872922A-E606-2AE3-C9B7-7B5B56BC72DC}"/>
              </a:ext>
            </a:extLst>
          </p:cNvPr>
          <p:cNvPicPr/>
          <p:nvPr/>
        </p:nvPicPr>
        <p:blipFill>
          <a:blip r:embed="rId2" cstate="print">
            <a:duotone>
              <a:srgbClr val="86BC25">
                <a:shade val="45000"/>
                <a:satMod val="135000"/>
              </a:srgbClr>
              <a:prstClr val="white"/>
            </a:duotone>
            <a:extLst>
              <a:ext uri="{BEBA8EAE-BF5A-486C-A8C5-ECC9F3942E4B}">
                <a14:imgProps xmlns:a14="http://schemas.microsoft.com/office/drawing/2010/main">
                  <a14:imgLayer r:embed="rId3">
                    <a14:imgEffect>
                      <a14:artisticCrisscrossEtching/>
                    </a14:imgEffect>
                  </a14:imgLayer>
                </a14:imgProps>
              </a:ext>
              <a:ext uri="{28A0092B-C50C-407E-A947-70E740481C1C}">
                <a14:useLocalDpi xmlns:a14="http://schemas.microsoft.com/office/drawing/2010/main"/>
              </a:ext>
            </a:extLst>
          </a:blip>
          <a:stretch>
            <a:fillRect/>
          </a:stretch>
        </p:blipFill>
        <p:spPr>
          <a:xfrm>
            <a:off x="9223940" y="96129"/>
            <a:ext cx="2628032" cy="2628021"/>
          </a:xfrm>
          <a:prstGeom prst="rect">
            <a:avLst/>
          </a:prstGeom>
        </p:spPr>
      </p:pic>
      <p:sp>
        <p:nvSpPr>
          <p:cNvPr id="4" name="USOC_Text2">
            <a:extLst>
              <a:ext uri="{FF2B5EF4-FFF2-40B4-BE49-F238E27FC236}">
                <a16:creationId xmlns:a16="http://schemas.microsoft.com/office/drawing/2014/main" id="{670ADA6D-DF39-2064-622D-4DC2F95DE95E}"/>
              </a:ext>
            </a:extLst>
          </p:cNvPr>
          <p:cNvSpPr txBox="1">
            <a:spLocks/>
          </p:cNvSpPr>
          <p:nvPr/>
        </p:nvSpPr>
        <p:spPr bwMode="gray">
          <a:xfrm>
            <a:off x="546284" y="4489951"/>
            <a:ext cx="7631070" cy="2056844"/>
          </a:xfrm>
          <a:prstGeom prst="rect">
            <a:avLst/>
          </a:prstGeom>
        </p:spPr>
        <p:txBody>
          <a:bodyPr lIns="0" tIns="0" rIns="0" bIns="0" anchor="t"/>
          <a:lstStyle>
            <a:lvl1pPr marL="0" indent="0" algn="l" defTabSz="914400" rtl="0" eaLnBrk="1" latinLnBrk="0" hangingPunct="1">
              <a:spcBef>
                <a:spcPts val="1200"/>
              </a:spcBef>
              <a:buFont typeface="Arial" pitchFamily="34" charset="0"/>
              <a:buNone/>
              <a:defRPr sz="1800" b="0" kern="1200">
                <a:solidFill>
                  <a:schemeClr val="tx2"/>
                </a:solidFill>
                <a:latin typeface="+mn-lt"/>
                <a:ea typeface="+mn-ea"/>
                <a:cs typeface="+mn-cs"/>
              </a:defRPr>
            </a:lvl1pPr>
            <a:lvl2pPr marL="266700" indent="-266700" algn="l" defTabSz="914400" rtl="0" eaLnBrk="1" latinLnBrk="0" hangingPunct="1">
              <a:spcBef>
                <a:spcPts val="1200"/>
              </a:spcBef>
              <a:buFont typeface="Arial" pitchFamily="34" charset="0"/>
              <a:buChar char="•"/>
              <a:defRPr sz="1800" kern="1200">
                <a:solidFill>
                  <a:schemeClr val="tx2"/>
                </a:solidFill>
                <a:latin typeface="+mn-lt"/>
                <a:ea typeface="+mn-ea"/>
                <a:cs typeface="+mn-cs"/>
              </a:defRPr>
            </a:lvl2pPr>
            <a:lvl3pPr marL="266700" indent="-266700" algn="l" defTabSz="914400" rtl="0" eaLnBrk="1" latinLnBrk="0" hangingPunct="1">
              <a:spcBef>
                <a:spcPts val="1200"/>
              </a:spcBef>
              <a:buFont typeface="Arial" pitchFamily="34" charset="0"/>
              <a:buChar char="•"/>
              <a:defRPr sz="1800" i="1" kern="1200">
                <a:solidFill>
                  <a:schemeClr val="tx2"/>
                </a:solidFill>
                <a:latin typeface="+mn-lt"/>
                <a:ea typeface="+mn-ea"/>
                <a:cs typeface="+mn-cs"/>
              </a:defRPr>
            </a:lvl3pPr>
            <a:lvl4pPr marL="539750" indent="-273050" algn="l" defTabSz="914400" rtl="0" eaLnBrk="1" latinLnBrk="0" hangingPunct="1">
              <a:spcBef>
                <a:spcPts val="1200"/>
              </a:spcBef>
              <a:buFont typeface="Arial" pitchFamily="34" charset="0"/>
              <a:buChar char="−"/>
              <a:defRPr sz="1800" kern="1200">
                <a:solidFill>
                  <a:schemeClr val="tx2"/>
                </a:solidFill>
                <a:latin typeface="+mn-lt"/>
                <a:ea typeface="+mn-ea"/>
                <a:cs typeface="+mn-cs"/>
              </a:defRPr>
            </a:lvl4pPr>
            <a:lvl5pPr marL="806450" indent="-266700" algn="l" defTabSz="914400" rtl="0" eaLnBrk="1" latinLnBrk="0" hangingPunct="1">
              <a:spcBef>
                <a:spcPts val="1200"/>
              </a:spcBef>
              <a:buSzPct val="60000"/>
              <a:buFont typeface="Courier New" panose="02070309020205020404" pitchFamily="49" charset="0"/>
              <a:buChar char="o"/>
              <a:defRPr sz="1800" kern="1200">
                <a:solidFill>
                  <a:schemeClr val="tx2"/>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07000"/>
              </a:lnSpc>
              <a:spcBef>
                <a:spcPts val="0"/>
              </a:spcBef>
              <a:spcAft>
                <a:spcPts val="800"/>
              </a:spcAft>
              <a:buFontTx/>
              <a:buNone/>
              <a:defRPr/>
            </a:pPr>
            <a:r>
              <a:rPr lang="en-US" sz="1000" dirty="0">
                <a:solidFill>
                  <a:prstClr val="black"/>
                </a:solidFill>
                <a:latin typeface="+mj-lt"/>
                <a:ea typeface="Calibri" panose="020F0502020204030204" pitchFamily="34" charset="0"/>
                <a:cs typeface="Calibri" panose="020F0502020204030204" pitchFamily="34" charset="0"/>
              </a:rPr>
              <a:t>Deloitte Touche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a:t>
            </a:r>
          </a:p>
          <a:p>
            <a:pPr>
              <a:lnSpc>
                <a:spcPct val="107000"/>
              </a:lnSpc>
              <a:spcBef>
                <a:spcPts val="0"/>
              </a:spcBef>
              <a:spcAft>
                <a:spcPts val="800"/>
              </a:spcAft>
              <a:buFontTx/>
              <a:buNone/>
              <a:defRPr/>
            </a:pPr>
            <a:r>
              <a:rPr lang="en-US" sz="1000" dirty="0">
                <a:solidFill>
                  <a:prstClr val="black"/>
                </a:solidFill>
                <a:latin typeface="+mj-lt"/>
                <a:ea typeface="Calibri" panose="020F0502020204030204" pitchFamily="34" charset="0"/>
                <a:cs typeface="Calibri" panose="020F0502020204030204" pitchFamily="34" charset="0"/>
              </a:rPr>
              <a:t>Detailed description of DTTL and its member firms. This material has been prepared by Deloitte Touche Tohmatsu India LLP (“DTTILLP”), a member of Deloitte Touche Tohmatsu Limited, on a specific request from you and contains proprietary and confidential information. The information contained in this material is intended solely for you. Any disclosure, copying or further distribution of this material or its contents to a third party is strictly prohibited. By using this material and any information contained in it, the user accepts this entire notice and terms of use.</a:t>
            </a:r>
          </a:p>
          <a:p>
            <a:pPr>
              <a:lnSpc>
                <a:spcPct val="107000"/>
              </a:lnSpc>
              <a:spcBef>
                <a:spcPts val="0"/>
              </a:spcBef>
              <a:spcAft>
                <a:spcPts val="800"/>
              </a:spcAft>
              <a:buFontTx/>
              <a:buNone/>
              <a:defRPr/>
            </a:pPr>
            <a:r>
              <a:rPr lang="en-US" sz="1000" dirty="0">
                <a:solidFill>
                  <a:prstClr val="black"/>
                </a:solidFill>
                <a:latin typeface="+mj-lt"/>
                <a:ea typeface="Calibri" panose="020F0502020204030204" pitchFamily="34" charset="0"/>
                <a:cs typeface="Calibri" panose="020F0502020204030204" pitchFamily="34" charset="0"/>
              </a:rPr>
              <a:t>No entity in the Deloitte Network shall be responsible for any loss whatsoever sustained by any person or entity by reason of access to, use of or reliance on, this material. By using this material or any information contained in it, the user accepts this entire notice and terms of use.</a:t>
            </a:r>
          </a:p>
          <a:p>
            <a:pPr>
              <a:lnSpc>
                <a:spcPct val="107000"/>
              </a:lnSpc>
              <a:spcBef>
                <a:spcPts val="0"/>
              </a:spcBef>
              <a:spcAft>
                <a:spcPts val="800"/>
              </a:spcAft>
              <a:buFontTx/>
              <a:buNone/>
              <a:defRPr/>
            </a:pPr>
            <a:r>
              <a:rPr lang="en-US" sz="1000" dirty="0">
                <a:solidFill>
                  <a:prstClr val="black"/>
                </a:solidFill>
                <a:latin typeface="+mj-lt"/>
                <a:ea typeface="Calibri" panose="020F0502020204030204" pitchFamily="34" charset="0"/>
                <a:cs typeface="Calibri" panose="020F0502020204030204" pitchFamily="34" charset="0"/>
              </a:rPr>
              <a:t>©2026 Deloitte Touche Tohmatsu India LLP. Member of Deloitte Touche Tohmatsu Limited</a:t>
            </a:r>
          </a:p>
        </p:txBody>
      </p:sp>
      <p:grpSp>
        <p:nvGrpSpPr>
          <p:cNvPr id="5" name="Group 4">
            <a:extLst>
              <a:ext uri="{FF2B5EF4-FFF2-40B4-BE49-F238E27FC236}">
                <a16:creationId xmlns:a16="http://schemas.microsoft.com/office/drawing/2014/main" id="{89C17917-543A-C3AF-43F7-36D90066805F}"/>
              </a:ext>
            </a:extLst>
          </p:cNvPr>
          <p:cNvGrpSpPr/>
          <p:nvPr/>
        </p:nvGrpSpPr>
        <p:grpSpPr>
          <a:xfrm>
            <a:off x="546284" y="3891095"/>
            <a:ext cx="1998000" cy="374400"/>
            <a:chOff x="6308008" y="3675137"/>
            <a:chExt cx="1998000" cy="374400"/>
          </a:xfrm>
        </p:grpSpPr>
        <p:sp>
          <p:nvSpPr>
            <p:cNvPr id="6" name="Oval 5">
              <a:extLst>
                <a:ext uri="{FF2B5EF4-FFF2-40B4-BE49-F238E27FC236}">
                  <a16:creationId xmlns:a16="http://schemas.microsoft.com/office/drawing/2014/main" id="{D171A3CD-687C-5A76-722A-2BB74A6057D1}"/>
                </a:ext>
              </a:extLst>
            </p:cNvPr>
            <p:cNvSpPr>
              <a:spLocks noChangeArrowheads="1"/>
            </p:cNvSpPr>
            <p:nvPr/>
          </p:nvSpPr>
          <p:spPr bwMode="auto">
            <a:xfrm>
              <a:off x="8198799" y="3943392"/>
              <a:ext cx="107209" cy="106145"/>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600" b="0" i="0" u="none" strike="noStrike" kern="0" cap="none" spc="0" normalizeH="0" baseline="0" noProof="0" dirty="0">
                <a:ln>
                  <a:noFill/>
                </a:ln>
                <a:solidFill>
                  <a:srgbClr val="FFFFFF"/>
                </a:solidFill>
                <a:effectLst/>
                <a:uLnTx/>
                <a:uFillTx/>
                <a:latin typeface="Open Sans"/>
              </a:endParaRPr>
            </a:p>
          </p:txBody>
        </p:sp>
        <p:sp>
          <p:nvSpPr>
            <p:cNvPr id="7" name="Freeform 6">
              <a:extLst>
                <a:ext uri="{FF2B5EF4-FFF2-40B4-BE49-F238E27FC236}">
                  <a16:creationId xmlns:a16="http://schemas.microsoft.com/office/drawing/2014/main" id="{C6A4877C-D401-217E-57B9-2D78EC58BA41}"/>
                </a:ext>
              </a:extLst>
            </p:cNvPr>
            <p:cNvSpPr>
              <a:spLocks noEditPoints="1"/>
            </p:cNvSpPr>
            <p:nvPr/>
          </p:nvSpPr>
          <p:spPr bwMode="auto">
            <a:xfrm>
              <a:off x="6308008" y="3677067"/>
              <a:ext cx="304086" cy="366679"/>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600" b="0" i="0" u="none" strike="noStrike" kern="0" cap="none" spc="0" normalizeH="0" baseline="0" noProof="0" dirty="0">
                <a:ln>
                  <a:noFill/>
                </a:ln>
                <a:solidFill>
                  <a:srgbClr val="FFFFFF"/>
                </a:solidFill>
                <a:effectLst/>
                <a:uLnTx/>
                <a:uFillTx/>
                <a:latin typeface="Open Sans"/>
              </a:endParaRPr>
            </a:p>
          </p:txBody>
        </p:sp>
        <p:sp>
          <p:nvSpPr>
            <p:cNvPr id="8" name="Rectangle 7">
              <a:extLst>
                <a:ext uri="{FF2B5EF4-FFF2-40B4-BE49-F238E27FC236}">
                  <a16:creationId xmlns:a16="http://schemas.microsoft.com/office/drawing/2014/main" id="{AC120C2D-C252-C5AC-6DB5-BAA447DA3E4E}"/>
                </a:ext>
              </a:extLst>
            </p:cNvPr>
            <p:cNvSpPr>
              <a:spLocks noChangeArrowheads="1"/>
            </p:cNvSpPr>
            <p:nvPr/>
          </p:nvSpPr>
          <p:spPr bwMode="auto">
            <a:xfrm>
              <a:off x="6931774" y="3675137"/>
              <a:ext cx="91615" cy="368610"/>
            </a:xfrm>
            <a:prstGeom prst="rect">
              <a:avLst/>
            </a:prstGeom>
            <a:solidFill>
              <a:srgbClr val="000000"/>
            </a:solidFill>
            <a:ln>
              <a:noFill/>
            </a:ln>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600" b="0" i="0" u="none" strike="noStrike" kern="0" cap="none" spc="0" normalizeH="0" baseline="0" noProof="0" dirty="0">
                <a:ln>
                  <a:noFill/>
                </a:ln>
                <a:solidFill>
                  <a:srgbClr val="FFFFFF"/>
                </a:solidFill>
                <a:effectLst/>
                <a:uLnTx/>
                <a:uFillTx/>
                <a:latin typeface="Open Sans"/>
              </a:endParaRPr>
            </a:p>
          </p:txBody>
        </p:sp>
        <p:sp>
          <p:nvSpPr>
            <p:cNvPr id="9" name="Freeform 8">
              <a:extLst>
                <a:ext uri="{FF2B5EF4-FFF2-40B4-BE49-F238E27FC236}">
                  <a16:creationId xmlns:a16="http://schemas.microsoft.com/office/drawing/2014/main" id="{8E4FFEFD-CF3D-3873-C029-CD7AD5E8DFCF}"/>
                </a:ext>
              </a:extLst>
            </p:cNvPr>
            <p:cNvSpPr>
              <a:spLocks noEditPoints="1"/>
            </p:cNvSpPr>
            <p:nvPr/>
          </p:nvSpPr>
          <p:spPr bwMode="auto">
            <a:xfrm>
              <a:off x="7060426" y="3765842"/>
              <a:ext cx="265101" cy="281764"/>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600" b="0" i="0" u="none" strike="noStrike" kern="0" cap="none" spc="0" normalizeH="0" baseline="0" noProof="0" dirty="0">
                <a:ln>
                  <a:noFill/>
                </a:ln>
                <a:solidFill>
                  <a:srgbClr val="FFFFFF"/>
                </a:solidFill>
                <a:effectLst/>
                <a:uLnTx/>
                <a:uFillTx/>
                <a:latin typeface="Open Sans"/>
              </a:endParaRPr>
            </a:p>
          </p:txBody>
        </p:sp>
        <p:sp>
          <p:nvSpPr>
            <p:cNvPr id="10" name="Rectangle 9">
              <a:extLst>
                <a:ext uri="{FF2B5EF4-FFF2-40B4-BE49-F238E27FC236}">
                  <a16:creationId xmlns:a16="http://schemas.microsoft.com/office/drawing/2014/main" id="{1C410306-8D45-39D7-5CCE-5F98269F9D91}"/>
                </a:ext>
              </a:extLst>
            </p:cNvPr>
            <p:cNvSpPr>
              <a:spLocks noChangeArrowheads="1"/>
            </p:cNvSpPr>
            <p:nvPr/>
          </p:nvSpPr>
          <p:spPr bwMode="auto">
            <a:xfrm>
              <a:off x="7362562" y="3769702"/>
              <a:ext cx="91615" cy="274044"/>
            </a:xfrm>
            <a:prstGeom prst="rect">
              <a:avLst/>
            </a:prstGeom>
            <a:solidFill>
              <a:srgbClr val="000000"/>
            </a:solidFill>
            <a:ln>
              <a:noFill/>
            </a:ln>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600" b="0" i="0" u="none" strike="noStrike" kern="0" cap="none" spc="0" normalizeH="0" baseline="0" noProof="0" dirty="0">
                <a:ln>
                  <a:noFill/>
                </a:ln>
                <a:solidFill>
                  <a:srgbClr val="FFFFFF"/>
                </a:solidFill>
                <a:effectLst/>
                <a:uLnTx/>
                <a:uFillTx/>
                <a:latin typeface="Open Sans"/>
              </a:endParaRPr>
            </a:p>
          </p:txBody>
        </p:sp>
        <p:sp>
          <p:nvSpPr>
            <p:cNvPr id="11" name="Rectangle 10">
              <a:extLst>
                <a:ext uri="{FF2B5EF4-FFF2-40B4-BE49-F238E27FC236}">
                  <a16:creationId xmlns:a16="http://schemas.microsoft.com/office/drawing/2014/main" id="{B17D543B-9E59-9344-A2EE-04FD787306F3}"/>
                </a:ext>
              </a:extLst>
            </p:cNvPr>
            <p:cNvSpPr>
              <a:spLocks noChangeArrowheads="1"/>
            </p:cNvSpPr>
            <p:nvPr/>
          </p:nvSpPr>
          <p:spPr bwMode="auto">
            <a:xfrm>
              <a:off x="7362562" y="3675137"/>
              <a:ext cx="91615" cy="61757"/>
            </a:xfrm>
            <a:prstGeom prst="rect">
              <a:avLst/>
            </a:prstGeom>
            <a:solidFill>
              <a:srgbClr val="000000"/>
            </a:solidFill>
            <a:ln>
              <a:noFill/>
            </a:ln>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600" b="0" i="0" u="none" strike="noStrike" kern="0" cap="none" spc="0" normalizeH="0" baseline="0" noProof="0" dirty="0">
                <a:ln>
                  <a:noFill/>
                </a:ln>
                <a:solidFill>
                  <a:srgbClr val="FFFFFF"/>
                </a:solidFill>
                <a:effectLst/>
                <a:uLnTx/>
                <a:uFillTx/>
                <a:latin typeface="Open Sans"/>
              </a:endParaRPr>
            </a:p>
          </p:txBody>
        </p:sp>
        <p:sp>
          <p:nvSpPr>
            <p:cNvPr id="12" name="Freeform 11">
              <a:extLst>
                <a:ext uri="{FF2B5EF4-FFF2-40B4-BE49-F238E27FC236}">
                  <a16:creationId xmlns:a16="http://schemas.microsoft.com/office/drawing/2014/main" id="{4F43538C-25C7-D0FD-8142-4CDBC9025A2E}"/>
                </a:ext>
              </a:extLst>
            </p:cNvPr>
            <p:cNvSpPr>
              <a:spLocks/>
            </p:cNvSpPr>
            <p:nvPr/>
          </p:nvSpPr>
          <p:spPr bwMode="auto">
            <a:xfrm>
              <a:off x="7491214" y="3682857"/>
              <a:ext cx="194927" cy="364750"/>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600" b="0" i="0" u="none" strike="noStrike" kern="0" cap="none" spc="0" normalizeH="0" baseline="0" noProof="0" dirty="0">
                <a:ln>
                  <a:noFill/>
                </a:ln>
                <a:solidFill>
                  <a:srgbClr val="FFFFFF"/>
                </a:solidFill>
                <a:effectLst/>
                <a:uLnTx/>
                <a:uFillTx/>
                <a:latin typeface="Open Sans"/>
              </a:endParaRPr>
            </a:p>
          </p:txBody>
        </p:sp>
        <p:sp>
          <p:nvSpPr>
            <p:cNvPr id="13" name="Freeform 12">
              <a:extLst>
                <a:ext uri="{FF2B5EF4-FFF2-40B4-BE49-F238E27FC236}">
                  <a16:creationId xmlns:a16="http://schemas.microsoft.com/office/drawing/2014/main" id="{2E291514-2A38-6DF8-3025-E8FB265C21A7}"/>
                </a:ext>
              </a:extLst>
            </p:cNvPr>
            <p:cNvSpPr>
              <a:spLocks/>
            </p:cNvSpPr>
            <p:nvPr/>
          </p:nvSpPr>
          <p:spPr bwMode="auto">
            <a:xfrm>
              <a:off x="7703685" y="3682857"/>
              <a:ext cx="194927" cy="364750"/>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600" b="0" i="0" u="none" strike="noStrike" kern="0" cap="none" spc="0" normalizeH="0" baseline="0" noProof="0" dirty="0">
                <a:ln>
                  <a:noFill/>
                </a:ln>
                <a:solidFill>
                  <a:srgbClr val="FFFFFF"/>
                </a:solidFill>
                <a:effectLst/>
                <a:uLnTx/>
                <a:uFillTx/>
                <a:latin typeface="Open Sans"/>
              </a:endParaRPr>
            </a:p>
          </p:txBody>
        </p:sp>
        <p:sp>
          <p:nvSpPr>
            <p:cNvPr id="14" name="Freeform 13">
              <a:extLst>
                <a:ext uri="{FF2B5EF4-FFF2-40B4-BE49-F238E27FC236}">
                  <a16:creationId xmlns:a16="http://schemas.microsoft.com/office/drawing/2014/main" id="{AE03209A-721B-8934-D033-17D5D63459CA}"/>
                </a:ext>
              </a:extLst>
            </p:cNvPr>
            <p:cNvSpPr>
              <a:spLocks noEditPoints="1"/>
            </p:cNvSpPr>
            <p:nvPr/>
          </p:nvSpPr>
          <p:spPr bwMode="auto">
            <a:xfrm>
              <a:off x="7918104" y="3765842"/>
              <a:ext cx="259252" cy="281764"/>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600" b="0" i="0" u="none" strike="noStrike" kern="0" cap="none" spc="0" normalizeH="0" baseline="0" noProof="0" dirty="0">
                <a:ln>
                  <a:noFill/>
                </a:ln>
                <a:solidFill>
                  <a:srgbClr val="FFFFFF"/>
                </a:solidFill>
                <a:effectLst/>
                <a:uLnTx/>
                <a:uFillTx/>
                <a:latin typeface="Open Sans"/>
              </a:endParaRPr>
            </a:p>
          </p:txBody>
        </p:sp>
        <p:sp>
          <p:nvSpPr>
            <p:cNvPr id="15" name="Freeform 14">
              <a:extLst>
                <a:ext uri="{FF2B5EF4-FFF2-40B4-BE49-F238E27FC236}">
                  <a16:creationId xmlns:a16="http://schemas.microsoft.com/office/drawing/2014/main" id="{DEA4109A-FBB5-6AD8-C918-4F1462F01B26}"/>
                </a:ext>
              </a:extLst>
            </p:cNvPr>
            <p:cNvSpPr>
              <a:spLocks noEditPoints="1"/>
            </p:cNvSpPr>
            <p:nvPr/>
          </p:nvSpPr>
          <p:spPr bwMode="auto">
            <a:xfrm>
              <a:off x="6639384" y="3765842"/>
              <a:ext cx="257303" cy="281764"/>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a:lstStyle/>
            <a:p>
              <a:pPr marL="0" marR="0" lvl="0" indent="0" defTabSz="1219170" eaLnBrk="1" fontAlgn="auto" latinLnBrk="0" hangingPunct="1">
                <a:lnSpc>
                  <a:spcPct val="100000"/>
                </a:lnSpc>
                <a:spcBef>
                  <a:spcPts val="0"/>
                </a:spcBef>
                <a:spcAft>
                  <a:spcPts val="0"/>
                </a:spcAft>
                <a:buClrTx/>
                <a:buSzTx/>
                <a:buFontTx/>
                <a:buNone/>
                <a:tabLst/>
                <a:defRPr/>
              </a:pPr>
              <a:endParaRPr kumimoji="0" lang="en-US" sz="2600" b="0" i="0" u="none" strike="noStrike" kern="0" cap="none" spc="0" normalizeH="0" baseline="0" noProof="0" dirty="0">
                <a:ln>
                  <a:noFill/>
                </a:ln>
                <a:solidFill>
                  <a:srgbClr val="FFFFFF"/>
                </a:solidFill>
                <a:effectLst/>
                <a:uLnTx/>
                <a:uFillTx/>
                <a:latin typeface="Open Sans"/>
              </a:endParaRPr>
            </a:p>
          </p:txBody>
        </p:sp>
      </p:grpSp>
    </p:spTree>
    <p:extLst>
      <p:ext uri="{BB962C8B-B14F-4D97-AF65-F5344CB8AC3E}">
        <p14:creationId xmlns:p14="http://schemas.microsoft.com/office/powerpoint/2010/main" val="24351637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41CEE6DBF4541439E139ADA7A9EE147" ma:contentTypeVersion="3" ma:contentTypeDescription="Create a new document." ma:contentTypeScope="" ma:versionID="e4d4876acdfe794614708670d892cf6b">
  <xsd:schema xmlns:xsd="http://www.w3.org/2001/XMLSchema" xmlns:xs="http://www.w3.org/2001/XMLSchema" xmlns:p="http://schemas.microsoft.com/office/2006/metadata/properties" xmlns:ns2="a6d2102e-e862-4dbe-a037-5e3457d305c1" targetNamespace="http://schemas.microsoft.com/office/2006/metadata/properties" ma:root="true" ma:fieldsID="72de982acba568c2332e247e9bcd3493" ns2:_="">
    <xsd:import namespace="a6d2102e-e862-4dbe-a037-5e3457d305c1"/>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6d2102e-e862-4dbe-a037-5e3457d305c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4D356D8-DA23-49ED-9E6D-F420C654DE22}">
  <ds:schemaRefs>
    <ds:schemaRef ds:uri="http://www.w3.org/XML/1998/namespace"/>
    <ds:schemaRef ds:uri="http://schemas.microsoft.com/office/infopath/2007/PartnerControls"/>
    <ds:schemaRef ds:uri="http://purl.org/dc/dcmitype/"/>
    <ds:schemaRef ds:uri="http://purl.org/dc/elements/1.1/"/>
    <ds:schemaRef ds:uri="http://schemas.openxmlformats.org/package/2006/metadata/core-properties"/>
    <ds:schemaRef ds:uri="http://schemas.microsoft.com/office/2006/documentManagement/types"/>
    <ds:schemaRef ds:uri="http://purl.org/dc/terms/"/>
    <ds:schemaRef ds:uri="a6d2102e-e862-4dbe-a037-5e3457d305c1"/>
    <ds:schemaRef ds:uri="http://schemas.microsoft.com/office/2006/metadata/properties"/>
  </ds:schemaRefs>
</ds:datastoreItem>
</file>

<file path=customXml/itemProps2.xml><?xml version="1.0" encoding="utf-8"?>
<ds:datastoreItem xmlns:ds="http://schemas.openxmlformats.org/officeDocument/2006/customXml" ds:itemID="{C746C3FD-C370-4006-8628-1399BE2CE626}">
  <ds:schemaRefs>
    <ds:schemaRef ds:uri="a6d2102e-e862-4dbe-a037-5e3457d305c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6980FFE-8CB4-4944-98D5-644EA78F13A3}">
  <ds:schemaRefs>
    <ds:schemaRef ds:uri="http://schemas.microsoft.com/sharepoint/v3/contenttype/forms"/>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otalTime>17139</TotalTime>
  <Words>4644</Words>
  <Application>Microsoft Office PowerPoint</Application>
  <PresentationFormat>Widescreen</PresentationFormat>
  <Paragraphs>924</Paragraphs>
  <Slides>29</Slides>
  <Notes>13</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29</vt:i4>
      </vt:variant>
    </vt:vector>
  </HeadingPairs>
  <TitlesOfParts>
    <vt:vector size="39" baseType="lpstr">
      <vt:lpstr>Aptos</vt:lpstr>
      <vt:lpstr>Aptos Display</vt:lpstr>
      <vt:lpstr>Arial</vt:lpstr>
      <vt:lpstr>Calibri</vt:lpstr>
      <vt:lpstr>Open Sans</vt:lpstr>
      <vt:lpstr>Verdana</vt:lpstr>
      <vt:lpstr>Wingdings 2</vt:lpstr>
      <vt:lpstr>Office Theme</vt:lpstr>
      <vt:lpstr>1_Office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 integrated AI-CoE converts fragmented initiatives into sustained public value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vibhagarg@deloitte.com</dc:creator>
  <cp:lastModifiedBy>Garg, Vibha</cp:lastModifiedBy>
  <cp:revision>3</cp:revision>
  <dcterms:created xsi:type="dcterms:W3CDTF">2026-08-05T03:23:34Z</dcterms:created>
  <dcterms:modified xsi:type="dcterms:W3CDTF">2026-09-28T05:24:40Z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0x010100041CEE6DBF4541439E139ADA7A9EE147</vt:lpwstr>
  </property>
</Properties>
</file>